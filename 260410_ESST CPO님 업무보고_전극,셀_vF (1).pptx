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2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.xml" ContentType="application/vnd.openxmlformats-officedocument.presentationml.slideLayout+xml"/>
  <Override PartName="/ppt/charts/colors13.xml" ContentType="application/vnd.ms-office.chartcolorstyle+xml"/>
  <Override PartName="/ppt/theme/themeOverride12.xml" ContentType="application/vnd.openxmlformats-officedocument.themeOverr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theme/themeOverride13.xml" ContentType="application/vnd.openxmlformats-officedocument.themeOverr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theme/themeOverride14.xml" ContentType="application/vnd.openxmlformats-officedocument.themeOverr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theme/themeOverride15.xml" ContentType="application/vnd.openxmlformats-officedocument.themeOverrid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theme/themeOverride16.xml" ContentType="application/vnd.openxmlformats-officedocument.themeOverride+xml"/>
  <Override PartName="/ppt/charts/chartEx1.xml" ContentType="application/vnd.ms-office.chartex+xml"/>
  <Override PartName="/ppt/charts/style18.xml" ContentType="application/vnd.ms-office.chartstyle+xml"/>
  <Override PartName="/ppt/charts/colors18.xml" ContentType="application/vnd.ms-office.chartcolorstyle+xml"/>
  <Override PartName="/ppt/theme/themeOverride17.xml" ContentType="application/vnd.openxmlformats-officedocument.themeOverride+xml"/>
  <Override PartName="/ppt/charts/chartEx2.xml" ContentType="application/vnd.ms-office.chartex+xml"/>
  <Override PartName="/ppt/charts/style19.xml" ContentType="application/vnd.ms-office.chartstyle+xml"/>
  <Override PartName="/ppt/charts/colors19.xml" ContentType="application/vnd.ms-office.chartcolorstyle+xml"/>
  <Override PartName="/ppt/theme/themeOverride18.xml" ContentType="application/vnd.openxmlformats-officedocument.themeOverride+xml"/>
  <Override PartName="/ppt/charts/chart18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19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0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1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2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3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theme/themeOverride19.xml" ContentType="application/vnd.openxmlformats-officedocument.themeOverride+xml"/>
  <Override PartName="/ppt/charts/chart24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5.xml" ContentType="application/vnd.openxmlformats-officedocument.drawingml.chart+xml"/>
  <Override PartName="/ppt/theme/themeOverride20.xml" ContentType="application/vnd.openxmlformats-officedocument.themeOverride+xml"/>
  <Override PartName="/ppt/charts/chart26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theme/themeOverride21.xml" ContentType="application/vnd.openxmlformats-officedocument.themeOverride+xml"/>
  <Override PartName="/ppt/charts/chart27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28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29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notesMasters/notesMaster1.xml" ContentType="application/vnd.openxmlformats-officedocument.presentationml.notesMaster+xml"/>
  <Override PartName="/ppt/charts/chart30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theme/themeOverride22.xml" ContentType="application/vnd.openxmlformats-officedocument.themeOverride+xml"/>
  <Override PartName="/ppt/charts/chart31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theme/themeOverride23.xml" ContentType="application/vnd.openxmlformats-officedocument.themeOverride+xml"/>
  <Override PartName="/ppt/charts/chart32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theme/themeOverride24.xml" ContentType="application/vnd.openxmlformats-officedocument.themeOverride+xml"/>
  <Override PartName="/ppt/charts/chartEx3.xml" ContentType="application/vnd.ms-office.chartex+xml"/>
  <Override PartName="/ppt/charts/style34.xml" ContentType="application/vnd.ms-office.chartstyle+xml"/>
  <Override PartName="/ppt/charts/colors34.xml" ContentType="application/vnd.ms-office.chartcolorstyle+xml"/>
  <Override PartName="/ppt/theme/themeOverride25.xml" ContentType="application/vnd.openxmlformats-officedocument.themeOverride+xml"/>
  <Override PartName="/ppt/charts/chartEx4.xml" ContentType="application/vnd.ms-office.chartex+xml"/>
  <Override PartName="/ppt/charts/style35.xml" ContentType="application/vnd.ms-office.chartstyle+xml"/>
  <Override PartName="/ppt/charts/colors35.xml" ContentType="application/vnd.ms-office.chartcolorstyle+xml"/>
  <Override PartName="/ppt/theme/themeOverride26.xml" ContentType="application/vnd.openxmlformats-officedocument.themeOverride+xml"/>
  <Override PartName="/ppt/charts/chartEx5.xml" ContentType="application/vnd.ms-office.chartex+xml"/>
  <Override PartName="/ppt/charts/style36.xml" ContentType="application/vnd.ms-office.chartstyle+xml"/>
  <Override PartName="/ppt/charts/colors36.xml" ContentType="application/vnd.ms-office.chartcolorstyle+xml"/>
  <Override PartName="/ppt/theme/themeOverride27.xml" ContentType="application/vnd.openxmlformats-officedocument.themeOverride+xml"/>
  <Override PartName="/ppt/theme/theme1.xml" ContentType="application/vnd.openxmlformats-officedocument.theme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7.xml" ContentType="application/vnd.openxmlformats-officedocument.themeOverr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8.xml" ContentType="application/vnd.openxmlformats-officedocument.themeOverr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9.xml" ContentType="application/vnd.openxmlformats-officedocument.themeOverr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theme/themeOverride10.xml" ContentType="application/vnd.openxmlformats-officedocument.themeOverr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theme/themeOverride11.xml" ContentType="application/vnd.openxmlformats-officedocument.themeOverride+xml"/>
  <Override PartName="/ppt/charts/chart13.xml" ContentType="application/vnd.openxmlformats-officedocument.drawingml.chart+xml"/>
  <Override PartName="/ppt/charts/style13.xml" ContentType="application/vnd.ms-office.chartstyl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147483590" r:id="rId2"/>
    <p:sldId id="258" r:id="rId3"/>
    <p:sldId id="847" r:id="rId4"/>
    <p:sldId id="2147481967" r:id="rId5"/>
    <p:sldId id="2147482297" r:id="rId6"/>
    <p:sldId id="2147483630" r:id="rId7"/>
    <p:sldId id="2147483642" r:id="rId8"/>
    <p:sldId id="2147483638" r:id="rId9"/>
    <p:sldId id="2147483634" r:id="rId10"/>
    <p:sldId id="264" r:id="rId11"/>
    <p:sldId id="263" r:id="rId12"/>
    <p:sldId id="266" r:id="rId13"/>
    <p:sldId id="267" r:id="rId14"/>
    <p:sldId id="268" r:id="rId15"/>
    <p:sldId id="2147483641" r:id="rId16"/>
    <p:sldId id="2147483643" r:id="rId17"/>
    <p:sldId id="2147483644" r:id="rId18"/>
    <p:sldId id="2147483645" r:id="rId19"/>
    <p:sldId id="2147483646" r:id="rId20"/>
    <p:sldId id="2147483633" r:id="rId21"/>
    <p:sldId id="2147483484" r:id="rId22"/>
    <p:sldId id="2147483639" r:id="rId23"/>
    <p:sldId id="849" r:id="rId24"/>
    <p:sldId id="2147483635" r:id="rId25"/>
    <p:sldId id="2147483636" r:id="rId26"/>
    <p:sldId id="2147483637" r:id="rId27"/>
    <p:sldId id="2147483622" r:id="rId28"/>
    <p:sldId id="269" r:id="rId29"/>
    <p:sldId id="2147483518" r:id="rId30"/>
    <p:sldId id="2147483519" r:id="rId31"/>
    <p:sldId id="2147483640" r:id="rId32"/>
    <p:sldId id="2147483520" r:id="rId3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일정" id="{A756E165-E121-43F5-91C4-0857A5AB7EE8}">
          <p14:sldIdLst>
            <p14:sldId id="2147483590"/>
            <p14:sldId id="258"/>
          </p14:sldIdLst>
        </p14:section>
        <p14:section name="업무보고(4/10, 금)" id="{2A629C6A-F2AB-4C7B-8F5C-9A9E3ED73B53}">
          <p14:sldIdLst>
            <p14:sldId id="847"/>
            <p14:sldId id="2147481967"/>
            <p14:sldId id="2147482297"/>
            <p14:sldId id="2147483630"/>
            <p14:sldId id="2147483642"/>
            <p14:sldId id="2147483638"/>
            <p14:sldId id="2147483634"/>
            <p14:sldId id="264"/>
            <p14:sldId id="263"/>
            <p14:sldId id="266"/>
            <p14:sldId id="267"/>
            <p14:sldId id="268"/>
          </p14:sldIdLst>
        </p14:section>
        <p14:section name="보조_전극 수율" id="{E43F96A2-2933-4712-97C4-608090D22D26}">
          <p14:sldIdLst>
            <p14:sldId id="2147483641"/>
          </p14:sldIdLst>
        </p14:section>
        <p14:section name="보조_전극 가동률" id="{0059BF90-73C7-4DAE-9349-047FC701B55B}">
          <p14:sldIdLst>
            <p14:sldId id="2147483643"/>
            <p14:sldId id="2147483644"/>
            <p14:sldId id="2147483645"/>
            <p14:sldId id="2147483646"/>
          </p14:sldIdLst>
        </p14:section>
        <p14:section name="보조_셀 수율" id="{D57A45F9-4807-4F38-9C1A-0E7AF2DCE17A}">
          <p14:sldIdLst>
            <p14:sldId id="2147483633"/>
            <p14:sldId id="2147483484"/>
            <p14:sldId id="2147483639"/>
          </p14:sldIdLst>
        </p14:section>
        <p14:section name="보조_셀 POR" id="{3C8ABCBE-C12E-4FE7-B3F4-C10AA7490054}">
          <p14:sldIdLst>
            <p14:sldId id="849"/>
            <p14:sldId id="2147483635"/>
            <p14:sldId id="2147483636"/>
            <p14:sldId id="2147483637"/>
            <p14:sldId id="2147483622"/>
          </p14:sldIdLst>
        </p14:section>
        <p14:section name="보조_DX" id="{810A65D0-41DB-45F5-83AA-2B5195C536BE}">
          <p14:sldIdLst>
            <p14:sldId id="269"/>
            <p14:sldId id="2147483518"/>
            <p14:sldId id="2147483519"/>
            <p14:sldId id="2147483640"/>
            <p14:sldId id="214748352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33CC"/>
    <a:srgbClr val="006600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1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372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8" d="100"/>
          <a:sy n="128" d="100"/>
        </p:scale>
        <p:origin x="7020" y="1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\\10.73.166.50\justtrust\00.%20ESST\01.%20&#48372;&#44256;&#51088;&#47308;\2026&#45380;\260410_CPO&#45784;%20&#48169;&#47928;\260410_CPO%20&#50629;&#47924;&#48372;&#44256;&#51088;&#47308;%20Raw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\\10.73.166.50\justtrust\00.%20ESST\01.%20&#48372;&#44256;&#51088;&#47308;\2026&#45380;\260410_CPO&#45784;%20&#48169;&#47928;\260410_CPO%20&#50629;&#47924;&#48372;&#44256;&#51088;&#47308;%20Raw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file:///\\10.73.166.50\justtrust\00.%20ESST\01.%20&#48372;&#44256;&#51088;&#47308;\2026&#45380;\260410_CPO&#45784;%20&#48169;&#47928;\260410_CPO%20&#50629;&#47924;&#48372;&#44256;&#51088;&#47308;%20Raw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file:///\\10.73.166.50\justtrust\00.%20ESST\01.%20&#48372;&#44256;&#51088;&#47308;\2026&#45380;\260410_CPO&#45784;%20&#48169;&#47928;\260410_CPO%20&#50629;&#47924;&#48372;&#44256;&#51088;&#47308;%20Raw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file:///\\10.73.166.50\justtrust\00.%20ESST\01.%20&#48372;&#44256;&#51088;&#47308;\2026&#45380;\260410_CPO&#45784;%20&#48169;&#47928;\260410_CPO%20&#50629;&#47924;&#48372;&#44256;&#51088;&#47308;%20Raw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oleObject" Target="file:///\\10.73.166.50\justtrust\00.%20ESST\01.%20&#48372;&#44256;&#51088;&#47308;\2026&#45380;\260410_CPO&#45784;%20&#48169;&#47928;\260410_CPO%20&#50629;&#47924;&#48372;&#44256;&#51088;&#47308;%20Raw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oleObject" Target="file:///\\10.73.166.50\justtrust\00.%20ESST\01.%20&#48372;&#44256;&#51088;&#47308;\2026&#45380;\260410_CPO&#45784;%20&#48169;&#47928;\260410_CPO%20&#50629;&#47924;&#48372;&#44256;&#51088;&#47308;%20Raw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oleObject" Target="file:///\\10.73.166.50\justtrust\00.%20ESST\01.%20&#48372;&#44256;&#51088;&#47308;\2026&#45380;\260410_CPO&#45784;%20&#48169;&#47928;\260410_CPO%20&#50629;&#47924;&#48372;&#44256;&#51088;&#47308;%20Raw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9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oleObject" Target="file:///\\10.73.166.50\justtrust\00.%20ESST\01.%20&#48372;&#44256;&#51088;&#47308;\2026&#45380;\260410_CPO&#45784;%20&#48169;&#47928;\260410_CPO%20&#50629;&#47924;&#48372;&#44256;&#51088;&#47308;%20Raw.xlsx" TargetMode="Externa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\\10.73.166.50\justtrust\00.%20ESST\01.%20&#48372;&#44256;&#51088;&#47308;\2026&#45380;\260410_CPO&#45784;%20&#48169;&#47928;\260410_CPO%20&#50629;&#47924;&#48372;&#44256;&#51088;&#47308;%20Raw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0.xml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oleObject" Target="file:///\\10.73.166.50\justtrust\00.%20ESST\01.%20&#48372;&#44256;&#51088;&#47308;\2026&#45380;\260410_CPO&#45784;%20&#48169;&#47928;\260410_CPO%20&#50629;&#47924;&#48372;&#44256;&#51088;&#47308;%20Raw.xlsx" TargetMode="Externa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1.xml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oleObject" Target="file:///\\10.73.166.50\justtrust\00.%20ESST\01.%20&#48372;&#44256;&#51088;&#47308;\2026&#45380;\260410_CPO&#45784;%20&#48169;&#47928;\260410_CPO%20&#50629;&#47924;&#48372;&#44256;&#51088;&#47308;%20Raw.xlsx" TargetMode="Externa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2.xml"/><Relationship Id="rId2" Type="http://schemas.microsoft.com/office/2011/relationships/chartColorStyle" Target="colors13.xml"/><Relationship Id="rId1" Type="http://schemas.microsoft.com/office/2011/relationships/chartStyle" Target="style13.xml"/><Relationship Id="rId4" Type="http://schemas.openxmlformats.org/officeDocument/2006/relationships/oleObject" Target="file:///\\10.73.166.50\justtrust\00.%20ESST\01.%20&#48372;&#44256;&#51088;&#47308;\2026&#45380;\260410_CPO&#45784;%20&#48169;&#47928;\260410_CPO%20&#50629;&#47924;&#48372;&#44256;&#51088;&#47308;%20Raw.xlsx" TargetMode="Externa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3.xml"/><Relationship Id="rId2" Type="http://schemas.microsoft.com/office/2011/relationships/chartColorStyle" Target="colors14.xml"/><Relationship Id="rId1" Type="http://schemas.microsoft.com/office/2011/relationships/chartStyle" Target="style14.xml"/><Relationship Id="rId4" Type="http://schemas.openxmlformats.org/officeDocument/2006/relationships/oleObject" Target="file:///\\10.73.166.50\justtrust\00.%20ESST\01.%20&#48372;&#44256;&#51088;&#47308;\2026&#45380;\260410_CPO&#45784;%20&#48169;&#47928;\260410_CPO%20&#50629;&#47924;&#48372;&#44256;&#51088;&#47308;%20Raw.xlsx" TargetMode="Externa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4.xml"/><Relationship Id="rId2" Type="http://schemas.microsoft.com/office/2011/relationships/chartColorStyle" Target="colors15.xml"/><Relationship Id="rId1" Type="http://schemas.microsoft.com/office/2011/relationships/chartStyle" Target="style15.xml"/><Relationship Id="rId4" Type="http://schemas.openxmlformats.org/officeDocument/2006/relationships/oleObject" Target="file:///\\10.73.166.50\justtrust\00.%20ESST\01.%20&#48372;&#44256;&#51088;&#47308;\2026&#45380;\260410_CPO&#45784;%20&#48169;&#47928;\260410_CPO%20&#50629;&#47924;&#48372;&#44256;&#51088;&#47308;%20Raw.xlsx" TargetMode="Externa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5.xml"/><Relationship Id="rId2" Type="http://schemas.microsoft.com/office/2011/relationships/chartColorStyle" Target="colors16.xml"/><Relationship Id="rId1" Type="http://schemas.microsoft.com/office/2011/relationships/chartStyle" Target="style16.xml"/><Relationship Id="rId4" Type="http://schemas.openxmlformats.org/officeDocument/2006/relationships/oleObject" Target="file:///\\10.73.166.50\justtrust\00.%20ESST\01.%20&#48372;&#44256;&#51088;&#47308;\2026&#45380;\260410_CPO&#45784;%20&#48169;&#47928;\260410_CPO%20&#50629;&#47924;&#48372;&#44256;&#51088;&#47308;%20Raw.xlsx" TargetMode="Externa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6.xml"/><Relationship Id="rId2" Type="http://schemas.microsoft.com/office/2011/relationships/chartColorStyle" Target="colors17.xml"/><Relationship Id="rId1" Type="http://schemas.microsoft.com/office/2011/relationships/chartStyle" Target="style17.xml"/><Relationship Id="rId4" Type="http://schemas.openxmlformats.org/officeDocument/2006/relationships/oleObject" Target="file:///\\10.73.166.50\justtrust\00.%20ESST\01.%20&#48372;&#44256;&#51088;&#47308;\2026&#45380;\260410_CPO&#45784;%20&#48169;&#47928;\260410_CPO%20&#50629;&#47924;&#48372;&#44256;&#51088;&#47308;%20Raw.xlsx" TargetMode="Externa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\\gcloudnas1.vdi.lgensol.global\userdata$\semin.yang\24&#45380;_TEEP&#54028;&#53944;&#50629;&#47924;\9.%20ESST\7.%20&#50629;&#47924;\44.%20&#49468;&#53552;&#51109;&#45784;%20&#48372;&#44256;&#51088;&#47308;\260411_CPO&#50900;&#44036;&#48372;&#44256;\&#49352;%20Microsoft%20Excel%20&#50892;&#53356;&#49884;&#53944;.xlsx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file:///\\gcloudnas1.vdi.lgensol.global\userdata$\semin.yang\24&#45380;_TEEP&#54028;&#53944;&#50629;&#47924;\9.%20ESST\7.%20&#50629;&#47924;\44.%20&#49468;&#53552;&#51109;&#45784;%20&#48372;&#44256;&#51088;&#47308;\260411_CPO&#50900;&#44036;&#48372;&#44256;\&#49352;%20Microsoft%20Excel%20&#50892;&#53356;&#49884;&#53944;.xlsx" TargetMode="Externa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00.%20NSE\05.%20&#51452;&#50836;%20&#51060;&#49800;\260312%20&#51200;&#51204;&#50517;\PSD%20&#47784;&#51020;%20(MI%20NB%20OT).xlsx" TargetMode="External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00.%20NSE\05.%20&#51452;&#50836;%20&#51060;&#49800;\260312%20&#51200;&#51204;&#50517;\PSD%20&#47784;&#51020;%20(MI%20NB%20OT).xlsx" TargetMode="External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9.xml"/><Relationship Id="rId2" Type="http://schemas.microsoft.com/office/2011/relationships/chartColorStyle" Target="colors25.xml"/><Relationship Id="rId1" Type="http://schemas.microsoft.com/office/2011/relationships/chartStyle" Target="style25.xml"/><Relationship Id="rId4" Type="http://schemas.openxmlformats.org/officeDocument/2006/relationships/oleObject" Target="&#53685;&#54633;%20&#47928;&#49436;2" TargetMode="Externa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001.%20ESST%20Mass\012.%20N&amp;D\100.%20&#44284;&#44160;&#44060;&#49440;\004.%20&#9733;%20trend\ESOT_JF2_N&amp;D%20NG%20Marking%20Trend_260401.xlsx" TargetMode="External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themeOverride" Target="../theme/themeOverride20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1.xml"/><Relationship Id="rId2" Type="http://schemas.microsoft.com/office/2011/relationships/chartColorStyle" Target="colors27.xml"/><Relationship Id="rId1" Type="http://schemas.microsoft.com/office/2011/relationships/chartStyle" Target="style27.xml"/><Relationship Id="rId4" Type="http://schemas.openxmlformats.org/officeDocument/2006/relationships/package" Target="../embeddings/Microsoft_Excel_Worksheet2.xlsx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oleObject" Target="file:///\\10.73.166.50\seungmun\&#9679;%20&#49828;&#53588;&#46976;&#54000;&#49828;(25.08~%20)\2.%20&#44277;&#51221;\1.%20&#48520;&#47049;&#48516;&#49437;\1.%20IR%20&#48520;&#47049;\&#12609;.xlsx" TargetMode="External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SE\Documents\&#50629;&#47924;\CPO&#48372;&#44256;%20&#51088;&#47308;\&#48169;&#47928;%20&#50629;&#47924;%20&#48372;&#44256;%20&#51088;&#47308;\4&#50900;\&#47784;&#45432;&#49464;&#54028;%20&#48520;&#47049;%20&#51088;&#47308;.xlsx" TargetMode="External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2.xml"/><Relationship Id="rId2" Type="http://schemas.microsoft.com/office/2011/relationships/chartColorStyle" Target="colors31.xml"/><Relationship Id="rId1" Type="http://schemas.microsoft.com/office/2011/relationships/chartStyle" Target="style31.xml"/><Relationship Id="rId4" Type="http://schemas.openxmlformats.org/officeDocument/2006/relationships/package" Target="../embeddings/Microsoft_Excel_Worksheet3.xlsx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3.xml"/><Relationship Id="rId2" Type="http://schemas.microsoft.com/office/2011/relationships/chartColorStyle" Target="colors32.xml"/><Relationship Id="rId1" Type="http://schemas.microsoft.com/office/2011/relationships/chartStyle" Target="style32.xml"/><Relationship Id="rId4" Type="http://schemas.openxmlformats.org/officeDocument/2006/relationships/package" Target="../embeddings/Microsoft_Excel_Worksheet4.xlsx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4.xml"/><Relationship Id="rId2" Type="http://schemas.microsoft.com/office/2011/relationships/chartColorStyle" Target="colors33.xml"/><Relationship Id="rId1" Type="http://schemas.microsoft.com/office/2011/relationships/chartStyle" Target="style33.xml"/><Relationship Id="rId4" Type="http://schemas.openxmlformats.org/officeDocument/2006/relationships/package" Target="../embeddings/Microsoft_Excel_Worksheet5.xlsx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8.xml"/><Relationship Id="rId2" Type="http://schemas.microsoft.com/office/2011/relationships/chartStyle" Target="style18.xml"/><Relationship Id="rId1" Type="http://schemas.openxmlformats.org/officeDocument/2006/relationships/oleObject" Target="file:///\\gcloudnas1.vdi.lgensol.global\userdata$\yshun\&#9733;%20Local%20Secure%20Work%20Folder\0000.%20FSE_ESST.Cell.Cell&#49444;&#48708;&#44592;&#49696;&#54016;_&#50577;&#49849;&#54984;P\03.%20ESOT%20&#44032;&#46041;&#47456;%20&#48516;&#49437;\26.03%20BM,PD%20&#48516;&#49437;\ESOT_26.3&#50900;%20LnS%20Loss%20&#48516;&#49437;%20(March%201-31).xlsx" TargetMode="External"/><Relationship Id="rId4" Type="http://schemas.openxmlformats.org/officeDocument/2006/relationships/themeOverride" Target="../theme/themeOverride17.xml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19.xml"/><Relationship Id="rId2" Type="http://schemas.microsoft.com/office/2011/relationships/chartStyle" Target="style19.xml"/><Relationship Id="rId1" Type="http://schemas.openxmlformats.org/officeDocument/2006/relationships/oleObject" Target="file:///\\gcloudnas1.vdi.lgensol.global\userdata$\yshun\&#9733;%20Local%20Secure%20Work%20Folder\0000.%20FSE_ESST.Cell.Cell&#49444;&#48708;&#44592;&#49696;&#54016;_&#50577;&#49849;&#54984;P\03.%20ESOT%20&#44032;&#46041;&#47456;%20&#48516;&#49437;\26.03%20BM,PD%20&#48516;&#49437;\ESOT_26.3&#50900;%20LnS%20Loss%20&#48516;&#49437;%20(March%201-31).xlsx" TargetMode="External"/><Relationship Id="rId4" Type="http://schemas.openxmlformats.org/officeDocument/2006/relationships/themeOverride" Target="../theme/themeOverride18.xml"/></Relationships>
</file>

<file path=ppt/charts/_rels/chartEx3.xml.rels><?xml version="1.0" encoding="UTF-8" standalone="yes"?>
<Relationships xmlns="http://schemas.openxmlformats.org/package/2006/relationships"><Relationship Id="rId3" Type="http://schemas.microsoft.com/office/2011/relationships/chartColorStyle" Target="colors34.xml"/><Relationship Id="rId2" Type="http://schemas.microsoft.com/office/2011/relationships/chartStyle" Target="style34.xml"/><Relationship Id="rId1" Type="http://schemas.openxmlformats.org/officeDocument/2006/relationships/oleObject" Target="file:///\\gcloudnas1.vdi.lgensol.global\userdata$\yshun\&#9733;%20Local%20Secure%20Work%20Folder\0000.%20FSE_ESST.Cell.Cell&#49444;&#48708;&#44592;&#49696;&#54016;_&#50577;&#49849;&#54984;P\03.%20ESOT%20&#44032;&#46041;&#47456;%20&#48516;&#49437;\26.03%20BM,PD%20&#48516;&#49437;\ESOT_26.3&#50900;%20LnS%20Loss%20&#48516;&#49437;%20(March%201-31).xlsx" TargetMode="External"/><Relationship Id="rId4" Type="http://schemas.openxmlformats.org/officeDocument/2006/relationships/themeOverride" Target="../theme/themeOverride25.xml"/></Relationships>
</file>

<file path=ppt/charts/_rels/chartEx4.xml.rels><?xml version="1.0" encoding="UTF-8" standalone="yes"?>
<Relationships xmlns="http://schemas.openxmlformats.org/package/2006/relationships"><Relationship Id="rId3" Type="http://schemas.microsoft.com/office/2011/relationships/chartColorStyle" Target="colors35.xml"/><Relationship Id="rId2" Type="http://schemas.microsoft.com/office/2011/relationships/chartStyle" Target="style35.xml"/><Relationship Id="rId1" Type="http://schemas.openxmlformats.org/officeDocument/2006/relationships/oleObject" Target="file:///\\gcloudnas1.vdi.lgensol.global\userdata$\yshun\&#9733;%20Local%20Secure%20Work%20Folder\0000.%20FSE_ESST.Cell.Cell&#49444;&#48708;&#44592;&#49696;&#54016;_&#50577;&#49849;&#54984;P\03.%20ESOT%20&#44032;&#46041;&#47456;%20&#48516;&#49437;\26.03%20BM,PD%20&#48516;&#49437;\ESOT_26.3&#50900;%20LnS%20Loss%20&#48516;&#49437;%20(March%201-31).xlsx" TargetMode="External"/><Relationship Id="rId4" Type="http://schemas.openxmlformats.org/officeDocument/2006/relationships/themeOverride" Target="../theme/themeOverride26.xml"/></Relationships>
</file>

<file path=ppt/charts/_rels/chartEx5.xml.rels><?xml version="1.0" encoding="UTF-8" standalone="yes"?>
<Relationships xmlns="http://schemas.openxmlformats.org/package/2006/relationships"><Relationship Id="rId3" Type="http://schemas.microsoft.com/office/2011/relationships/chartColorStyle" Target="colors36.xml"/><Relationship Id="rId2" Type="http://schemas.microsoft.com/office/2011/relationships/chartStyle" Target="style36.xml"/><Relationship Id="rId1" Type="http://schemas.openxmlformats.org/officeDocument/2006/relationships/oleObject" Target="file:///\\gcloudnas1.vdi.lgensol.global\userdata$\yshun\&#9733;%20Local%20Secure%20Work%20Folder\0000.%20FSE_ESST.Cell.Cell&#49444;&#48708;&#44592;&#49696;&#54016;_&#50577;&#49849;&#54984;P\03.%20ESOT%20&#44032;&#46041;&#47456;%20&#48516;&#49437;\26.03%20BM,PD%20&#48516;&#49437;\ESOT_26.3&#50900;%20LnS%20Loss%20&#48516;&#49437;%20(March%201-31).xlsx" TargetMode="External"/><Relationship Id="rId4" Type="http://schemas.openxmlformats.org/officeDocument/2006/relationships/themeOverride" Target="../theme/themeOverride2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'1. Summary'!$J$5</c:f>
              <c:strCache>
                <c:ptCount val="1"/>
                <c:pt idx="0">
                  <c:v>목표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'1. Summary'!$O$4:$AB$4</c:f>
              <c:strCache>
                <c:ptCount val="14"/>
                <c:pt idx="0">
                  <c:v>WK01</c:v>
                </c:pt>
                <c:pt idx="1">
                  <c:v>WK02</c:v>
                </c:pt>
                <c:pt idx="2">
                  <c:v>WK03</c:v>
                </c:pt>
                <c:pt idx="3">
                  <c:v>WK04</c:v>
                </c:pt>
                <c:pt idx="4">
                  <c:v>WK05</c:v>
                </c:pt>
                <c:pt idx="5">
                  <c:v>WK06</c:v>
                </c:pt>
                <c:pt idx="6">
                  <c:v>WK07</c:v>
                </c:pt>
                <c:pt idx="7">
                  <c:v>WK08</c:v>
                </c:pt>
                <c:pt idx="8">
                  <c:v>WK09</c:v>
                </c:pt>
                <c:pt idx="9">
                  <c:v>WK10</c:v>
                </c:pt>
                <c:pt idx="10">
                  <c:v>WK11</c:v>
                </c:pt>
                <c:pt idx="11">
                  <c:v>WK12</c:v>
                </c:pt>
                <c:pt idx="12">
                  <c:v>WK13</c:v>
                </c:pt>
                <c:pt idx="13">
                  <c:v>WK14</c:v>
                </c:pt>
              </c:strCache>
            </c:strRef>
          </c:cat>
          <c:val>
            <c:numRef>
              <c:f>'1. Summary'!$O$5:$AB$5</c:f>
              <c:numCache>
                <c:formatCode>#,##0;[Red]\△#,##0;\-</c:formatCode>
                <c:ptCount val="14"/>
                <c:pt idx="0">
                  <c:v>81.826162404940533</c:v>
                </c:pt>
                <c:pt idx="1">
                  <c:v>233.01334803246056</c:v>
                </c:pt>
                <c:pt idx="2">
                  <c:v>121.61414423518603</c:v>
                </c:pt>
                <c:pt idx="3">
                  <c:v>242.23300321543408</c:v>
                </c:pt>
                <c:pt idx="4">
                  <c:v>207.75655085813844</c:v>
                </c:pt>
                <c:pt idx="5">
                  <c:v>159.74241237176545</c:v>
                </c:pt>
                <c:pt idx="6">
                  <c:v>216.11193017914562</c:v>
                </c:pt>
                <c:pt idx="7">
                  <c:v>241.04271426734039</c:v>
                </c:pt>
                <c:pt idx="8">
                  <c:v>244.31838172408516</c:v>
                </c:pt>
                <c:pt idx="9">
                  <c:v>237.84219747358753</c:v>
                </c:pt>
                <c:pt idx="10">
                  <c:v>237.58045375389162</c:v>
                </c:pt>
                <c:pt idx="11">
                  <c:v>258.44698649517676</c:v>
                </c:pt>
                <c:pt idx="12">
                  <c:v>258.44698649517676</c:v>
                </c:pt>
                <c:pt idx="13">
                  <c:v>205.45656354983922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81-414D-B1B5-ECF75646E4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-27"/>
        <c:axId val="1643275408"/>
        <c:axId val="1643277072"/>
      </c:barChart>
      <c:lineChart>
        <c:grouping val="standard"/>
        <c:varyColors val="0"/>
        <c:ser>
          <c:idx val="1"/>
          <c:order val="1"/>
          <c:tx>
            <c:strRef>
              <c:f>'1. Summary'!$J$6</c:f>
              <c:strCache>
                <c:ptCount val="1"/>
                <c:pt idx="0">
                  <c:v>실적</c:v>
                </c:pt>
              </c:strCache>
            </c:strRef>
          </c:tx>
          <c:spPr>
            <a:ln w="9525" cap="rnd">
              <a:solidFill>
                <a:srgbClr val="0000FF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0000FF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rgbClr val="0000FF"/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'1. Summary'!$O$4:$AB$4</c:f>
              <c:strCache>
                <c:ptCount val="14"/>
                <c:pt idx="0">
                  <c:v>WK01</c:v>
                </c:pt>
                <c:pt idx="1">
                  <c:v>WK02</c:v>
                </c:pt>
                <c:pt idx="2">
                  <c:v>WK03</c:v>
                </c:pt>
                <c:pt idx="3">
                  <c:v>WK04</c:v>
                </c:pt>
                <c:pt idx="4">
                  <c:v>WK05</c:v>
                </c:pt>
                <c:pt idx="5">
                  <c:v>WK06</c:v>
                </c:pt>
                <c:pt idx="6">
                  <c:v>WK07</c:v>
                </c:pt>
                <c:pt idx="7">
                  <c:v>WK08</c:v>
                </c:pt>
                <c:pt idx="8">
                  <c:v>WK09</c:v>
                </c:pt>
                <c:pt idx="9">
                  <c:v>WK10</c:v>
                </c:pt>
                <c:pt idx="10">
                  <c:v>WK11</c:v>
                </c:pt>
                <c:pt idx="11">
                  <c:v>WK12</c:v>
                </c:pt>
                <c:pt idx="12">
                  <c:v>WK13</c:v>
                </c:pt>
                <c:pt idx="13">
                  <c:v>WK14</c:v>
                </c:pt>
              </c:strCache>
            </c:strRef>
          </c:cat>
          <c:val>
            <c:numRef>
              <c:f>'1. Summary'!$O$6:$AB$6</c:f>
              <c:numCache>
                <c:formatCode>#,##0;[Red]\△#,##0;\-</c:formatCode>
                <c:ptCount val="14"/>
                <c:pt idx="0">
                  <c:v>108.824</c:v>
                </c:pt>
                <c:pt idx="1">
                  <c:v>197.51499999999999</c:v>
                </c:pt>
                <c:pt idx="2">
                  <c:v>74.818324606917059</c:v>
                </c:pt>
                <c:pt idx="3">
                  <c:v>234.21576833282009</c:v>
                </c:pt>
                <c:pt idx="4">
                  <c:v>206.8115063037952</c:v>
                </c:pt>
                <c:pt idx="5">
                  <c:v>158.78983409143967</c:v>
                </c:pt>
                <c:pt idx="6">
                  <c:v>85.960657278168711</c:v>
                </c:pt>
                <c:pt idx="7">
                  <c:v>213.59543735042291</c:v>
                </c:pt>
                <c:pt idx="8">
                  <c:v>214.56443662888668</c:v>
                </c:pt>
                <c:pt idx="9">
                  <c:v>217.32278797289848</c:v>
                </c:pt>
                <c:pt idx="10">
                  <c:v>232.03785929463149</c:v>
                </c:pt>
                <c:pt idx="11">
                  <c:v>224.67146428418243</c:v>
                </c:pt>
                <c:pt idx="12">
                  <c:v>245.64784872281672</c:v>
                </c:pt>
                <c:pt idx="13">
                  <c:v>211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781-414D-B1B5-ECF75646E4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43275408"/>
        <c:axId val="1643277072"/>
      </c:lineChart>
      <c:catAx>
        <c:axId val="16432754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643277072"/>
        <c:crosses val="autoZero"/>
        <c:auto val="1"/>
        <c:lblAlgn val="ctr"/>
        <c:lblOffset val="100"/>
        <c:noMultiLvlLbl val="0"/>
      </c:catAx>
      <c:valAx>
        <c:axId val="1643277072"/>
        <c:scaling>
          <c:orientation val="minMax"/>
        </c:scaling>
        <c:delete val="1"/>
        <c:axPos val="l"/>
        <c:numFmt formatCode="#,##0;[Red]\△#,##0;\-" sourceLinked="1"/>
        <c:majorTickMark val="none"/>
        <c:minorTickMark val="none"/>
        <c:tickLblPos val="nextTo"/>
        <c:crossAx val="16432754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'1. Summary'!$J$8</c:f>
              <c:strCache>
                <c:ptCount val="1"/>
                <c:pt idx="0">
                  <c:v>목표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'1. Summary'!$O$4:$AB$4</c:f>
              <c:strCache>
                <c:ptCount val="14"/>
                <c:pt idx="0">
                  <c:v>WK01</c:v>
                </c:pt>
                <c:pt idx="1">
                  <c:v>WK02</c:v>
                </c:pt>
                <c:pt idx="2">
                  <c:v>WK03</c:v>
                </c:pt>
                <c:pt idx="3">
                  <c:v>WK04</c:v>
                </c:pt>
                <c:pt idx="4">
                  <c:v>WK05</c:v>
                </c:pt>
                <c:pt idx="5">
                  <c:v>WK06</c:v>
                </c:pt>
                <c:pt idx="6">
                  <c:v>WK07</c:v>
                </c:pt>
                <c:pt idx="7">
                  <c:v>WK08</c:v>
                </c:pt>
                <c:pt idx="8">
                  <c:v>WK09</c:v>
                </c:pt>
                <c:pt idx="9">
                  <c:v>WK10</c:v>
                </c:pt>
                <c:pt idx="10">
                  <c:v>WK11</c:v>
                </c:pt>
                <c:pt idx="11">
                  <c:v>WK12</c:v>
                </c:pt>
                <c:pt idx="12">
                  <c:v>WK13</c:v>
                </c:pt>
                <c:pt idx="13">
                  <c:v>WK14</c:v>
                </c:pt>
              </c:strCache>
            </c:strRef>
          </c:cat>
          <c:val>
            <c:numRef>
              <c:f>'1. Summary'!$O$8:$AB$8</c:f>
              <c:numCache>
                <c:formatCode>#,##0;[Red]\△#,##0;\-</c:formatCode>
                <c:ptCount val="14"/>
                <c:pt idx="0">
                  <c:v>61.2</c:v>
                </c:pt>
                <c:pt idx="1">
                  <c:v>177.00000000000003</c:v>
                </c:pt>
                <c:pt idx="2">
                  <c:v>200.54999999999998</c:v>
                </c:pt>
                <c:pt idx="3">
                  <c:v>203.7</c:v>
                </c:pt>
                <c:pt idx="4">
                  <c:v>180.41959005840005</c:v>
                </c:pt>
                <c:pt idx="5">
                  <c:v>146.19999999999999</c:v>
                </c:pt>
                <c:pt idx="6">
                  <c:v>195.7</c:v>
                </c:pt>
                <c:pt idx="7">
                  <c:v>236.10000000000002</c:v>
                </c:pt>
                <c:pt idx="8">
                  <c:v>207.6</c:v>
                </c:pt>
                <c:pt idx="9">
                  <c:v>227.8</c:v>
                </c:pt>
                <c:pt idx="10">
                  <c:v>200.38971040000001</c:v>
                </c:pt>
                <c:pt idx="11">
                  <c:v>225.00568799999999</c:v>
                </c:pt>
                <c:pt idx="12">
                  <c:v>274.28112719999996</c:v>
                </c:pt>
                <c:pt idx="13">
                  <c:v>176.81813919999999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13-4CDB-B3D0-23EB46A6E3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-27"/>
        <c:axId val="1643275408"/>
        <c:axId val="1643277072"/>
      </c:barChart>
      <c:lineChart>
        <c:grouping val="standard"/>
        <c:varyColors val="0"/>
        <c:ser>
          <c:idx val="1"/>
          <c:order val="1"/>
          <c:tx>
            <c:strRef>
              <c:f>'1. Summary'!$J$9</c:f>
              <c:strCache>
                <c:ptCount val="1"/>
                <c:pt idx="0">
                  <c:v>실적</c:v>
                </c:pt>
              </c:strCache>
            </c:strRef>
          </c:tx>
          <c:spPr>
            <a:ln w="9525" cap="rnd">
              <a:solidFill>
                <a:srgbClr val="0000FF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0000FF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rgbClr val="0000FF"/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'1. Summary'!$O$4:$AB$4</c:f>
              <c:strCache>
                <c:ptCount val="14"/>
                <c:pt idx="0">
                  <c:v>WK01</c:v>
                </c:pt>
                <c:pt idx="1">
                  <c:v>WK02</c:v>
                </c:pt>
                <c:pt idx="2">
                  <c:v>WK03</c:v>
                </c:pt>
                <c:pt idx="3">
                  <c:v>WK04</c:v>
                </c:pt>
                <c:pt idx="4">
                  <c:v>WK05</c:v>
                </c:pt>
                <c:pt idx="5">
                  <c:v>WK06</c:v>
                </c:pt>
                <c:pt idx="6">
                  <c:v>WK07</c:v>
                </c:pt>
                <c:pt idx="7">
                  <c:v>WK08</c:v>
                </c:pt>
                <c:pt idx="8">
                  <c:v>WK09</c:v>
                </c:pt>
                <c:pt idx="9">
                  <c:v>WK10</c:v>
                </c:pt>
                <c:pt idx="10">
                  <c:v>WK11</c:v>
                </c:pt>
                <c:pt idx="11">
                  <c:v>WK12</c:v>
                </c:pt>
                <c:pt idx="12">
                  <c:v>WK13</c:v>
                </c:pt>
                <c:pt idx="13">
                  <c:v>WK14</c:v>
                </c:pt>
              </c:strCache>
            </c:strRef>
          </c:cat>
          <c:val>
            <c:numRef>
              <c:f>'1. Summary'!$O$9:$AB$9</c:f>
              <c:numCache>
                <c:formatCode>#,##0;[Red]\△#,##0;\-</c:formatCode>
                <c:ptCount val="14"/>
                <c:pt idx="0">
                  <c:v>66.747</c:v>
                </c:pt>
                <c:pt idx="1">
                  <c:v>188.298</c:v>
                </c:pt>
                <c:pt idx="2">
                  <c:v>152.34199999999998</c:v>
                </c:pt>
                <c:pt idx="3">
                  <c:v>206.11</c:v>
                </c:pt>
                <c:pt idx="4">
                  <c:v>208.89500000000001</c:v>
                </c:pt>
                <c:pt idx="5">
                  <c:v>140.584</c:v>
                </c:pt>
                <c:pt idx="6">
                  <c:v>81.611999999999995</c:v>
                </c:pt>
                <c:pt idx="7">
                  <c:v>202.11099999999999</c:v>
                </c:pt>
                <c:pt idx="8">
                  <c:v>208.81299999999999</c:v>
                </c:pt>
                <c:pt idx="9">
                  <c:v>193.405</c:v>
                </c:pt>
                <c:pt idx="10">
                  <c:v>200.22900000000001</c:v>
                </c:pt>
                <c:pt idx="11">
                  <c:v>228.441</c:v>
                </c:pt>
                <c:pt idx="12">
                  <c:v>260.92299999999994</c:v>
                </c:pt>
                <c:pt idx="13">
                  <c:v>172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213-4CDB-B3D0-23EB46A6E3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43275408"/>
        <c:axId val="1643277072"/>
      </c:lineChart>
      <c:catAx>
        <c:axId val="1643275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ko-KR"/>
          </a:p>
        </c:txPr>
        <c:crossAx val="1643277072"/>
        <c:crosses val="autoZero"/>
        <c:auto val="1"/>
        <c:lblAlgn val="ctr"/>
        <c:lblOffset val="100"/>
        <c:noMultiLvlLbl val="0"/>
      </c:catAx>
      <c:valAx>
        <c:axId val="1643277072"/>
        <c:scaling>
          <c:orientation val="minMax"/>
        </c:scaling>
        <c:delete val="1"/>
        <c:axPos val="l"/>
        <c:numFmt formatCode="#,##0;[Red]\△#,##0;\-" sourceLinked="1"/>
        <c:majorTickMark val="none"/>
        <c:minorTickMark val="none"/>
        <c:tickLblPos val="nextTo"/>
        <c:crossAx val="16432754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'1. Summary'!$K$18:$AB$18</c:f>
              <c:strCache>
                <c:ptCount val="18"/>
                <c:pt idx="0">
                  <c:v>‘26.1월</c:v>
                </c:pt>
                <c:pt idx="1">
                  <c:v>2월</c:v>
                </c:pt>
                <c:pt idx="2">
                  <c:v>3월</c:v>
                </c:pt>
                <c:pt idx="4">
                  <c:v>WK01</c:v>
                </c:pt>
                <c:pt idx="5">
                  <c:v>WK02</c:v>
                </c:pt>
                <c:pt idx="6">
                  <c:v>WK03</c:v>
                </c:pt>
                <c:pt idx="7">
                  <c:v>WK04</c:v>
                </c:pt>
                <c:pt idx="8">
                  <c:v>WK05</c:v>
                </c:pt>
                <c:pt idx="9">
                  <c:v>WK06</c:v>
                </c:pt>
                <c:pt idx="10">
                  <c:v>WK07</c:v>
                </c:pt>
                <c:pt idx="11">
                  <c:v>WK08</c:v>
                </c:pt>
                <c:pt idx="12">
                  <c:v>WK09</c:v>
                </c:pt>
                <c:pt idx="13">
                  <c:v>WK10</c:v>
                </c:pt>
                <c:pt idx="14">
                  <c:v>WK11</c:v>
                </c:pt>
                <c:pt idx="15">
                  <c:v>WK12</c:v>
                </c:pt>
                <c:pt idx="16">
                  <c:v>WK13</c:v>
                </c:pt>
                <c:pt idx="17">
                  <c:v>WK14</c:v>
                </c:pt>
              </c:strCache>
            </c:strRef>
          </c:cat>
          <c:val>
            <c:numRef>
              <c:f>'1. Summary'!$K$19:$AB$19</c:f>
              <c:numCache>
                <c:formatCode>#,##0.0;[Red]\△#,##0.0;\-</c:formatCode>
                <c:ptCount val="18"/>
                <c:pt idx="0">
                  <c:v>92.1</c:v>
                </c:pt>
                <c:pt idx="1">
                  <c:v>93.003117578799987</c:v>
                </c:pt>
                <c:pt idx="2">
                  <c:v>93.48521800799999</c:v>
                </c:pt>
                <c:pt idx="4">
                  <c:v>92.1</c:v>
                </c:pt>
                <c:pt idx="5">
                  <c:v>92.1</c:v>
                </c:pt>
                <c:pt idx="6">
                  <c:v>92.1</c:v>
                </c:pt>
                <c:pt idx="7">
                  <c:v>92.1</c:v>
                </c:pt>
                <c:pt idx="8">
                  <c:v>92.1</c:v>
                </c:pt>
                <c:pt idx="9">
                  <c:v>93.003117578799987</c:v>
                </c:pt>
                <c:pt idx="10">
                  <c:v>93.003117578799987</c:v>
                </c:pt>
                <c:pt idx="11">
                  <c:v>93.003117578799987</c:v>
                </c:pt>
                <c:pt idx="12">
                  <c:v>93.003117578799987</c:v>
                </c:pt>
                <c:pt idx="13">
                  <c:v>93.48521800799999</c:v>
                </c:pt>
                <c:pt idx="14">
                  <c:v>93.48521800799999</c:v>
                </c:pt>
                <c:pt idx="15">
                  <c:v>93.48521800799999</c:v>
                </c:pt>
                <c:pt idx="16">
                  <c:v>93.48521800799999</c:v>
                </c:pt>
                <c:pt idx="17">
                  <c:v>93.096389892189151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AB-4A51-ADA9-E988F20479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-27"/>
        <c:axId val="1643275408"/>
        <c:axId val="1643277072"/>
      </c:barChart>
      <c:lineChart>
        <c:grouping val="standard"/>
        <c:varyColors val="0"/>
        <c:ser>
          <c:idx val="1"/>
          <c:order val="1"/>
          <c:spPr>
            <a:ln w="9525" cap="rnd">
              <a:solidFill>
                <a:srgbClr val="0000FF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0000FF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rgbClr val="0000FF"/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'1. Summary'!$K$18:$AB$18</c:f>
              <c:strCache>
                <c:ptCount val="18"/>
                <c:pt idx="0">
                  <c:v>‘26.1월</c:v>
                </c:pt>
                <c:pt idx="1">
                  <c:v>2월</c:v>
                </c:pt>
                <c:pt idx="2">
                  <c:v>3월</c:v>
                </c:pt>
                <c:pt idx="4">
                  <c:v>WK01</c:v>
                </c:pt>
                <c:pt idx="5">
                  <c:v>WK02</c:v>
                </c:pt>
                <c:pt idx="6">
                  <c:v>WK03</c:v>
                </c:pt>
                <c:pt idx="7">
                  <c:v>WK04</c:v>
                </c:pt>
                <c:pt idx="8">
                  <c:v>WK05</c:v>
                </c:pt>
                <c:pt idx="9">
                  <c:v>WK06</c:v>
                </c:pt>
                <c:pt idx="10">
                  <c:v>WK07</c:v>
                </c:pt>
                <c:pt idx="11">
                  <c:v>WK08</c:v>
                </c:pt>
                <c:pt idx="12">
                  <c:v>WK09</c:v>
                </c:pt>
                <c:pt idx="13">
                  <c:v>WK10</c:v>
                </c:pt>
                <c:pt idx="14">
                  <c:v>WK11</c:v>
                </c:pt>
                <c:pt idx="15">
                  <c:v>WK12</c:v>
                </c:pt>
                <c:pt idx="16">
                  <c:v>WK13</c:v>
                </c:pt>
                <c:pt idx="17">
                  <c:v>WK14</c:v>
                </c:pt>
              </c:strCache>
            </c:strRef>
          </c:cat>
          <c:val>
            <c:numRef>
              <c:f>'1. Summary'!$K$20:$AB$20</c:f>
              <c:numCache>
                <c:formatCode>#,##0.0;[Red]\△#,##0.0;\-</c:formatCode>
                <c:ptCount val="18"/>
                <c:pt idx="0">
                  <c:v>90.2</c:v>
                </c:pt>
                <c:pt idx="1">
                  <c:v>92.87</c:v>
                </c:pt>
                <c:pt idx="2">
                  <c:v>90.967261431564722</c:v>
                </c:pt>
                <c:pt idx="4">
                  <c:v>88.881065958042825</c:v>
                </c:pt>
                <c:pt idx="5">
                  <c:v>91.5869710834654</c:v>
                </c:pt>
                <c:pt idx="6">
                  <c:v>89.602096240037426</c:v>
                </c:pt>
                <c:pt idx="7">
                  <c:v>90.274750856510437</c:v>
                </c:pt>
                <c:pt idx="8">
                  <c:v>90.714028713114828</c:v>
                </c:pt>
                <c:pt idx="9">
                  <c:v>92.033539307713639</c:v>
                </c:pt>
                <c:pt idx="10">
                  <c:v>95.224408193318737</c:v>
                </c:pt>
                <c:pt idx="11">
                  <c:v>92.836326785284612</c:v>
                </c:pt>
                <c:pt idx="12">
                  <c:v>93.288257719842377</c:v>
                </c:pt>
                <c:pt idx="13">
                  <c:v>89.950078881481289</c:v>
                </c:pt>
                <c:pt idx="14">
                  <c:v>87.218172681590616</c:v>
                </c:pt>
                <c:pt idx="15">
                  <c:v>92.880135761875266</c:v>
                </c:pt>
                <c:pt idx="16">
                  <c:v>91.909161689466131</c:v>
                </c:pt>
                <c:pt idx="17">
                  <c:v>90.610560511638369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3AB-4A51-ADA9-E988F20479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43275408"/>
        <c:axId val="1643277072"/>
      </c:lineChart>
      <c:catAx>
        <c:axId val="16432754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643277072"/>
        <c:crosses val="autoZero"/>
        <c:auto val="1"/>
        <c:lblAlgn val="ctr"/>
        <c:lblOffset val="100"/>
        <c:noMultiLvlLbl val="0"/>
      </c:catAx>
      <c:valAx>
        <c:axId val="1643277072"/>
        <c:scaling>
          <c:orientation val="minMax"/>
          <c:max val="110"/>
          <c:min val="50"/>
        </c:scaling>
        <c:delete val="1"/>
        <c:axPos val="l"/>
        <c:numFmt formatCode="#,##0.0;[Red]\△#,##0.0;\-" sourceLinked="1"/>
        <c:majorTickMark val="out"/>
        <c:minorTickMark val="none"/>
        <c:tickLblPos val="nextTo"/>
        <c:crossAx val="16432754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'1. Summary'!$K$18:$AB$18</c:f>
              <c:strCache>
                <c:ptCount val="18"/>
                <c:pt idx="0">
                  <c:v>‘26.1월</c:v>
                </c:pt>
                <c:pt idx="1">
                  <c:v>2월</c:v>
                </c:pt>
                <c:pt idx="2">
                  <c:v>3월</c:v>
                </c:pt>
                <c:pt idx="4">
                  <c:v>WK01</c:v>
                </c:pt>
                <c:pt idx="5">
                  <c:v>WK02</c:v>
                </c:pt>
                <c:pt idx="6">
                  <c:v>WK03</c:v>
                </c:pt>
                <c:pt idx="7">
                  <c:v>WK04</c:v>
                </c:pt>
                <c:pt idx="8">
                  <c:v>WK05</c:v>
                </c:pt>
                <c:pt idx="9">
                  <c:v>WK06</c:v>
                </c:pt>
                <c:pt idx="10">
                  <c:v>WK07</c:v>
                </c:pt>
                <c:pt idx="11">
                  <c:v>WK08</c:v>
                </c:pt>
                <c:pt idx="12">
                  <c:v>WK09</c:v>
                </c:pt>
                <c:pt idx="13">
                  <c:v>WK10</c:v>
                </c:pt>
                <c:pt idx="14">
                  <c:v>WK11</c:v>
                </c:pt>
                <c:pt idx="15">
                  <c:v>WK12</c:v>
                </c:pt>
                <c:pt idx="16">
                  <c:v>WK13</c:v>
                </c:pt>
                <c:pt idx="17">
                  <c:v>WK14</c:v>
                </c:pt>
              </c:strCache>
            </c:strRef>
          </c:cat>
          <c:val>
            <c:numRef>
              <c:f>'1. Summary'!$K$22:$AB$22</c:f>
              <c:numCache>
                <c:formatCode>#,##0.0;[Red]\△#,##0.0;\-</c:formatCode>
                <c:ptCount val="18"/>
                <c:pt idx="0">
                  <c:v>97.851050000000015</c:v>
                </c:pt>
                <c:pt idx="1">
                  <c:v>97.851050000000001</c:v>
                </c:pt>
                <c:pt idx="2">
                  <c:v>97.950999999999993</c:v>
                </c:pt>
                <c:pt idx="4">
                  <c:v>97.851050000000015</c:v>
                </c:pt>
                <c:pt idx="5">
                  <c:v>97.851050000000015</c:v>
                </c:pt>
                <c:pt idx="6">
                  <c:v>97.851050000000015</c:v>
                </c:pt>
                <c:pt idx="7">
                  <c:v>97.851050000000015</c:v>
                </c:pt>
                <c:pt idx="8">
                  <c:v>97.851050000000015</c:v>
                </c:pt>
                <c:pt idx="9">
                  <c:v>97.851050000000001</c:v>
                </c:pt>
                <c:pt idx="10">
                  <c:v>97.851050000000001</c:v>
                </c:pt>
                <c:pt idx="11">
                  <c:v>97.851050000000001</c:v>
                </c:pt>
                <c:pt idx="12">
                  <c:v>97.851050000000001</c:v>
                </c:pt>
                <c:pt idx="13">
                  <c:v>97.950999999999993</c:v>
                </c:pt>
                <c:pt idx="14">
                  <c:v>97.950999999999993</c:v>
                </c:pt>
                <c:pt idx="15">
                  <c:v>97.950999999999993</c:v>
                </c:pt>
                <c:pt idx="16">
                  <c:v>97.950999999999993</c:v>
                </c:pt>
                <c:pt idx="17">
                  <c:v>97.914390933379764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D4-42E2-B7EA-39C5D227E9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-27"/>
        <c:axId val="1643275408"/>
        <c:axId val="1643277072"/>
      </c:barChart>
      <c:lineChart>
        <c:grouping val="standard"/>
        <c:varyColors val="0"/>
        <c:ser>
          <c:idx val="1"/>
          <c:order val="1"/>
          <c:spPr>
            <a:ln w="9525" cap="rnd">
              <a:solidFill>
                <a:srgbClr val="0000FF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0000FF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rgbClr val="0000FF"/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'1. Summary'!$K$18:$AB$18</c:f>
              <c:strCache>
                <c:ptCount val="18"/>
                <c:pt idx="0">
                  <c:v>‘26.1월</c:v>
                </c:pt>
                <c:pt idx="1">
                  <c:v>2월</c:v>
                </c:pt>
                <c:pt idx="2">
                  <c:v>3월</c:v>
                </c:pt>
                <c:pt idx="4">
                  <c:v>WK01</c:v>
                </c:pt>
                <c:pt idx="5">
                  <c:v>WK02</c:v>
                </c:pt>
                <c:pt idx="6">
                  <c:v>WK03</c:v>
                </c:pt>
                <c:pt idx="7">
                  <c:v>WK04</c:v>
                </c:pt>
                <c:pt idx="8">
                  <c:v>WK05</c:v>
                </c:pt>
                <c:pt idx="9">
                  <c:v>WK06</c:v>
                </c:pt>
                <c:pt idx="10">
                  <c:v>WK07</c:v>
                </c:pt>
                <c:pt idx="11">
                  <c:v>WK08</c:v>
                </c:pt>
                <c:pt idx="12">
                  <c:v>WK09</c:v>
                </c:pt>
                <c:pt idx="13">
                  <c:v>WK10</c:v>
                </c:pt>
                <c:pt idx="14">
                  <c:v>WK11</c:v>
                </c:pt>
                <c:pt idx="15">
                  <c:v>WK12</c:v>
                </c:pt>
                <c:pt idx="16">
                  <c:v>WK13</c:v>
                </c:pt>
                <c:pt idx="17">
                  <c:v>WK14</c:v>
                </c:pt>
              </c:strCache>
            </c:strRef>
          </c:cat>
          <c:val>
            <c:numRef>
              <c:f>'1. Summary'!$K$23:$AB$23</c:f>
              <c:numCache>
                <c:formatCode>#,##0.0;[Red]\△#,##0.0;\-</c:formatCode>
                <c:ptCount val="18"/>
                <c:pt idx="0">
                  <c:v>97.5</c:v>
                </c:pt>
                <c:pt idx="1">
                  <c:v>97.85</c:v>
                </c:pt>
                <c:pt idx="2">
                  <c:v>98.535281924977085</c:v>
                </c:pt>
                <c:pt idx="4">
                  <c:v>96.805564619398154</c:v>
                </c:pt>
                <c:pt idx="5">
                  <c:v>97.777920834020875</c:v>
                </c:pt>
                <c:pt idx="6">
                  <c:v>97.237430072167228</c:v>
                </c:pt>
                <c:pt idx="7">
                  <c:v>97.842327566344863</c:v>
                </c:pt>
                <c:pt idx="8">
                  <c:v>97.243610167917666</c:v>
                </c:pt>
                <c:pt idx="9">
                  <c:v>97.467736415069623</c:v>
                </c:pt>
                <c:pt idx="10">
                  <c:v>97.043963962769553</c:v>
                </c:pt>
                <c:pt idx="11">
                  <c:v>98.083710056159077</c:v>
                </c:pt>
                <c:pt idx="12">
                  <c:v>98.635127741229184</c:v>
                </c:pt>
                <c:pt idx="13">
                  <c:v>98.50019300245053</c:v>
                </c:pt>
                <c:pt idx="14">
                  <c:v>98.642993453325886</c:v>
                </c:pt>
                <c:pt idx="15">
                  <c:v>98.089886326904477</c:v>
                </c:pt>
                <c:pt idx="16">
                  <c:v>98.701750958303066</c:v>
                </c:pt>
                <c:pt idx="17">
                  <c:v>98.611387444349802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5D4-42E2-B7EA-39C5D227E9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43275408"/>
        <c:axId val="1643277072"/>
      </c:lineChart>
      <c:catAx>
        <c:axId val="16432754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643277072"/>
        <c:crosses val="autoZero"/>
        <c:auto val="1"/>
        <c:lblAlgn val="ctr"/>
        <c:lblOffset val="100"/>
        <c:noMultiLvlLbl val="0"/>
      </c:catAx>
      <c:valAx>
        <c:axId val="1643277072"/>
        <c:scaling>
          <c:orientation val="minMax"/>
        </c:scaling>
        <c:delete val="1"/>
        <c:axPos val="l"/>
        <c:numFmt formatCode="#,##0.0;[Red]\△#,##0.0;\-" sourceLinked="1"/>
        <c:majorTickMark val="none"/>
        <c:minorTickMark val="none"/>
        <c:tickLblPos val="nextTo"/>
        <c:crossAx val="16432754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'1. Summary'!$K$18:$AB$18</c:f>
              <c:strCache>
                <c:ptCount val="18"/>
                <c:pt idx="0">
                  <c:v>‘26.1월</c:v>
                </c:pt>
                <c:pt idx="1">
                  <c:v>2월</c:v>
                </c:pt>
                <c:pt idx="2">
                  <c:v>3월</c:v>
                </c:pt>
                <c:pt idx="4">
                  <c:v>WK01</c:v>
                </c:pt>
                <c:pt idx="5">
                  <c:v>WK02</c:v>
                </c:pt>
                <c:pt idx="6">
                  <c:v>WK03</c:v>
                </c:pt>
                <c:pt idx="7">
                  <c:v>WK04</c:v>
                </c:pt>
                <c:pt idx="8">
                  <c:v>WK05</c:v>
                </c:pt>
                <c:pt idx="9">
                  <c:v>WK06</c:v>
                </c:pt>
                <c:pt idx="10">
                  <c:v>WK07</c:v>
                </c:pt>
                <c:pt idx="11">
                  <c:v>WK08</c:v>
                </c:pt>
                <c:pt idx="12">
                  <c:v>WK09</c:v>
                </c:pt>
                <c:pt idx="13">
                  <c:v>WK10</c:v>
                </c:pt>
                <c:pt idx="14">
                  <c:v>WK11</c:v>
                </c:pt>
                <c:pt idx="15">
                  <c:v>WK12</c:v>
                </c:pt>
                <c:pt idx="16">
                  <c:v>WK13</c:v>
                </c:pt>
                <c:pt idx="17">
                  <c:v>WK14</c:v>
                </c:pt>
              </c:strCache>
            </c:strRef>
          </c:cat>
          <c:val>
            <c:numRef>
              <c:f>'1. Summary'!$K$25:$AB$25</c:f>
              <c:numCache>
                <c:formatCode>#,##0.0;[Red]\△#,##0.0;\-</c:formatCode>
                <c:ptCount val="18"/>
                <c:pt idx="0">
                  <c:v>94.073100000000011</c:v>
                </c:pt>
                <c:pt idx="1">
                  <c:v>95.045599999999993</c:v>
                </c:pt>
                <c:pt idx="2">
                  <c:v>95.440799999999996</c:v>
                </c:pt>
                <c:pt idx="4">
                  <c:v>94.073100000000011</c:v>
                </c:pt>
                <c:pt idx="5">
                  <c:v>94.073100000000011</c:v>
                </c:pt>
                <c:pt idx="6">
                  <c:v>94.073100000000011</c:v>
                </c:pt>
                <c:pt idx="7">
                  <c:v>94.073100000000011</c:v>
                </c:pt>
                <c:pt idx="8">
                  <c:v>94.073100000000011</c:v>
                </c:pt>
                <c:pt idx="9">
                  <c:v>95.045599999999993</c:v>
                </c:pt>
                <c:pt idx="10">
                  <c:v>95.045599999999993</c:v>
                </c:pt>
                <c:pt idx="11">
                  <c:v>95.045599999999993</c:v>
                </c:pt>
                <c:pt idx="12">
                  <c:v>95.045599999999993</c:v>
                </c:pt>
                <c:pt idx="13">
                  <c:v>95.440799999999996</c:v>
                </c:pt>
                <c:pt idx="14">
                  <c:v>95.440799999999996</c:v>
                </c:pt>
                <c:pt idx="15">
                  <c:v>95.440799999999996</c:v>
                </c:pt>
                <c:pt idx="16">
                  <c:v>95.440799999999996</c:v>
                </c:pt>
                <c:pt idx="17">
                  <c:v>95.079373935473114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9C-4455-BEC5-568D3DDA66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-27"/>
        <c:axId val="1643275408"/>
        <c:axId val="1643277072"/>
      </c:barChart>
      <c:lineChart>
        <c:grouping val="standard"/>
        <c:varyColors val="0"/>
        <c:ser>
          <c:idx val="1"/>
          <c:order val="1"/>
          <c:spPr>
            <a:ln w="9525" cap="rnd">
              <a:solidFill>
                <a:srgbClr val="0000FF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0000FF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rgbClr val="0000FF"/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'1. Summary'!$K$18:$AB$18</c:f>
              <c:strCache>
                <c:ptCount val="18"/>
                <c:pt idx="0">
                  <c:v>‘26.1월</c:v>
                </c:pt>
                <c:pt idx="1">
                  <c:v>2월</c:v>
                </c:pt>
                <c:pt idx="2">
                  <c:v>3월</c:v>
                </c:pt>
                <c:pt idx="4">
                  <c:v>WK01</c:v>
                </c:pt>
                <c:pt idx="5">
                  <c:v>WK02</c:v>
                </c:pt>
                <c:pt idx="6">
                  <c:v>WK03</c:v>
                </c:pt>
                <c:pt idx="7">
                  <c:v>WK04</c:v>
                </c:pt>
                <c:pt idx="8">
                  <c:v>WK05</c:v>
                </c:pt>
                <c:pt idx="9">
                  <c:v>WK06</c:v>
                </c:pt>
                <c:pt idx="10">
                  <c:v>WK07</c:v>
                </c:pt>
                <c:pt idx="11">
                  <c:v>WK08</c:v>
                </c:pt>
                <c:pt idx="12">
                  <c:v>WK09</c:v>
                </c:pt>
                <c:pt idx="13">
                  <c:v>WK10</c:v>
                </c:pt>
                <c:pt idx="14">
                  <c:v>WK11</c:v>
                </c:pt>
                <c:pt idx="15">
                  <c:v>WK12</c:v>
                </c:pt>
                <c:pt idx="16">
                  <c:v>WK13</c:v>
                </c:pt>
                <c:pt idx="17">
                  <c:v>WK14</c:v>
                </c:pt>
              </c:strCache>
            </c:strRef>
          </c:cat>
          <c:val>
            <c:numRef>
              <c:f>'1. Summary'!$K$26:$AB$26</c:f>
              <c:numCache>
                <c:formatCode>#,##0.0;[Red]\△#,##0.0;\-</c:formatCode>
                <c:ptCount val="18"/>
                <c:pt idx="0">
                  <c:v>92.5</c:v>
                </c:pt>
                <c:pt idx="1">
                  <c:v>94.91</c:v>
                </c:pt>
                <c:pt idx="2">
                  <c:v>92.319481564811966</c:v>
                </c:pt>
                <c:pt idx="4">
                  <c:v>91.814005018707988</c:v>
                </c:pt>
                <c:pt idx="5">
                  <c:v>93.668356109694045</c:v>
                </c:pt>
                <c:pt idx="6">
                  <c:v>92.147742051118527</c:v>
                </c:pt>
                <c:pt idx="7">
                  <c:v>92.265538956334609</c:v>
                </c:pt>
                <c:pt idx="8">
                  <c:v>93.285336235946275</c:v>
                </c:pt>
                <c:pt idx="9">
                  <c:v>94.424619564145544</c:v>
                </c:pt>
                <c:pt idx="10">
                  <c:v>98.125019120046574</c:v>
                </c:pt>
                <c:pt idx="11">
                  <c:v>94.65009707741477</c:v>
                </c:pt>
                <c:pt idx="12">
                  <c:v>94.579142194234876</c:v>
                </c:pt>
                <c:pt idx="13">
                  <c:v>91.319698103782869</c:v>
                </c:pt>
                <c:pt idx="14">
                  <c:v>88.418010877639219</c:v>
                </c:pt>
                <c:pt idx="15">
                  <c:v>94.688799467391931</c:v>
                </c:pt>
                <c:pt idx="16">
                  <c:v>93.11806609012794</c:v>
                </c:pt>
                <c:pt idx="17">
                  <c:v>91.886508100064418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09C-4455-BEC5-568D3DDA66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43275408"/>
        <c:axId val="1643277072"/>
      </c:lineChart>
      <c:catAx>
        <c:axId val="1643275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ko-KR"/>
          </a:p>
        </c:txPr>
        <c:crossAx val="1643277072"/>
        <c:crosses val="autoZero"/>
        <c:auto val="1"/>
        <c:lblAlgn val="ctr"/>
        <c:lblOffset val="100"/>
        <c:noMultiLvlLbl val="0"/>
      </c:catAx>
      <c:valAx>
        <c:axId val="1643277072"/>
        <c:scaling>
          <c:orientation val="minMax"/>
        </c:scaling>
        <c:delete val="1"/>
        <c:axPos val="l"/>
        <c:numFmt formatCode="#,##0.0;[Red]\△#,##0.0;\-" sourceLinked="1"/>
        <c:majorTickMark val="none"/>
        <c:minorTickMark val="none"/>
        <c:tickLblPos val="nextTo"/>
        <c:crossAx val="16432754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'1. Summary'!$J$53</c:f>
              <c:strCache>
                <c:ptCount val="1"/>
                <c:pt idx="0">
                  <c:v>목표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'1. Summary'!$K$52:$AB$52</c:f>
              <c:strCache>
                <c:ptCount val="18"/>
                <c:pt idx="0">
                  <c:v>‘26.1월</c:v>
                </c:pt>
                <c:pt idx="1">
                  <c:v>2월</c:v>
                </c:pt>
                <c:pt idx="2">
                  <c:v>3월</c:v>
                </c:pt>
                <c:pt idx="4">
                  <c:v>WK01</c:v>
                </c:pt>
                <c:pt idx="5">
                  <c:v>WK02</c:v>
                </c:pt>
                <c:pt idx="6">
                  <c:v>WK03</c:v>
                </c:pt>
                <c:pt idx="7">
                  <c:v>WK04</c:v>
                </c:pt>
                <c:pt idx="8">
                  <c:v>WK05</c:v>
                </c:pt>
                <c:pt idx="9">
                  <c:v>WK06</c:v>
                </c:pt>
                <c:pt idx="10">
                  <c:v>WK07</c:v>
                </c:pt>
                <c:pt idx="11">
                  <c:v>WK08</c:v>
                </c:pt>
                <c:pt idx="12">
                  <c:v>WK09</c:v>
                </c:pt>
                <c:pt idx="13">
                  <c:v>WK10</c:v>
                </c:pt>
                <c:pt idx="14">
                  <c:v>WK11</c:v>
                </c:pt>
                <c:pt idx="15">
                  <c:v>WK12</c:v>
                </c:pt>
                <c:pt idx="16">
                  <c:v>WK13</c:v>
                </c:pt>
                <c:pt idx="17">
                  <c:v>WK14</c:v>
                </c:pt>
              </c:strCache>
            </c:strRef>
          </c:cat>
          <c:val>
            <c:numRef>
              <c:f>'1. Summary'!$K$53:$AB$53</c:f>
              <c:numCache>
                <c:formatCode>0.0</c:formatCode>
                <c:ptCount val="18"/>
                <c:pt idx="0">
                  <c:v>93.000000000000014</c:v>
                </c:pt>
                <c:pt idx="1">
                  <c:v>93.114901511255056</c:v>
                </c:pt>
                <c:pt idx="2">
                  <c:v>93.227548492439325</c:v>
                </c:pt>
                <c:pt idx="4">
                  <c:v>93.000000000000014</c:v>
                </c:pt>
                <c:pt idx="5">
                  <c:v>93.000000000000014</c:v>
                </c:pt>
                <c:pt idx="6">
                  <c:v>93.000000000000014</c:v>
                </c:pt>
                <c:pt idx="7">
                  <c:v>93.000000000000014</c:v>
                </c:pt>
                <c:pt idx="8">
                  <c:v>93.000000000000014</c:v>
                </c:pt>
                <c:pt idx="9">
                  <c:v>93.114901511255056</c:v>
                </c:pt>
                <c:pt idx="10">
                  <c:v>93.114901511255056</c:v>
                </c:pt>
                <c:pt idx="11">
                  <c:v>93.114901511255056</c:v>
                </c:pt>
                <c:pt idx="12">
                  <c:v>93.114901511255056</c:v>
                </c:pt>
                <c:pt idx="13">
                  <c:v>93.227548492439325</c:v>
                </c:pt>
                <c:pt idx="14">
                  <c:v>93.227548492439325</c:v>
                </c:pt>
                <c:pt idx="15">
                  <c:v>93.227548492439325</c:v>
                </c:pt>
                <c:pt idx="16">
                  <c:v>93.227548492439325</c:v>
                </c:pt>
                <c:pt idx="17">
                  <c:v>93.337984311548098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54-4C74-B9CC-4AD9528A1D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-27"/>
        <c:axId val="1643275408"/>
        <c:axId val="1643277072"/>
      </c:barChart>
      <c:lineChart>
        <c:grouping val="standard"/>
        <c:varyColors val="0"/>
        <c:ser>
          <c:idx val="1"/>
          <c:order val="1"/>
          <c:tx>
            <c:strRef>
              <c:f>'1. Summary'!$J$54</c:f>
              <c:strCache>
                <c:ptCount val="1"/>
                <c:pt idx="0">
                  <c:v>실적</c:v>
                </c:pt>
              </c:strCache>
            </c:strRef>
          </c:tx>
          <c:spPr>
            <a:ln w="9525" cap="rnd">
              <a:solidFill>
                <a:srgbClr val="0000FF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0000FF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rgbClr val="0000FF"/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'1. Summary'!$K$52:$AB$52</c:f>
              <c:strCache>
                <c:ptCount val="18"/>
                <c:pt idx="0">
                  <c:v>‘26.1월</c:v>
                </c:pt>
                <c:pt idx="1">
                  <c:v>2월</c:v>
                </c:pt>
                <c:pt idx="2">
                  <c:v>3월</c:v>
                </c:pt>
                <c:pt idx="4">
                  <c:v>WK01</c:v>
                </c:pt>
                <c:pt idx="5">
                  <c:v>WK02</c:v>
                </c:pt>
                <c:pt idx="6">
                  <c:v>WK03</c:v>
                </c:pt>
                <c:pt idx="7">
                  <c:v>WK04</c:v>
                </c:pt>
                <c:pt idx="8">
                  <c:v>WK05</c:v>
                </c:pt>
                <c:pt idx="9">
                  <c:v>WK06</c:v>
                </c:pt>
                <c:pt idx="10">
                  <c:v>WK07</c:v>
                </c:pt>
                <c:pt idx="11">
                  <c:v>WK08</c:v>
                </c:pt>
                <c:pt idx="12">
                  <c:v>WK09</c:v>
                </c:pt>
                <c:pt idx="13">
                  <c:v>WK10</c:v>
                </c:pt>
                <c:pt idx="14">
                  <c:v>WK11</c:v>
                </c:pt>
                <c:pt idx="15">
                  <c:v>WK12</c:v>
                </c:pt>
                <c:pt idx="16">
                  <c:v>WK13</c:v>
                </c:pt>
                <c:pt idx="17">
                  <c:v>WK14</c:v>
                </c:pt>
              </c:strCache>
            </c:strRef>
          </c:cat>
          <c:val>
            <c:numRef>
              <c:f>'1. Summary'!$K$54:$AB$54</c:f>
              <c:numCache>
                <c:formatCode>0.0</c:formatCode>
                <c:ptCount val="18"/>
                <c:pt idx="0">
                  <c:v>86.240000000000009</c:v>
                </c:pt>
                <c:pt idx="1">
                  <c:v>78.347261757540153</c:v>
                </c:pt>
                <c:pt idx="2">
                  <c:v>88.117018417816325</c:v>
                </c:pt>
                <c:pt idx="4" formatCode="General">
                  <c:v>88.7</c:v>
                </c:pt>
                <c:pt idx="5" formatCode="#,##0.0;[Red]\△#,##0.0;\-">
                  <c:v>75.3</c:v>
                </c:pt>
                <c:pt idx="6" formatCode="#,##0.0;[Red]\△#,##0.0;\-">
                  <c:v>90</c:v>
                </c:pt>
                <c:pt idx="7" formatCode="#,##0.0;[Red]\△#,##0.0;\-">
                  <c:v>89.7</c:v>
                </c:pt>
                <c:pt idx="8" formatCode="#,##0.0;[Red]\△#,##0.0;\-">
                  <c:v>92.2</c:v>
                </c:pt>
                <c:pt idx="9" formatCode="#,##0.0;[Red]\△#,##0.0;\-">
                  <c:v>88.4</c:v>
                </c:pt>
                <c:pt idx="10" formatCode="#,##0.0;[Red]\△#,##0.0;\-">
                  <c:v>45.8</c:v>
                </c:pt>
                <c:pt idx="11" formatCode="#,##0.0;[Red]\△#,##0.0;\-">
                  <c:v>91.7</c:v>
                </c:pt>
                <c:pt idx="12" formatCode="#,##0.0;[Red]\△#,##0.0;\-">
                  <c:v>85.1</c:v>
                </c:pt>
                <c:pt idx="13" formatCode="#,##0.0;[Red]\△#,##0.0;\-">
                  <c:v>83.3</c:v>
                </c:pt>
                <c:pt idx="14" formatCode="#,##0.0;[Red]\△#,##0.0;\-">
                  <c:v>93.8</c:v>
                </c:pt>
                <c:pt idx="15" formatCode="#,##0.0;[Red]\△#,##0.0;\-">
                  <c:v>82.4</c:v>
                </c:pt>
                <c:pt idx="16" formatCode="#,##0.0;[Red]\△#,##0.0;\-">
                  <c:v>89.7</c:v>
                </c:pt>
                <c:pt idx="17" formatCode="#,##0.0;[Red]\△#,##0.0;\-">
                  <c:v>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A54-4C74-B9CC-4AD9528A1D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43275408"/>
        <c:axId val="1643277072"/>
      </c:lineChart>
      <c:catAx>
        <c:axId val="16432754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643277072"/>
        <c:crosses val="autoZero"/>
        <c:auto val="1"/>
        <c:lblAlgn val="ctr"/>
        <c:lblOffset val="100"/>
        <c:noMultiLvlLbl val="0"/>
      </c:catAx>
      <c:valAx>
        <c:axId val="1643277072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16432754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'1. Summary'!$J$56</c:f>
              <c:strCache>
                <c:ptCount val="1"/>
                <c:pt idx="0">
                  <c:v>목표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'1. Summary'!$K$52:$AB$52</c:f>
              <c:strCache>
                <c:ptCount val="18"/>
                <c:pt idx="0">
                  <c:v>‘26.1월</c:v>
                </c:pt>
                <c:pt idx="1">
                  <c:v>2월</c:v>
                </c:pt>
                <c:pt idx="2">
                  <c:v>3월</c:v>
                </c:pt>
                <c:pt idx="4">
                  <c:v>WK01</c:v>
                </c:pt>
                <c:pt idx="5">
                  <c:v>WK02</c:v>
                </c:pt>
                <c:pt idx="6">
                  <c:v>WK03</c:v>
                </c:pt>
                <c:pt idx="7">
                  <c:v>WK04</c:v>
                </c:pt>
                <c:pt idx="8">
                  <c:v>WK05</c:v>
                </c:pt>
                <c:pt idx="9">
                  <c:v>WK06</c:v>
                </c:pt>
                <c:pt idx="10">
                  <c:v>WK07</c:v>
                </c:pt>
                <c:pt idx="11">
                  <c:v>WK08</c:v>
                </c:pt>
                <c:pt idx="12">
                  <c:v>WK09</c:v>
                </c:pt>
                <c:pt idx="13">
                  <c:v>WK10</c:v>
                </c:pt>
                <c:pt idx="14">
                  <c:v>WK11</c:v>
                </c:pt>
                <c:pt idx="15">
                  <c:v>WK12</c:v>
                </c:pt>
                <c:pt idx="16">
                  <c:v>WK13</c:v>
                </c:pt>
                <c:pt idx="17">
                  <c:v>WK14</c:v>
                </c:pt>
              </c:strCache>
            </c:strRef>
          </c:cat>
          <c:val>
            <c:numRef>
              <c:f>'1. Summary'!$K$56:$AB$56</c:f>
              <c:numCache>
                <c:formatCode>#,##0.0;[Red]\△#,##0.0;\-</c:formatCode>
                <c:ptCount val="18"/>
                <c:pt idx="0">
                  <c:v>54.79999999999999</c:v>
                </c:pt>
                <c:pt idx="1">
                  <c:v>59.75</c:v>
                </c:pt>
                <c:pt idx="2">
                  <c:v>64.25</c:v>
                </c:pt>
                <c:pt idx="4">
                  <c:v>54.79999999999999</c:v>
                </c:pt>
                <c:pt idx="5">
                  <c:v>54.79999999999999</c:v>
                </c:pt>
                <c:pt idx="6">
                  <c:v>54.79999999999999</c:v>
                </c:pt>
                <c:pt idx="7">
                  <c:v>54.79999999999999</c:v>
                </c:pt>
                <c:pt idx="8">
                  <c:v>54.79999999999999</c:v>
                </c:pt>
                <c:pt idx="9">
                  <c:v>59.75</c:v>
                </c:pt>
                <c:pt idx="10">
                  <c:v>59.75</c:v>
                </c:pt>
                <c:pt idx="11">
                  <c:v>59.75</c:v>
                </c:pt>
                <c:pt idx="12">
                  <c:v>59.75</c:v>
                </c:pt>
                <c:pt idx="13">
                  <c:v>64.25</c:v>
                </c:pt>
                <c:pt idx="14">
                  <c:v>64.25</c:v>
                </c:pt>
                <c:pt idx="15">
                  <c:v>64.25</c:v>
                </c:pt>
                <c:pt idx="16">
                  <c:v>64.25</c:v>
                </c:pt>
                <c:pt idx="17">
                  <c:v>60.9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FF-4C6D-9A2F-F6A0B1CF49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-27"/>
        <c:axId val="1643275408"/>
        <c:axId val="1643277072"/>
      </c:barChart>
      <c:lineChart>
        <c:grouping val="standard"/>
        <c:varyColors val="0"/>
        <c:ser>
          <c:idx val="1"/>
          <c:order val="1"/>
          <c:tx>
            <c:strRef>
              <c:f>'1. Summary'!$J$57</c:f>
              <c:strCache>
                <c:ptCount val="1"/>
                <c:pt idx="0">
                  <c:v>실적</c:v>
                </c:pt>
              </c:strCache>
            </c:strRef>
          </c:tx>
          <c:spPr>
            <a:ln w="9525" cap="rnd">
              <a:solidFill>
                <a:srgbClr val="0000FF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0000FF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rgbClr val="0000FF"/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'1. Summary'!$K$52:$AB$52</c:f>
              <c:strCache>
                <c:ptCount val="18"/>
                <c:pt idx="0">
                  <c:v>‘26.1월</c:v>
                </c:pt>
                <c:pt idx="1">
                  <c:v>2월</c:v>
                </c:pt>
                <c:pt idx="2">
                  <c:v>3월</c:v>
                </c:pt>
                <c:pt idx="4">
                  <c:v>WK01</c:v>
                </c:pt>
                <c:pt idx="5">
                  <c:v>WK02</c:v>
                </c:pt>
                <c:pt idx="6">
                  <c:v>WK03</c:v>
                </c:pt>
                <c:pt idx="7">
                  <c:v>WK04</c:v>
                </c:pt>
                <c:pt idx="8">
                  <c:v>WK05</c:v>
                </c:pt>
                <c:pt idx="9">
                  <c:v>WK06</c:v>
                </c:pt>
                <c:pt idx="10">
                  <c:v>WK07</c:v>
                </c:pt>
                <c:pt idx="11">
                  <c:v>WK08</c:v>
                </c:pt>
                <c:pt idx="12">
                  <c:v>WK09</c:v>
                </c:pt>
                <c:pt idx="13">
                  <c:v>WK10</c:v>
                </c:pt>
                <c:pt idx="14">
                  <c:v>WK11</c:v>
                </c:pt>
                <c:pt idx="15">
                  <c:v>WK12</c:v>
                </c:pt>
                <c:pt idx="16">
                  <c:v>WK13</c:v>
                </c:pt>
                <c:pt idx="17">
                  <c:v>WK14</c:v>
                </c:pt>
              </c:strCache>
            </c:strRef>
          </c:cat>
          <c:val>
            <c:numRef>
              <c:f>'1. Summary'!$K$57:$AB$57</c:f>
              <c:numCache>
                <c:formatCode>#,##0.0;[Red]\△#,##0.0;\-</c:formatCode>
                <c:ptCount val="18"/>
                <c:pt idx="0">
                  <c:v>54.345006480489985</c:v>
                </c:pt>
                <c:pt idx="1">
                  <c:v>64.600227860697331</c:v>
                </c:pt>
                <c:pt idx="2">
                  <c:v>76.373519565147802</c:v>
                </c:pt>
                <c:pt idx="4">
                  <c:v>52.8</c:v>
                </c:pt>
                <c:pt idx="5">
                  <c:v>51.6</c:v>
                </c:pt>
                <c:pt idx="6">
                  <c:v>52.9</c:v>
                </c:pt>
                <c:pt idx="7">
                  <c:v>58.1</c:v>
                </c:pt>
                <c:pt idx="8">
                  <c:v>56.2</c:v>
                </c:pt>
                <c:pt idx="9">
                  <c:v>58.6</c:v>
                </c:pt>
                <c:pt idx="10">
                  <c:v>67.2</c:v>
                </c:pt>
                <c:pt idx="11">
                  <c:v>68.3</c:v>
                </c:pt>
                <c:pt idx="12">
                  <c:v>71.400000000000006</c:v>
                </c:pt>
                <c:pt idx="13">
                  <c:v>72.3</c:v>
                </c:pt>
                <c:pt idx="14">
                  <c:v>76.2</c:v>
                </c:pt>
                <c:pt idx="15">
                  <c:v>78.7</c:v>
                </c:pt>
                <c:pt idx="16">
                  <c:v>77.8</c:v>
                </c:pt>
                <c:pt idx="17">
                  <c:v>79.400000000000006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3FF-4C6D-9A2F-F6A0B1CF49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43275408"/>
        <c:axId val="1643277072"/>
      </c:lineChart>
      <c:catAx>
        <c:axId val="16432754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643277072"/>
        <c:crosses val="autoZero"/>
        <c:auto val="1"/>
        <c:lblAlgn val="ctr"/>
        <c:lblOffset val="100"/>
        <c:noMultiLvlLbl val="0"/>
      </c:catAx>
      <c:valAx>
        <c:axId val="1643277072"/>
        <c:scaling>
          <c:orientation val="minMax"/>
        </c:scaling>
        <c:delete val="1"/>
        <c:axPos val="l"/>
        <c:numFmt formatCode="#,##0.0;[Red]\△#,##0.0;\-" sourceLinked="1"/>
        <c:majorTickMark val="none"/>
        <c:minorTickMark val="none"/>
        <c:tickLblPos val="nextTo"/>
        <c:crossAx val="16432754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'1. Summary'!$J$59</c:f>
              <c:strCache>
                <c:ptCount val="1"/>
                <c:pt idx="0">
                  <c:v>목표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'1. Summary'!$K$52:$AB$52</c:f>
              <c:strCache>
                <c:ptCount val="18"/>
                <c:pt idx="0">
                  <c:v>‘26.1월</c:v>
                </c:pt>
                <c:pt idx="1">
                  <c:v>2월</c:v>
                </c:pt>
                <c:pt idx="2">
                  <c:v>3월</c:v>
                </c:pt>
                <c:pt idx="4">
                  <c:v>WK01</c:v>
                </c:pt>
                <c:pt idx="5">
                  <c:v>WK02</c:v>
                </c:pt>
                <c:pt idx="6">
                  <c:v>WK03</c:v>
                </c:pt>
                <c:pt idx="7">
                  <c:v>WK04</c:v>
                </c:pt>
                <c:pt idx="8">
                  <c:v>WK05</c:v>
                </c:pt>
                <c:pt idx="9">
                  <c:v>WK06</c:v>
                </c:pt>
                <c:pt idx="10">
                  <c:v>WK07</c:v>
                </c:pt>
                <c:pt idx="11">
                  <c:v>WK08</c:v>
                </c:pt>
                <c:pt idx="12">
                  <c:v>WK09</c:v>
                </c:pt>
                <c:pt idx="13">
                  <c:v>WK10</c:v>
                </c:pt>
                <c:pt idx="14">
                  <c:v>WK11</c:v>
                </c:pt>
                <c:pt idx="15">
                  <c:v>WK12</c:v>
                </c:pt>
                <c:pt idx="16">
                  <c:v>WK13</c:v>
                </c:pt>
                <c:pt idx="17">
                  <c:v>WK14</c:v>
                </c:pt>
              </c:strCache>
            </c:strRef>
          </c:cat>
          <c:val>
            <c:numRef>
              <c:f>'1. Summary'!$K$59:$AB$59</c:f>
              <c:numCache>
                <c:formatCode>#,##0.0;[Red]\△#,##0.0;\-</c:formatCode>
                <c:ptCount val="18"/>
                <c:pt idx="0">
                  <c:v>59.192639999999997</c:v>
                </c:pt>
                <c:pt idx="1">
                  <c:v>66.581139999999991</c:v>
                </c:pt>
                <c:pt idx="2">
                  <c:v>70.309417499999995</c:v>
                </c:pt>
                <c:pt idx="4">
                  <c:v>59.192639999999997</c:v>
                </c:pt>
                <c:pt idx="5">
                  <c:v>59.192639999999997</c:v>
                </c:pt>
                <c:pt idx="6">
                  <c:v>59.192639999999997</c:v>
                </c:pt>
                <c:pt idx="7">
                  <c:v>59.192639999999997</c:v>
                </c:pt>
                <c:pt idx="8">
                  <c:v>59.192639999999997</c:v>
                </c:pt>
                <c:pt idx="9">
                  <c:v>66.581139999999991</c:v>
                </c:pt>
                <c:pt idx="10">
                  <c:v>66.581139999999991</c:v>
                </c:pt>
                <c:pt idx="11">
                  <c:v>66.581139999999991</c:v>
                </c:pt>
                <c:pt idx="12">
                  <c:v>66.581139999999991</c:v>
                </c:pt>
                <c:pt idx="13">
                  <c:v>70.309417499999995</c:v>
                </c:pt>
                <c:pt idx="14">
                  <c:v>70.309417499999995</c:v>
                </c:pt>
                <c:pt idx="15">
                  <c:v>70.309417499999995</c:v>
                </c:pt>
                <c:pt idx="16">
                  <c:v>70.309417499999995</c:v>
                </c:pt>
                <c:pt idx="17">
                  <c:v>71.090572747257838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D7-4798-B5C7-F45427BF14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-27"/>
        <c:axId val="1643275408"/>
        <c:axId val="1643277072"/>
      </c:barChart>
      <c:lineChart>
        <c:grouping val="standard"/>
        <c:varyColors val="0"/>
        <c:ser>
          <c:idx val="1"/>
          <c:order val="1"/>
          <c:tx>
            <c:strRef>
              <c:f>'1. Summary'!$J$60</c:f>
              <c:strCache>
                <c:ptCount val="1"/>
                <c:pt idx="0">
                  <c:v>실적</c:v>
                </c:pt>
              </c:strCache>
            </c:strRef>
          </c:tx>
          <c:spPr>
            <a:ln w="9525" cap="rnd">
              <a:solidFill>
                <a:srgbClr val="0000FF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0000FF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rgbClr val="0000FF"/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'1. Summary'!$K$52:$AB$52</c:f>
              <c:strCache>
                <c:ptCount val="18"/>
                <c:pt idx="0">
                  <c:v>‘26.1월</c:v>
                </c:pt>
                <c:pt idx="1">
                  <c:v>2월</c:v>
                </c:pt>
                <c:pt idx="2">
                  <c:v>3월</c:v>
                </c:pt>
                <c:pt idx="4">
                  <c:v>WK01</c:v>
                </c:pt>
                <c:pt idx="5">
                  <c:v>WK02</c:v>
                </c:pt>
                <c:pt idx="6">
                  <c:v>WK03</c:v>
                </c:pt>
                <c:pt idx="7">
                  <c:v>WK04</c:v>
                </c:pt>
                <c:pt idx="8">
                  <c:v>WK05</c:v>
                </c:pt>
                <c:pt idx="9">
                  <c:v>WK06</c:v>
                </c:pt>
                <c:pt idx="10">
                  <c:v>WK07</c:v>
                </c:pt>
                <c:pt idx="11">
                  <c:v>WK08</c:v>
                </c:pt>
                <c:pt idx="12">
                  <c:v>WK09</c:v>
                </c:pt>
                <c:pt idx="13">
                  <c:v>WK10</c:v>
                </c:pt>
                <c:pt idx="14">
                  <c:v>WK11</c:v>
                </c:pt>
                <c:pt idx="15">
                  <c:v>WK12</c:v>
                </c:pt>
                <c:pt idx="16">
                  <c:v>WK13</c:v>
                </c:pt>
                <c:pt idx="17">
                  <c:v>WK14</c:v>
                </c:pt>
              </c:strCache>
            </c:strRef>
          </c:cat>
          <c:val>
            <c:numRef>
              <c:f>'1. Summary'!$K$60:$AB$60</c:f>
              <c:numCache>
                <c:formatCode>#,##0.0;[Red]\△#,##0.0;\-</c:formatCode>
                <c:ptCount val="18"/>
                <c:pt idx="0">
                  <c:v>59.216968144235892</c:v>
                </c:pt>
                <c:pt idx="1">
                  <c:v>60.090099777931663</c:v>
                </c:pt>
                <c:pt idx="2">
                  <c:v>72.372195653680606</c:v>
                </c:pt>
                <c:pt idx="4">
                  <c:v>43.7</c:v>
                </c:pt>
                <c:pt idx="5">
                  <c:v>60.5</c:v>
                </c:pt>
                <c:pt idx="6">
                  <c:v>62.4</c:v>
                </c:pt>
                <c:pt idx="7">
                  <c:v>57.9</c:v>
                </c:pt>
                <c:pt idx="8">
                  <c:v>65.2</c:v>
                </c:pt>
                <c:pt idx="9">
                  <c:v>65.400000000000006</c:v>
                </c:pt>
                <c:pt idx="10">
                  <c:v>49.1</c:v>
                </c:pt>
                <c:pt idx="11">
                  <c:v>61.2</c:v>
                </c:pt>
                <c:pt idx="12">
                  <c:v>60.8</c:v>
                </c:pt>
                <c:pt idx="13">
                  <c:v>53.9</c:v>
                </c:pt>
                <c:pt idx="14">
                  <c:v>72.599999999999994</c:v>
                </c:pt>
                <c:pt idx="15">
                  <c:v>81.099999999999994</c:v>
                </c:pt>
                <c:pt idx="16">
                  <c:v>82.8</c:v>
                </c:pt>
                <c:pt idx="17">
                  <c:v>83.9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6D7-4798-B5C7-F45427BF14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43275408"/>
        <c:axId val="1643277072"/>
      </c:lineChart>
      <c:catAx>
        <c:axId val="1643275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ko-KR"/>
          </a:p>
        </c:txPr>
        <c:crossAx val="1643277072"/>
        <c:crosses val="autoZero"/>
        <c:auto val="1"/>
        <c:lblAlgn val="ctr"/>
        <c:lblOffset val="100"/>
        <c:noMultiLvlLbl val="0"/>
      </c:catAx>
      <c:valAx>
        <c:axId val="1643277072"/>
        <c:scaling>
          <c:orientation val="minMax"/>
        </c:scaling>
        <c:delete val="1"/>
        <c:axPos val="l"/>
        <c:numFmt formatCode="#,##0.0;[Red]\△#,##0.0;\-" sourceLinked="1"/>
        <c:majorTickMark val="none"/>
        <c:minorTickMark val="none"/>
        <c:tickLblPos val="nextTo"/>
        <c:crossAx val="16432754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'전극 수율 Raw'!$L$5:$L$14</c:f>
              <c:strCache>
                <c:ptCount val="10"/>
                <c:pt idx="0">
                  <c:v>L_NG Mark</c:v>
                </c:pt>
                <c:pt idx="1">
                  <c:v>C_연결</c:v>
                </c:pt>
                <c:pt idx="2">
                  <c:v>C_재조건조정</c:v>
                </c:pt>
                <c:pt idx="3">
                  <c:v>C_초기조건조정</c:v>
                </c:pt>
                <c:pt idx="4">
                  <c:v>R_연결</c:v>
                </c:pt>
                <c:pt idx="5">
                  <c:v>N_파단</c:v>
                </c:pt>
                <c:pt idx="6">
                  <c:v>R_단선</c:v>
                </c:pt>
                <c:pt idx="7">
                  <c:v>R_두께</c:v>
                </c:pt>
                <c:pt idx="8">
                  <c:v>R_표면</c:v>
                </c:pt>
                <c:pt idx="9">
                  <c:v>R_조건조정</c:v>
                </c:pt>
              </c:strCache>
            </c:strRef>
          </c:cat>
          <c:val>
            <c:numRef>
              <c:f>'전극 수율 Raw'!$M$5:$M$14</c:f>
              <c:numCache>
                <c:formatCode>_-* #,##0.00_-;\-* #,##0.00_-;_-* "-"_-;_-@_-</c:formatCode>
                <c:ptCount val="10"/>
                <c:pt idx="0">
                  <c:v>1.1511519478597001</c:v>
                </c:pt>
                <c:pt idx="1">
                  <c:v>0.24786941164340001</c:v>
                </c:pt>
                <c:pt idx="2">
                  <c:v>0.197788265889</c:v>
                </c:pt>
                <c:pt idx="3">
                  <c:v>0.1755693342397</c:v>
                </c:pt>
                <c:pt idx="4">
                  <c:v>0.1726195592367</c:v>
                </c:pt>
                <c:pt idx="5">
                  <c:v>0.15485547679130002</c:v>
                </c:pt>
                <c:pt idx="6">
                  <c:v>0.15235028029440001</c:v>
                </c:pt>
                <c:pt idx="7">
                  <c:v>0.1155449649933</c:v>
                </c:pt>
                <c:pt idx="8">
                  <c:v>6.3273068809899996E-2</c:v>
                </c:pt>
                <c:pt idx="9">
                  <c:v>4.2073881572899999E-2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96-4387-ACB6-CA768253C1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037314336"/>
        <c:axId val="1037313856"/>
      </c:barChart>
      <c:catAx>
        <c:axId val="1037314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defRPr>
            </a:pPr>
            <a:endParaRPr lang="ko-KR"/>
          </a:p>
        </c:txPr>
        <c:crossAx val="1037313856"/>
        <c:crosses val="autoZero"/>
        <c:auto val="1"/>
        <c:lblAlgn val="ctr"/>
        <c:lblOffset val="100"/>
        <c:noMultiLvlLbl val="0"/>
      </c:catAx>
      <c:valAx>
        <c:axId val="1037313856"/>
        <c:scaling>
          <c:orientation val="minMax"/>
        </c:scaling>
        <c:delete val="1"/>
        <c:axPos val="l"/>
        <c:numFmt formatCode="_-* #,##0.00_-;\-* #,##0.00_-;_-* &quot;-&quot;_-;_-@_-" sourceLinked="1"/>
        <c:majorTickMark val="none"/>
        <c:minorTickMark val="none"/>
        <c:tickLblPos val="nextTo"/>
        <c:crossAx val="1037314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'전극 수율 Raw'!$S$4</c:f>
              <c:strCache>
                <c:ptCount val="1"/>
                <c:pt idx="0">
                  <c:v>1월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'전극 수율 Raw'!$R$5:$R$9</c:f>
              <c:strCache>
                <c:ptCount val="5"/>
                <c:pt idx="0">
                  <c:v>L_NG Mark</c:v>
                </c:pt>
                <c:pt idx="1">
                  <c:v>C_연결</c:v>
                </c:pt>
                <c:pt idx="2">
                  <c:v>C_재조건조정</c:v>
                </c:pt>
                <c:pt idx="3">
                  <c:v>C_초기조건조정</c:v>
                </c:pt>
                <c:pt idx="4">
                  <c:v>R_연결</c:v>
                </c:pt>
              </c:strCache>
            </c:strRef>
          </c:cat>
          <c:val>
            <c:numRef>
              <c:f>'전극 수율 Raw'!$S$5:$S$9</c:f>
              <c:numCache>
                <c:formatCode>_-* #,##0.00_-;\-* #,##0.00_-;_-* "-"_-;_-@_-</c:formatCode>
                <c:ptCount val="5"/>
                <c:pt idx="0">
                  <c:v>1.5834487550453999</c:v>
                </c:pt>
                <c:pt idx="1">
                  <c:v>0.60281334150999999</c:v>
                </c:pt>
                <c:pt idx="2">
                  <c:v>0.3616457563237</c:v>
                </c:pt>
                <c:pt idx="3">
                  <c:v>0.13422237683010002</c:v>
                </c:pt>
                <c:pt idx="4">
                  <c:v>0.22859369933149998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98-4726-BA1C-4F5515229BB2}"/>
            </c:ext>
          </c:extLst>
        </c:ser>
        <c:ser>
          <c:idx val="1"/>
          <c:order val="1"/>
          <c:tx>
            <c:strRef>
              <c:f>'전극 수율 Raw'!$T$4</c:f>
              <c:strCache>
                <c:ptCount val="1"/>
                <c:pt idx="0">
                  <c:v>2월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'전극 수율 Raw'!$R$5:$R$9</c:f>
              <c:strCache>
                <c:ptCount val="5"/>
                <c:pt idx="0">
                  <c:v>L_NG Mark</c:v>
                </c:pt>
                <c:pt idx="1">
                  <c:v>C_연결</c:v>
                </c:pt>
                <c:pt idx="2">
                  <c:v>C_재조건조정</c:v>
                </c:pt>
                <c:pt idx="3">
                  <c:v>C_초기조건조정</c:v>
                </c:pt>
                <c:pt idx="4">
                  <c:v>R_연결</c:v>
                </c:pt>
              </c:strCache>
            </c:strRef>
          </c:cat>
          <c:val>
            <c:numRef>
              <c:f>'전극 수율 Raw'!$T$5:$T$9</c:f>
              <c:numCache>
                <c:formatCode>_-* #,##0.00_-;\-* #,##0.00_-;_-* "-"_-;_-@_-</c:formatCode>
                <c:ptCount val="5"/>
                <c:pt idx="0">
                  <c:v>1.2204587035014001</c:v>
                </c:pt>
                <c:pt idx="1">
                  <c:v>0.46156715611749999</c:v>
                </c:pt>
                <c:pt idx="2">
                  <c:v>0.30622371200330001</c:v>
                </c:pt>
                <c:pt idx="3">
                  <c:v>0.2864401652029</c:v>
                </c:pt>
                <c:pt idx="4">
                  <c:v>0.18456410485449998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498-4726-BA1C-4F5515229BB2}"/>
            </c:ext>
          </c:extLst>
        </c:ser>
        <c:ser>
          <c:idx val="2"/>
          <c:order val="2"/>
          <c:tx>
            <c:strRef>
              <c:f>'전극 수율 Raw'!$U$4</c:f>
              <c:strCache>
                <c:ptCount val="1"/>
                <c:pt idx="0">
                  <c:v>3월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'전극 수율 Raw'!$R$5:$R$9</c:f>
              <c:strCache>
                <c:ptCount val="5"/>
                <c:pt idx="0">
                  <c:v>L_NG Mark</c:v>
                </c:pt>
                <c:pt idx="1">
                  <c:v>C_연결</c:v>
                </c:pt>
                <c:pt idx="2">
                  <c:v>C_재조건조정</c:v>
                </c:pt>
                <c:pt idx="3">
                  <c:v>C_초기조건조정</c:v>
                </c:pt>
                <c:pt idx="4">
                  <c:v>R_연결</c:v>
                </c:pt>
              </c:strCache>
            </c:strRef>
          </c:cat>
          <c:val>
            <c:numRef>
              <c:f>'전극 수율 Raw'!$U$5:$U$9</c:f>
              <c:numCache>
                <c:formatCode>_-* #,##0.00_-;\-* #,##0.00_-;_-* "-"_-;_-@_-</c:formatCode>
                <c:ptCount val="5"/>
                <c:pt idx="0">
                  <c:v>1.1511519478597001</c:v>
                </c:pt>
                <c:pt idx="1">
                  <c:v>0.24786941164340001</c:v>
                </c:pt>
                <c:pt idx="2">
                  <c:v>0.197788265889</c:v>
                </c:pt>
                <c:pt idx="3">
                  <c:v>0.1755693342397</c:v>
                </c:pt>
                <c:pt idx="4">
                  <c:v>0.1726195592367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498-4726-BA1C-4F5515229B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19951856"/>
        <c:axId val="619952336"/>
      </c:barChart>
      <c:catAx>
        <c:axId val="619951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defRPr>
            </a:pPr>
            <a:endParaRPr lang="ko-KR"/>
          </a:p>
        </c:txPr>
        <c:crossAx val="619952336"/>
        <c:crosses val="autoZero"/>
        <c:auto val="1"/>
        <c:lblAlgn val="ctr"/>
        <c:lblOffset val="100"/>
        <c:noMultiLvlLbl val="0"/>
      </c:catAx>
      <c:valAx>
        <c:axId val="619952336"/>
        <c:scaling>
          <c:orientation val="minMax"/>
        </c:scaling>
        <c:delete val="1"/>
        <c:axPos val="l"/>
        <c:numFmt formatCode="_-* #,##0.00_-;\-* #,##0.00_-;_-* &quot;-&quot;_-;_-@_-" sourceLinked="1"/>
        <c:majorTickMark val="none"/>
        <c:minorTickMark val="none"/>
        <c:tickLblPos val="nextTo"/>
        <c:crossAx val="6199518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74665616797900258"/>
          <c:y val="2.3459186262170532E-2"/>
          <c:w val="0.23446522309711287"/>
          <c:h val="0.1319657736519188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'3. 전극 가동률'!$C$11</c:f>
              <c:strCache>
                <c:ptCount val="1"/>
                <c:pt idx="0">
                  <c:v>1월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'3. 전극 가동률'!$B$12:$B$14</c:f>
              <c:strCache>
                <c:ptCount val="3"/>
                <c:pt idx="0">
                  <c:v>가동률</c:v>
                </c:pt>
                <c:pt idx="1">
                  <c:v>BM</c:v>
                </c:pt>
                <c:pt idx="2">
                  <c:v>PD</c:v>
                </c:pt>
              </c:strCache>
            </c:strRef>
          </c:cat>
          <c:val>
            <c:numRef>
              <c:f>'3. 전극 가동률'!$C$12:$C$14</c:f>
              <c:numCache>
                <c:formatCode>_-* #,##0.0_-;\-* #,##0.0_-;_-* "-"_-;_-@_-</c:formatCode>
                <c:ptCount val="3"/>
                <c:pt idx="0">
                  <c:v>82.554991213487341</c:v>
                </c:pt>
                <c:pt idx="1">
                  <c:v>5.6021485189474047</c:v>
                </c:pt>
                <c:pt idx="2">
                  <c:v>6.1884556149412777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04-4153-944D-4826B8957964}"/>
            </c:ext>
          </c:extLst>
        </c:ser>
        <c:ser>
          <c:idx val="1"/>
          <c:order val="1"/>
          <c:tx>
            <c:strRef>
              <c:f>'3. 전극 가동률'!$D$11</c:f>
              <c:strCache>
                <c:ptCount val="1"/>
                <c:pt idx="0">
                  <c:v>2월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'3. 전극 가동률'!$B$12:$B$14</c:f>
              <c:strCache>
                <c:ptCount val="3"/>
                <c:pt idx="0">
                  <c:v>가동률</c:v>
                </c:pt>
                <c:pt idx="1">
                  <c:v>BM</c:v>
                </c:pt>
                <c:pt idx="2">
                  <c:v>PD</c:v>
                </c:pt>
              </c:strCache>
            </c:strRef>
          </c:cat>
          <c:val>
            <c:numRef>
              <c:f>'3. 전극 가동률'!$D$12:$D$14</c:f>
              <c:numCache>
                <c:formatCode>_-* #,##0.0_-;\-* #,##0.0_-;_-* "-"_-;_-@_-</c:formatCode>
                <c:ptCount val="3"/>
                <c:pt idx="0">
                  <c:v>83.37</c:v>
                </c:pt>
                <c:pt idx="1">
                  <c:v>1.5599999999999998</c:v>
                </c:pt>
                <c:pt idx="2">
                  <c:v>5.27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004-4153-944D-4826B8957964}"/>
            </c:ext>
          </c:extLst>
        </c:ser>
        <c:ser>
          <c:idx val="2"/>
          <c:order val="2"/>
          <c:tx>
            <c:strRef>
              <c:f>'3. 전극 가동률'!$E$11</c:f>
              <c:strCache>
                <c:ptCount val="1"/>
                <c:pt idx="0">
                  <c:v>3월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'3. 전극 가동률'!$B$12:$B$14</c:f>
              <c:strCache>
                <c:ptCount val="3"/>
                <c:pt idx="0">
                  <c:v>가동률</c:v>
                </c:pt>
                <c:pt idx="1">
                  <c:v>BM</c:v>
                </c:pt>
                <c:pt idx="2">
                  <c:v>PD</c:v>
                </c:pt>
              </c:strCache>
            </c:strRef>
          </c:cat>
          <c:val>
            <c:numRef>
              <c:f>'3. 전극 가동률'!$E$12:$E$14</c:f>
              <c:numCache>
                <c:formatCode>_-* #,##0.0_-;\-* #,##0.0_-;_-* "-"_-;_-@_-</c:formatCode>
                <c:ptCount val="3"/>
                <c:pt idx="0">
                  <c:v>91.382462269169437</c:v>
                </c:pt>
                <c:pt idx="1">
                  <c:v>0.42983927805690902</c:v>
                </c:pt>
                <c:pt idx="2">
                  <c:v>3.827309717463697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004-4153-944D-4826B89579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19951856"/>
        <c:axId val="619952336"/>
      </c:barChart>
      <c:catAx>
        <c:axId val="619951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defRPr>
            </a:pPr>
            <a:endParaRPr lang="ko-KR"/>
          </a:p>
        </c:txPr>
        <c:crossAx val="619952336"/>
        <c:crosses val="autoZero"/>
        <c:auto val="1"/>
        <c:lblAlgn val="ctr"/>
        <c:lblOffset val="100"/>
        <c:noMultiLvlLbl val="0"/>
      </c:catAx>
      <c:valAx>
        <c:axId val="619952336"/>
        <c:scaling>
          <c:orientation val="minMax"/>
        </c:scaling>
        <c:delete val="1"/>
        <c:axPos val="l"/>
        <c:numFmt formatCode="_-* #,##0.0_-;\-* #,##0.0_-;_-* &quot;-&quot;_-;_-@_-" sourceLinked="1"/>
        <c:majorTickMark val="none"/>
        <c:minorTickMark val="none"/>
        <c:tickLblPos val="nextTo"/>
        <c:crossAx val="6199518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'3. 전극 가동률'!$C$17</c:f>
              <c:strCache>
                <c:ptCount val="1"/>
                <c:pt idx="0">
                  <c:v> 1월 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'3. 전극 가동률'!$B$18:$B$20</c:f>
              <c:strCache>
                <c:ptCount val="3"/>
                <c:pt idx="0">
                  <c:v>가동률</c:v>
                </c:pt>
                <c:pt idx="1">
                  <c:v>BM</c:v>
                </c:pt>
                <c:pt idx="2">
                  <c:v>PD</c:v>
                </c:pt>
              </c:strCache>
            </c:strRef>
          </c:cat>
          <c:val>
            <c:numRef>
              <c:f>'3. 전극 가동률'!$C$18:$C$20</c:f>
              <c:numCache>
                <c:formatCode>_-* #,##0.0_-;\-* #,##0.0_-;_-* "-"_-;_-@_-</c:formatCode>
                <c:ptCount val="3"/>
                <c:pt idx="0">
                  <c:v>50.073840995695619</c:v>
                </c:pt>
                <c:pt idx="1">
                  <c:v>5.6980390478653993</c:v>
                </c:pt>
                <c:pt idx="2">
                  <c:v>21.924543887181734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79-452A-963B-D334BC6EB1F7}"/>
            </c:ext>
          </c:extLst>
        </c:ser>
        <c:ser>
          <c:idx val="1"/>
          <c:order val="1"/>
          <c:tx>
            <c:strRef>
              <c:f>'3. 전극 가동률'!$D$17</c:f>
              <c:strCache>
                <c:ptCount val="1"/>
                <c:pt idx="0">
                  <c:v> 2월 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'3. 전극 가동률'!$B$18:$B$20</c:f>
              <c:strCache>
                <c:ptCount val="3"/>
                <c:pt idx="0">
                  <c:v>가동률</c:v>
                </c:pt>
                <c:pt idx="1">
                  <c:v>BM</c:v>
                </c:pt>
                <c:pt idx="2">
                  <c:v>PD</c:v>
                </c:pt>
              </c:strCache>
            </c:strRef>
          </c:cat>
          <c:val>
            <c:numRef>
              <c:f>'3. 전극 가동률'!$D$18:$D$20</c:f>
              <c:numCache>
                <c:formatCode>_-* #,##0.0_-;\-* #,##0.0_-;_-* "-"_-;_-@_-</c:formatCode>
                <c:ptCount val="3"/>
                <c:pt idx="0">
                  <c:v>62.423513077736622</c:v>
                </c:pt>
                <c:pt idx="1">
                  <c:v>3.0280324237635345</c:v>
                </c:pt>
                <c:pt idx="2">
                  <c:v>23.33754418208062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379-452A-963B-D334BC6EB1F7}"/>
            </c:ext>
          </c:extLst>
        </c:ser>
        <c:ser>
          <c:idx val="2"/>
          <c:order val="2"/>
          <c:tx>
            <c:strRef>
              <c:f>'3. 전극 가동률'!$E$17</c:f>
              <c:strCache>
                <c:ptCount val="1"/>
                <c:pt idx="0">
                  <c:v> 3월 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'3. 전극 가동률'!$B$18:$B$20</c:f>
              <c:strCache>
                <c:ptCount val="3"/>
                <c:pt idx="0">
                  <c:v>가동률</c:v>
                </c:pt>
                <c:pt idx="1">
                  <c:v>BM</c:v>
                </c:pt>
                <c:pt idx="2">
                  <c:v>PD</c:v>
                </c:pt>
              </c:strCache>
            </c:strRef>
          </c:cat>
          <c:val>
            <c:numRef>
              <c:f>'3. 전극 가동률'!$E$18:$E$20</c:f>
              <c:numCache>
                <c:formatCode>_-* #,##0.0_-;\-* #,##0.0_-;_-* "-"_-;_-@_-</c:formatCode>
                <c:ptCount val="3"/>
                <c:pt idx="0">
                  <c:v>63.608932298269259</c:v>
                </c:pt>
                <c:pt idx="1">
                  <c:v>1.7853412643182804</c:v>
                </c:pt>
                <c:pt idx="2">
                  <c:v>25.284336421854281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379-452A-963B-D334BC6EB1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19951856"/>
        <c:axId val="619952336"/>
      </c:barChart>
      <c:catAx>
        <c:axId val="619951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defRPr>
            </a:pPr>
            <a:endParaRPr lang="ko-KR"/>
          </a:p>
        </c:txPr>
        <c:crossAx val="619952336"/>
        <c:crosses val="autoZero"/>
        <c:auto val="1"/>
        <c:lblAlgn val="ctr"/>
        <c:lblOffset val="100"/>
        <c:noMultiLvlLbl val="0"/>
      </c:catAx>
      <c:valAx>
        <c:axId val="619952336"/>
        <c:scaling>
          <c:orientation val="minMax"/>
        </c:scaling>
        <c:delete val="1"/>
        <c:axPos val="l"/>
        <c:numFmt formatCode="_-* #,##0.0_-;\-* #,##0.0_-;_-* &quot;-&quot;_-;_-@_-" sourceLinked="1"/>
        <c:majorTickMark val="none"/>
        <c:minorTickMark val="none"/>
        <c:tickLblPos val="nextTo"/>
        <c:crossAx val="6199518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'3. 전극 가동률'!$C$23</c:f>
              <c:strCache>
                <c:ptCount val="1"/>
                <c:pt idx="0">
                  <c:v> 1월 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'3. 전극 가동률'!$B$24:$B$26</c:f>
              <c:strCache>
                <c:ptCount val="3"/>
                <c:pt idx="0">
                  <c:v>가동률</c:v>
                </c:pt>
                <c:pt idx="1">
                  <c:v>BM</c:v>
                </c:pt>
                <c:pt idx="2">
                  <c:v>PD</c:v>
                </c:pt>
              </c:strCache>
            </c:strRef>
          </c:cat>
          <c:val>
            <c:numRef>
              <c:f>'3. 전극 가동률'!$C$24:$C$26</c:f>
              <c:numCache>
                <c:formatCode>_-* #,##0.0_-;\-* #,##0.0_-;_-* "-"_-;_-@_-</c:formatCode>
                <c:ptCount val="3"/>
                <c:pt idx="0">
                  <c:v>54.345006480489985</c:v>
                </c:pt>
                <c:pt idx="1">
                  <c:v>8.2641259142783667</c:v>
                </c:pt>
                <c:pt idx="2">
                  <c:v>12.262471768865797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3B-4E92-AE78-DFCAEB1A1839}"/>
            </c:ext>
          </c:extLst>
        </c:ser>
        <c:ser>
          <c:idx val="1"/>
          <c:order val="1"/>
          <c:tx>
            <c:strRef>
              <c:f>'3. 전극 가동률'!$D$23</c:f>
              <c:strCache>
                <c:ptCount val="1"/>
                <c:pt idx="0">
                  <c:v> 2월 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'3. 전극 가동률'!$B$24:$B$26</c:f>
              <c:strCache>
                <c:ptCount val="3"/>
                <c:pt idx="0">
                  <c:v>가동률</c:v>
                </c:pt>
                <c:pt idx="1">
                  <c:v>BM</c:v>
                </c:pt>
                <c:pt idx="2">
                  <c:v>PD</c:v>
                </c:pt>
              </c:strCache>
            </c:strRef>
          </c:cat>
          <c:val>
            <c:numRef>
              <c:f>'3. 전극 가동률'!$D$24:$D$26</c:f>
              <c:numCache>
                <c:formatCode>_-* #,##0.0_-;\-* #,##0.0_-;_-* "-"_-;_-@_-</c:formatCode>
                <c:ptCount val="3"/>
                <c:pt idx="0">
                  <c:v>64.600227860697331</c:v>
                </c:pt>
                <c:pt idx="1">
                  <c:v>8.1049754039889255</c:v>
                </c:pt>
                <c:pt idx="2">
                  <c:v>10.393539434006774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83B-4E92-AE78-DFCAEB1A1839}"/>
            </c:ext>
          </c:extLst>
        </c:ser>
        <c:ser>
          <c:idx val="2"/>
          <c:order val="2"/>
          <c:tx>
            <c:strRef>
              <c:f>'3. 전극 가동률'!$E$23</c:f>
              <c:strCache>
                <c:ptCount val="1"/>
                <c:pt idx="0">
                  <c:v> 3월 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'3. 전극 가동률'!$B$24:$B$26</c:f>
              <c:strCache>
                <c:ptCount val="3"/>
                <c:pt idx="0">
                  <c:v>가동률</c:v>
                </c:pt>
                <c:pt idx="1">
                  <c:v>BM</c:v>
                </c:pt>
                <c:pt idx="2">
                  <c:v>PD</c:v>
                </c:pt>
              </c:strCache>
            </c:strRef>
          </c:cat>
          <c:val>
            <c:numRef>
              <c:f>'3. 전극 가동률'!$E$24:$E$26</c:f>
              <c:numCache>
                <c:formatCode>_-* #,##0.0_-;\-* #,##0.0_-;_-* "-"_-;_-@_-</c:formatCode>
                <c:ptCount val="3"/>
                <c:pt idx="0">
                  <c:v>76.373519565147802</c:v>
                </c:pt>
                <c:pt idx="1">
                  <c:v>4.5677218278028464</c:v>
                </c:pt>
                <c:pt idx="2">
                  <c:v>6.9981050218811331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83B-4E92-AE78-DFCAEB1A18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19951856"/>
        <c:axId val="619952336"/>
      </c:barChart>
      <c:catAx>
        <c:axId val="619951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defRPr>
            </a:pPr>
            <a:endParaRPr lang="ko-KR"/>
          </a:p>
        </c:txPr>
        <c:crossAx val="619952336"/>
        <c:crosses val="autoZero"/>
        <c:auto val="1"/>
        <c:lblAlgn val="ctr"/>
        <c:lblOffset val="100"/>
        <c:noMultiLvlLbl val="0"/>
      </c:catAx>
      <c:valAx>
        <c:axId val="619952336"/>
        <c:scaling>
          <c:orientation val="minMax"/>
        </c:scaling>
        <c:delete val="1"/>
        <c:axPos val="l"/>
        <c:numFmt formatCode="_-* #,##0.0_-;\-* #,##0.0_-;_-* &quot;-&quot;_-;_-@_-" sourceLinked="1"/>
        <c:majorTickMark val="none"/>
        <c:minorTickMark val="none"/>
        <c:tickLblPos val="nextTo"/>
        <c:crossAx val="6199518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'4. 셀 수율'!$E$23</c:f>
              <c:strCache>
                <c:ptCount val="1"/>
                <c:pt idx="0">
                  <c:v>1월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'4. 셀 수율'!$D$24:$D$28</c:f>
              <c:strCache>
                <c:ptCount val="5"/>
                <c:pt idx="0">
                  <c:v>E_저전압</c:v>
                </c:pt>
                <c:pt idx="1">
                  <c:v>E_mV/Day</c:v>
                </c:pt>
                <c:pt idx="2">
                  <c:v>E_외관</c:v>
                </c:pt>
                <c:pt idx="3">
                  <c:v>E_IR</c:v>
                </c:pt>
                <c:pt idx="4">
                  <c:v>S_Mono Sepa Appearance</c:v>
                </c:pt>
              </c:strCache>
            </c:strRef>
          </c:cat>
          <c:val>
            <c:numRef>
              <c:f>'4. 셀 수율'!$E$24:$E$28</c:f>
              <c:numCache>
                <c:formatCode>_-* #,##0.00_-;\-* #,##0.00_-;_-* "-"_-;_-@_-</c:formatCode>
                <c:ptCount val="5"/>
                <c:pt idx="0">
                  <c:v>0.76972558914879996</c:v>
                </c:pt>
                <c:pt idx="1">
                  <c:v>0.1700820008874</c:v>
                </c:pt>
                <c:pt idx="2">
                  <c:v>1.4701000772352</c:v>
                </c:pt>
                <c:pt idx="3">
                  <c:v>0.45388066323760001</c:v>
                </c:pt>
                <c:pt idx="4">
                  <c:v>0.41012880481000002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69-40CC-B883-641EB628AC53}"/>
            </c:ext>
          </c:extLst>
        </c:ser>
        <c:ser>
          <c:idx val="1"/>
          <c:order val="1"/>
          <c:tx>
            <c:strRef>
              <c:f>'4. 셀 수율'!$F$23</c:f>
              <c:strCache>
                <c:ptCount val="1"/>
                <c:pt idx="0">
                  <c:v>2월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'4. 셀 수율'!$D$24:$D$28</c:f>
              <c:strCache>
                <c:ptCount val="5"/>
                <c:pt idx="0">
                  <c:v>E_저전압</c:v>
                </c:pt>
                <c:pt idx="1">
                  <c:v>E_mV/Day</c:v>
                </c:pt>
                <c:pt idx="2">
                  <c:v>E_외관</c:v>
                </c:pt>
                <c:pt idx="3">
                  <c:v>E_IR</c:v>
                </c:pt>
                <c:pt idx="4">
                  <c:v>S_Mono Sepa Appearance</c:v>
                </c:pt>
              </c:strCache>
            </c:strRef>
          </c:cat>
          <c:val>
            <c:numRef>
              <c:f>'4. 셀 수율'!$F$24:$F$28</c:f>
              <c:numCache>
                <c:formatCode>_-* #,##0.00_-;\-* #,##0.00_-;_-* "-"_-;_-@_-</c:formatCode>
                <c:ptCount val="5"/>
                <c:pt idx="0">
                  <c:v>0.33661324554810002</c:v>
                </c:pt>
                <c:pt idx="1">
                  <c:v>0.12369669725919999</c:v>
                </c:pt>
                <c:pt idx="2">
                  <c:v>0.3582131485295999</c:v>
                </c:pt>
                <c:pt idx="3">
                  <c:v>5.0727352188299997E-2</c:v>
                </c:pt>
                <c:pt idx="4">
                  <c:v>0.32750890985429998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269-40CC-B883-641EB628AC53}"/>
            </c:ext>
          </c:extLst>
        </c:ser>
        <c:ser>
          <c:idx val="2"/>
          <c:order val="2"/>
          <c:tx>
            <c:strRef>
              <c:f>'4. 셀 수율'!$G$23</c:f>
              <c:strCache>
                <c:ptCount val="1"/>
                <c:pt idx="0">
                  <c:v>3월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'4. 셀 수율'!$D$24:$D$28</c:f>
              <c:strCache>
                <c:ptCount val="5"/>
                <c:pt idx="0">
                  <c:v>E_저전압</c:v>
                </c:pt>
                <c:pt idx="1">
                  <c:v>E_mV/Day</c:v>
                </c:pt>
                <c:pt idx="2">
                  <c:v>E_외관</c:v>
                </c:pt>
                <c:pt idx="3">
                  <c:v>E_IR</c:v>
                </c:pt>
                <c:pt idx="4">
                  <c:v>S_Mono Sepa Appearance</c:v>
                </c:pt>
              </c:strCache>
            </c:strRef>
          </c:cat>
          <c:val>
            <c:numRef>
              <c:f>'4. 셀 수율'!$G$24:$G$28</c:f>
              <c:numCache>
                <c:formatCode>_-* #,##0.00_-;\-* #,##0.00_-;_-* "-"_-;_-@_-</c:formatCode>
                <c:ptCount val="5"/>
                <c:pt idx="0">
                  <c:v>1.4014628303649999</c:v>
                </c:pt>
                <c:pt idx="1">
                  <c:v>1.0502304076914999</c:v>
                </c:pt>
                <c:pt idx="2">
                  <c:v>0.95236749349650018</c:v>
                </c:pt>
                <c:pt idx="3">
                  <c:v>0.45233628570790002</c:v>
                </c:pt>
                <c:pt idx="4">
                  <c:v>0.22082331297759999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269-40CC-B883-641EB628AC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19951856"/>
        <c:axId val="619952336"/>
      </c:barChart>
      <c:catAx>
        <c:axId val="619951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defRPr>
            </a:pPr>
            <a:endParaRPr lang="ko-KR"/>
          </a:p>
        </c:txPr>
        <c:crossAx val="619952336"/>
        <c:crosses val="autoZero"/>
        <c:auto val="1"/>
        <c:lblAlgn val="ctr"/>
        <c:lblOffset val="100"/>
        <c:noMultiLvlLbl val="0"/>
      </c:catAx>
      <c:valAx>
        <c:axId val="619952336"/>
        <c:scaling>
          <c:orientation val="minMax"/>
        </c:scaling>
        <c:delete val="1"/>
        <c:axPos val="l"/>
        <c:numFmt formatCode="_-* #,##0.00_-;\-* #,##0.00_-;_-* &quot;-&quot;_-;_-@_-" sourceLinked="1"/>
        <c:majorTickMark val="none"/>
        <c:minorTickMark val="none"/>
        <c:tickLblPos val="nextTo"/>
        <c:crossAx val="6199518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76065988626421699"/>
          <c:y val="3.1279517284005062E-2"/>
          <c:w val="0.16562029746281715"/>
          <c:h val="0.1083144705827296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'4. 셀 수율'!$G$23</c:f>
              <c:strCache>
                <c:ptCount val="1"/>
                <c:pt idx="0">
                  <c:v>3월</c:v>
                </c:pt>
              </c:strCache>
            </c:strRef>
          </c:tx>
          <c:spPr>
            <a:solidFill>
              <a:sysClr val="window" lastClr="FFFFFF">
                <a:lumMod val="95000"/>
              </a:sysClr>
            </a:solidFill>
            <a:ln w="9525">
              <a:solidFill>
                <a:sysClr val="windowText" lastClr="000000">
                  <a:lumMod val="50000"/>
                  <a:lumOff val="50000"/>
                </a:sys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rgbClr val="0000FF"/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'4. 셀 수율'!$D$24:$D$33</c:f>
              <c:strCache>
                <c:ptCount val="10"/>
                <c:pt idx="0">
                  <c:v>E_저전압</c:v>
                </c:pt>
                <c:pt idx="1">
                  <c:v>E_mV/Day</c:v>
                </c:pt>
                <c:pt idx="2">
                  <c:v>E_외관</c:v>
                </c:pt>
                <c:pt idx="3">
                  <c:v>E_IR</c:v>
                </c:pt>
                <c:pt idx="4">
                  <c:v>S_Mono Sepa Appearance</c:v>
                </c:pt>
                <c:pt idx="5">
                  <c:v>E_전 공정 불량</c:v>
                </c:pt>
                <c:pt idx="6">
                  <c:v>S_Mono Stacking</c:v>
                </c:pt>
                <c:pt idx="7">
                  <c:v>S_Stack Appearance</c:v>
                </c:pt>
                <c:pt idx="8">
                  <c:v>L_Electrode Position(X-Axis NG)</c:v>
                </c:pt>
                <c:pt idx="9">
                  <c:v>L_연결</c:v>
                </c:pt>
              </c:strCache>
            </c:strRef>
          </c:cat>
          <c:val>
            <c:numRef>
              <c:f>'4. 셀 수율'!$G$24:$G$33</c:f>
              <c:numCache>
                <c:formatCode>_-* #,##0.00_-;\-* #,##0.00_-;_-* "-"_-;_-@_-</c:formatCode>
                <c:ptCount val="10"/>
                <c:pt idx="0">
                  <c:v>1.4014628303649999</c:v>
                </c:pt>
                <c:pt idx="1">
                  <c:v>1.0502304076914999</c:v>
                </c:pt>
                <c:pt idx="2">
                  <c:v>0.95236749349650018</c:v>
                </c:pt>
                <c:pt idx="3">
                  <c:v>0.45233628570790002</c:v>
                </c:pt>
                <c:pt idx="4">
                  <c:v>0.22082331297759999</c:v>
                </c:pt>
                <c:pt idx="5">
                  <c:v>0.2112708400312</c:v>
                </c:pt>
                <c:pt idx="6">
                  <c:v>0.173806650645</c:v>
                </c:pt>
                <c:pt idx="7">
                  <c:v>0.15789331877860002</c:v>
                </c:pt>
                <c:pt idx="8">
                  <c:v>0.1275631310715</c:v>
                </c:pt>
                <c:pt idx="9">
                  <c:v>0.10198907919069999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48-48AA-81C7-00524CBB6A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-10"/>
        <c:axId val="464826959"/>
        <c:axId val="64726575"/>
      </c:barChart>
      <c:catAx>
        <c:axId val="4648269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defRPr>
            </a:pPr>
            <a:endParaRPr lang="ko-KR"/>
          </a:p>
        </c:txPr>
        <c:crossAx val="64726575"/>
        <c:crosses val="autoZero"/>
        <c:auto val="1"/>
        <c:lblAlgn val="ctr"/>
        <c:lblOffset val="100"/>
        <c:noMultiLvlLbl val="0"/>
      </c:catAx>
      <c:valAx>
        <c:axId val="64726575"/>
        <c:scaling>
          <c:orientation val="minMax"/>
        </c:scaling>
        <c:delete val="1"/>
        <c:axPos val="l"/>
        <c:numFmt formatCode="_-* #,##0.00_-;\-* #,##0.00_-;_-* &quot;-&quot;_-;_-@_-" sourceLinked="1"/>
        <c:majorTickMark val="none"/>
        <c:minorTickMark val="none"/>
        <c:tickLblPos val="nextTo"/>
        <c:crossAx val="4648269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'5. 셀 가동률'!$C$16</c:f>
              <c:strCache>
                <c:ptCount val="1"/>
                <c:pt idx="0">
                  <c:v> 1월 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'5. 셀 가동률'!$B$17:$B$19</c:f>
              <c:strCache>
                <c:ptCount val="3"/>
                <c:pt idx="0">
                  <c:v>가동률</c:v>
                </c:pt>
                <c:pt idx="1">
                  <c:v>BM</c:v>
                </c:pt>
                <c:pt idx="2">
                  <c:v>PD</c:v>
                </c:pt>
              </c:strCache>
            </c:strRef>
          </c:cat>
          <c:val>
            <c:numRef>
              <c:f>'5. 셀 가동률'!$C$17:$C$19</c:f>
              <c:numCache>
                <c:formatCode>_-* #,##0.0_-;\-* #,##0.0_-;_-* "-"_-;_-@_-</c:formatCode>
                <c:ptCount val="3"/>
                <c:pt idx="0">
                  <c:v>67.400000000000006</c:v>
                </c:pt>
                <c:pt idx="1">
                  <c:v>2.2844670436885974</c:v>
                </c:pt>
                <c:pt idx="2">
                  <c:v>2.6887582622430184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AB-480F-B03E-D56E25A63C7C}"/>
            </c:ext>
          </c:extLst>
        </c:ser>
        <c:ser>
          <c:idx val="1"/>
          <c:order val="1"/>
          <c:tx>
            <c:strRef>
              <c:f>'5. 셀 가동률'!$D$16</c:f>
              <c:strCache>
                <c:ptCount val="1"/>
                <c:pt idx="0">
                  <c:v> 2월 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'5. 셀 가동률'!$B$17:$B$19</c:f>
              <c:strCache>
                <c:ptCount val="3"/>
                <c:pt idx="0">
                  <c:v>가동률</c:v>
                </c:pt>
                <c:pt idx="1">
                  <c:v>BM</c:v>
                </c:pt>
                <c:pt idx="2">
                  <c:v>PD</c:v>
                </c:pt>
              </c:strCache>
            </c:strRef>
          </c:cat>
          <c:val>
            <c:numRef>
              <c:f>'5. 셀 가동률'!$D$17:$D$19</c:f>
              <c:numCache>
                <c:formatCode>_-* #,##0.0_-;\-* #,##0.0_-;_-* "-"_-;_-@_-</c:formatCode>
                <c:ptCount val="3"/>
                <c:pt idx="0">
                  <c:v>72.965252279896049</c:v>
                </c:pt>
                <c:pt idx="1">
                  <c:v>2.9297699597804594</c:v>
                </c:pt>
                <c:pt idx="2">
                  <c:v>3.5374030620180879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BAB-480F-B03E-D56E25A63C7C}"/>
            </c:ext>
          </c:extLst>
        </c:ser>
        <c:ser>
          <c:idx val="2"/>
          <c:order val="2"/>
          <c:tx>
            <c:strRef>
              <c:f>'5. 셀 가동률'!$E$16</c:f>
              <c:strCache>
                <c:ptCount val="1"/>
                <c:pt idx="0">
                  <c:v> 3월 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'5. 셀 가동률'!$B$17:$B$19</c:f>
              <c:strCache>
                <c:ptCount val="3"/>
                <c:pt idx="0">
                  <c:v>가동률</c:v>
                </c:pt>
                <c:pt idx="1">
                  <c:v>BM</c:v>
                </c:pt>
                <c:pt idx="2">
                  <c:v>PD</c:v>
                </c:pt>
              </c:strCache>
            </c:strRef>
          </c:cat>
          <c:val>
            <c:numRef>
              <c:f>'5. 셀 가동률'!$E$17:$E$19</c:f>
              <c:numCache>
                <c:formatCode>_-* #,##0.0_-;\-* #,##0.0_-;_-* "-"_-;_-@_-</c:formatCode>
                <c:ptCount val="3"/>
                <c:pt idx="0">
                  <c:v>76.356611926723801</c:v>
                </c:pt>
                <c:pt idx="1">
                  <c:v>2.028450343777958</c:v>
                </c:pt>
                <c:pt idx="2">
                  <c:v>3.0179035425703691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BAB-480F-B03E-D56E25A63C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19951856"/>
        <c:axId val="619952336"/>
      </c:barChart>
      <c:catAx>
        <c:axId val="619951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defRPr>
            </a:pPr>
            <a:endParaRPr lang="ko-KR"/>
          </a:p>
        </c:txPr>
        <c:crossAx val="619952336"/>
        <c:crosses val="autoZero"/>
        <c:auto val="1"/>
        <c:lblAlgn val="ctr"/>
        <c:lblOffset val="100"/>
        <c:noMultiLvlLbl val="0"/>
      </c:catAx>
      <c:valAx>
        <c:axId val="619952336"/>
        <c:scaling>
          <c:orientation val="minMax"/>
        </c:scaling>
        <c:delete val="1"/>
        <c:axPos val="l"/>
        <c:numFmt formatCode="_-* #,##0.0_-;\-* #,##0.0_-;_-* &quot;-&quot;_-;_-@_-" sourceLinked="1"/>
        <c:majorTickMark val="none"/>
        <c:minorTickMark val="none"/>
        <c:tickLblPos val="nextTo"/>
        <c:crossAx val="6199518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'5. 셀 가동률'!$C$10</c:f>
              <c:strCache>
                <c:ptCount val="1"/>
                <c:pt idx="0">
                  <c:v>1월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'5. 셀 가동률'!$B$11:$B$13</c:f>
              <c:strCache>
                <c:ptCount val="3"/>
                <c:pt idx="0">
                  <c:v>가동률</c:v>
                </c:pt>
                <c:pt idx="1">
                  <c:v>BM</c:v>
                </c:pt>
                <c:pt idx="2">
                  <c:v>PD</c:v>
                </c:pt>
              </c:strCache>
            </c:strRef>
          </c:cat>
          <c:val>
            <c:numRef>
              <c:f>'5. 셀 가동률'!$C$11:$C$13</c:f>
              <c:numCache>
                <c:formatCode>_-* #,##0.0_-;\-* #,##0.0_-;_-* "-"_-;_-@_-</c:formatCode>
                <c:ptCount val="3"/>
                <c:pt idx="0">
                  <c:v>59.216968144235892</c:v>
                </c:pt>
                <c:pt idx="1">
                  <c:v>5.86129743802009</c:v>
                </c:pt>
                <c:pt idx="2">
                  <c:v>13.850212875541612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F0-4421-8FE6-4D03CC6D644C}"/>
            </c:ext>
          </c:extLst>
        </c:ser>
        <c:ser>
          <c:idx val="1"/>
          <c:order val="1"/>
          <c:tx>
            <c:strRef>
              <c:f>'5. 셀 가동률'!$D$10</c:f>
              <c:strCache>
                <c:ptCount val="1"/>
                <c:pt idx="0">
                  <c:v>2월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'5. 셀 가동률'!$B$11:$B$13</c:f>
              <c:strCache>
                <c:ptCount val="3"/>
                <c:pt idx="0">
                  <c:v>가동률</c:v>
                </c:pt>
                <c:pt idx="1">
                  <c:v>BM</c:v>
                </c:pt>
                <c:pt idx="2">
                  <c:v>PD</c:v>
                </c:pt>
              </c:strCache>
            </c:strRef>
          </c:cat>
          <c:val>
            <c:numRef>
              <c:f>'5. 셀 가동률'!$D$11:$D$13</c:f>
              <c:numCache>
                <c:formatCode>_-* #,##0.0_-;\-* #,##0.0_-;_-* "-"_-;_-@_-</c:formatCode>
                <c:ptCount val="3"/>
                <c:pt idx="0">
                  <c:v>60.090099777931663</c:v>
                </c:pt>
                <c:pt idx="1">
                  <c:v>4.7836112804077242</c:v>
                </c:pt>
                <c:pt idx="2">
                  <c:v>16.378509130364886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0F0-4421-8FE6-4D03CC6D644C}"/>
            </c:ext>
          </c:extLst>
        </c:ser>
        <c:ser>
          <c:idx val="2"/>
          <c:order val="2"/>
          <c:tx>
            <c:strRef>
              <c:f>'5. 셀 가동률'!$E$10</c:f>
              <c:strCache>
                <c:ptCount val="1"/>
                <c:pt idx="0">
                  <c:v>3월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'5. 셀 가동률'!$B$11:$B$13</c:f>
              <c:strCache>
                <c:ptCount val="3"/>
                <c:pt idx="0">
                  <c:v>가동률</c:v>
                </c:pt>
                <c:pt idx="1">
                  <c:v>BM</c:v>
                </c:pt>
                <c:pt idx="2">
                  <c:v>PD</c:v>
                </c:pt>
              </c:strCache>
            </c:strRef>
          </c:cat>
          <c:val>
            <c:numRef>
              <c:f>'5. 셀 가동률'!$E$11:$E$13</c:f>
              <c:numCache>
                <c:formatCode>_-* #,##0.0_-;\-* #,##0.0_-;_-* "-"_-;_-@_-</c:formatCode>
                <c:ptCount val="3"/>
                <c:pt idx="0">
                  <c:v>72.372195653680606</c:v>
                </c:pt>
                <c:pt idx="1">
                  <c:v>1.6141518439868299</c:v>
                </c:pt>
                <c:pt idx="2">
                  <c:v>9.6055641060609016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0F0-4421-8FE6-4D03CC6D64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19951856"/>
        <c:axId val="619952336"/>
      </c:barChart>
      <c:catAx>
        <c:axId val="619951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defRPr>
            </a:pPr>
            <a:endParaRPr lang="ko-KR"/>
          </a:p>
        </c:txPr>
        <c:crossAx val="619952336"/>
        <c:crosses val="autoZero"/>
        <c:auto val="1"/>
        <c:lblAlgn val="ctr"/>
        <c:lblOffset val="100"/>
        <c:noMultiLvlLbl val="0"/>
      </c:catAx>
      <c:valAx>
        <c:axId val="619952336"/>
        <c:scaling>
          <c:orientation val="minMax"/>
        </c:scaling>
        <c:delete val="1"/>
        <c:axPos val="l"/>
        <c:numFmt formatCode="_-* #,##0.0_-;\-* #,##0.0_-;_-* &quot;-&quot;_-;_-@_-" sourceLinked="1"/>
        <c:majorTickMark val="none"/>
        <c:minorTickMark val="none"/>
        <c:tickLblPos val="nextTo"/>
        <c:crossAx val="6199518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Sheet4!$C$6:$C$11</c:f>
              <c:strCache>
                <c:ptCount val="5"/>
                <c:pt idx="0">
                  <c:v>로드셀 한도 초과</c:v>
                </c:pt>
                <c:pt idx="1">
                  <c:v>데이터 미스매치</c:v>
                </c:pt>
                <c:pt idx="2">
                  <c:v>센서 이상감지 </c:v>
                </c:pt>
                <c:pt idx="3">
                  <c:v>진공 파기 이상</c:v>
                </c:pt>
                <c:pt idx="4">
                  <c:v>실린더 동작 이상</c:v>
                </c:pt>
              </c:strCache>
              <c:extLst/>
            </c:strRef>
          </c:cat>
          <c:val>
            <c:numRef>
              <c:f>Sheet4!$E$6:$E$11</c:f>
              <c:numCache>
                <c:formatCode>0.0%</c:formatCode>
                <c:ptCount val="5"/>
                <c:pt idx="0">
                  <c:v>5.4876853435985168E-3</c:v>
                </c:pt>
                <c:pt idx="1">
                  <c:v>1.5642821499857427E-3</c:v>
                </c:pt>
                <c:pt idx="2">
                  <c:v>1.0483497291132022E-3</c:v>
                </c:pt>
                <c:pt idx="3">
                  <c:v>8.7570394924436836E-4</c:v>
                </c:pt>
                <c:pt idx="4">
                  <c:v>8.6501104932991163E-4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B0A2-43D4-9DFA-A5EE664176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09835887"/>
        <c:axId val="1109841167"/>
      </c:barChart>
      <c:catAx>
        <c:axId val="11098358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defRPr>
            </a:pPr>
            <a:endParaRPr lang="ko-KR"/>
          </a:p>
        </c:txPr>
        <c:crossAx val="1109841167"/>
        <c:crosses val="autoZero"/>
        <c:auto val="1"/>
        <c:lblAlgn val="ctr"/>
        <c:lblOffset val="100"/>
        <c:noMultiLvlLbl val="0"/>
      </c:catAx>
      <c:valAx>
        <c:axId val="1109841167"/>
        <c:scaling>
          <c:orientation val="minMax"/>
        </c:scaling>
        <c:delete val="1"/>
        <c:axPos val="l"/>
        <c:numFmt formatCode="0.0%" sourceLinked="1"/>
        <c:majorTickMark val="none"/>
        <c:minorTickMark val="none"/>
        <c:tickLblPos val="nextTo"/>
        <c:crossAx val="11098358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700">
          <a:latin typeface="LG스마트체 Regular" panose="020B0600000101010101" pitchFamily="50" charset="-127"/>
          <a:ea typeface="LG스마트체 Regular" panose="020B0600000101010101" pitchFamily="50" charset="-127"/>
        </a:defRPr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Sheet4!$C$14:$C$23</c:f>
              <c:strCache>
                <c:ptCount val="5"/>
                <c:pt idx="0">
                  <c:v>파우치 미스매치</c:v>
                </c:pt>
                <c:pt idx="1">
                  <c:v>용접 치수</c:v>
                </c:pt>
                <c:pt idx="2">
                  <c:v>리드 위치</c:v>
                </c:pt>
                <c:pt idx="3">
                  <c:v>용접보호 테이프 치수</c:v>
                </c:pt>
                <c:pt idx="4">
                  <c:v>IR NG </c:v>
                </c:pt>
              </c:strCache>
              <c:extLst/>
            </c:strRef>
          </c:cat>
          <c:val>
            <c:numRef>
              <c:f>Sheet4!$E$14:$E$23</c:f>
              <c:numCache>
                <c:formatCode>General</c:formatCode>
                <c:ptCount val="5"/>
                <c:pt idx="0">
                  <c:v>0.5</c:v>
                </c:pt>
                <c:pt idx="1">
                  <c:v>0.2</c:v>
                </c:pt>
                <c:pt idx="2">
                  <c:v>0.2</c:v>
                </c:pt>
                <c:pt idx="3">
                  <c:v>0.1</c:v>
                </c:pt>
                <c:pt idx="4">
                  <c:v>0.1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CADB-4BD3-BECE-1C147FD1B0C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09835887"/>
        <c:axId val="1109841167"/>
      </c:barChart>
      <c:catAx>
        <c:axId val="11098358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defRPr>
            </a:pPr>
            <a:endParaRPr lang="ko-KR"/>
          </a:p>
        </c:txPr>
        <c:crossAx val="1109841167"/>
        <c:crosses val="autoZero"/>
        <c:auto val="1"/>
        <c:lblAlgn val="ctr"/>
        <c:lblOffset val="100"/>
        <c:noMultiLvlLbl val="0"/>
      </c:catAx>
      <c:valAx>
        <c:axId val="110984116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1098358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700">
          <a:latin typeface="LG스마트체 Regular" panose="020B0600000101010101" pitchFamily="50" charset="-127"/>
          <a:ea typeface="LG스마트체 Regular" panose="020B0600000101010101" pitchFamily="50" charset="-127"/>
        </a:defRPr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ΔOCV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9894858544116137E-17"/>
                  <c:y val="8.3698277594893747E-2"/>
                </c:manualLayout>
              </c:layout>
              <c:tx>
                <c:rich>
                  <a:bodyPr/>
                  <a:lstStyle/>
                  <a:p>
                    <a:fld id="{C407F0A3-8DF4-4FC9-A56C-F97515A3A193}" type="VALUE">
                      <a:rPr lang="en-US" altLang="ko-KR" smtClean="0"/>
                      <a:pPr/>
                      <a:t>[값]</a:t>
                    </a:fld>
                    <a:r>
                      <a:rPr lang="en-US" altLang="ko-KR"/>
                      <a:t> mV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19540468745944"/>
                      <c:h val="0.26602102562243729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E789-400E-9940-41B86C8FA28B}"/>
                </c:ext>
              </c:extLst>
            </c:dLbl>
            <c:dLbl>
              <c:idx val="1"/>
              <c:layout>
                <c:manualLayout>
                  <c:x val="-7.9579434176464548E-17"/>
                  <c:y val="5.5798851729929162E-2"/>
                </c:manualLayout>
              </c:layout>
              <c:tx>
                <c:rich>
                  <a:bodyPr/>
                  <a:lstStyle/>
                  <a:p>
                    <a:fld id="{3C0FA62F-B311-4480-8655-BA77B2491912}" type="VALUE">
                      <a:rPr lang="en-US" altLang="ko-KR" smtClean="0"/>
                      <a:pPr/>
                      <a:t>[값]</a:t>
                    </a:fld>
                    <a:r>
                      <a:rPr lang="en-US" altLang="ko-KR"/>
                      <a:t> mV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792137711722476"/>
                      <c:h val="0.26602102562243729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E789-400E-9940-41B86C8FA28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JC 생산품 100% 투입</c:v>
                </c:pt>
                <c:pt idx="1">
                  <c:v>JD 생산품 100% 투입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1.1200000000000001</c:v>
                </c:pt>
                <c:pt idx="1">
                  <c:v>1.33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789-400E-9940-41B86C8FA2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42707135"/>
        <c:axId val="515863983"/>
      </c:barChart>
      <c:catAx>
        <c:axId val="6427071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15863983"/>
        <c:crosses val="autoZero"/>
        <c:auto val="1"/>
        <c:lblAlgn val="ctr"/>
        <c:lblOffset val="100"/>
        <c:noMultiLvlLbl val="0"/>
      </c:catAx>
      <c:valAx>
        <c:axId val="51586398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6427071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700" b="1"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222798589191932"/>
          <c:y val="0.11717088589493185"/>
          <c:w val="0.62472140573791346"/>
          <c:h val="0.65014803203654992"/>
        </c:manualLayout>
      </c:layout>
      <c:scatterChart>
        <c:scatterStyle val="smoothMarker"/>
        <c:varyColors val="0"/>
        <c:ser>
          <c:idx val="8"/>
          <c:order val="8"/>
          <c:tx>
            <c:strRef>
              <c:f>'Raw Data'!$AD$3</c:f>
              <c:strCache>
                <c:ptCount val="1"/>
                <c:pt idx="0">
                  <c:v>YA-2509-027</c:v>
                </c:pt>
              </c:strCache>
            </c:strRef>
          </c:tx>
          <c:spPr>
            <a:ln w="952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xVal>
            <c:numRef>
              <c:f>'Raw Data'!$U$4:$U$103</c:f>
              <c:numCache>
                <c:formatCode>General</c:formatCode>
                <c:ptCount val="100"/>
                <c:pt idx="0">
                  <c:v>0.01</c:v>
                </c:pt>
                <c:pt idx="1">
                  <c:v>1.0999999999999999E-2</c:v>
                </c:pt>
                <c:pt idx="2">
                  <c:v>1.2999999999999999E-2</c:v>
                </c:pt>
                <c:pt idx="3">
                  <c:v>1.4999999999999999E-2</c:v>
                </c:pt>
                <c:pt idx="4">
                  <c:v>1.7000000000000001E-2</c:v>
                </c:pt>
                <c:pt idx="5">
                  <c:v>1.9E-2</c:v>
                </c:pt>
                <c:pt idx="6">
                  <c:v>2.1999999999999999E-2</c:v>
                </c:pt>
                <c:pt idx="7">
                  <c:v>2.4E-2</c:v>
                </c:pt>
                <c:pt idx="8">
                  <c:v>2.8000000000000001E-2</c:v>
                </c:pt>
                <c:pt idx="9">
                  <c:v>3.2000000000000001E-2</c:v>
                </c:pt>
                <c:pt idx="10">
                  <c:v>3.5999999999999997E-2</c:v>
                </c:pt>
                <c:pt idx="11">
                  <c:v>4.1000000000000002E-2</c:v>
                </c:pt>
                <c:pt idx="12">
                  <c:v>4.5999999999999999E-2</c:v>
                </c:pt>
                <c:pt idx="13">
                  <c:v>5.2999999999999999E-2</c:v>
                </c:pt>
                <c:pt idx="14">
                  <c:v>0.06</c:v>
                </c:pt>
                <c:pt idx="15">
                  <c:v>6.8000000000000005E-2</c:v>
                </c:pt>
                <c:pt idx="16">
                  <c:v>7.6999999999999999E-2</c:v>
                </c:pt>
                <c:pt idx="17">
                  <c:v>8.7999999999999995E-2</c:v>
                </c:pt>
                <c:pt idx="18">
                  <c:v>0.1</c:v>
                </c:pt>
                <c:pt idx="19">
                  <c:v>0.113</c:v>
                </c:pt>
                <c:pt idx="20">
                  <c:v>0.128</c:v>
                </c:pt>
                <c:pt idx="21">
                  <c:v>0.14599999999999999</c:v>
                </c:pt>
                <c:pt idx="22">
                  <c:v>0.16600000000000001</c:v>
                </c:pt>
                <c:pt idx="23">
                  <c:v>0.188</c:v>
                </c:pt>
                <c:pt idx="24">
                  <c:v>0.214</c:v>
                </c:pt>
                <c:pt idx="25">
                  <c:v>0.24299999999999999</c:v>
                </c:pt>
                <c:pt idx="26">
                  <c:v>0.27600000000000002</c:v>
                </c:pt>
                <c:pt idx="27">
                  <c:v>0.314</c:v>
                </c:pt>
                <c:pt idx="28">
                  <c:v>0.35699999999999998</c:v>
                </c:pt>
                <c:pt idx="29">
                  <c:v>0.40500000000000003</c:v>
                </c:pt>
                <c:pt idx="30">
                  <c:v>0.46</c:v>
                </c:pt>
                <c:pt idx="31">
                  <c:v>0.52300000000000002</c:v>
                </c:pt>
                <c:pt idx="32">
                  <c:v>0.59399999999999997</c:v>
                </c:pt>
                <c:pt idx="33">
                  <c:v>0.67500000000000004</c:v>
                </c:pt>
                <c:pt idx="34">
                  <c:v>0.76700000000000002</c:v>
                </c:pt>
                <c:pt idx="35">
                  <c:v>0.872</c:v>
                </c:pt>
                <c:pt idx="36">
                  <c:v>0.99099999999999999</c:v>
                </c:pt>
                <c:pt idx="37">
                  <c:v>1.125</c:v>
                </c:pt>
                <c:pt idx="38">
                  <c:v>1.2789999999999999</c:v>
                </c:pt>
                <c:pt idx="39">
                  <c:v>1.4530000000000001</c:v>
                </c:pt>
                <c:pt idx="40">
                  <c:v>1.651</c:v>
                </c:pt>
                <c:pt idx="41">
                  <c:v>1.875</c:v>
                </c:pt>
                <c:pt idx="42">
                  <c:v>2.1309999999999998</c:v>
                </c:pt>
                <c:pt idx="43">
                  <c:v>2.4209999999999998</c:v>
                </c:pt>
                <c:pt idx="44">
                  <c:v>2.75</c:v>
                </c:pt>
                <c:pt idx="45">
                  <c:v>3.125</c:v>
                </c:pt>
                <c:pt idx="46">
                  <c:v>3.55</c:v>
                </c:pt>
                <c:pt idx="47">
                  <c:v>4.0339999999999998</c:v>
                </c:pt>
                <c:pt idx="48">
                  <c:v>4.5830000000000002</c:v>
                </c:pt>
                <c:pt idx="49">
                  <c:v>5.2069999999999999</c:v>
                </c:pt>
                <c:pt idx="50">
                  <c:v>5.9160000000000004</c:v>
                </c:pt>
                <c:pt idx="51">
                  <c:v>6.7220000000000004</c:v>
                </c:pt>
                <c:pt idx="52">
                  <c:v>7.6369999999999996</c:v>
                </c:pt>
                <c:pt idx="53">
                  <c:v>8.6769999999999996</c:v>
                </c:pt>
                <c:pt idx="54">
                  <c:v>9.8580000000000005</c:v>
                </c:pt>
                <c:pt idx="55">
                  <c:v>11.201000000000001</c:v>
                </c:pt>
                <c:pt idx="56">
                  <c:v>12.726000000000001</c:v>
                </c:pt>
                <c:pt idx="57">
                  <c:v>14.458</c:v>
                </c:pt>
                <c:pt idx="58">
                  <c:v>16.427</c:v>
                </c:pt>
                <c:pt idx="59">
                  <c:v>18.664000000000001</c:v>
                </c:pt>
                <c:pt idx="60">
                  <c:v>21.204999999999998</c:v>
                </c:pt>
                <c:pt idx="61">
                  <c:v>24.091999999999999</c:v>
                </c:pt>
                <c:pt idx="62">
                  <c:v>27.373000000000001</c:v>
                </c:pt>
                <c:pt idx="63">
                  <c:v>31.1</c:v>
                </c:pt>
                <c:pt idx="64">
                  <c:v>35.335000000000001</c:v>
                </c:pt>
                <c:pt idx="65">
                  <c:v>40.146000000000001</c:v>
                </c:pt>
                <c:pt idx="66">
                  <c:v>45.613</c:v>
                </c:pt>
                <c:pt idx="67">
                  <c:v>51.823</c:v>
                </c:pt>
                <c:pt idx="68">
                  <c:v>58.88</c:v>
                </c:pt>
                <c:pt idx="69">
                  <c:v>66.897000000000006</c:v>
                </c:pt>
                <c:pt idx="70">
                  <c:v>76.006</c:v>
                </c:pt>
                <c:pt idx="71">
                  <c:v>86.355000000000004</c:v>
                </c:pt>
                <c:pt idx="72">
                  <c:v>98.114000000000004</c:v>
                </c:pt>
                <c:pt idx="73">
                  <c:v>111.473</c:v>
                </c:pt>
                <c:pt idx="74">
                  <c:v>126.652</c:v>
                </c:pt>
                <c:pt idx="75">
                  <c:v>143.89699999999999</c:v>
                </c:pt>
                <c:pt idx="76">
                  <c:v>163.49</c:v>
                </c:pt>
                <c:pt idx="77">
                  <c:v>185.75200000000001</c:v>
                </c:pt>
                <c:pt idx="78">
                  <c:v>211.04400000000001</c:v>
                </c:pt>
                <c:pt idx="79">
                  <c:v>239.78</c:v>
                </c:pt>
                <c:pt idx="80">
                  <c:v>272.43</c:v>
                </c:pt>
                <c:pt idx="81">
                  <c:v>309.52499999999998</c:v>
                </c:pt>
                <c:pt idx="82">
                  <c:v>351.67</c:v>
                </c:pt>
                <c:pt idx="83">
                  <c:v>399.55500000000001</c:v>
                </c:pt>
                <c:pt idx="84">
                  <c:v>453.96</c:v>
                </c:pt>
                <c:pt idx="85">
                  <c:v>515.77200000000005</c:v>
                </c:pt>
                <c:pt idx="86">
                  <c:v>586.00099999999998</c:v>
                </c:pt>
                <c:pt idx="87">
                  <c:v>665.79300000000001</c:v>
                </c:pt>
                <c:pt idx="88">
                  <c:v>756.44899999999996</c:v>
                </c:pt>
                <c:pt idx="89">
                  <c:v>859.45</c:v>
                </c:pt>
                <c:pt idx="90">
                  <c:v>976.47500000000002</c:v>
                </c:pt>
                <c:pt idx="91">
                  <c:v>1109.4349999999999</c:v>
                </c:pt>
                <c:pt idx="92">
                  <c:v>1260.499</c:v>
                </c:pt>
                <c:pt idx="93">
                  <c:v>1432.133</c:v>
                </c:pt>
                <c:pt idx="94">
                  <c:v>1627.136</c:v>
                </c:pt>
                <c:pt idx="95">
                  <c:v>1848.692</c:v>
                </c:pt>
                <c:pt idx="96">
                  <c:v>2100.4160000000002</c:v>
                </c:pt>
                <c:pt idx="97">
                  <c:v>2386.415</c:v>
                </c:pt>
                <c:pt idx="98">
                  <c:v>2711.357</c:v>
                </c:pt>
                <c:pt idx="99">
                  <c:v>3080.5439999999999</c:v>
                </c:pt>
              </c:numCache>
            </c:numRef>
          </c:xVal>
          <c:yVal>
            <c:numRef>
              <c:f>'Raw Data'!$AD$4:$AD$103</c:f>
              <c:numCache>
                <c:formatCode>General</c:formatCode>
                <c:ptCount val="1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0.23</c:v>
                </c:pt>
                <c:pt idx="25">
                  <c:v>1.17</c:v>
                </c:pt>
                <c:pt idx="26">
                  <c:v>2.7</c:v>
                </c:pt>
                <c:pt idx="27">
                  <c:v>4.46</c:v>
                </c:pt>
                <c:pt idx="28">
                  <c:v>6.02</c:v>
                </c:pt>
                <c:pt idx="29">
                  <c:v>7.09</c:v>
                </c:pt>
                <c:pt idx="30">
                  <c:v>7.53</c:v>
                </c:pt>
                <c:pt idx="31">
                  <c:v>7.36</c:v>
                </c:pt>
                <c:pt idx="32">
                  <c:v>6.77</c:v>
                </c:pt>
                <c:pt idx="33">
                  <c:v>6.01</c:v>
                </c:pt>
                <c:pt idx="34">
                  <c:v>5.31</c:v>
                </c:pt>
                <c:pt idx="35">
                  <c:v>4.8</c:v>
                </c:pt>
                <c:pt idx="36">
                  <c:v>4.54</c:v>
                </c:pt>
                <c:pt idx="37">
                  <c:v>4.46</c:v>
                </c:pt>
                <c:pt idx="38">
                  <c:v>4.4800000000000004</c:v>
                </c:pt>
                <c:pt idx="39">
                  <c:v>4.47</c:v>
                </c:pt>
                <c:pt idx="40">
                  <c:v>4.33</c:v>
                </c:pt>
                <c:pt idx="41">
                  <c:v>4.01</c:v>
                </c:pt>
                <c:pt idx="42">
                  <c:v>3.54</c:v>
                </c:pt>
                <c:pt idx="43">
                  <c:v>2.96</c:v>
                </c:pt>
                <c:pt idx="44">
                  <c:v>2.34</c:v>
                </c:pt>
                <c:pt idx="45">
                  <c:v>1.74</c:v>
                </c:pt>
                <c:pt idx="46">
                  <c:v>1.22</c:v>
                </c:pt>
                <c:pt idx="47">
                  <c:v>0.81</c:v>
                </c:pt>
                <c:pt idx="48">
                  <c:v>0.53</c:v>
                </c:pt>
                <c:pt idx="49">
                  <c:v>0.35</c:v>
                </c:pt>
                <c:pt idx="50">
                  <c:v>0.25</c:v>
                </c:pt>
                <c:pt idx="51">
                  <c:v>0.19</c:v>
                </c:pt>
                <c:pt idx="52">
                  <c:v>0.15</c:v>
                </c:pt>
                <c:pt idx="53">
                  <c:v>0.11</c:v>
                </c:pt>
                <c:pt idx="54">
                  <c:v>7.0000000000000007E-2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845A-4C8F-9A76-17D32E033E82}"/>
            </c:ext>
          </c:extLst>
        </c:ser>
        <c:ser>
          <c:idx val="9"/>
          <c:order val="9"/>
          <c:tx>
            <c:strRef>
              <c:f>'Raw Data'!$AE$3</c:f>
              <c:strCache>
                <c:ptCount val="1"/>
                <c:pt idx="0">
                  <c:v>YA-2509-028</c:v>
                </c:pt>
              </c:strCache>
            </c:strRef>
          </c:tx>
          <c:spPr>
            <a:ln w="952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xVal>
            <c:numRef>
              <c:f>'Raw Data'!$U$4:$U$103</c:f>
              <c:numCache>
                <c:formatCode>General</c:formatCode>
                <c:ptCount val="100"/>
                <c:pt idx="0">
                  <c:v>0.01</c:v>
                </c:pt>
                <c:pt idx="1">
                  <c:v>1.0999999999999999E-2</c:v>
                </c:pt>
                <c:pt idx="2">
                  <c:v>1.2999999999999999E-2</c:v>
                </c:pt>
                <c:pt idx="3">
                  <c:v>1.4999999999999999E-2</c:v>
                </c:pt>
                <c:pt idx="4">
                  <c:v>1.7000000000000001E-2</c:v>
                </c:pt>
                <c:pt idx="5">
                  <c:v>1.9E-2</c:v>
                </c:pt>
                <c:pt idx="6">
                  <c:v>2.1999999999999999E-2</c:v>
                </c:pt>
                <c:pt idx="7">
                  <c:v>2.4E-2</c:v>
                </c:pt>
                <c:pt idx="8">
                  <c:v>2.8000000000000001E-2</c:v>
                </c:pt>
                <c:pt idx="9">
                  <c:v>3.2000000000000001E-2</c:v>
                </c:pt>
                <c:pt idx="10">
                  <c:v>3.5999999999999997E-2</c:v>
                </c:pt>
                <c:pt idx="11">
                  <c:v>4.1000000000000002E-2</c:v>
                </c:pt>
                <c:pt idx="12">
                  <c:v>4.5999999999999999E-2</c:v>
                </c:pt>
                <c:pt idx="13">
                  <c:v>5.2999999999999999E-2</c:v>
                </c:pt>
                <c:pt idx="14">
                  <c:v>0.06</c:v>
                </c:pt>
                <c:pt idx="15">
                  <c:v>6.8000000000000005E-2</c:v>
                </c:pt>
                <c:pt idx="16">
                  <c:v>7.6999999999999999E-2</c:v>
                </c:pt>
                <c:pt idx="17">
                  <c:v>8.7999999999999995E-2</c:v>
                </c:pt>
                <c:pt idx="18">
                  <c:v>0.1</c:v>
                </c:pt>
                <c:pt idx="19">
                  <c:v>0.113</c:v>
                </c:pt>
                <c:pt idx="20">
                  <c:v>0.128</c:v>
                </c:pt>
                <c:pt idx="21">
                  <c:v>0.14599999999999999</c:v>
                </c:pt>
                <c:pt idx="22">
                  <c:v>0.16600000000000001</c:v>
                </c:pt>
                <c:pt idx="23">
                  <c:v>0.188</c:v>
                </c:pt>
                <c:pt idx="24">
                  <c:v>0.214</c:v>
                </c:pt>
                <c:pt idx="25">
                  <c:v>0.24299999999999999</c:v>
                </c:pt>
                <c:pt idx="26">
                  <c:v>0.27600000000000002</c:v>
                </c:pt>
                <c:pt idx="27">
                  <c:v>0.314</c:v>
                </c:pt>
                <c:pt idx="28">
                  <c:v>0.35699999999999998</c:v>
                </c:pt>
                <c:pt idx="29">
                  <c:v>0.40500000000000003</c:v>
                </c:pt>
                <c:pt idx="30">
                  <c:v>0.46</c:v>
                </c:pt>
                <c:pt idx="31">
                  <c:v>0.52300000000000002</c:v>
                </c:pt>
                <c:pt idx="32">
                  <c:v>0.59399999999999997</c:v>
                </c:pt>
                <c:pt idx="33">
                  <c:v>0.67500000000000004</c:v>
                </c:pt>
                <c:pt idx="34">
                  <c:v>0.76700000000000002</c:v>
                </c:pt>
                <c:pt idx="35">
                  <c:v>0.872</c:v>
                </c:pt>
                <c:pt idx="36">
                  <c:v>0.99099999999999999</c:v>
                </c:pt>
                <c:pt idx="37">
                  <c:v>1.125</c:v>
                </c:pt>
                <c:pt idx="38">
                  <c:v>1.2789999999999999</c:v>
                </c:pt>
                <c:pt idx="39">
                  <c:v>1.4530000000000001</c:v>
                </c:pt>
                <c:pt idx="40">
                  <c:v>1.651</c:v>
                </c:pt>
                <c:pt idx="41">
                  <c:v>1.875</c:v>
                </c:pt>
                <c:pt idx="42">
                  <c:v>2.1309999999999998</c:v>
                </c:pt>
                <c:pt idx="43">
                  <c:v>2.4209999999999998</c:v>
                </c:pt>
                <c:pt idx="44">
                  <c:v>2.75</c:v>
                </c:pt>
                <c:pt idx="45">
                  <c:v>3.125</c:v>
                </c:pt>
                <c:pt idx="46">
                  <c:v>3.55</c:v>
                </c:pt>
                <c:pt idx="47">
                  <c:v>4.0339999999999998</c:v>
                </c:pt>
                <c:pt idx="48">
                  <c:v>4.5830000000000002</c:v>
                </c:pt>
                <c:pt idx="49">
                  <c:v>5.2069999999999999</c:v>
                </c:pt>
                <c:pt idx="50">
                  <c:v>5.9160000000000004</c:v>
                </c:pt>
                <c:pt idx="51">
                  <c:v>6.7220000000000004</c:v>
                </c:pt>
                <c:pt idx="52">
                  <c:v>7.6369999999999996</c:v>
                </c:pt>
                <c:pt idx="53">
                  <c:v>8.6769999999999996</c:v>
                </c:pt>
                <c:pt idx="54">
                  <c:v>9.8580000000000005</c:v>
                </c:pt>
                <c:pt idx="55">
                  <c:v>11.201000000000001</c:v>
                </c:pt>
                <c:pt idx="56">
                  <c:v>12.726000000000001</c:v>
                </c:pt>
                <c:pt idx="57">
                  <c:v>14.458</c:v>
                </c:pt>
                <c:pt idx="58">
                  <c:v>16.427</c:v>
                </c:pt>
                <c:pt idx="59">
                  <c:v>18.664000000000001</c:v>
                </c:pt>
                <c:pt idx="60">
                  <c:v>21.204999999999998</c:v>
                </c:pt>
                <c:pt idx="61">
                  <c:v>24.091999999999999</c:v>
                </c:pt>
                <c:pt idx="62">
                  <c:v>27.373000000000001</c:v>
                </c:pt>
                <c:pt idx="63">
                  <c:v>31.1</c:v>
                </c:pt>
                <c:pt idx="64">
                  <c:v>35.335000000000001</c:v>
                </c:pt>
                <c:pt idx="65">
                  <c:v>40.146000000000001</c:v>
                </c:pt>
                <c:pt idx="66">
                  <c:v>45.613</c:v>
                </c:pt>
                <c:pt idx="67">
                  <c:v>51.823</c:v>
                </c:pt>
                <c:pt idx="68">
                  <c:v>58.88</c:v>
                </c:pt>
                <c:pt idx="69">
                  <c:v>66.897000000000006</c:v>
                </c:pt>
                <c:pt idx="70">
                  <c:v>76.006</c:v>
                </c:pt>
                <c:pt idx="71">
                  <c:v>86.355000000000004</c:v>
                </c:pt>
                <c:pt idx="72">
                  <c:v>98.114000000000004</c:v>
                </c:pt>
                <c:pt idx="73">
                  <c:v>111.473</c:v>
                </c:pt>
                <c:pt idx="74">
                  <c:v>126.652</c:v>
                </c:pt>
                <c:pt idx="75">
                  <c:v>143.89699999999999</c:v>
                </c:pt>
                <c:pt idx="76">
                  <c:v>163.49</c:v>
                </c:pt>
                <c:pt idx="77">
                  <c:v>185.75200000000001</c:v>
                </c:pt>
                <c:pt idx="78">
                  <c:v>211.04400000000001</c:v>
                </c:pt>
                <c:pt idx="79">
                  <c:v>239.78</c:v>
                </c:pt>
                <c:pt idx="80">
                  <c:v>272.43</c:v>
                </c:pt>
                <c:pt idx="81">
                  <c:v>309.52499999999998</c:v>
                </c:pt>
                <c:pt idx="82">
                  <c:v>351.67</c:v>
                </c:pt>
                <c:pt idx="83">
                  <c:v>399.55500000000001</c:v>
                </c:pt>
                <c:pt idx="84">
                  <c:v>453.96</c:v>
                </c:pt>
                <c:pt idx="85">
                  <c:v>515.77200000000005</c:v>
                </c:pt>
                <c:pt idx="86">
                  <c:v>586.00099999999998</c:v>
                </c:pt>
                <c:pt idx="87">
                  <c:v>665.79300000000001</c:v>
                </c:pt>
                <c:pt idx="88">
                  <c:v>756.44899999999996</c:v>
                </c:pt>
                <c:pt idx="89">
                  <c:v>859.45</c:v>
                </c:pt>
                <c:pt idx="90">
                  <c:v>976.47500000000002</c:v>
                </c:pt>
                <c:pt idx="91">
                  <c:v>1109.4349999999999</c:v>
                </c:pt>
                <c:pt idx="92">
                  <c:v>1260.499</c:v>
                </c:pt>
                <c:pt idx="93">
                  <c:v>1432.133</c:v>
                </c:pt>
                <c:pt idx="94">
                  <c:v>1627.136</c:v>
                </c:pt>
                <c:pt idx="95">
                  <c:v>1848.692</c:v>
                </c:pt>
                <c:pt idx="96">
                  <c:v>2100.4160000000002</c:v>
                </c:pt>
                <c:pt idx="97">
                  <c:v>2386.415</c:v>
                </c:pt>
                <c:pt idx="98">
                  <c:v>2711.357</c:v>
                </c:pt>
                <c:pt idx="99">
                  <c:v>3080.5439999999999</c:v>
                </c:pt>
              </c:numCache>
            </c:numRef>
          </c:xVal>
          <c:yVal>
            <c:numRef>
              <c:f>'Raw Data'!$AE$4:$AE$103</c:f>
              <c:numCache>
                <c:formatCode>General</c:formatCode>
                <c:ptCount val="1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0.24</c:v>
                </c:pt>
                <c:pt idx="25">
                  <c:v>1.18</c:v>
                </c:pt>
                <c:pt idx="26">
                  <c:v>2.73</c:v>
                </c:pt>
                <c:pt idx="27">
                  <c:v>4.49</c:v>
                </c:pt>
                <c:pt idx="28">
                  <c:v>6.06</c:v>
                </c:pt>
                <c:pt idx="29">
                  <c:v>7.13</c:v>
                </c:pt>
                <c:pt idx="30">
                  <c:v>7.56</c:v>
                </c:pt>
                <c:pt idx="31">
                  <c:v>7.39</c:v>
                </c:pt>
                <c:pt idx="32">
                  <c:v>6.79</c:v>
                </c:pt>
                <c:pt idx="33">
                  <c:v>6.02</c:v>
                </c:pt>
                <c:pt idx="34">
                  <c:v>5.3</c:v>
                </c:pt>
                <c:pt idx="35">
                  <c:v>4.78</c:v>
                </c:pt>
                <c:pt idx="36">
                  <c:v>4.5</c:v>
                </c:pt>
                <c:pt idx="37">
                  <c:v>4.4000000000000004</c:v>
                </c:pt>
                <c:pt idx="38">
                  <c:v>4.4000000000000004</c:v>
                </c:pt>
                <c:pt idx="39">
                  <c:v>4.37</c:v>
                </c:pt>
                <c:pt idx="40">
                  <c:v>4.22</c:v>
                </c:pt>
                <c:pt idx="41">
                  <c:v>3.91</c:v>
                </c:pt>
                <c:pt idx="42">
                  <c:v>3.44</c:v>
                </c:pt>
                <c:pt idx="43">
                  <c:v>2.87</c:v>
                </c:pt>
                <c:pt idx="44">
                  <c:v>2.2799999999999998</c:v>
                </c:pt>
                <c:pt idx="45">
                  <c:v>1.7</c:v>
                </c:pt>
                <c:pt idx="46">
                  <c:v>1.21</c:v>
                </c:pt>
                <c:pt idx="47">
                  <c:v>0.82</c:v>
                </c:pt>
                <c:pt idx="48">
                  <c:v>0.56000000000000005</c:v>
                </c:pt>
                <c:pt idx="49">
                  <c:v>0.41</c:v>
                </c:pt>
                <c:pt idx="50">
                  <c:v>0.32</c:v>
                </c:pt>
                <c:pt idx="51">
                  <c:v>0.27</c:v>
                </c:pt>
                <c:pt idx="52">
                  <c:v>0.23</c:v>
                </c:pt>
                <c:pt idx="53">
                  <c:v>0.18</c:v>
                </c:pt>
                <c:pt idx="54">
                  <c:v>0.13</c:v>
                </c:pt>
                <c:pt idx="55">
                  <c:v>0.09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845A-4C8F-9A76-17D32E033E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33844767"/>
        <c:axId val="406687407"/>
        <c:extLst>
          <c:ext xmlns:c15="http://schemas.microsoft.com/office/drawing/2012/chart" uri="{02D57815-91ED-43cb-92C2-25804820EDAC}">
            <c15:filteredScatte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'Raw Data'!$V$3</c15:sqref>
                        </c15:formulaRef>
                      </c:ext>
                    </c:extLst>
                    <c:strCache>
                      <c:ptCount val="1"/>
                      <c:pt idx="0">
                        <c:v>JC2505-033</c:v>
                      </c:pt>
                    </c:strCache>
                  </c:strRef>
                </c:tx>
                <c:spPr>
                  <a:ln w="3175" cap="rnd">
                    <a:solidFill>
                      <a:sysClr val="windowText" lastClr="000000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>
                      <c:ext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'Raw Data'!$V$4:$V$103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0.44</c:v>
                      </c:pt>
                      <c:pt idx="26">
                        <c:v>1.28</c:v>
                      </c:pt>
                      <c:pt idx="27">
                        <c:v>2.34</c:v>
                      </c:pt>
                      <c:pt idx="28">
                        <c:v>3.39</c:v>
                      </c:pt>
                      <c:pt idx="29">
                        <c:v>4.2300000000000004</c:v>
                      </c:pt>
                      <c:pt idx="30">
                        <c:v>4.76</c:v>
                      </c:pt>
                      <c:pt idx="31">
                        <c:v>4.9800000000000004</c:v>
                      </c:pt>
                      <c:pt idx="32">
                        <c:v>5.01</c:v>
                      </c:pt>
                      <c:pt idx="33">
                        <c:v>4.96</c:v>
                      </c:pt>
                      <c:pt idx="34">
                        <c:v>4.96</c:v>
                      </c:pt>
                      <c:pt idx="35">
                        <c:v>5.08</c:v>
                      </c:pt>
                      <c:pt idx="36">
                        <c:v>5.31</c:v>
                      </c:pt>
                      <c:pt idx="37">
                        <c:v>5.6</c:v>
                      </c:pt>
                      <c:pt idx="38">
                        <c:v>5.85</c:v>
                      </c:pt>
                      <c:pt idx="39">
                        <c:v>5.95</c:v>
                      </c:pt>
                      <c:pt idx="40">
                        <c:v>5.83</c:v>
                      </c:pt>
                      <c:pt idx="41">
                        <c:v>5.47</c:v>
                      </c:pt>
                      <c:pt idx="42">
                        <c:v>4.91</c:v>
                      </c:pt>
                      <c:pt idx="43">
                        <c:v>4.2300000000000004</c:v>
                      </c:pt>
                      <c:pt idx="44">
                        <c:v>3.51</c:v>
                      </c:pt>
                      <c:pt idx="45">
                        <c:v>2.84</c:v>
                      </c:pt>
                      <c:pt idx="46">
                        <c:v>2.2400000000000002</c:v>
                      </c:pt>
                      <c:pt idx="47">
                        <c:v>1.75</c:v>
                      </c:pt>
                      <c:pt idx="48">
                        <c:v>1.37</c:v>
                      </c:pt>
                      <c:pt idx="49">
                        <c:v>1.0900000000000001</c:v>
                      </c:pt>
                      <c:pt idx="50">
                        <c:v>0.86</c:v>
                      </c:pt>
                      <c:pt idx="51">
                        <c:v>0.67</c:v>
                      </c:pt>
                      <c:pt idx="52">
                        <c:v>0.49</c:v>
                      </c:pt>
                      <c:pt idx="53">
                        <c:v>0.33</c:v>
                      </c:pt>
                      <c:pt idx="54">
                        <c:v>0.19</c:v>
                      </c:pt>
                      <c:pt idx="55">
                        <c:v>0.08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  <c:pt idx="68">
                        <c:v>0</c:v>
                      </c:pt>
                      <c:pt idx="69">
                        <c:v>0</c:v>
                      </c:pt>
                      <c:pt idx="70">
                        <c:v>0</c:v>
                      </c:pt>
                      <c:pt idx="71">
                        <c:v>0</c:v>
                      </c:pt>
                      <c:pt idx="72">
                        <c:v>0</c:v>
                      </c:pt>
                      <c:pt idx="73">
                        <c:v>0</c:v>
                      </c:pt>
                      <c:pt idx="74">
                        <c:v>0</c:v>
                      </c:pt>
                      <c:pt idx="75">
                        <c:v>0</c:v>
                      </c:pt>
                      <c:pt idx="76">
                        <c:v>0</c:v>
                      </c:pt>
                      <c:pt idx="77">
                        <c:v>0</c:v>
                      </c:pt>
                      <c:pt idx="78">
                        <c:v>0</c:v>
                      </c:pt>
                      <c:pt idx="79">
                        <c:v>0</c:v>
                      </c:pt>
                      <c:pt idx="80">
                        <c:v>0</c:v>
                      </c:pt>
                      <c:pt idx="81">
                        <c:v>0</c:v>
                      </c:pt>
                      <c:pt idx="82">
                        <c:v>0</c:v>
                      </c:pt>
                      <c:pt idx="83">
                        <c:v>0</c:v>
                      </c:pt>
                      <c:pt idx="84">
                        <c:v>0</c:v>
                      </c:pt>
                      <c:pt idx="85">
                        <c:v>0</c:v>
                      </c:pt>
                      <c:pt idx="86">
                        <c:v>0</c:v>
                      </c:pt>
                      <c:pt idx="87">
                        <c:v>0</c:v>
                      </c:pt>
                      <c:pt idx="88">
                        <c:v>0</c:v>
                      </c:pt>
                      <c:pt idx="89">
                        <c:v>0</c:v>
                      </c:pt>
                      <c:pt idx="90">
                        <c:v>0</c:v>
                      </c:pt>
                      <c:pt idx="91">
                        <c:v>0</c:v>
                      </c:pt>
                      <c:pt idx="92">
                        <c:v>0</c:v>
                      </c:pt>
                      <c:pt idx="93">
                        <c:v>0</c:v>
                      </c:pt>
                      <c:pt idx="94">
                        <c:v>0</c:v>
                      </c:pt>
                      <c:pt idx="95">
                        <c:v>0</c:v>
                      </c:pt>
                      <c:pt idx="96">
                        <c:v>0</c:v>
                      </c:pt>
                      <c:pt idx="97">
                        <c:v>0</c:v>
                      </c:pt>
                      <c:pt idx="98">
                        <c:v>0</c:v>
                      </c:pt>
                      <c:pt idx="99">
                        <c:v>0</c:v>
                      </c:pt>
                    </c:numCache>
                  </c:numRef>
                </c:yVal>
                <c:smooth val="1"/>
                <c:extLst>
                  <c:ext xmlns:c16="http://schemas.microsoft.com/office/drawing/2014/chart" uri="{C3380CC4-5D6E-409C-BE32-E72D297353CC}">
                    <c16:uniqueId val="{00000002-845A-4C8F-9A76-17D32E033E82}"/>
                  </c:ext>
                </c:extLst>
              </c15:ser>
            </c15:filteredScatterSeries>
            <c15:filteredScatte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Data'!$W$3</c15:sqref>
                        </c15:formulaRef>
                      </c:ext>
                    </c:extLst>
                    <c:strCache>
                      <c:ptCount val="1"/>
                      <c:pt idx="0">
                        <c:v>JC2505-038</c:v>
                      </c:pt>
                    </c:strCache>
                  </c:strRef>
                </c:tx>
                <c:spPr>
                  <a:ln w="3175" cap="rnd">
                    <a:solidFill>
                      <a:sysClr val="windowText" lastClr="000000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Data'!$W$4:$W$103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0.31</c:v>
                      </c:pt>
                      <c:pt idx="26">
                        <c:v>1.01</c:v>
                      </c:pt>
                      <c:pt idx="27">
                        <c:v>1.95</c:v>
                      </c:pt>
                      <c:pt idx="28">
                        <c:v>2.93</c:v>
                      </c:pt>
                      <c:pt idx="29">
                        <c:v>3.76</c:v>
                      </c:pt>
                      <c:pt idx="30">
                        <c:v>4.34</c:v>
                      </c:pt>
                      <c:pt idx="31">
                        <c:v>4.63</c:v>
                      </c:pt>
                      <c:pt idx="32">
                        <c:v>4.72</c:v>
                      </c:pt>
                      <c:pt idx="33">
                        <c:v>4.71</c:v>
                      </c:pt>
                      <c:pt idx="34">
                        <c:v>4.74</c:v>
                      </c:pt>
                      <c:pt idx="35">
                        <c:v>4.8600000000000003</c:v>
                      </c:pt>
                      <c:pt idx="36">
                        <c:v>5.12</c:v>
                      </c:pt>
                      <c:pt idx="37">
                        <c:v>5.45</c:v>
                      </c:pt>
                      <c:pt idx="38">
                        <c:v>5.78</c:v>
                      </c:pt>
                      <c:pt idx="39">
                        <c:v>5.98</c:v>
                      </c:pt>
                      <c:pt idx="40">
                        <c:v>5.98</c:v>
                      </c:pt>
                      <c:pt idx="41">
                        <c:v>5.75</c:v>
                      </c:pt>
                      <c:pt idx="42">
                        <c:v>5.29</c:v>
                      </c:pt>
                      <c:pt idx="43">
                        <c:v>4.68</c:v>
                      </c:pt>
                      <c:pt idx="44">
                        <c:v>4</c:v>
                      </c:pt>
                      <c:pt idx="45">
                        <c:v>3.32</c:v>
                      </c:pt>
                      <c:pt idx="46">
                        <c:v>2.68</c:v>
                      </c:pt>
                      <c:pt idx="47">
                        <c:v>2.13</c:v>
                      </c:pt>
                      <c:pt idx="48">
                        <c:v>1.67</c:v>
                      </c:pt>
                      <c:pt idx="49">
                        <c:v>1.31</c:v>
                      </c:pt>
                      <c:pt idx="50">
                        <c:v>1.01</c:v>
                      </c:pt>
                      <c:pt idx="51">
                        <c:v>0.76</c:v>
                      </c:pt>
                      <c:pt idx="52">
                        <c:v>0.54</c:v>
                      </c:pt>
                      <c:pt idx="53">
                        <c:v>0.34</c:v>
                      </c:pt>
                      <c:pt idx="54">
                        <c:v>0.19</c:v>
                      </c:pt>
                      <c:pt idx="55">
                        <c:v>0.06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  <c:pt idx="68">
                        <c:v>0</c:v>
                      </c:pt>
                      <c:pt idx="69">
                        <c:v>0</c:v>
                      </c:pt>
                      <c:pt idx="70">
                        <c:v>0</c:v>
                      </c:pt>
                      <c:pt idx="71">
                        <c:v>0</c:v>
                      </c:pt>
                      <c:pt idx="72">
                        <c:v>0</c:v>
                      </c:pt>
                      <c:pt idx="73">
                        <c:v>0</c:v>
                      </c:pt>
                      <c:pt idx="74">
                        <c:v>0</c:v>
                      </c:pt>
                      <c:pt idx="75">
                        <c:v>0</c:v>
                      </c:pt>
                      <c:pt idx="76">
                        <c:v>0</c:v>
                      </c:pt>
                      <c:pt idx="77">
                        <c:v>0</c:v>
                      </c:pt>
                      <c:pt idx="78">
                        <c:v>0</c:v>
                      </c:pt>
                      <c:pt idx="79">
                        <c:v>0</c:v>
                      </c:pt>
                      <c:pt idx="80">
                        <c:v>0</c:v>
                      </c:pt>
                      <c:pt idx="81">
                        <c:v>0</c:v>
                      </c:pt>
                      <c:pt idx="82">
                        <c:v>0</c:v>
                      </c:pt>
                      <c:pt idx="83">
                        <c:v>0</c:v>
                      </c:pt>
                      <c:pt idx="84">
                        <c:v>0</c:v>
                      </c:pt>
                      <c:pt idx="85">
                        <c:v>0</c:v>
                      </c:pt>
                      <c:pt idx="86">
                        <c:v>0</c:v>
                      </c:pt>
                      <c:pt idx="87">
                        <c:v>0</c:v>
                      </c:pt>
                      <c:pt idx="88">
                        <c:v>0</c:v>
                      </c:pt>
                      <c:pt idx="89">
                        <c:v>0</c:v>
                      </c:pt>
                      <c:pt idx="90">
                        <c:v>0</c:v>
                      </c:pt>
                      <c:pt idx="91">
                        <c:v>0</c:v>
                      </c:pt>
                      <c:pt idx="92">
                        <c:v>0</c:v>
                      </c:pt>
                      <c:pt idx="93">
                        <c:v>0</c:v>
                      </c:pt>
                      <c:pt idx="94">
                        <c:v>0</c:v>
                      </c:pt>
                      <c:pt idx="95">
                        <c:v>0</c:v>
                      </c:pt>
                      <c:pt idx="96">
                        <c:v>0</c:v>
                      </c:pt>
                      <c:pt idx="97">
                        <c:v>0</c:v>
                      </c:pt>
                      <c:pt idx="98">
                        <c:v>0</c:v>
                      </c:pt>
                      <c:pt idx="99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845A-4C8F-9A76-17D32E033E82}"/>
                  </c:ext>
                </c:extLst>
              </c15:ser>
            </c15:filteredScatterSeries>
            <c15:filteredScatte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Data'!$X$3</c15:sqref>
                        </c15:formulaRef>
                      </c:ext>
                    </c:extLst>
                    <c:strCache>
                      <c:ptCount val="1"/>
                      <c:pt idx="0">
                        <c:v>JC2506-100</c:v>
                      </c:pt>
                    </c:strCache>
                  </c:strRef>
                </c:tx>
                <c:spPr>
                  <a:ln w="6350" cap="rnd">
                    <a:solidFill>
                      <a:schemeClr val="bg1">
                        <a:lumMod val="5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Data'!$X$4:$X$103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0.03</c:v>
                      </c:pt>
                      <c:pt idx="25">
                        <c:v>0.65</c:v>
                      </c:pt>
                      <c:pt idx="26">
                        <c:v>1.76</c:v>
                      </c:pt>
                      <c:pt idx="27">
                        <c:v>3.1</c:v>
                      </c:pt>
                      <c:pt idx="28">
                        <c:v>4.37</c:v>
                      </c:pt>
                      <c:pt idx="29">
                        <c:v>5.32</c:v>
                      </c:pt>
                      <c:pt idx="30">
                        <c:v>5.83</c:v>
                      </c:pt>
                      <c:pt idx="31">
                        <c:v>5.9</c:v>
                      </c:pt>
                      <c:pt idx="32">
                        <c:v>5.66</c:v>
                      </c:pt>
                      <c:pt idx="33">
                        <c:v>5.29</c:v>
                      </c:pt>
                      <c:pt idx="34">
                        <c:v>4.96</c:v>
                      </c:pt>
                      <c:pt idx="35">
                        <c:v>4.75</c:v>
                      </c:pt>
                      <c:pt idx="36">
                        <c:v>4.7</c:v>
                      </c:pt>
                      <c:pt idx="37">
                        <c:v>4.79</c:v>
                      </c:pt>
                      <c:pt idx="38">
                        <c:v>4.9400000000000004</c:v>
                      </c:pt>
                      <c:pt idx="39">
                        <c:v>5.0599999999999996</c:v>
                      </c:pt>
                      <c:pt idx="40">
                        <c:v>5.08</c:v>
                      </c:pt>
                      <c:pt idx="41">
                        <c:v>4.93</c:v>
                      </c:pt>
                      <c:pt idx="42">
                        <c:v>4.5999999999999996</c:v>
                      </c:pt>
                      <c:pt idx="43">
                        <c:v>4.13</c:v>
                      </c:pt>
                      <c:pt idx="44">
                        <c:v>3.55</c:v>
                      </c:pt>
                      <c:pt idx="45">
                        <c:v>2.93</c:v>
                      </c:pt>
                      <c:pt idx="46">
                        <c:v>2.3199999999999998</c:v>
                      </c:pt>
                      <c:pt idx="47">
                        <c:v>1.78</c:v>
                      </c:pt>
                      <c:pt idx="48">
                        <c:v>1.33</c:v>
                      </c:pt>
                      <c:pt idx="49">
                        <c:v>0.97</c:v>
                      </c:pt>
                      <c:pt idx="50">
                        <c:v>0.67</c:v>
                      </c:pt>
                      <c:pt idx="51">
                        <c:v>0.42</c:v>
                      </c:pt>
                      <c:pt idx="52">
                        <c:v>0.16</c:v>
                      </c:pt>
                      <c:pt idx="53">
                        <c:v>0.01</c:v>
                      </c:pt>
                      <c:pt idx="54">
                        <c:v>0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  <c:pt idx="68">
                        <c:v>0</c:v>
                      </c:pt>
                      <c:pt idx="69">
                        <c:v>0</c:v>
                      </c:pt>
                      <c:pt idx="70">
                        <c:v>0</c:v>
                      </c:pt>
                      <c:pt idx="71">
                        <c:v>0</c:v>
                      </c:pt>
                      <c:pt idx="72">
                        <c:v>0</c:v>
                      </c:pt>
                      <c:pt idx="73">
                        <c:v>0</c:v>
                      </c:pt>
                      <c:pt idx="74">
                        <c:v>0</c:v>
                      </c:pt>
                      <c:pt idx="75">
                        <c:v>0</c:v>
                      </c:pt>
                      <c:pt idx="76">
                        <c:v>0</c:v>
                      </c:pt>
                      <c:pt idx="77">
                        <c:v>0</c:v>
                      </c:pt>
                      <c:pt idx="78">
                        <c:v>0</c:v>
                      </c:pt>
                      <c:pt idx="79">
                        <c:v>0</c:v>
                      </c:pt>
                      <c:pt idx="80">
                        <c:v>0</c:v>
                      </c:pt>
                      <c:pt idx="81">
                        <c:v>0</c:v>
                      </c:pt>
                      <c:pt idx="82">
                        <c:v>0</c:v>
                      </c:pt>
                      <c:pt idx="83">
                        <c:v>0</c:v>
                      </c:pt>
                      <c:pt idx="84">
                        <c:v>0</c:v>
                      </c:pt>
                      <c:pt idx="85">
                        <c:v>0</c:v>
                      </c:pt>
                      <c:pt idx="86">
                        <c:v>0</c:v>
                      </c:pt>
                      <c:pt idx="87">
                        <c:v>0</c:v>
                      </c:pt>
                      <c:pt idx="88">
                        <c:v>0</c:v>
                      </c:pt>
                      <c:pt idx="89">
                        <c:v>0</c:v>
                      </c:pt>
                      <c:pt idx="90">
                        <c:v>0</c:v>
                      </c:pt>
                      <c:pt idx="91">
                        <c:v>0</c:v>
                      </c:pt>
                      <c:pt idx="92">
                        <c:v>0</c:v>
                      </c:pt>
                      <c:pt idx="93">
                        <c:v>0</c:v>
                      </c:pt>
                      <c:pt idx="94">
                        <c:v>0</c:v>
                      </c:pt>
                      <c:pt idx="95">
                        <c:v>0</c:v>
                      </c:pt>
                      <c:pt idx="96">
                        <c:v>0</c:v>
                      </c:pt>
                      <c:pt idx="97">
                        <c:v>0</c:v>
                      </c:pt>
                      <c:pt idx="98">
                        <c:v>0</c:v>
                      </c:pt>
                      <c:pt idx="99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845A-4C8F-9A76-17D32E033E82}"/>
                  </c:ext>
                </c:extLst>
              </c15:ser>
            </c15:filteredScatterSeries>
            <c15:filteredScatte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Data'!$Y$3</c15:sqref>
                        </c15:formulaRef>
                      </c:ext>
                    </c:extLst>
                    <c:strCache>
                      <c:ptCount val="1"/>
                      <c:pt idx="0">
                        <c:v>JC2506-101</c:v>
                      </c:pt>
                    </c:strCache>
                  </c:strRef>
                </c:tx>
                <c:spPr>
                  <a:ln w="6350" cap="rnd">
                    <a:solidFill>
                      <a:schemeClr val="bg1">
                        <a:lumMod val="5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Data'!$Y$4:$Y$103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0.48</c:v>
                      </c:pt>
                      <c:pt idx="26">
                        <c:v>1.46</c:v>
                      </c:pt>
                      <c:pt idx="27">
                        <c:v>2.71</c:v>
                      </c:pt>
                      <c:pt idx="28">
                        <c:v>3.96</c:v>
                      </c:pt>
                      <c:pt idx="29">
                        <c:v>4.96</c:v>
                      </c:pt>
                      <c:pt idx="30">
                        <c:v>5.58</c:v>
                      </c:pt>
                      <c:pt idx="31">
                        <c:v>5.78</c:v>
                      </c:pt>
                      <c:pt idx="32">
                        <c:v>5.67</c:v>
                      </c:pt>
                      <c:pt idx="33">
                        <c:v>5.39</c:v>
                      </c:pt>
                      <c:pt idx="34">
                        <c:v>5.1100000000000003</c:v>
                      </c:pt>
                      <c:pt idx="35">
                        <c:v>4.91</c:v>
                      </c:pt>
                      <c:pt idx="36">
                        <c:v>4.8499999999999996</c:v>
                      </c:pt>
                      <c:pt idx="37">
                        <c:v>4.9000000000000004</c:v>
                      </c:pt>
                      <c:pt idx="38">
                        <c:v>5</c:v>
                      </c:pt>
                      <c:pt idx="39">
                        <c:v>5.07</c:v>
                      </c:pt>
                      <c:pt idx="40">
                        <c:v>5.0199999999999996</c:v>
                      </c:pt>
                      <c:pt idx="41">
                        <c:v>4.8099999999999996</c:v>
                      </c:pt>
                      <c:pt idx="42">
                        <c:v>4.4400000000000004</c:v>
                      </c:pt>
                      <c:pt idx="43">
                        <c:v>3.97</c:v>
                      </c:pt>
                      <c:pt idx="44">
                        <c:v>3.43</c:v>
                      </c:pt>
                      <c:pt idx="45">
                        <c:v>2.88</c:v>
                      </c:pt>
                      <c:pt idx="46">
                        <c:v>2.37</c:v>
                      </c:pt>
                      <c:pt idx="47">
                        <c:v>1.92</c:v>
                      </c:pt>
                      <c:pt idx="48">
                        <c:v>1.56</c:v>
                      </c:pt>
                      <c:pt idx="49">
                        <c:v>1.25</c:v>
                      </c:pt>
                      <c:pt idx="50">
                        <c:v>0.98</c:v>
                      </c:pt>
                      <c:pt idx="51">
                        <c:v>0.73</c:v>
                      </c:pt>
                      <c:pt idx="52">
                        <c:v>0.49</c:v>
                      </c:pt>
                      <c:pt idx="53">
                        <c:v>0.28000000000000003</c:v>
                      </c:pt>
                      <c:pt idx="54">
                        <c:v>7.0000000000000007E-2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  <c:pt idx="68">
                        <c:v>0</c:v>
                      </c:pt>
                      <c:pt idx="69">
                        <c:v>0</c:v>
                      </c:pt>
                      <c:pt idx="70">
                        <c:v>0</c:v>
                      </c:pt>
                      <c:pt idx="71">
                        <c:v>0</c:v>
                      </c:pt>
                      <c:pt idx="72">
                        <c:v>0</c:v>
                      </c:pt>
                      <c:pt idx="73">
                        <c:v>0</c:v>
                      </c:pt>
                      <c:pt idx="74">
                        <c:v>0</c:v>
                      </c:pt>
                      <c:pt idx="75">
                        <c:v>0</c:v>
                      </c:pt>
                      <c:pt idx="76">
                        <c:v>0</c:v>
                      </c:pt>
                      <c:pt idx="77">
                        <c:v>0</c:v>
                      </c:pt>
                      <c:pt idx="78">
                        <c:v>0</c:v>
                      </c:pt>
                      <c:pt idx="79">
                        <c:v>0</c:v>
                      </c:pt>
                      <c:pt idx="80">
                        <c:v>0</c:v>
                      </c:pt>
                      <c:pt idx="81">
                        <c:v>0</c:v>
                      </c:pt>
                      <c:pt idx="82">
                        <c:v>0</c:v>
                      </c:pt>
                      <c:pt idx="83">
                        <c:v>0</c:v>
                      </c:pt>
                      <c:pt idx="84">
                        <c:v>0</c:v>
                      </c:pt>
                      <c:pt idx="85">
                        <c:v>0</c:v>
                      </c:pt>
                      <c:pt idx="86">
                        <c:v>0</c:v>
                      </c:pt>
                      <c:pt idx="87">
                        <c:v>0</c:v>
                      </c:pt>
                      <c:pt idx="88">
                        <c:v>0</c:v>
                      </c:pt>
                      <c:pt idx="89">
                        <c:v>0</c:v>
                      </c:pt>
                      <c:pt idx="90">
                        <c:v>0</c:v>
                      </c:pt>
                      <c:pt idx="91">
                        <c:v>0</c:v>
                      </c:pt>
                      <c:pt idx="92">
                        <c:v>0</c:v>
                      </c:pt>
                      <c:pt idx="93">
                        <c:v>0</c:v>
                      </c:pt>
                      <c:pt idx="94">
                        <c:v>0</c:v>
                      </c:pt>
                      <c:pt idx="95">
                        <c:v>0</c:v>
                      </c:pt>
                      <c:pt idx="96">
                        <c:v>0</c:v>
                      </c:pt>
                      <c:pt idx="97">
                        <c:v>0</c:v>
                      </c:pt>
                      <c:pt idx="98">
                        <c:v>0</c:v>
                      </c:pt>
                      <c:pt idx="99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845A-4C8F-9A76-17D32E033E82}"/>
                  </c:ext>
                </c:extLst>
              </c15:ser>
            </c15:filteredScatterSeries>
            <c15:filteredScatte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Data'!$Z$3</c15:sqref>
                        </c15:formulaRef>
                      </c:ext>
                    </c:extLst>
                    <c:strCache>
                      <c:ptCount val="1"/>
                      <c:pt idx="0">
                        <c:v>JC2507-007</c:v>
                      </c:pt>
                    </c:strCache>
                  </c:strRef>
                </c:tx>
                <c:spPr>
                  <a:ln w="6350" cap="rnd">
                    <a:solidFill>
                      <a:srgbClr val="FFC000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Data'!$Z$4:$Z$103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0.2</c:v>
                      </c:pt>
                      <c:pt idx="25">
                        <c:v>0.88</c:v>
                      </c:pt>
                      <c:pt idx="26">
                        <c:v>1.93</c:v>
                      </c:pt>
                      <c:pt idx="27">
                        <c:v>3.11</c:v>
                      </c:pt>
                      <c:pt idx="28">
                        <c:v>4.16</c:v>
                      </c:pt>
                      <c:pt idx="29">
                        <c:v>4.9000000000000004</c:v>
                      </c:pt>
                      <c:pt idx="30">
                        <c:v>5.25</c:v>
                      </c:pt>
                      <c:pt idx="31">
                        <c:v>5.26</c:v>
                      </c:pt>
                      <c:pt idx="32">
                        <c:v>5.07</c:v>
                      </c:pt>
                      <c:pt idx="33">
                        <c:v>4.82</c:v>
                      </c:pt>
                      <c:pt idx="34">
                        <c:v>4.66</c:v>
                      </c:pt>
                      <c:pt idx="35">
                        <c:v>4.6500000000000004</c:v>
                      </c:pt>
                      <c:pt idx="36">
                        <c:v>4.79</c:v>
                      </c:pt>
                      <c:pt idx="37">
                        <c:v>5.0199999999999996</c:v>
                      </c:pt>
                      <c:pt idx="38">
                        <c:v>5.26</c:v>
                      </c:pt>
                      <c:pt idx="39">
                        <c:v>5.41</c:v>
                      </c:pt>
                      <c:pt idx="40">
                        <c:v>5.39</c:v>
                      </c:pt>
                      <c:pt idx="41">
                        <c:v>5.19</c:v>
                      </c:pt>
                      <c:pt idx="42">
                        <c:v>4.8</c:v>
                      </c:pt>
                      <c:pt idx="43">
                        <c:v>4.2699999999999996</c:v>
                      </c:pt>
                      <c:pt idx="44">
                        <c:v>3.66</c:v>
                      </c:pt>
                      <c:pt idx="45">
                        <c:v>3.03</c:v>
                      </c:pt>
                      <c:pt idx="46">
                        <c:v>2.42</c:v>
                      </c:pt>
                      <c:pt idx="47">
                        <c:v>1.86</c:v>
                      </c:pt>
                      <c:pt idx="48">
                        <c:v>1.38</c:v>
                      </c:pt>
                      <c:pt idx="49">
                        <c:v>1</c:v>
                      </c:pt>
                      <c:pt idx="50">
                        <c:v>0.69</c:v>
                      </c:pt>
                      <c:pt idx="51">
                        <c:v>0.46</c:v>
                      </c:pt>
                      <c:pt idx="52">
                        <c:v>0.28000000000000003</c:v>
                      </c:pt>
                      <c:pt idx="53">
                        <c:v>0.15</c:v>
                      </c:pt>
                      <c:pt idx="54">
                        <c:v>0.05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  <c:pt idx="68">
                        <c:v>0</c:v>
                      </c:pt>
                      <c:pt idx="69">
                        <c:v>0</c:v>
                      </c:pt>
                      <c:pt idx="70">
                        <c:v>0</c:v>
                      </c:pt>
                      <c:pt idx="71">
                        <c:v>0</c:v>
                      </c:pt>
                      <c:pt idx="72">
                        <c:v>0</c:v>
                      </c:pt>
                      <c:pt idx="73">
                        <c:v>0</c:v>
                      </c:pt>
                      <c:pt idx="74">
                        <c:v>0</c:v>
                      </c:pt>
                      <c:pt idx="75">
                        <c:v>0</c:v>
                      </c:pt>
                      <c:pt idx="76">
                        <c:v>0</c:v>
                      </c:pt>
                      <c:pt idx="77">
                        <c:v>0</c:v>
                      </c:pt>
                      <c:pt idx="78">
                        <c:v>0</c:v>
                      </c:pt>
                      <c:pt idx="79">
                        <c:v>0</c:v>
                      </c:pt>
                      <c:pt idx="80">
                        <c:v>0</c:v>
                      </c:pt>
                      <c:pt idx="81">
                        <c:v>0</c:v>
                      </c:pt>
                      <c:pt idx="82">
                        <c:v>0</c:v>
                      </c:pt>
                      <c:pt idx="83">
                        <c:v>0</c:v>
                      </c:pt>
                      <c:pt idx="84">
                        <c:v>0</c:v>
                      </c:pt>
                      <c:pt idx="85">
                        <c:v>0</c:v>
                      </c:pt>
                      <c:pt idx="86">
                        <c:v>0</c:v>
                      </c:pt>
                      <c:pt idx="87">
                        <c:v>0</c:v>
                      </c:pt>
                      <c:pt idx="88">
                        <c:v>0</c:v>
                      </c:pt>
                      <c:pt idx="89">
                        <c:v>0</c:v>
                      </c:pt>
                      <c:pt idx="90">
                        <c:v>0</c:v>
                      </c:pt>
                      <c:pt idx="91">
                        <c:v>0</c:v>
                      </c:pt>
                      <c:pt idx="92">
                        <c:v>0</c:v>
                      </c:pt>
                      <c:pt idx="93">
                        <c:v>0</c:v>
                      </c:pt>
                      <c:pt idx="94">
                        <c:v>0</c:v>
                      </c:pt>
                      <c:pt idx="95">
                        <c:v>0</c:v>
                      </c:pt>
                      <c:pt idx="96">
                        <c:v>0</c:v>
                      </c:pt>
                      <c:pt idx="97">
                        <c:v>0</c:v>
                      </c:pt>
                      <c:pt idx="98">
                        <c:v>0</c:v>
                      </c:pt>
                      <c:pt idx="99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845A-4C8F-9A76-17D32E033E82}"/>
                  </c:ext>
                </c:extLst>
              </c15:ser>
            </c15:filteredScatterSeries>
            <c15:filteredScatte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Data'!$AA$3</c15:sqref>
                        </c15:formulaRef>
                      </c:ext>
                    </c:extLst>
                    <c:strCache>
                      <c:ptCount val="1"/>
                      <c:pt idx="0">
                        <c:v>JC2507-009</c:v>
                      </c:pt>
                    </c:strCache>
                  </c:strRef>
                </c:tx>
                <c:spPr>
                  <a:ln w="6350" cap="rnd">
                    <a:solidFill>
                      <a:srgbClr val="FFC000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Data'!$AA$4:$AA$103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0.11</c:v>
                      </c:pt>
                      <c:pt idx="25">
                        <c:v>0.67</c:v>
                      </c:pt>
                      <c:pt idx="26">
                        <c:v>1.64</c:v>
                      </c:pt>
                      <c:pt idx="27">
                        <c:v>2.81</c:v>
                      </c:pt>
                      <c:pt idx="28">
                        <c:v>3.9</c:v>
                      </c:pt>
                      <c:pt idx="29">
                        <c:v>4.7300000000000004</c:v>
                      </c:pt>
                      <c:pt idx="30">
                        <c:v>5.17</c:v>
                      </c:pt>
                      <c:pt idx="31">
                        <c:v>5.26</c:v>
                      </c:pt>
                      <c:pt idx="32">
                        <c:v>5.09</c:v>
                      </c:pt>
                      <c:pt idx="33">
                        <c:v>4.8099999999999996</c:v>
                      </c:pt>
                      <c:pt idx="34">
                        <c:v>4.59</c:v>
                      </c:pt>
                      <c:pt idx="35">
                        <c:v>4.5</c:v>
                      </c:pt>
                      <c:pt idx="36">
                        <c:v>4.5999999999999996</c:v>
                      </c:pt>
                      <c:pt idx="37">
                        <c:v>4.83</c:v>
                      </c:pt>
                      <c:pt idx="38">
                        <c:v>5.1100000000000003</c:v>
                      </c:pt>
                      <c:pt idx="39">
                        <c:v>5.33</c:v>
                      </c:pt>
                      <c:pt idx="40">
                        <c:v>5.4</c:v>
                      </c:pt>
                      <c:pt idx="41">
                        <c:v>5.28</c:v>
                      </c:pt>
                      <c:pt idx="42">
                        <c:v>4.95</c:v>
                      </c:pt>
                      <c:pt idx="43">
                        <c:v>4.47</c:v>
                      </c:pt>
                      <c:pt idx="44">
                        <c:v>3.9</c:v>
                      </c:pt>
                      <c:pt idx="45">
                        <c:v>3.29</c:v>
                      </c:pt>
                      <c:pt idx="46">
                        <c:v>2.68</c:v>
                      </c:pt>
                      <c:pt idx="47">
                        <c:v>2.11</c:v>
                      </c:pt>
                      <c:pt idx="48">
                        <c:v>1.61</c:v>
                      </c:pt>
                      <c:pt idx="49">
                        <c:v>1.18</c:v>
                      </c:pt>
                      <c:pt idx="50">
                        <c:v>0.83</c:v>
                      </c:pt>
                      <c:pt idx="51">
                        <c:v>0.54</c:v>
                      </c:pt>
                      <c:pt idx="52">
                        <c:v>0.33</c:v>
                      </c:pt>
                      <c:pt idx="53">
                        <c:v>0.18</c:v>
                      </c:pt>
                      <c:pt idx="54">
                        <c:v>0.08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  <c:pt idx="68">
                        <c:v>0</c:v>
                      </c:pt>
                      <c:pt idx="69">
                        <c:v>0</c:v>
                      </c:pt>
                      <c:pt idx="70">
                        <c:v>0</c:v>
                      </c:pt>
                      <c:pt idx="71">
                        <c:v>0</c:v>
                      </c:pt>
                      <c:pt idx="72">
                        <c:v>0</c:v>
                      </c:pt>
                      <c:pt idx="73">
                        <c:v>0</c:v>
                      </c:pt>
                      <c:pt idx="74">
                        <c:v>0</c:v>
                      </c:pt>
                      <c:pt idx="75">
                        <c:v>0</c:v>
                      </c:pt>
                      <c:pt idx="76">
                        <c:v>0</c:v>
                      </c:pt>
                      <c:pt idx="77">
                        <c:v>0</c:v>
                      </c:pt>
                      <c:pt idx="78">
                        <c:v>0</c:v>
                      </c:pt>
                      <c:pt idx="79">
                        <c:v>0</c:v>
                      </c:pt>
                      <c:pt idx="80">
                        <c:v>0</c:v>
                      </c:pt>
                      <c:pt idx="81">
                        <c:v>0</c:v>
                      </c:pt>
                      <c:pt idx="82">
                        <c:v>0</c:v>
                      </c:pt>
                      <c:pt idx="83">
                        <c:v>0</c:v>
                      </c:pt>
                      <c:pt idx="84">
                        <c:v>0</c:v>
                      </c:pt>
                      <c:pt idx="85">
                        <c:v>0</c:v>
                      </c:pt>
                      <c:pt idx="86">
                        <c:v>0</c:v>
                      </c:pt>
                      <c:pt idx="87">
                        <c:v>0</c:v>
                      </c:pt>
                      <c:pt idx="88">
                        <c:v>0</c:v>
                      </c:pt>
                      <c:pt idx="89">
                        <c:v>0</c:v>
                      </c:pt>
                      <c:pt idx="90">
                        <c:v>0</c:v>
                      </c:pt>
                      <c:pt idx="91">
                        <c:v>0</c:v>
                      </c:pt>
                      <c:pt idx="92">
                        <c:v>0</c:v>
                      </c:pt>
                      <c:pt idx="93">
                        <c:v>0</c:v>
                      </c:pt>
                      <c:pt idx="94">
                        <c:v>0</c:v>
                      </c:pt>
                      <c:pt idx="95">
                        <c:v>0</c:v>
                      </c:pt>
                      <c:pt idx="96">
                        <c:v>0</c:v>
                      </c:pt>
                      <c:pt idx="97">
                        <c:v>0</c:v>
                      </c:pt>
                      <c:pt idx="98">
                        <c:v>0</c:v>
                      </c:pt>
                      <c:pt idx="99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845A-4C8F-9A76-17D32E033E82}"/>
                  </c:ext>
                </c:extLst>
              </c15:ser>
            </c15:filteredScatterSeries>
            <c15:filteredScatter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Data'!$AB$3</c15:sqref>
                        </c15:formulaRef>
                      </c:ext>
                    </c:extLst>
                    <c:strCache>
                      <c:ptCount val="1"/>
                      <c:pt idx="0">
                        <c:v>JC2508-080</c:v>
                      </c:pt>
                    </c:strCache>
                  </c:strRef>
                </c:tx>
                <c:spPr>
                  <a:ln w="9525" cap="rnd">
                    <a:solidFill>
                      <a:srgbClr val="FF0000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Data'!$AB$4:$AB$103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0.21</c:v>
                      </c:pt>
                      <c:pt idx="25">
                        <c:v>0.99</c:v>
                      </c:pt>
                      <c:pt idx="26">
                        <c:v>2.2599999999999998</c:v>
                      </c:pt>
                      <c:pt idx="27">
                        <c:v>3.73</c:v>
                      </c:pt>
                      <c:pt idx="28">
                        <c:v>5.0599999999999996</c:v>
                      </c:pt>
                      <c:pt idx="29">
                        <c:v>6.01</c:v>
                      </c:pt>
                      <c:pt idx="30">
                        <c:v>6.47</c:v>
                      </c:pt>
                      <c:pt idx="31">
                        <c:v>6.47</c:v>
                      </c:pt>
                      <c:pt idx="32">
                        <c:v>6.15</c:v>
                      </c:pt>
                      <c:pt idx="33">
                        <c:v>5.67</c:v>
                      </c:pt>
                      <c:pt idx="34">
                        <c:v>5.22</c:v>
                      </c:pt>
                      <c:pt idx="35">
                        <c:v>4.8899999999999997</c:v>
                      </c:pt>
                      <c:pt idx="36">
                        <c:v>4.72</c:v>
                      </c:pt>
                      <c:pt idx="37">
                        <c:v>4.68</c:v>
                      </c:pt>
                      <c:pt idx="38">
                        <c:v>4.7</c:v>
                      </c:pt>
                      <c:pt idx="39">
                        <c:v>4.7</c:v>
                      </c:pt>
                      <c:pt idx="40">
                        <c:v>4.6100000000000003</c:v>
                      </c:pt>
                      <c:pt idx="41">
                        <c:v>4.38</c:v>
                      </c:pt>
                      <c:pt idx="42">
                        <c:v>4.01</c:v>
                      </c:pt>
                      <c:pt idx="43">
                        <c:v>3.52</c:v>
                      </c:pt>
                      <c:pt idx="44">
                        <c:v>2.96</c:v>
                      </c:pt>
                      <c:pt idx="45">
                        <c:v>2.37</c:v>
                      </c:pt>
                      <c:pt idx="46">
                        <c:v>1.82</c:v>
                      </c:pt>
                      <c:pt idx="47">
                        <c:v>1.34</c:v>
                      </c:pt>
                      <c:pt idx="48">
                        <c:v>0.96</c:v>
                      </c:pt>
                      <c:pt idx="49">
                        <c:v>0.69</c:v>
                      </c:pt>
                      <c:pt idx="50">
                        <c:v>0.49</c:v>
                      </c:pt>
                      <c:pt idx="51">
                        <c:v>0.35</c:v>
                      </c:pt>
                      <c:pt idx="52">
                        <c:v>0.25</c:v>
                      </c:pt>
                      <c:pt idx="53">
                        <c:v>0.17</c:v>
                      </c:pt>
                      <c:pt idx="54">
                        <c:v>0.1</c:v>
                      </c:pt>
                      <c:pt idx="55">
                        <c:v>0.03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  <c:pt idx="68">
                        <c:v>0</c:v>
                      </c:pt>
                      <c:pt idx="69">
                        <c:v>0</c:v>
                      </c:pt>
                      <c:pt idx="70">
                        <c:v>0</c:v>
                      </c:pt>
                      <c:pt idx="71">
                        <c:v>0</c:v>
                      </c:pt>
                      <c:pt idx="72">
                        <c:v>0</c:v>
                      </c:pt>
                      <c:pt idx="73">
                        <c:v>0</c:v>
                      </c:pt>
                      <c:pt idx="74">
                        <c:v>0</c:v>
                      </c:pt>
                      <c:pt idx="75">
                        <c:v>0</c:v>
                      </c:pt>
                      <c:pt idx="76">
                        <c:v>0</c:v>
                      </c:pt>
                      <c:pt idx="77">
                        <c:v>0</c:v>
                      </c:pt>
                      <c:pt idx="78">
                        <c:v>0</c:v>
                      </c:pt>
                      <c:pt idx="79">
                        <c:v>0</c:v>
                      </c:pt>
                      <c:pt idx="80">
                        <c:v>0</c:v>
                      </c:pt>
                      <c:pt idx="81">
                        <c:v>0</c:v>
                      </c:pt>
                      <c:pt idx="82">
                        <c:v>0</c:v>
                      </c:pt>
                      <c:pt idx="83">
                        <c:v>0</c:v>
                      </c:pt>
                      <c:pt idx="84">
                        <c:v>0</c:v>
                      </c:pt>
                      <c:pt idx="85">
                        <c:v>0</c:v>
                      </c:pt>
                      <c:pt idx="86">
                        <c:v>0</c:v>
                      </c:pt>
                      <c:pt idx="87">
                        <c:v>0</c:v>
                      </c:pt>
                      <c:pt idx="88">
                        <c:v>0</c:v>
                      </c:pt>
                      <c:pt idx="89">
                        <c:v>0</c:v>
                      </c:pt>
                      <c:pt idx="90">
                        <c:v>0</c:v>
                      </c:pt>
                      <c:pt idx="91">
                        <c:v>0</c:v>
                      </c:pt>
                      <c:pt idx="92">
                        <c:v>0</c:v>
                      </c:pt>
                      <c:pt idx="93">
                        <c:v>0</c:v>
                      </c:pt>
                      <c:pt idx="94">
                        <c:v>0</c:v>
                      </c:pt>
                      <c:pt idx="95">
                        <c:v>0</c:v>
                      </c:pt>
                      <c:pt idx="96">
                        <c:v>0</c:v>
                      </c:pt>
                      <c:pt idx="97">
                        <c:v>0</c:v>
                      </c:pt>
                      <c:pt idx="98">
                        <c:v>0</c:v>
                      </c:pt>
                      <c:pt idx="99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845A-4C8F-9A76-17D32E033E82}"/>
                  </c:ext>
                </c:extLst>
              </c15:ser>
            </c15:filteredScatterSeries>
            <c15:filteredScatte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Data'!$AC$3</c15:sqref>
                        </c15:formulaRef>
                      </c:ext>
                    </c:extLst>
                    <c:strCache>
                      <c:ptCount val="1"/>
                      <c:pt idx="0">
                        <c:v>JC2508-085</c:v>
                      </c:pt>
                    </c:strCache>
                  </c:strRef>
                </c:tx>
                <c:spPr>
                  <a:ln w="9525" cap="rnd">
                    <a:solidFill>
                      <a:srgbClr val="FF0000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Data'!$AC$4:$AC$103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0.13</c:v>
                      </c:pt>
                      <c:pt idx="25">
                        <c:v>0.93</c:v>
                      </c:pt>
                      <c:pt idx="26">
                        <c:v>2.33</c:v>
                      </c:pt>
                      <c:pt idx="27">
                        <c:v>3.99</c:v>
                      </c:pt>
                      <c:pt idx="28">
                        <c:v>5.52</c:v>
                      </c:pt>
                      <c:pt idx="29">
                        <c:v>6.62</c:v>
                      </c:pt>
                      <c:pt idx="30">
                        <c:v>7.14</c:v>
                      </c:pt>
                      <c:pt idx="31">
                        <c:v>7.1</c:v>
                      </c:pt>
                      <c:pt idx="32">
                        <c:v>6.65</c:v>
                      </c:pt>
                      <c:pt idx="33">
                        <c:v>6.02</c:v>
                      </c:pt>
                      <c:pt idx="34">
                        <c:v>5.41</c:v>
                      </c:pt>
                      <c:pt idx="35">
                        <c:v>4.95</c:v>
                      </c:pt>
                      <c:pt idx="36">
                        <c:v>4.6900000000000004</c:v>
                      </c:pt>
                      <c:pt idx="37">
                        <c:v>4.5999999999999996</c:v>
                      </c:pt>
                      <c:pt idx="38">
                        <c:v>4.5999999999999996</c:v>
                      </c:pt>
                      <c:pt idx="39">
                        <c:v>4.58</c:v>
                      </c:pt>
                      <c:pt idx="40">
                        <c:v>4.45</c:v>
                      </c:pt>
                      <c:pt idx="41">
                        <c:v>4.18</c:v>
                      </c:pt>
                      <c:pt idx="42">
                        <c:v>3.74</c:v>
                      </c:pt>
                      <c:pt idx="43">
                        <c:v>3.2</c:v>
                      </c:pt>
                      <c:pt idx="44">
                        <c:v>2.6</c:v>
                      </c:pt>
                      <c:pt idx="45">
                        <c:v>2</c:v>
                      </c:pt>
                      <c:pt idx="46">
                        <c:v>1.46</c:v>
                      </c:pt>
                      <c:pt idx="47">
                        <c:v>1.03</c:v>
                      </c:pt>
                      <c:pt idx="48">
                        <c:v>0.71</c:v>
                      </c:pt>
                      <c:pt idx="49">
                        <c:v>0.49</c:v>
                      </c:pt>
                      <c:pt idx="50">
                        <c:v>0.36</c:v>
                      </c:pt>
                      <c:pt idx="51">
                        <c:v>0.26</c:v>
                      </c:pt>
                      <c:pt idx="52">
                        <c:v>0.18</c:v>
                      </c:pt>
                      <c:pt idx="53">
                        <c:v>0.1</c:v>
                      </c:pt>
                      <c:pt idx="54">
                        <c:v>0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  <c:pt idx="68">
                        <c:v>0</c:v>
                      </c:pt>
                      <c:pt idx="69">
                        <c:v>0</c:v>
                      </c:pt>
                      <c:pt idx="70">
                        <c:v>0</c:v>
                      </c:pt>
                      <c:pt idx="71">
                        <c:v>0</c:v>
                      </c:pt>
                      <c:pt idx="72">
                        <c:v>0</c:v>
                      </c:pt>
                      <c:pt idx="73">
                        <c:v>0</c:v>
                      </c:pt>
                      <c:pt idx="74">
                        <c:v>0</c:v>
                      </c:pt>
                      <c:pt idx="75">
                        <c:v>0</c:v>
                      </c:pt>
                      <c:pt idx="76">
                        <c:v>0</c:v>
                      </c:pt>
                      <c:pt idx="77">
                        <c:v>0</c:v>
                      </c:pt>
                      <c:pt idx="78">
                        <c:v>0</c:v>
                      </c:pt>
                      <c:pt idx="79">
                        <c:v>0</c:v>
                      </c:pt>
                      <c:pt idx="80">
                        <c:v>0</c:v>
                      </c:pt>
                      <c:pt idx="81">
                        <c:v>0</c:v>
                      </c:pt>
                      <c:pt idx="82">
                        <c:v>0</c:v>
                      </c:pt>
                      <c:pt idx="83">
                        <c:v>0</c:v>
                      </c:pt>
                      <c:pt idx="84">
                        <c:v>0</c:v>
                      </c:pt>
                      <c:pt idx="85">
                        <c:v>0</c:v>
                      </c:pt>
                      <c:pt idx="86">
                        <c:v>0</c:v>
                      </c:pt>
                      <c:pt idx="87">
                        <c:v>0</c:v>
                      </c:pt>
                      <c:pt idx="88">
                        <c:v>0</c:v>
                      </c:pt>
                      <c:pt idx="89">
                        <c:v>0</c:v>
                      </c:pt>
                      <c:pt idx="90">
                        <c:v>0</c:v>
                      </c:pt>
                      <c:pt idx="91">
                        <c:v>0</c:v>
                      </c:pt>
                      <c:pt idx="92">
                        <c:v>0</c:v>
                      </c:pt>
                      <c:pt idx="93">
                        <c:v>0</c:v>
                      </c:pt>
                      <c:pt idx="94">
                        <c:v>0</c:v>
                      </c:pt>
                      <c:pt idx="95">
                        <c:v>0</c:v>
                      </c:pt>
                      <c:pt idx="96">
                        <c:v>0</c:v>
                      </c:pt>
                      <c:pt idx="97">
                        <c:v>0</c:v>
                      </c:pt>
                      <c:pt idx="98">
                        <c:v>0</c:v>
                      </c:pt>
                      <c:pt idx="99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845A-4C8F-9A76-17D32E033E82}"/>
                  </c:ext>
                </c:extLst>
              </c15:ser>
            </c15:filteredScatterSeries>
          </c:ext>
        </c:extLst>
      </c:scatterChart>
      <c:valAx>
        <c:axId val="633844767"/>
        <c:scaling>
          <c:logBase val="10"/>
          <c:orientation val="minMax"/>
          <c:max val="30"/>
          <c:min val="5.000000000000001E-2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06687407"/>
        <c:crosses val="autoZero"/>
        <c:crossBetween val="midCat"/>
      </c:valAx>
      <c:valAx>
        <c:axId val="406687407"/>
        <c:scaling>
          <c:orientation val="minMax"/>
          <c:min val="0"/>
        </c:scaling>
        <c:delete val="1"/>
        <c:axPos val="l"/>
        <c:numFmt formatCode="General" sourceLinked="1"/>
        <c:majorTickMark val="none"/>
        <c:minorTickMark val="none"/>
        <c:tickLblPos val="nextTo"/>
        <c:crossAx val="633844767"/>
        <c:crossesAt val="1.0000000000000005E-7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222798589191932"/>
          <c:y val="9.3736708715945485E-2"/>
          <c:w val="0.62472140573791346"/>
          <c:h val="0.65014803203654992"/>
        </c:manualLayout>
      </c:layout>
      <c:scatterChart>
        <c:scatterStyle val="smoothMarker"/>
        <c:varyColors val="0"/>
        <c:ser>
          <c:idx val="44"/>
          <c:order val="43"/>
          <c:tx>
            <c:strRef>
              <c:f>'Raw Data'!$CC$3</c:f>
              <c:strCache>
                <c:ptCount val="1"/>
                <c:pt idx="0">
                  <c:v>JC2507-124</c:v>
                </c:pt>
              </c:strCache>
              <c:extLst xmlns:c15="http://schemas.microsoft.com/office/drawing/2012/chart"/>
            </c:strRef>
          </c:tx>
          <c:spPr>
            <a:ln w="6350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xVal>
            <c:numRef>
              <c:f>'Raw Data'!$U$4:$U$103</c:f>
              <c:numCache>
                <c:formatCode>General</c:formatCode>
                <c:ptCount val="100"/>
                <c:pt idx="0">
                  <c:v>0.01</c:v>
                </c:pt>
                <c:pt idx="1">
                  <c:v>1.0999999999999999E-2</c:v>
                </c:pt>
                <c:pt idx="2">
                  <c:v>1.2999999999999999E-2</c:v>
                </c:pt>
                <c:pt idx="3">
                  <c:v>1.4999999999999999E-2</c:v>
                </c:pt>
                <c:pt idx="4">
                  <c:v>1.7000000000000001E-2</c:v>
                </c:pt>
                <c:pt idx="5">
                  <c:v>1.9E-2</c:v>
                </c:pt>
                <c:pt idx="6">
                  <c:v>2.1999999999999999E-2</c:v>
                </c:pt>
                <c:pt idx="7">
                  <c:v>2.4E-2</c:v>
                </c:pt>
                <c:pt idx="8">
                  <c:v>2.8000000000000001E-2</c:v>
                </c:pt>
                <c:pt idx="9">
                  <c:v>3.2000000000000001E-2</c:v>
                </c:pt>
                <c:pt idx="10">
                  <c:v>3.5999999999999997E-2</c:v>
                </c:pt>
                <c:pt idx="11">
                  <c:v>4.1000000000000002E-2</c:v>
                </c:pt>
                <c:pt idx="12">
                  <c:v>4.5999999999999999E-2</c:v>
                </c:pt>
                <c:pt idx="13">
                  <c:v>5.2999999999999999E-2</c:v>
                </c:pt>
                <c:pt idx="14">
                  <c:v>0.06</c:v>
                </c:pt>
                <c:pt idx="15">
                  <c:v>6.8000000000000005E-2</c:v>
                </c:pt>
                <c:pt idx="16">
                  <c:v>7.6999999999999999E-2</c:v>
                </c:pt>
                <c:pt idx="17">
                  <c:v>8.7999999999999995E-2</c:v>
                </c:pt>
                <c:pt idx="18">
                  <c:v>0.1</c:v>
                </c:pt>
                <c:pt idx="19">
                  <c:v>0.113</c:v>
                </c:pt>
                <c:pt idx="20">
                  <c:v>0.128</c:v>
                </c:pt>
                <c:pt idx="21">
                  <c:v>0.14599999999999999</c:v>
                </c:pt>
                <c:pt idx="22">
                  <c:v>0.16600000000000001</c:v>
                </c:pt>
                <c:pt idx="23">
                  <c:v>0.188</c:v>
                </c:pt>
                <c:pt idx="24">
                  <c:v>0.214</c:v>
                </c:pt>
                <c:pt idx="25">
                  <c:v>0.24299999999999999</c:v>
                </c:pt>
                <c:pt idx="26">
                  <c:v>0.27600000000000002</c:v>
                </c:pt>
                <c:pt idx="27">
                  <c:v>0.314</c:v>
                </c:pt>
                <c:pt idx="28">
                  <c:v>0.35699999999999998</c:v>
                </c:pt>
                <c:pt idx="29">
                  <c:v>0.40500000000000003</c:v>
                </c:pt>
                <c:pt idx="30">
                  <c:v>0.46</c:v>
                </c:pt>
                <c:pt idx="31">
                  <c:v>0.52300000000000002</c:v>
                </c:pt>
                <c:pt idx="32">
                  <c:v>0.59399999999999997</c:v>
                </c:pt>
                <c:pt idx="33">
                  <c:v>0.67500000000000004</c:v>
                </c:pt>
                <c:pt idx="34">
                  <c:v>0.76700000000000002</c:v>
                </c:pt>
                <c:pt idx="35">
                  <c:v>0.872</c:v>
                </c:pt>
                <c:pt idx="36">
                  <c:v>0.99099999999999999</c:v>
                </c:pt>
                <c:pt idx="37">
                  <c:v>1.125</c:v>
                </c:pt>
                <c:pt idx="38">
                  <c:v>1.2789999999999999</c:v>
                </c:pt>
                <c:pt idx="39">
                  <c:v>1.4530000000000001</c:v>
                </c:pt>
                <c:pt idx="40">
                  <c:v>1.651</c:v>
                </c:pt>
                <c:pt idx="41">
                  <c:v>1.875</c:v>
                </c:pt>
                <c:pt idx="42">
                  <c:v>2.1309999999999998</c:v>
                </c:pt>
                <c:pt idx="43">
                  <c:v>2.4209999999999998</c:v>
                </c:pt>
                <c:pt idx="44">
                  <c:v>2.75</c:v>
                </c:pt>
                <c:pt idx="45">
                  <c:v>3.125</c:v>
                </c:pt>
                <c:pt idx="46">
                  <c:v>3.55</c:v>
                </c:pt>
                <c:pt idx="47">
                  <c:v>4.0339999999999998</c:v>
                </c:pt>
                <c:pt idx="48">
                  <c:v>4.5830000000000002</c:v>
                </c:pt>
                <c:pt idx="49">
                  <c:v>5.2069999999999999</c:v>
                </c:pt>
                <c:pt idx="50">
                  <c:v>5.9160000000000004</c:v>
                </c:pt>
                <c:pt idx="51">
                  <c:v>6.7220000000000004</c:v>
                </c:pt>
                <c:pt idx="52">
                  <c:v>7.6369999999999996</c:v>
                </c:pt>
                <c:pt idx="53">
                  <c:v>8.6769999999999996</c:v>
                </c:pt>
                <c:pt idx="54">
                  <c:v>9.8580000000000005</c:v>
                </c:pt>
                <c:pt idx="55">
                  <c:v>11.201000000000001</c:v>
                </c:pt>
                <c:pt idx="56">
                  <c:v>12.726000000000001</c:v>
                </c:pt>
                <c:pt idx="57">
                  <c:v>14.458</c:v>
                </c:pt>
                <c:pt idx="58">
                  <c:v>16.427</c:v>
                </c:pt>
                <c:pt idx="59">
                  <c:v>18.664000000000001</c:v>
                </c:pt>
                <c:pt idx="60">
                  <c:v>21.204999999999998</c:v>
                </c:pt>
                <c:pt idx="61">
                  <c:v>24.091999999999999</c:v>
                </c:pt>
                <c:pt idx="62">
                  <c:v>27.373000000000001</c:v>
                </c:pt>
                <c:pt idx="63">
                  <c:v>31.1</c:v>
                </c:pt>
                <c:pt idx="64">
                  <c:v>35.335000000000001</c:v>
                </c:pt>
                <c:pt idx="65">
                  <c:v>40.146000000000001</c:v>
                </c:pt>
                <c:pt idx="66">
                  <c:v>45.613</c:v>
                </c:pt>
                <c:pt idx="67">
                  <c:v>51.823</c:v>
                </c:pt>
                <c:pt idx="68">
                  <c:v>58.88</c:v>
                </c:pt>
                <c:pt idx="69">
                  <c:v>66.897000000000006</c:v>
                </c:pt>
                <c:pt idx="70">
                  <c:v>76.006</c:v>
                </c:pt>
                <c:pt idx="71">
                  <c:v>86.355000000000004</c:v>
                </c:pt>
                <c:pt idx="72">
                  <c:v>98.114000000000004</c:v>
                </c:pt>
                <c:pt idx="73">
                  <c:v>111.473</c:v>
                </c:pt>
                <c:pt idx="74">
                  <c:v>126.652</c:v>
                </c:pt>
                <c:pt idx="75">
                  <c:v>143.89699999999999</c:v>
                </c:pt>
                <c:pt idx="76">
                  <c:v>163.49</c:v>
                </c:pt>
                <c:pt idx="77">
                  <c:v>185.75200000000001</c:v>
                </c:pt>
                <c:pt idx="78">
                  <c:v>211.04400000000001</c:v>
                </c:pt>
                <c:pt idx="79">
                  <c:v>239.78</c:v>
                </c:pt>
                <c:pt idx="80">
                  <c:v>272.43</c:v>
                </c:pt>
                <c:pt idx="81">
                  <c:v>309.52499999999998</c:v>
                </c:pt>
                <c:pt idx="82">
                  <c:v>351.67</c:v>
                </c:pt>
                <c:pt idx="83">
                  <c:v>399.55500000000001</c:v>
                </c:pt>
                <c:pt idx="84">
                  <c:v>453.96</c:v>
                </c:pt>
                <c:pt idx="85">
                  <c:v>515.77200000000005</c:v>
                </c:pt>
                <c:pt idx="86">
                  <c:v>586.00099999999998</c:v>
                </c:pt>
                <c:pt idx="87">
                  <c:v>665.79300000000001</c:v>
                </c:pt>
                <c:pt idx="88">
                  <c:v>756.44899999999996</c:v>
                </c:pt>
                <c:pt idx="89">
                  <c:v>859.45</c:v>
                </c:pt>
                <c:pt idx="90">
                  <c:v>976.47500000000002</c:v>
                </c:pt>
                <c:pt idx="91">
                  <c:v>1109.4349999999999</c:v>
                </c:pt>
                <c:pt idx="92">
                  <c:v>1260.499</c:v>
                </c:pt>
                <c:pt idx="93">
                  <c:v>1432.133</c:v>
                </c:pt>
                <c:pt idx="94">
                  <c:v>1627.136</c:v>
                </c:pt>
                <c:pt idx="95">
                  <c:v>1848.692</c:v>
                </c:pt>
                <c:pt idx="96">
                  <c:v>2100.4160000000002</c:v>
                </c:pt>
                <c:pt idx="97">
                  <c:v>2386.415</c:v>
                </c:pt>
                <c:pt idx="98">
                  <c:v>2711.357</c:v>
                </c:pt>
                <c:pt idx="99">
                  <c:v>3080.5439999999999</c:v>
                </c:pt>
              </c:numCache>
              <c:extLst xmlns:c15="http://schemas.microsoft.com/office/drawing/2012/chart"/>
            </c:numRef>
          </c:xVal>
          <c:yVal>
            <c:numRef>
              <c:f>'Raw Data'!$CC$4:$CC$103</c:f>
              <c:numCache>
                <c:formatCode>General</c:formatCode>
                <c:ptCount val="1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0.42</c:v>
                </c:pt>
                <c:pt idx="26">
                  <c:v>1.24</c:v>
                </c:pt>
                <c:pt idx="27">
                  <c:v>2.2799999999999998</c:v>
                </c:pt>
                <c:pt idx="28">
                  <c:v>3.34</c:v>
                </c:pt>
                <c:pt idx="29">
                  <c:v>4.2</c:v>
                </c:pt>
                <c:pt idx="30">
                  <c:v>4.78</c:v>
                </c:pt>
                <c:pt idx="31">
                  <c:v>5.0599999999999996</c:v>
                </c:pt>
                <c:pt idx="32">
                  <c:v>5.1100000000000003</c:v>
                </c:pt>
                <c:pt idx="33">
                  <c:v>5.04</c:v>
                </c:pt>
                <c:pt idx="34">
                  <c:v>4.95</c:v>
                </c:pt>
                <c:pt idx="35">
                  <c:v>4.93</c:v>
                </c:pt>
                <c:pt idx="36">
                  <c:v>4.9800000000000004</c:v>
                </c:pt>
                <c:pt idx="37">
                  <c:v>5.08</c:v>
                </c:pt>
                <c:pt idx="38">
                  <c:v>5.19</c:v>
                </c:pt>
                <c:pt idx="39">
                  <c:v>5.23</c:v>
                </c:pt>
                <c:pt idx="40">
                  <c:v>5.15</c:v>
                </c:pt>
                <c:pt idx="41">
                  <c:v>4.93</c:v>
                </c:pt>
                <c:pt idx="42">
                  <c:v>4.59</c:v>
                </c:pt>
                <c:pt idx="43">
                  <c:v>4.17</c:v>
                </c:pt>
                <c:pt idx="44">
                  <c:v>3.71</c:v>
                </c:pt>
                <c:pt idx="45">
                  <c:v>3.26</c:v>
                </c:pt>
                <c:pt idx="46">
                  <c:v>2.82</c:v>
                </c:pt>
                <c:pt idx="47">
                  <c:v>2.41</c:v>
                </c:pt>
                <c:pt idx="48">
                  <c:v>2.0099999999999998</c:v>
                </c:pt>
                <c:pt idx="49">
                  <c:v>1.63</c:v>
                </c:pt>
                <c:pt idx="50">
                  <c:v>1.26</c:v>
                </c:pt>
                <c:pt idx="51">
                  <c:v>0.92</c:v>
                </c:pt>
                <c:pt idx="52">
                  <c:v>0.62</c:v>
                </c:pt>
                <c:pt idx="53">
                  <c:v>0.38</c:v>
                </c:pt>
                <c:pt idx="54">
                  <c:v>0.21</c:v>
                </c:pt>
                <c:pt idx="55">
                  <c:v>0.1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</c:numCache>
              <c:extLst xmlns:c15="http://schemas.microsoft.com/office/drawing/2012/chart"/>
            </c:numRef>
          </c:yVal>
          <c:smooth val="1"/>
          <c:extLst xmlns:c15="http://schemas.microsoft.com/office/drawing/2012/chart">
            <c:ext xmlns:c16="http://schemas.microsoft.com/office/drawing/2014/chart" uri="{C3380CC4-5D6E-409C-BE32-E72D297353CC}">
              <c16:uniqueId val="{00000000-8C1D-4EAD-96C2-348E40D180E2}"/>
            </c:ext>
          </c:extLst>
        </c:ser>
        <c:ser>
          <c:idx val="50"/>
          <c:order val="49"/>
          <c:tx>
            <c:strRef>
              <c:f>'Raw Data'!$CI$3</c:f>
              <c:strCache>
                <c:ptCount val="1"/>
                <c:pt idx="0">
                  <c:v>JC2507-130</c:v>
                </c:pt>
              </c:strCache>
              <c:extLst xmlns:c15="http://schemas.microsoft.com/office/drawing/2012/chart"/>
            </c:strRef>
          </c:tx>
          <c:spPr>
            <a:ln w="6350" cap="rnd">
              <a:solidFill>
                <a:srgbClr val="0000CC"/>
              </a:solidFill>
              <a:round/>
            </a:ln>
            <a:effectLst/>
          </c:spPr>
          <c:marker>
            <c:symbol val="none"/>
          </c:marker>
          <c:xVal>
            <c:numRef>
              <c:f>'Raw Data'!$U$4:$U$103</c:f>
              <c:numCache>
                <c:formatCode>General</c:formatCode>
                <c:ptCount val="100"/>
                <c:pt idx="0">
                  <c:v>0.01</c:v>
                </c:pt>
                <c:pt idx="1">
                  <c:v>1.0999999999999999E-2</c:v>
                </c:pt>
                <c:pt idx="2">
                  <c:v>1.2999999999999999E-2</c:v>
                </c:pt>
                <c:pt idx="3">
                  <c:v>1.4999999999999999E-2</c:v>
                </c:pt>
                <c:pt idx="4">
                  <c:v>1.7000000000000001E-2</c:v>
                </c:pt>
                <c:pt idx="5">
                  <c:v>1.9E-2</c:v>
                </c:pt>
                <c:pt idx="6">
                  <c:v>2.1999999999999999E-2</c:v>
                </c:pt>
                <c:pt idx="7">
                  <c:v>2.4E-2</c:v>
                </c:pt>
                <c:pt idx="8">
                  <c:v>2.8000000000000001E-2</c:v>
                </c:pt>
                <c:pt idx="9">
                  <c:v>3.2000000000000001E-2</c:v>
                </c:pt>
                <c:pt idx="10">
                  <c:v>3.5999999999999997E-2</c:v>
                </c:pt>
                <c:pt idx="11">
                  <c:v>4.1000000000000002E-2</c:v>
                </c:pt>
                <c:pt idx="12">
                  <c:v>4.5999999999999999E-2</c:v>
                </c:pt>
                <c:pt idx="13">
                  <c:v>5.2999999999999999E-2</c:v>
                </c:pt>
                <c:pt idx="14">
                  <c:v>0.06</c:v>
                </c:pt>
                <c:pt idx="15">
                  <c:v>6.8000000000000005E-2</c:v>
                </c:pt>
                <c:pt idx="16">
                  <c:v>7.6999999999999999E-2</c:v>
                </c:pt>
                <c:pt idx="17">
                  <c:v>8.7999999999999995E-2</c:v>
                </c:pt>
                <c:pt idx="18">
                  <c:v>0.1</c:v>
                </c:pt>
                <c:pt idx="19">
                  <c:v>0.113</c:v>
                </c:pt>
                <c:pt idx="20">
                  <c:v>0.128</c:v>
                </c:pt>
                <c:pt idx="21">
                  <c:v>0.14599999999999999</c:v>
                </c:pt>
                <c:pt idx="22">
                  <c:v>0.16600000000000001</c:v>
                </c:pt>
                <c:pt idx="23">
                  <c:v>0.188</c:v>
                </c:pt>
                <c:pt idx="24">
                  <c:v>0.214</c:v>
                </c:pt>
                <c:pt idx="25">
                  <c:v>0.24299999999999999</c:v>
                </c:pt>
                <c:pt idx="26">
                  <c:v>0.27600000000000002</c:v>
                </c:pt>
                <c:pt idx="27">
                  <c:v>0.314</c:v>
                </c:pt>
                <c:pt idx="28">
                  <c:v>0.35699999999999998</c:v>
                </c:pt>
                <c:pt idx="29">
                  <c:v>0.40500000000000003</c:v>
                </c:pt>
                <c:pt idx="30">
                  <c:v>0.46</c:v>
                </c:pt>
                <c:pt idx="31">
                  <c:v>0.52300000000000002</c:v>
                </c:pt>
                <c:pt idx="32">
                  <c:v>0.59399999999999997</c:v>
                </c:pt>
                <c:pt idx="33">
                  <c:v>0.67500000000000004</c:v>
                </c:pt>
                <c:pt idx="34">
                  <c:v>0.76700000000000002</c:v>
                </c:pt>
                <c:pt idx="35">
                  <c:v>0.872</c:v>
                </c:pt>
                <c:pt idx="36">
                  <c:v>0.99099999999999999</c:v>
                </c:pt>
                <c:pt idx="37">
                  <c:v>1.125</c:v>
                </c:pt>
                <c:pt idx="38">
                  <c:v>1.2789999999999999</c:v>
                </c:pt>
                <c:pt idx="39">
                  <c:v>1.4530000000000001</c:v>
                </c:pt>
                <c:pt idx="40">
                  <c:v>1.651</c:v>
                </c:pt>
                <c:pt idx="41">
                  <c:v>1.875</c:v>
                </c:pt>
                <c:pt idx="42">
                  <c:v>2.1309999999999998</c:v>
                </c:pt>
                <c:pt idx="43">
                  <c:v>2.4209999999999998</c:v>
                </c:pt>
                <c:pt idx="44">
                  <c:v>2.75</c:v>
                </c:pt>
                <c:pt idx="45">
                  <c:v>3.125</c:v>
                </c:pt>
                <c:pt idx="46">
                  <c:v>3.55</c:v>
                </c:pt>
                <c:pt idx="47">
                  <c:v>4.0339999999999998</c:v>
                </c:pt>
                <c:pt idx="48">
                  <c:v>4.5830000000000002</c:v>
                </c:pt>
                <c:pt idx="49">
                  <c:v>5.2069999999999999</c:v>
                </c:pt>
                <c:pt idx="50">
                  <c:v>5.9160000000000004</c:v>
                </c:pt>
                <c:pt idx="51">
                  <c:v>6.7220000000000004</c:v>
                </c:pt>
                <c:pt idx="52">
                  <c:v>7.6369999999999996</c:v>
                </c:pt>
                <c:pt idx="53">
                  <c:v>8.6769999999999996</c:v>
                </c:pt>
                <c:pt idx="54">
                  <c:v>9.8580000000000005</c:v>
                </c:pt>
                <c:pt idx="55">
                  <c:v>11.201000000000001</c:v>
                </c:pt>
                <c:pt idx="56">
                  <c:v>12.726000000000001</c:v>
                </c:pt>
                <c:pt idx="57">
                  <c:v>14.458</c:v>
                </c:pt>
                <c:pt idx="58">
                  <c:v>16.427</c:v>
                </c:pt>
                <c:pt idx="59">
                  <c:v>18.664000000000001</c:v>
                </c:pt>
                <c:pt idx="60">
                  <c:v>21.204999999999998</c:v>
                </c:pt>
                <c:pt idx="61">
                  <c:v>24.091999999999999</c:v>
                </c:pt>
                <c:pt idx="62">
                  <c:v>27.373000000000001</c:v>
                </c:pt>
                <c:pt idx="63">
                  <c:v>31.1</c:v>
                </c:pt>
                <c:pt idx="64">
                  <c:v>35.335000000000001</c:v>
                </c:pt>
                <c:pt idx="65">
                  <c:v>40.146000000000001</c:v>
                </c:pt>
                <c:pt idx="66">
                  <c:v>45.613</c:v>
                </c:pt>
                <c:pt idx="67">
                  <c:v>51.823</c:v>
                </c:pt>
                <c:pt idx="68">
                  <c:v>58.88</c:v>
                </c:pt>
                <c:pt idx="69">
                  <c:v>66.897000000000006</c:v>
                </c:pt>
                <c:pt idx="70">
                  <c:v>76.006</c:v>
                </c:pt>
                <c:pt idx="71">
                  <c:v>86.355000000000004</c:v>
                </c:pt>
                <c:pt idx="72">
                  <c:v>98.114000000000004</c:v>
                </c:pt>
                <c:pt idx="73">
                  <c:v>111.473</c:v>
                </c:pt>
                <c:pt idx="74">
                  <c:v>126.652</c:v>
                </c:pt>
                <c:pt idx="75">
                  <c:v>143.89699999999999</c:v>
                </c:pt>
                <c:pt idx="76">
                  <c:v>163.49</c:v>
                </c:pt>
                <c:pt idx="77">
                  <c:v>185.75200000000001</c:v>
                </c:pt>
                <c:pt idx="78">
                  <c:v>211.04400000000001</c:v>
                </c:pt>
                <c:pt idx="79">
                  <c:v>239.78</c:v>
                </c:pt>
                <c:pt idx="80">
                  <c:v>272.43</c:v>
                </c:pt>
                <c:pt idx="81">
                  <c:v>309.52499999999998</c:v>
                </c:pt>
                <c:pt idx="82">
                  <c:v>351.67</c:v>
                </c:pt>
                <c:pt idx="83">
                  <c:v>399.55500000000001</c:v>
                </c:pt>
                <c:pt idx="84">
                  <c:v>453.96</c:v>
                </c:pt>
                <c:pt idx="85">
                  <c:v>515.77200000000005</c:v>
                </c:pt>
                <c:pt idx="86">
                  <c:v>586.00099999999998</c:v>
                </c:pt>
                <c:pt idx="87">
                  <c:v>665.79300000000001</c:v>
                </c:pt>
                <c:pt idx="88">
                  <c:v>756.44899999999996</c:v>
                </c:pt>
                <c:pt idx="89">
                  <c:v>859.45</c:v>
                </c:pt>
                <c:pt idx="90">
                  <c:v>976.47500000000002</c:v>
                </c:pt>
                <c:pt idx="91">
                  <c:v>1109.4349999999999</c:v>
                </c:pt>
                <c:pt idx="92">
                  <c:v>1260.499</c:v>
                </c:pt>
                <c:pt idx="93">
                  <c:v>1432.133</c:v>
                </c:pt>
                <c:pt idx="94">
                  <c:v>1627.136</c:v>
                </c:pt>
                <c:pt idx="95">
                  <c:v>1848.692</c:v>
                </c:pt>
                <c:pt idx="96">
                  <c:v>2100.4160000000002</c:v>
                </c:pt>
                <c:pt idx="97">
                  <c:v>2386.415</c:v>
                </c:pt>
                <c:pt idx="98">
                  <c:v>2711.357</c:v>
                </c:pt>
                <c:pt idx="99">
                  <c:v>3080.5439999999999</c:v>
                </c:pt>
              </c:numCache>
              <c:extLst xmlns:c15="http://schemas.microsoft.com/office/drawing/2012/chart"/>
            </c:numRef>
          </c:xVal>
          <c:yVal>
            <c:numRef>
              <c:f>'Raw Data'!$CI$4:$CI$103</c:f>
              <c:numCache>
                <c:formatCode>General</c:formatCode>
                <c:ptCount val="1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0.5</c:v>
                </c:pt>
                <c:pt idx="26">
                  <c:v>1.5</c:v>
                </c:pt>
                <c:pt idx="27">
                  <c:v>2.75</c:v>
                </c:pt>
                <c:pt idx="28">
                  <c:v>3.96</c:v>
                </c:pt>
                <c:pt idx="29">
                  <c:v>4.88</c:v>
                </c:pt>
                <c:pt idx="30">
                  <c:v>5.4</c:v>
                </c:pt>
                <c:pt idx="31">
                  <c:v>5.51</c:v>
                </c:pt>
                <c:pt idx="32">
                  <c:v>5.33</c:v>
                </c:pt>
                <c:pt idx="33">
                  <c:v>5.03</c:v>
                </c:pt>
                <c:pt idx="34">
                  <c:v>4.75</c:v>
                </c:pt>
                <c:pt idx="35">
                  <c:v>4.58</c:v>
                </c:pt>
                <c:pt idx="36">
                  <c:v>4.5599999999999996</c:v>
                </c:pt>
                <c:pt idx="37">
                  <c:v>4.6500000000000004</c:v>
                </c:pt>
                <c:pt idx="38">
                  <c:v>4.82</c:v>
                </c:pt>
                <c:pt idx="39">
                  <c:v>5</c:v>
                </c:pt>
                <c:pt idx="40">
                  <c:v>5.14</c:v>
                </c:pt>
                <c:pt idx="41">
                  <c:v>5.18</c:v>
                </c:pt>
                <c:pt idx="42">
                  <c:v>5.09</c:v>
                </c:pt>
                <c:pt idx="43">
                  <c:v>4.8499999999999996</c:v>
                </c:pt>
                <c:pt idx="44">
                  <c:v>4.45</c:v>
                </c:pt>
                <c:pt idx="45">
                  <c:v>3.9</c:v>
                </c:pt>
                <c:pt idx="46">
                  <c:v>3.21</c:v>
                </c:pt>
                <c:pt idx="47">
                  <c:v>2.4300000000000002</c:v>
                </c:pt>
                <c:pt idx="48">
                  <c:v>1.63</c:v>
                </c:pt>
                <c:pt idx="49">
                  <c:v>0.82</c:v>
                </c:pt>
                <c:pt idx="50">
                  <c:v>7.0000000000000007E-2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</c:numCache>
              <c:extLst xmlns:c15="http://schemas.microsoft.com/office/drawing/2012/chart"/>
            </c:numRef>
          </c:yVal>
          <c:smooth val="1"/>
          <c:extLst xmlns:c15="http://schemas.microsoft.com/office/drawing/2012/chart">
            <c:ext xmlns:c16="http://schemas.microsoft.com/office/drawing/2014/chart" uri="{C3380CC4-5D6E-409C-BE32-E72D297353CC}">
              <c16:uniqueId val="{00000001-8C1D-4EAD-96C2-348E40D180E2}"/>
            </c:ext>
          </c:extLst>
        </c:ser>
        <c:ser>
          <c:idx val="51"/>
          <c:order val="50"/>
          <c:tx>
            <c:strRef>
              <c:f>'Raw Data'!$CJ$3</c:f>
              <c:strCache>
                <c:ptCount val="1"/>
                <c:pt idx="0">
                  <c:v>JC2507-131</c:v>
                </c:pt>
              </c:strCache>
              <c:extLst xmlns:c15="http://schemas.microsoft.com/office/drawing/2012/chart"/>
            </c:strRef>
          </c:tx>
          <c:spPr>
            <a:ln w="6350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xVal>
            <c:numRef>
              <c:f>'Raw Data'!$U$4:$U$103</c:f>
              <c:numCache>
                <c:formatCode>General</c:formatCode>
                <c:ptCount val="100"/>
                <c:pt idx="0">
                  <c:v>0.01</c:v>
                </c:pt>
                <c:pt idx="1">
                  <c:v>1.0999999999999999E-2</c:v>
                </c:pt>
                <c:pt idx="2">
                  <c:v>1.2999999999999999E-2</c:v>
                </c:pt>
                <c:pt idx="3">
                  <c:v>1.4999999999999999E-2</c:v>
                </c:pt>
                <c:pt idx="4">
                  <c:v>1.7000000000000001E-2</c:v>
                </c:pt>
                <c:pt idx="5">
                  <c:v>1.9E-2</c:v>
                </c:pt>
                <c:pt idx="6">
                  <c:v>2.1999999999999999E-2</c:v>
                </c:pt>
                <c:pt idx="7">
                  <c:v>2.4E-2</c:v>
                </c:pt>
                <c:pt idx="8">
                  <c:v>2.8000000000000001E-2</c:v>
                </c:pt>
                <c:pt idx="9">
                  <c:v>3.2000000000000001E-2</c:v>
                </c:pt>
                <c:pt idx="10">
                  <c:v>3.5999999999999997E-2</c:v>
                </c:pt>
                <c:pt idx="11">
                  <c:v>4.1000000000000002E-2</c:v>
                </c:pt>
                <c:pt idx="12">
                  <c:v>4.5999999999999999E-2</c:v>
                </c:pt>
                <c:pt idx="13">
                  <c:v>5.2999999999999999E-2</c:v>
                </c:pt>
                <c:pt idx="14">
                  <c:v>0.06</c:v>
                </c:pt>
                <c:pt idx="15">
                  <c:v>6.8000000000000005E-2</c:v>
                </c:pt>
                <c:pt idx="16">
                  <c:v>7.6999999999999999E-2</c:v>
                </c:pt>
                <c:pt idx="17">
                  <c:v>8.7999999999999995E-2</c:v>
                </c:pt>
                <c:pt idx="18">
                  <c:v>0.1</c:v>
                </c:pt>
                <c:pt idx="19">
                  <c:v>0.113</c:v>
                </c:pt>
                <c:pt idx="20">
                  <c:v>0.128</c:v>
                </c:pt>
                <c:pt idx="21">
                  <c:v>0.14599999999999999</c:v>
                </c:pt>
                <c:pt idx="22">
                  <c:v>0.16600000000000001</c:v>
                </c:pt>
                <c:pt idx="23">
                  <c:v>0.188</c:v>
                </c:pt>
                <c:pt idx="24">
                  <c:v>0.214</c:v>
                </c:pt>
                <c:pt idx="25">
                  <c:v>0.24299999999999999</c:v>
                </c:pt>
                <c:pt idx="26">
                  <c:v>0.27600000000000002</c:v>
                </c:pt>
                <c:pt idx="27">
                  <c:v>0.314</c:v>
                </c:pt>
                <c:pt idx="28">
                  <c:v>0.35699999999999998</c:v>
                </c:pt>
                <c:pt idx="29">
                  <c:v>0.40500000000000003</c:v>
                </c:pt>
                <c:pt idx="30">
                  <c:v>0.46</c:v>
                </c:pt>
                <c:pt idx="31">
                  <c:v>0.52300000000000002</c:v>
                </c:pt>
                <c:pt idx="32">
                  <c:v>0.59399999999999997</c:v>
                </c:pt>
                <c:pt idx="33">
                  <c:v>0.67500000000000004</c:v>
                </c:pt>
                <c:pt idx="34">
                  <c:v>0.76700000000000002</c:v>
                </c:pt>
                <c:pt idx="35">
                  <c:v>0.872</c:v>
                </c:pt>
                <c:pt idx="36">
                  <c:v>0.99099999999999999</c:v>
                </c:pt>
                <c:pt idx="37">
                  <c:v>1.125</c:v>
                </c:pt>
                <c:pt idx="38">
                  <c:v>1.2789999999999999</c:v>
                </c:pt>
                <c:pt idx="39">
                  <c:v>1.4530000000000001</c:v>
                </c:pt>
                <c:pt idx="40">
                  <c:v>1.651</c:v>
                </c:pt>
                <c:pt idx="41">
                  <c:v>1.875</c:v>
                </c:pt>
                <c:pt idx="42">
                  <c:v>2.1309999999999998</c:v>
                </c:pt>
                <c:pt idx="43">
                  <c:v>2.4209999999999998</c:v>
                </c:pt>
                <c:pt idx="44">
                  <c:v>2.75</c:v>
                </c:pt>
                <c:pt idx="45">
                  <c:v>3.125</c:v>
                </c:pt>
                <c:pt idx="46">
                  <c:v>3.55</c:v>
                </c:pt>
                <c:pt idx="47">
                  <c:v>4.0339999999999998</c:v>
                </c:pt>
                <c:pt idx="48">
                  <c:v>4.5830000000000002</c:v>
                </c:pt>
                <c:pt idx="49">
                  <c:v>5.2069999999999999</c:v>
                </c:pt>
                <c:pt idx="50">
                  <c:v>5.9160000000000004</c:v>
                </c:pt>
                <c:pt idx="51">
                  <c:v>6.7220000000000004</c:v>
                </c:pt>
                <c:pt idx="52">
                  <c:v>7.6369999999999996</c:v>
                </c:pt>
                <c:pt idx="53">
                  <c:v>8.6769999999999996</c:v>
                </c:pt>
                <c:pt idx="54">
                  <c:v>9.8580000000000005</c:v>
                </c:pt>
                <c:pt idx="55">
                  <c:v>11.201000000000001</c:v>
                </c:pt>
                <c:pt idx="56">
                  <c:v>12.726000000000001</c:v>
                </c:pt>
                <c:pt idx="57">
                  <c:v>14.458</c:v>
                </c:pt>
                <c:pt idx="58">
                  <c:v>16.427</c:v>
                </c:pt>
                <c:pt idx="59">
                  <c:v>18.664000000000001</c:v>
                </c:pt>
                <c:pt idx="60">
                  <c:v>21.204999999999998</c:v>
                </c:pt>
                <c:pt idx="61">
                  <c:v>24.091999999999999</c:v>
                </c:pt>
                <c:pt idx="62">
                  <c:v>27.373000000000001</c:v>
                </c:pt>
                <c:pt idx="63">
                  <c:v>31.1</c:v>
                </c:pt>
                <c:pt idx="64">
                  <c:v>35.335000000000001</c:v>
                </c:pt>
                <c:pt idx="65">
                  <c:v>40.146000000000001</c:v>
                </c:pt>
                <c:pt idx="66">
                  <c:v>45.613</c:v>
                </c:pt>
                <c:pt idx="67">
                  <c:v>51.823</c:v>
                </c:pt>
                <c:pt idx="68">
                  <c:v>58.88</c:v>
                </c:pt>
                <c:pt idx="69">
                  <c:v>66.897000000000006</c:v>
                </c:pt>
                <c:pt idx="70">
                  <c:v>76.006</c:v>
                </c:pt>
                <c:pt idx="71">
                  <c:v>86.355000000000004</c:v>
                </c:pt>
                <c:pt idx="72">
                  <c:v>98.114000000000004</c:v>
                </c:pt>
                <c:pt idx="73">
                  <c:v>111.473</c:v>
                </c:pt>
                <c:pt idx="74">
                  <c:v>126.652</c:v>
                </c:pt>
                <c:pt idx="75">
                  <c:v>143.89699999999999</c:v>
                </c:pt>
                <c:pt idx="76">
                  <c:v>163.49</c:v>
                </c:pt>
                <c:pt idx="77">
                  <c:v>185.75200000000001</c:v>
                </c:pt>
                <c:pt idx="78">
                  <c:v>211.04400000000001</c:v>
                </c:pt>
                <c:pt idx="79">
                  <c:v>239.78</c:v>
                </c:pt>
                <c:pt idx="80">
                  <c:v>272.43</c:v>
                </c:pt>
                <c:pt idx="81">
                  <c:v>309.52499999999998</c:v>
                </c:pt>
                <c:pt idx="82">
                  <c:v>351.67</c:v>
                </c:pt>
                <c:pt idx="83">
                  <c:v>399.55500000000001</c:v>
                </c:pt>
                <c:pt idx="84">
                  <c:v>453.96</c:v>
                </c:pt>
                <c:pt idx="85">
                  <c:v>515.77200000000005</c:v>
                </c:pt>
                <c:pt idx="86">
                  <c:v>586.00099999999998</c:v>
                </c:pt>
                <c:pt idx="87">
                  <c:v>665.79300000000001</c:v>
                </c:pt>
                <c:pt idx="88">
                  <c:v>756.44899999999996</c:v>
                </c:pt>
                <c:pt idx="89">
                  <c:v>859.45</c:v>
                </c:pt>
                <c:pt idx="90">
                  <c:v>976.47500000000002</c:v>
                </c:pt>
                <c:pt idx="91">
                  <c:v>1109.4349999999999</c:v>
                </c:pt>
                <c:pt idx="92">
                  <c:v>1260.499</c:v>
                </c:pt>
                <c:pt idx="93">
                  <c:v>1432.133</c:v>
                </c:pt>
                <c:pt idx="94">
                  <c:v>1627.136</c:v>
                </c:pt>
                <c:pt idx="95">
                  <c:v>1848.692</c:v>
                </c:pt>
                <c:pt idx="96">
                  <c:v>2100.4160000000002</c:v>
                </c:pt>
                <c:pt idx="97">
                  <c:v>2386.415</c:v>
                </c:pt>
                <c:pt idx="98">
                  <c:v>2711.357</c:v>
                </c:pt>
                <c:pt idx="99">
                  <c:v>3080.5439999999999</c:v>
                </c:pt>
              </c:numCache>
              <c:extLst xmlns:c15="http://schemas.microsoft.com/office/drawing/2012/chart"/>
            </c:numRef>
          </c:xVal>
          <c:yVal>
            <c:numRef>
              <c:f>'Raw Data'!$CJ$4:$CJ$103</c:f>
              <c:numCache>
                <c:formatCode>General</c:formatCode>
                <c:ptCount val="1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0.51</c:v>
                </c:pt>
                <c:pt idx="26">
                  <c:v>1.58</c:v>
                </c:pt>
                <c:pt idx="27">
                  <c:v>2.94</c:v>
                </c:pt>
                <c:pt idx="28">
                  <c:v>4.29</c:v>
                </c:pt>
                <c:pt idx="29">
                  <c:v>5.35</c:v>
                </c:pt>
                <c:pt idx="30">
                  <c:v>5.99</c:v>
                </c:pt>
                <c:pt idx="31">
                  <c:v>6.17</c:v>
                </c:pt>
                <c:pt idx="32">
                  <c:v>6.01</c:v>
                </c:pt>
                <c:pt idx="33">
                  <c:v>5.68</c:v>
                </c:pt>
                <c:pt idx="34">
                  <c:v>5.33</c:v>
                </c:pt>
                <c:pt idx="35">
                  <c:v>5.05</c:v>
                </c:pt>
                <c:pt idx="36">
                  <c:v>4.8899999999999997</c:v>
                </c:pt>
                <c:pt idx="37">
                  <c:v>4.83</c:v>
                </c:pt>
                <c:pt idx="38">
                  <c:v>4.83</c:v>
                </c:pt>
                <c:pt idx="39">
                  <c:v>4.82</c:v>
                </c:pt>
                <c:pt idx="40">
                  <c:v>4.76</c:v>
                </c:pt>
                <c:pt idx="41">
                  <c:v>4.6100000000000003</c:v>
                </c:pt>
                <c:pt idx="42">
                  <c:v>4.3499999999999996</c:v>
                </c:pt>
                <c:pt idx="43">
                  <c:v>3.99</c:v>
                </c:pt>
                <c:pt idx="44">
                  <c:v>3.54</c:v>
                </c:pt>
                <c:pt idx="45">
                  <c:v>3.02</c:v>
                </c:pt>
                <c:pt idx="46">
                  <c:v>2.48</c:v>
                </c:pt>
                <c:pt idx="47">
                  <c:v>1.95</c:v>
                </c:pt>
                <c:pt idx="48">
                  <c:v>1.44</c:v>
                </c:pt>
                <c:pt idx="49">
                  <c:v>0.98</c:v>
                </c:pt>
                <c:pt idx="50">
                  <c:v>0.52</c:v>
                </c:pt>
                <c:pt idx="51">
                  <c:v>7.0000000000000007E-2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</c:numCache>
              <c:extLst xmlns:c15="http://schemas.microsoft.com/office/drawing/2012/chart"/>
            </c:numRef>
          </c:yVal>
          <c:smooth val="1"/>
          <c:extLst xmlns:c15="http://schemas.microsoft.com/office/drawing/2012/chart">
            <c:ext xmlns:c16="http://schemas.microsoft.com/office/drawing/2014/chart" uri="{C3380CC4-5D6E-409C-BE32-E72D297353CC}">
              <c16:uniqueId val="{00000002-8C1D-4EAD-96C2-348E40D180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33844767"/>
        <c:axId val="406687407"/>
        <c:extLst>
          <c:ext xmlns:c15="http://schemas.microsoft.com/office/drawing/2012/chart" uri="{02D57815-91ED-43cb-92C2-25804820EDAC}">
            <c15:filteredScatte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'Raw Data'!$AK$3</c15:sqref>
                        </c15:formulaRef>
                      </c:ext>
                    </c:extLst>
                    <c:strCache>
                      <c:ptCount val="1"/>
                      <c:pt idx="0">
                        <c:v>JC2507-052</c:v>
                      </c:pt>
                    </c:strCache>
                  </c:strRef>
                </c:tx>
                <c:spPr>
                  <a:ln w="952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>
                      <c:ext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'Raw Data'!$AK$4:$AK$103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0.36</c:v>
                      </c:pt>
                      <c:pt idx="26">
                        <c:v>1.2</c:v>
                      </c:pt>
                      <c:pt idx="27">
                        <c:v>2.39</c:v>
                      </c:pt>
                      <c:pt idx="28">
                        <c:v>3.65</c:v>
                      </c:pt>
                      <c:pt idx="29">
                        <c:v>4.74</c:v>
                      </c:pt>
                      <c:pt idx="30">
                        <c:v>5.49</c:v>
                      </c:pt>
                      <c:pt idx="31">
                        <c:v>5.83</c:v>
                      </c:pt>
                      <c:pt idx="32">
                        <c:v>5.83</c:v>
                      </c:pt>
                      <c:pt idx="33">
                        <c:v>5.6</c:v>
                      </c:pt>
                      <c:pt idx="34">
                        <c:v>5.27</c:v>
                      </c:pt>
                      <c:pt idx="35">
                        <c:v>4.95</c:v>
                      </c:pt>
                      <c:pt idx="36">
                        <c:v>4.72</c:v>
                      </c:pt>
                      <c:pt idx="37">
                        <c:v>4.58</c:v>
                      </c:pt>
                      <c:pt idx="38">
                        <c:v>4.53</c:v>
                      </c:pt>
                      <c:pt idx="39">
                        <c:v>4.5199999999999996</c:v>
                      </c:pt>
                      <c:pt idx="40">
                        <c:v>4.5</c:v>
                      </c:pt>
                      <c:pt idx="41">
                        <c:v>4.42</c:v>
                      </c:pt>
                      <c:pt idx="42">
                        <c:v>4.24</c:v>
                      </c:pt>
                      <c:pt idx="43">
                        <c:v>3.97</c:v>
                      </c:pt>
                      <c:pt idx="44">
                        <c:v>3.62</c:v>
                      </c:pt>
                      <c:pt idx="45">
                        <c:v>3.21</c:v>
                      </c:pt>
                      <c:pt idx="46">
                        <c:v>2.78</c:v>
                      </c:pt>
                      <c:pt idx="47">
                        <c:v>2.36</c:v>
                      </c:pt>
                      <c:pt idx="48">
                        <c:v>1.96</c:v>
                      </c:pt>
                      <c:pt idx="49">
                        <c:v>1.59</c:v>
                      </c:pt>
                      <c:pt idx="50">
                        <c:v>1.25</c:v>
                      </c:pt>
                      <c:pt idx="51">
                        <c:v>0.94</c:v>
                      </c:pt>
                      <c:pt idx="52">
                        <c:v>0.66</c:v>
                      </c:pt>
                      <c:pt idx="53">
                        <c:v>0.44</c:v>
                      </c:pt>
                      <c:pt idx="54">
                        <c:v>0.27</c:v>
                      </c:pt>
                      <c:pt idx="55">
                        <c:v>0.12</c:v>
                      </c:pt>
                      <c:pt idx="56">
                        <c:v>0.04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>
                  <c:ext xmlns:c16="http://schemas.microsoft.com/office/drawing/2014/chart" uri="{C3380CC4-5D6E-409C-BE32-E72D297353CC}">
                    <c16:uniqueId val="{00000003-8C1D-4EAD-96C2-348E40D180E2}"/>
                  </c:ext>
                </c:extLst>
              </c15:ser>
            </c15:filteredScatterSeries>
            <c15:filteredScatte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Data'!$AL$3</c15:sqref>
                        </c15:formulaRef>
                      </c:ext>
                    </c:extLst>
                    <c:strCache>
                      <c:ptCount val="1"/>
                      <c:pt idx="0">
                        <c:v>JC2507-053</c:v>
                      </c:pt>
                    </c:strCache>
                  </c:strRef>
                </c:tx>
                <c:spPr>
                  <a:ln w="19050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Data'!$AL$4:$AL$103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0.42</c:v>
                      </c:pt>
                      <c:pt idx="26">
                        <c:v>1.36</c:v>
                      </c:pt>
                      <c:pt idx="27">
                        <c:v>2.61</c:v>
                      </c:pt>
                      <c:pt idx="28">
                        <c:v>3.91</c:v>
                      </c:pt>
                      <c:pt idx="29">
                        <c:v>4.9800000000000004</c:v>
                      </c:pt>
                      <c:pt idx="30">
                        <c:v>5.69</c:v>
                      </c:pt>
                      <c:pt idx="31">
                        <c:v>5.98</c:v>
                      </c:pt>
                      <c:pt idx="32">
                        <c:v>5.93</c:v>
                      </c:pt>
                      <c:pt idx="33">
                        <c:v>5.68</c:v>
                      </c:pt>
                      <c:pt idx="34">
                        <c:v>5.37</c:v>
                      </c:pt>
                      <c:pt idx="35">
                        <c:v>5.0999999999999996</c:v>
                      </c:pt>
                      <c:pt idx="36">
                        <c:v>4.8899999999999997</c:v>
                      </c:pt>
                      <c:pt idx="37">
                        <c:v>4.76</c:v>
                      </c:pt>
                      <c:pt idx="38">
                        <c:v>4.68</c:v>
                      </c:pt>
                      <c:pt idx="39">
                        <c:v>4.58</c:v>
                      </c:pt>
                      <c:pt idx="40">
                        <c:v>4.4400000000000004</c:v>
                      </c:pt>
                      <c:pt idx="41">
                        <c:v>4.21</c:v>
                      </c:pt>
                      <c:pt idx="42">
                        <c:v>3.9</c:v>
                      </c:pt>
                      <c:pt idx="43">
                        <c:v>3.52</c:v>
                      </c:pt>
                      <c:pt idx="44">
                        <c:v>3.12</c:v>
                      </c:pt>
                      <c:pt idx="45">
                        <c:v>2.73</c:v>
                      </c:pt>
                      <c:pt idx="46">
                        <c:v>2.39</c:v>
                      </c:pt>
                      <c:pt idx="47">
                        <c:v>2.11</c:v>
                      </c:pt>
                      <c:pt idx="48">
                        <c:v>1.88</c:v>
                      </c:pt>
                      <c:pt idx="49">
                        <c:v>1.67</c:v>
                      </c:pt>
                      <c:pt idx="50">
                        <c:v>1.44</c:v>
                      </c:pt>
                      <c:pt idx="51">
                        <c:v>1.1599999999999999</c:v>
                      </c:pt>
                      <c:pt idx="52">
                        <c:v>0.83</c:v>
                      </c:pt>
                      <c:pt idx="53">
                        <c:v>0.5</c:v>
                      </c:pt>
                      <c:pt idx="54">
                        <c:v>0.16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8C1D-4EAD-96C2-348E40D180E2}"/>
                  </c:ext>
                </c:extLst>
              </c15:ser>
            </c15:filteredScatterSeries>
            <c15:filteredScatte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Data'!$AM$3</c15:sqref>
                        </c15:formulaRef>
                      </c:ext>
                    </c:extLst>
                    <c:strCache>
                      <c:ptCount val="1"/>
                      <c:pt idx="0">
                        <c:v>JD2507-049</c:v>
                      </c:pt>
                    </c:strCache>
                  </c:strRef>
                </c:tx>
                <c:spPr>
                  <a:ln w="952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Data'!$AM$4:$AM$103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0.3</c:v>
                      </c:pt>
                      <c:pt idx="26">
                        <c:v>1.1100000000000001</c:v>
                      </c:pt>
                      <c:pt idx="27">
                        <c:v>2.31</c:v>
                      </c:pt>
                      <c:pt idx="28">
                        <c:v>3.65</c:v>
                      </c:pt>
                      <c:pt idx="29">
                        <c:v>4.87</c:v>
                      </c:pt>
                      <c:pt idx="30">
                        <c:v>5.77</c:v>
                      </c:pt>
                      <c:pt idx="31">
                        <c:v>6.25</c:v>
                      </c:pt>
                      <c:pt idx="32">
                        <c:v>6.32</c:v>
                      </c:pt>
                      <c:pt idx="33">
                        <c:v>6.08</c:v>
                      </c:pt>
                      <c:pt idx="34">
                        <c:v>5.67</c:v>
                      </c:pt>
                      <c:pt idx="35">
                        <c:v>5.22</c:v>
                      </c:pt>
                      <c:pt idx="36">
                        <c:v>4.8099999999999996</c:v>
                      </c:pt>
                      <c:pt idx="37">
                        <c:v>4.49</c:v>
                      </c:pt>
                      <c:pt idx="38">
                        <c:v>4.28</c:v>
                      </c:pt>
                      <c:pt idx="39">
                        <c:v>4.1399999999999997</c:v>
                      </c:pt>
                      <c:pt idx="40">
                        <c:v>4</c:v>
                      </c:pt>
                      <c:pt idx="41">
                        <c:v>3.82</c:v>
                      </c:pt>
                      <c:pt idx="42">
                        <c:v>3.56</c:v>
                      </c:pt>
                      <c:pt idx="43">
                        <c:v>3.22</c:v>
                      </c:pt>
                      <c:pt idx="44">
                        <c:v>2.83</c:v>
                      </c:pt>
                      <c:pt idx="45">
                        <c:v>2.4300000000000002</c:v>
                      </c:pt>
                      <c:pt idx="46">
                        <c:v>2.06</c:v>
                      </c:pt>
                      <c:pt idx="47">
                        <c:v>1.76</c:v>
                      </c:pt>
                      <c:pt idx="48">
                        <c:v>1.55</c:v>
                      </c:pt>
                      <c:pt idx="49">
                        <c:v>1.42</c:v>
                      </c:pt>
                      <c:pt idx="50">
                        <c:v>1.34</c:v>
                      </c:pt>
                      <c:pt idx="51">
                        <c:v>1.28</c:v>
                      </c:pt>
                      <c:pt idx="52">
                        <c:v>1.2</c:v>
                      </c:pt>
                      <c:pt idx="53">
                        <c:v>1.1000000000000001</c:v>
                      </c:pt>
                      <c:pt idx="54">
                        <c:v>0.97</c:v>
                      </c:pt>
                      <c:pt idx="55">
                        <c:v>0.8</c:v>
                      </c:pt>
                      <c:pt idx="56">
                        <c:v>0.62</c:v>
                      </c:pt>
                      <c:pt idx="57">
                        <c:v>0.43</c:v>
                      </c:pt>
                      <c:pt idx="58">
                        <c:v>0.25</c:v>
                      </c:pt>
                      <c:pt idx="59">
                        <c:v>7.0000000000000007E-2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8C1D-4EAD-96C2-348E40D180E2}"/>
                  </c:ext>
                </c:extLst>
              </c15:ser>
            </c15:filteredScatterSeries>
            <c15:filteredScatterSeries>
              <c15:ser>
                <c:idx val="4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Data'!$AO$3</c15:sqref>
                        </c15:formulaRef>
                      </c:ext>
                    </c:extLst>
                    <c:strCache>
                      <c:ptCount val="1"/>
                      <c:pt idx="0">
                        <c:v>JD2507-051</c:v>
                      </c:pt>
                    </c:strCache>
                  </c:strRef>
                </c:tx>
                <c:spPr>
                  <a:ln w="6350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Data'!$AO$4:$AO$103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0.32</c:v>
                      </c:pt>
                      <c:pt idx="26">
                        <c:v>1.1299999999999999</c:v>
                      </c:pt>
                      <c:pt idx="27">
                        <c:v>2.3199999999999998</c:v>
                      </c:pt>
                      <c:pt idx="28">
                        <c:v>3.64</c:v>
                      </c:pt>
                      <c:pt idx="29">
                        <c:v>4.82</c:v>
                      </c:pt>
                      <c:pt idx="30">
                        <c:v>5.67</c:v>
                      </c:pt>
                      <c:pt idx="31">
                        <c:v>6.1</c:v>
                      </c:pt>
                      <c:pt idx="32">
                        <c:v>6.14</c:v>
                      </c:pt>
                      <c:pt idx="33">
                        <c:v>5.9</c:v>
                      </c:pt>
                      <c:pt idx="34">
                        <c:v>5.5</c:v>
                      </c:pt>
                      <c:pt idx="35">
                        <c:v>5.08</c:v>
                      </c:pt>
                      <c:pt idx="36">
                        <c:v>4.72</c:v>
                      </c:pt>
                      <c:pt idx="37">
                        <c:v>4.46</c:v>
                      </c:pt>
                      <c:pt idx="38">
                        <c:v>4.3</c:v>
                      </c:pt>
                      <c:pt idx="39">
                        <c:v>4.2</c:v>
                      </c:pt>
                      <c:pt idx="40">
                        <c:v>4.0999999999999996</c:v>
                      </c:pt>
                      <c:pt idx="41">
                        <c:v>3.94</c:v>
                      </c:pt>
                      <c:pt idx="42">
                        <c:v>3.69</c:v>
                      </c:pt>
                      <c:pt idx="43">
                        <c:v>3.35</c:v>
                      </c:pt>
                      <c:pt idx="44">
                        <c:v>2.95</c:v>
                      </c:pt>
                      <c:pt idx="45">
                        <c:v>2.5299999999999998</c:v>
                      </c:pt>
                      <c:pt idx="46">
                        <c:v>2.14</c:v>
                      </c:pt>
                      <c:pt idx="47">
                        <c:v>1.83</c:v>
                      </c:pt>
                      <c:pt idx="48">
                        <c:v>1.6</c:v>
                      </c:pt>
                      <c:pt idx="49">
                        <c:v>1.45</c:v>
                      </c:pt>
                      <c:pt idx="50">
                        <c:v>1.36</c:v>
                      </c:pt>
                      <c:pt idx="51">
                        <c:v>1.3</c:v>
                      </c:pt>
                      <c:pt idx="52">
                        <c:v>1.23</c:v>
                      </c:pt>
                      <c:pt idx="53">
                        <c:v>1.1299999999999999</c:v>
                      </c:pt>
                      <c:pt idx="54">
                        <c:v>1</c:v>
                      </c:pt>
                      <c:pt idx="55">
                        <c:v>0.83</c:v>
                      </c:pt>
                      <c:pt idx="56">
                        <c:v>0.63</c:v>
                      </c:pt>
                      <c:pt idx="57">
                        <c:v>0.42</c:v>
                      </c:pt>
                      <c:pt idx="58">
                        <c:v>0.22</c:v>
                      </c:pt>
                      <c:pt idx="59">
                        <c:v>0.04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8C1D-4EAD-96C2-348E40D180E2}"/>
                  </c:ext>
                </c:extLst>
              </c15:ser>
            </c15:filteredScatterSeries>
            <c15:filteredScatterSeries>
              <c15:ser>
                <c:idx val="5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Data'!$AP$3</c15:sqref>
                        </c15:formulaRef>
                      </c:ext>
                    </c:extLst>
                    <c:strCache>
                      <c:ptCount val="1"/>
                      <c:pt idx="0">
                        <c:v>JD2507-052</c:v>
                      </c:pt>
                    </c:strCache>
                  </c:strRef>
                </c:tx>
                <c:spPr>
                  <a:ln w="6350" cap="rnd">
                    <a:solidFill>
                      <a:schemeClr val="accent6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Data'!$AP$4:$AP$103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0.3</c:v>
                      </c:pt>
                      <c:pt idx="26">
                        <c:v>1.1100000000000001</c:v>
                      </c:pt>
                      <c:pt idx="27">
                        <c:v>2.31</c:v>
                      </c:pt>
                      <c:pt idx="28">
                        <c:v>3.65</c:v>
                      </c:pt>
                      <c:pt idx="29">
                        <c:v>4.87</c:v>
                      </c:pt>
                      <c:pt idx="30">
                        <c:v>5.77</c:v>
                      </c:pt>
                      <c:pt idx="31">
                        <c:v>6.25</c:v>
                      </c:pt>
                      <c:pt idx="32">
                        <c:v>6.32</c:v>
                      </c:pt>
                      <c:pt idx="33">
                        <c:v>6.08</c:v>
                      </c:pt>
                      <c:pt idx="34">
                        <c:v>5.67</c:v>
                      </c:pt>
                      <c:pt idx="35">
                        <c:v>5.22</c:v>
                      </c:pt>
                      <c:pt idx="36">
                        <c:v>4.8099999999999996</c:v>
                      </c:pt>
                      <c:pt idx="37">
                        <c:v>4.49</c:v>
                      </c:pt>
                      <c:pt idx="38">
                        <c:v>4.28</c:v>
                      </c:pt>
                      <c:pt idx="39">
                        <c:v>4.1399999999999997</c:v>
                      </c:pt>
                      <c:pt idx="40">
                        <c:v>4</c:v>
                      </c:pt>
                      <c:pt idx="41">
                        <c:v>3.82</c:v>
                      </c:pt>
                      <c:pt idx="42">
                        <c:v>3.56</c:v>
                      </c:pt>
                      <c:pt idx="43">
                        <c:v>3.22</c:v>
                      </c:pt>
                      <c:pt idx="44">
                        <c:v>2.83</c:v>
                      </c:pt>
                      <c:pt idx="45">
                        <c:v>2.4300000000000002</c:v>
                      </c:pt>
                      <c:pt idx="46">
                        <c:v>2.06</c:v>
                      </c:pt>
                      <c:pt idx="47">
                        <c:v>1.76</c:v>
                      </c:pt>
                      <c:pt idx="48">
                        <c:v>1.55</c:v>
                      </c:pt>
                      <c:pt idx="49">
                        <c:v>1.42</c:v>
                      </c:pt>
                      <c:pt idx="50">
                        <c:v>1.34</c:v>
                      </c:pt>
                      <c:pt idx="51">
                        <c:v>1.28</c:v>
                      </c:pt>
                      <c:pt idx="52">
                        <c:v>1.2</c:v>
                      </c:pt>
                      <c:pt idx="53">
                        <c:v>1.1000000000000001</c:v>
                      </c:pt>
                      <c:pt idx="54">
                        <c:v>0.97</c:v>
                      </c:pt>
                      <c:pt idx="55">
                        <c:v>0.8</c:v>
                      </c:pt>
                      <c:pt idx="56">
                        <c:v>0.62</c:v>
                      </c:pt>
                      <c:pt idx="57">
                        <c:v>0.43</c:v>
                      </c:pt>
                      <c:pt idx="58">
                        <c:v>0.25</c:v>
                      </c:pt>
                      <c:pt idx="59">
                        <c:v>7.0000000000000007E-2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8C1D-4EAD-96C2-348E40D180E2}"/>
                  </c:ext>
                </c:extLst>
              </c15:ser>
            </c15:filteredScatterSeries>
            <c15:filteredScatterSeries>
              <c15:ser>
                <c:idx val="6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Data'!$AQ$3</c15:sqref>
                        </c15:formulaRef>
                      </c:ext>
                    </c:extLst>
                    <c:strCache>
                      <c:ptCount val="1"/>
                      <c:pt idx="0">
                        <c:v>JD2507-053</c:v>
                      </c:pt>
                    </c:strCache>
                  </c:strRef>
                </c:tx>
                <c:spPr>
                  <a:ln w="6350" cap="rnd">
                    <a:solidFill>
                      <a:schemeClr val="accent1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Data'!$AQ$4:$AQ$103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0.28000000000000003</c:v>
                      </c:pt>
                      <c:pt idx="26">
                        <c:v>1.02</c:v>
                      </c:pt>
                      <c:pt idx="27">
                        <c:v>2.12</c:v>
                      </c:pt>
                      <c:pt idx="28">
                        <c:v>3.34</c:v>
                      </c:pt>
                      <c:pt idx="29">
                        <c:v>4.45</c:v>
                      </c:pt>
                      <c:pt idx="30">
                        <c:v>5.27</c:v>
                      </c:pt>
                      <c:pt idx="31">
                        <c:v>5.7</c:v>
                      </c:pt>
                      <c:pt idx="32">
                        <c:v>5.79</c:v>
                      </c:pt>
                      <c:pt idx="33">
                        <c:v>5.62</c:v>
                      </c:pt>
                      <c:pt idx="34">
                        <c:v>5.32</c:v>
                      </c:pt>
                      <c:pt idx="35">
                        <c:v>5.01</c:v>
                      </c:pt>
                      <c:pt idx="36">
                        <c:v>4.7699999999999996</c:v>
                      </c:pt>
                      <c:pt idx="37">
                        <c:v>4.6399999999999997</c:v>
                      </c:pt>
                      <c:pt idx="38">
                        <c:v>4.6100000000000003</c:v>
                      </c:pt>
                      <c:pt idx="39">
                        <c:v>4.63</c:v>
                      </c:pt>
                      <c:pt idx="40">
                        <c:v>4.62</c:v>
                      </c:pt>
                      <c:pt idx="41">
                        <c:v>4.54</c:v>
                      </c:pt>
                      <c:pt idx="42">
                        <c:v>4.34</c:v>
                      </c:pt>
                      <c:pt idx="43">
                        <c:v>4.01</c:v>
                      </c:pt>
                      <c:pt idx="44">
                        <c:v>3.6</c:v>
                      </c:pt>
                      <c:pt idx="45">
                        <c:v>3.13</c:v>
                      </c:pt>
                      <c:pt idx="46">
                        <c:v>2.67</c:v>
                      </c:pt>
                      <c:pt idx="47">
                        <c:v>2.27</c:v>
                      </c:pt>
                      <c:pt idx="48">
                        <c:v>1.93</c:v>
                      </c:pt>
                      <c:pt idx="49">
                        <c:v>1.66</c:v>
                      </c:pt>
                      <c:pt idx="50">
                        <c:v>1.42</c:v>
                      </c:pt>
                      <c:pt idx="51">
                        <c:v>1.18</c:v>
                      </c:pt>
                      <c:pt idx="52">
                        <c:v>0.92</c:v>
                      </c:pt>
                      <c:pt idx="53">
                        <c:v>0.65</c:v>
                      </c:pt>
                      <c:pt idx="54">
                        <c:v>0.38</c:v>
                      </c:pt>
                      <c:pt idx="55">
                        <c:v>0.1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8C1D-4EAD-96C2-348E40D180E2}"/>
                  </c:ext>
                </c:extLst>
              </c15:ser>
            </c15:filteredScatterSeries>
            <c15:filteredScatterSeries>
              <c15:ser>
                <c:idx val="7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Data'!$AR$3</c15:sqref>
                        </c15:formulaRef>
                      </c:ext>
                    </c:extLst>
                    <c:strCache>
                      <c:ptCount val="1"/>
                      <c:pt idx="0">
                        <c:v>JD2507-054</c:v>
                      </c:pt>
                    </c:strCache>
                  </c:strRef>
                </c:tx>
                <c:spPr>
                  <a:ln w="9525" cap="rnd">
                    <a:solidFill>
                      <a:schemeClr val="accent2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Data'!$AR$4:$AR$103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0.28999999999999998</c:v>
                      </c:pt>
                      <c:pt idx="26">
                        <c:v>1.05</c:v>
                      </c:pt>
                      <c:pt idx="27">
                        <c:v>2.16</c:v>
                      </c:pt>
                      <c:pt idx="28">
                        <c:v>3.37</c:v>
                      </c:pt>
                      <c:pt idx="29">
                        <c:v>4.47</c:v>
                      </c:pt>
                      <c:pt idx="30">
                        <c:v>5.26</c:v>
                      </c:pt>
                      <c:pt idx="31">
                        <c:v>5.67</c:v>
                      </c:pt>
                      <c:pt idx="32">
                        <c:v>5.74</c:v>
                      </c:pt>
                      <c:pt idx="33">
                        <c:v>5.57</c:v>
                      </c:pt>
                      <c:pt idx="34">
                        <c:v>5.3</c:v>
                      </c:pt>
                      <c:pt idx="35">
                        <c:v>5.03</c:v>
                      </c:pt>
                      <c:pt idx="36">
                        <c:v>4.83</c:v>
                      </c:pt>
                      <c:pt idx="37">
                        <c:v>4.75</c:v>
                      </c:pt>
                      <c:pt idx="38">
                        <c:v>4.75</c:v>
                      </c:pt>
                      <c:pt idx="39">
                        <c:v>4.8</c:v>
                      </c:pt>
                      <c:pt idx="40">
                        <c:v>4.83</c:v>
                      </c:pt>
                      <c:pt idx="41">
                        <c:v>4.78</c:v>
                      </c:pt>
                      <c:pt idx="42">
                        <c:v>4.62</c:v>
                      </c:pt>
                      <c:pt idx="43">
                        <c:v>4.33</c:v>
                      </c:pt>
                      <c:pt idx="44">
                        <c:v>3.92</c:v>
                      </c:pt>
                      <c:pt idx="45">
                        <c:v>3.43</c:v>
                      </c:pt>
                      <c:pt idx="46">
                        <c:v>2.91</c:v>
                      </c:pt>
                      <c:pt idx="47">
                        <c:v>2.39</c:v>
                      </c:pt>
                      <c:pt idx="48">
                        <c:v>1.9</c:v>
                      </c:pt>
                      <c:pt idx="49">
                        <c:v>1.46</c:v>
                      </c:pt>
                      <c:pt idx="50">
                        <c:v>1.07</c:v>
                      </c:pt>
                      <c:pt idx="51">
                        <c:v>0.73</c:v>
                      </c:pt>
                      <c:pt idx="52">
                        <c:v>0.44</c:v>
                      </c:pt>
                      <c:pt idx="53">
                        <c:v>0.16</c:v>
                      </c:pt>
                      <c:pt idx="54">
                        <c:v>0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8C1D-4EAD-96C2-348E40D180E2}"/>
                  </c:ext>
                </c:extLst>
              </c15:ser>
            </c15:filteredScatterSeries>
            <c15:filteredScatterSeries>
              <c15:ser>
                <c:idx val="8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Data'!$AS$3</c15:sqref>
                        </c15:formulaRef>
                      </c:ext>
                    </c:extLst>
                    <c:strCache>
                      <c:ptCount val="1"/>
                      <c:pt idx="0">
                        <c:v>JD2507-055</c:v>
                      </c:pt>
                    </c:strCache>
                  </c:strRef>
                </c:tx>
                <c:spPr>
                  <a:ln w="6350" cap="rnd">
                    <a:solidFill>
                      <a:schemeClr val="accent3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Data'!$AS$4:$AS$103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0.44</c:v>
                      </c:pt>
                      <c:pt idx="26">
                        <c:v>1.42</c:v>
                      </c:pt>
                      <c:pt idx="27">
                        <c:v>2.72</c:v>
                      </c:pt>
                      <c:pt idx="28">
                        <c:v>4.05</c:v>
                      </c:pt>
                      <c:pt idx="29">
                        <c:v>5.15</c:v>
                      </c:pt>
                      <c:pt idx="30">
                        <c:v>5.85</c:v>
                      </c:pt>
                      <c:pt idx="31">
                        <c:v>6.11</c:v>
                      </c:pt>
                      <c:pt idx="32">
                        <c:v>6.01</c:v>
                      </c:pt>
                      <c:pt idx="33">
                        <c:v>5.71</c:v>
                      </c:pt>
                      <c:pt idx="34">
                        <c:v>5.35</c:v>
                      </c:pt>
                      <c:pt idx="35">
                        <c:v>5.04</c:v>
                      </c:pt>
                      <c:pt idx="36">
                        <c:v>4.83</c:v>
                      </c:pt>
                      <c:pt idx="37">
                        <c:v>4.72</c:v>
                      </c:pt>
                      <c:pt idx="38">
                        <c:v>4.68</c:v>
                      </c:pt>
                      <c:pt idx="39">
                        <c:v>4.66</c:v>
                      </c:pt>
                      <c:pt idx="40">
                        <c:v>4.6100000000000003</c:v>
                      </c:pt>
                      <c:pt idx="41">
                        <c:v>4.49</c:v>
                      </c:pt>
                      <c:pt idx="42">
                        <c:v>4.2699999999999996</c:v>
                      </c:pt>
                      <c:pt idx="43">
                        <c:v>3.95</c:v>
                      </c:pt>
                      <c:pt idx="44">
                        <c:v>3.55</c:v>
                      </c:pt>
                      <c:pt idx="45">
                        <c:v>3.09</c:v>
                      </c:pt>
                      <c:pt idx="46">
                        <c:v>2.61</c:v>
                      </c:pt>
                      <c:pt idx="47">
                        <c:v>2.14</c:v>
                      </c:pt>
                      <c:pt idx="48">
                        <c:v>1.69</c:v>
                      </c:pt>
                      <c:pt idx="49">
                        <c:v>1.27</c:v>
                      </c:pt>
                      <c:pt idx="50">
                        <c:v>0.89</c:v>
                      </c:pt>
                      <c:pt idx="51">
                        <c:v>0.53</c:v>
                      </c:pt>
                      <c:pt idx="52">
                        <c:v>0.16</c:v>
                      </c:pt>
                      <c:pt idx="53">
                        <c:v>0</c:v>
                      </c:pt>
                      <c:pt idx="54">
                        <c:v>0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8C1D-4EAD-96C2-348E40D180E2}"/>
                  </c:ext>
                </c:extLst>
              </c15:ser>
            </c15:filteredScatterSeries>
            <c15:filteredScatterSeries>
              <c15:ser>
                <c:idx val="9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Data'!$AT$3</c15:sqref>
                        </c15:formulaRef>
                      </c:ext>
                    </c:extLst>
                    <c:strCache>
                      <c:ptCount val="1"/>
                      <c:pt idx="0">
                        <c:v>JD2507-056</c:v>
                      </c:pt>
                    </c:strCache>
                  </c:strRef>
                </c:tx>
                <c:spPr>
                  <a:ln w="6350" cap="rnd">
                    <a:solidFill>
                      <a:schemeClr val="accent4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Data'!$AT$4:$AT$103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0.38</c:v>
                      </c:pt>
                      <c:pt idx="26">
                        <c:v>1.28</c:v>
                      </c:pt>
                      <c:pt idx="27">
                        <c:v>2.54</c:v>
                      </c:pt>
                      <c:pt idx="28">
                        <c:v>3.87</c:v>
                      </c:pt>
                      <c:pt idx="29">
                        <c:v>5.0199999999999996</c:v>
                      </c:pt>
                      <c:pt idx="30">
                        <c:v>5.8</c:v>
                      </c:pt>
                      <c:pt idx="31">
                        <c:v>6.15</c:v>
                      </c:pt>
                      <c:pt idx="32">
                        <c:v>6.12</c:v>
                      </c:pt>
                      <c:pt idx="33">
                        <c:v>5.86</c:v>
                      </c:pt>
                      <c:pt idx="34">
                        <c:v>5.49</c:v>
                      </c:pt>
                      <c:pt idx="35">
                        <c:v>5.15</c:v>
                      </c:pt>
                      <c:pt idx="36">
                        <c:v>4.88</c:v>
                      </c:pt>
                      <c:pt idx="37">
                        <c:v>4.72</c:v>
                      </c:pt>
                      <c:pt idx="38">
                        <c:v>4.63</c:v>
                      </c:pt>
                      <c:pt idx="39">
                        <c:v>4.59</c:v>
                      </c:pt>
                      <c:pt idx="40">
                        <c:v>4.53</c:v>
                      </c:pt>
                      <c:pt idx="41">
                        <c:v>4.3899999999999997</c:v>
                      </c:pt>
                      <c:pt idx="42">
                        <c:v>4.17</c:v>
                      </c:pt>
                      <c:pt idx="43">
                        <c:v>3.84</c:v>
                      </c:pt>
                      <c:pt idx="44">
                        <c:v>3.44</c:v>
                      </c:pt>
                      <c:pt idx="45">
                        <c:v>2.98</c:v>
                      </c:pt>
                      <c:pt idx="46">
                        <c:v>2.5</c:v>
                      </c:pt>
                      <c:pt idx="47">
                        <c:v>2.0499999999999998</c:v>
                      </c:pt>
                      <c:pt idx="48">
                        <c:v>1.64</c:v>
                      </c:pt>
                      <c:pt idx="49">
                        <c:v>1.28</c:v>
                      </c:pt>
                      <c:pt idx="50">
                        <c:v>0.97</c:v>
                      </c:pt>
                      <c:pt idx="51">
                        <c:v>0.7</c:v>
                      </c:pt>
                      <c:pt idx="52">
                        <c:v>0.48</c:v>
                      </c:pt>
                      <c:pt idx="53">
                        <c:v>0.3</c:v>
                      </c:pt>
                      <c:pt idx="54">
                        <c:v>0.17</c:v>
                      </c:pt>
                      <c:pt idx="55">
                        <c:v>0.08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8C1D-4EAD-96C2-348E40D180E2}"/>
                  </c:ext>
                </c:extLst>
              </c15:ser>
            </c15:filteredScatterSeries>
            <c15:filteredScatterSeries>
              <c15:ser>
                <c:idx val="10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Data'!$AU$3</c15:sqref>
                        </c15:formulaRef>
                      </c:ext>
                    </c:extLst>
                    <c:strCache>
                      <c:ptCount val="1"/>
                      <c:pt idx="0">
                        <c:v>JD2507-057</c:v>
                      </c:pt>
                    </c:strCache>
                  </c:strRef>
                </c:tx>
                <c:spPr>
                  <a:ln w="6350" cap="rnd">
                    <a:solidFill>
                      <a:schemeClr val="accent5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Data'!$AU$4:$AU$103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0.28000000000000003</c:v>
                      </c:pt>
                      <c:pt idx="26">
                        <c:v>1.06</c:v>
                      </c:pt>
                      <c:pt idx="27">
                        <c:v>2.25</c:v>
                      </c:pt>
                      <c:pt idx="28">
                        <c:v>3.59</c:v>
                      </c:pt>
                      <c:pt idx="29">
                        <c:v>4.82</c:v>
                      </c:pt>
                      <c:pt idx="30">
                        <c:v>5.74</c:v>
                      </c:pt>
                      <c:pt idx="31">
                        <c:v>6.24</c:v>
                      </c:pt>
                      <c:pt idx="32">
                        <c:v>6.35</c:v>
                      </c:pt>
                      <c:pt idx="33">
                        <c:v>6.16</c:v>
                      </c:pt>
                      <c:pt idx="34">
                        <c:v>5.81</c:v>
                      </c:pt>
                      <c:pt idx="35">
                        <c:v>5.42</c:v>
                      </c:pt>
                      <c:pt idx="36">
                        <c:v>5.08</c:v>
                      </c:pt>
                      <c:pt idx="37">
                        <c:v>4.84</c:v>
                      </c:pt>
                      <c:pt idx="38">
                        <c:v>4.7</c:v>
                      </c:pt>
                      <c:pt idx="39">
                        <c:v>4.6399999999999997</c:v>
                      </c:pt>
                      <c:pt idx="40">
                        <c:v>4.57</c:v>
                      </c:pt>
                      <c:pt idx="41">
                        <c:v>4.45</c:v>
                      </c:pt>
                      <c:pt idx="42">
                        <c:v>4.2300000000000004</c:v>
                      </c:pt>
                      <c:pt idx="43">
                        <c:v>3.9</c:v>
                      </c:pt>
                      <c:pt idx="44">
                        <c:v>3.48</c:v>
                      </c:pt>
                      <c:pt idx="45">
                        <c:v>3</c:v>
                      </c:pt>
                      <c:pt idx="46">
                        <c:v>2.4900000000000002</c:v>
                      </c:pt>
                      <c:pt idx="47">
                        <c:v>2.0099999999999998</c:v>
                      </c:pt>
                      <c:pt idx="48">
                        <c:v>1.57</c:v>
                      </c:pt>
                      <c:pt idx="49">
                        <c:v>1.19</c:v>
                      </c:pt>
                      <c:pt idx="50">
                        <c:v>0.87</c:v>
                      </c:pt>
                      <c:pt idx="51">
                        <c:v>0.6</c:v>
                      </c:pt>
                      <c:pt idx="52">
                        <c:v>0.37</c:v>
                      </c:pt>
                      <c:pt idx="53">
                        <c:v>0.21</c:v>
                      </c:pt>
                      <c:pt idx="54">
                        <c:v>0.09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C-8C1D-4EAD-96C2-348E40D180E2}"/>
                  </c:ext>
                </c:extLst>
              </c15:ser>
            </c15:filteredScatterSeries>
            <c15:filteredScatterSeries>
              <c15:ser>
                <c:idx val="11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Data'!$AV$3</c15:sqref>
                        </c15:formulaRef>
                      </c:ext>
                    </c:extLst>
                    <c:strCache>
                      <c:ptCount val="1"/>
                      <c:pt idx="0">
                        <c:v>JD2507-058</c:v>
                      </c:pt>
                    </c:strCache>
                  </c:strRef>
                </c:tx>
                <c:spPr>
                  <a:ln w="6350" cap="rnd">
                    <a:solidFill>
                      <a:schemeClr val="accent6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Data'!$AV$4:$AV$103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0.37</c:v>
                      </c:pt>
                      <c:pt idx="26">
                        <c:v>1.24</c:v>
                      </c:pt>
                      <c:pt idx="27">
                        <c:v>2.4500000000000002</c:v>
                      </c:pt>
                      <c:pt idx="28">
                        <c:v>3.74</c:v>
                      </c:pt>
                      <c:pt idx="29">
                        <c:v>4.84</c:v>
                      </c:pt>
                      <c:pt idx="30">
                        <c:v>5.59</c:v>
                      </c:pt>
                      <c:pt idx="31">
                        <c:v>5.94</c:v>
                      </c:pt>
                      <c:pt idx="32">
                        <c:v>5.94</c:v>
                      </c:pt>
                      <c:pt idx="33">
                        <c:v>5.72</c:v>
                      </c:pt>
                      <c:pt idx="34">
                        <c:v>5.43</c:v>
                      </c:pt>
                      <c:pt idx="35">
                        <c:v>5.15</c:v>
                      </c:pt>
                      <c:pt idx="36">
                        <c:v>4.97</c:v>
                      </c:pt>
                      <c:pt idx="37">
                        <c:v>4.87</c:v>
                      </c:pt>
                      <c:pt idx="38">
                        <c:v>4.8499999999999996</c:v>
                      </c:pt>
                      <c:pt idx="39">
                        <c:v>4.84</c:v>
                      </c:pt>
                      <c:pt idx="40">
                        <c:v>4.8</c:v>
                      </c:pt>
                      <c:pt idx="41">
                        <c:v>4.67</c:v>
                      </c:pt>
                      <c:pt idx="42">
                        <c:v>4.42</c:v>
                      </c:pt>
                      <c:pt idx="43">
                        <c:v>4.07</c:v>
                      </c:pt>
                      <c:pt idx="44">
                        <c:v>3.62</c:v>
                      </c:pt>
                      <c:pt idx="45">
                        <c:v>3.11</c:v>
                      </c:pt>
                      <c:pt idx="46">
                        <c:v>2.59</c:v>
                      </c:pt>
                      <c:pt idx="47">
                        <c:v>2.09</c:v>
                      </c:pt>
                      <c:pt idx="48">
                        <c:v>1.63</c:v>
                      </c:pt>
                      <c:pt idx="49">
                        <c:v>1.23</c:v>
                      </c:pt>
                      <c:pt idx="50">
                        <c:v>0.88</c:v>
                      </c:pt>
                      <c:pt idx="51">
                        <c:v>0.57999999999999996</c:v>
                      </c:pt>
                      <c:pt idx="52">
                        <c:v>0.31</c:v>
                      </c:pt>
                      <c:pt idx="53">
                        <c:v>0.05</c:v>
                      </c:pt>
                      <c:pt idx="54">
                        <c:v>0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D-8C1D-4EAD-96C2-348E40D180E2}"/>
                  </c:ext>
                </c:extLst>
              </c15:ser>
            </c15:filteredScatterSeries>
            <c15:filteredScatterSeries>
              <c15:ser>
                <c:idx val="12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Data'!$AW$3</c15:sqref>
                        </c15:formulaRef>
                      </c:ext>
                    </c:extLst>
                    <c:strCache>
                      <c:ptCount val="1"/>
                      <c:pt idx="0">
                        <c:v>JD2507-059</c:v>
                      </c:pt>
                    </c:strCache>
                  </c:strRef>
                </c:tx>
                <c:spPr>
                  <a:ln w="6350" cap="rnd">
                    <a:solidFill>
                      <a:schemeClr val="accent1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Data'!$AW$4:$AW$103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0.3</c:v>
                      </c:pt>
                      <c:pt idx="26">
                        <c:v>1.08</c:v>
                      </c:pt>
                      <c:pt idx="27">
                        <c:v>2.25</c:v>
                      </c:pt>
                      <c:pt idx="28">
                        <c:v>3.56</c:v>
                      </c:pt>
                      <c:pt idx="29">
                        <c:v>4.75</c:v>
                      </c:pt>
                      <c:pt idx="30">
                        <c:v>5.62</c:v>
                      </c:pt>
                      <c:pt idx="31">
                        <c:v>6.09</c:v>
                      </c:pt>
                      <c:pt idx="32">
                        <c:v>6.17</c:v>
                      </c:pt>
                      <c:pt idx="33">
                        <c:v>5.96</c:v>
                      </c:pt>
                      <c:pt idx="34">
                        <c:v>5.6</c:v>
                      </c:pt>
                      <c:pt idx="35">
                        <c:v>5.2</c:v>
                      </c:pt>
                      <c:pt idx="36">
                        <c:v>4.8600000000000003</c:v>
                      </c:pt>
                      <c:pt idx="37">
                        <c:v>4.62</c:v>
                      </c:pt>
                      <c:pt idx="38">
                        <c:v>4.5</c:v>
                      </c:pt>
                      <c:pt idx="39">
                        <c:v>4.4400000000000004</c:v>
                      </c:pt>
                      <c:pt idx="40">
                        <c:v>4.4000000000000004</c:v>
                      </c:pt>
                      <c:pt idx="41">
                        <c:v>4.3099999999999996</c:v>
                      </c:pt>
                      <c:pt idx="42">
                        <c:v>4.12</c:v>
                      </c:pt>
                      <c:pt idx="43">
                        <c:v>3.84</c:v>
                      </c:pt>
                      <c:pt idx="44">
                        <c:v>3.48</c:v>
                      </c:pt>
                      <c:pt idx="45">
                        <c:v>3.06</c:v>
                      </c:pt>
                      <c:pt idx="46">
                        <c:v>2.62</c:v>
                      </c:pt>
                      <c:pt idx="47">
                        <c:v>2.21</c:v>
                      </c:pt>
                      <c:pt idx="48">
                        <c:v>1.83</c:v>
                      </c:pt>
                      <c:pt idx="49">
                        <c:v>1.49</c:v>
                      </c:pt>
                      <c:pt idx="50">
                        <c:v>1.19</c:v>
                      </c:pt>
                      <c:pt idx="51">
                        <c:v>0.92</c:v>
                      </c:pt>
                      <c:pt idx="52">
                        <c:v>0.67</c:v>
                      </c:pt>
                      <c:pt idx="53">
                        <c:v>0.45</c:v>
                      </c:pt>
                      <c:pt idx="54">
                        <c:v>0.27</c:v>
                      </c:pt>
                      <c:pt idx="55">
                        <c:v>0.14000000000000001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E-8C1D-4EAD-96C2-348E40D180E2}"/>
                  </c:ext>
                </c:extLst>
              </c15:ser>
            </c15:filteredScatterSeries>
            <c15:filteredScatterSeries>
              <c15:ser>
                <c:idx val="13"/>
                <c:order val="1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Data'!$AX$3</c15:sqref>
                        </c15:formulaRef>
                      </c:ext>
                    </c:extLst>
                    <c:strCache>
                      <c:ptCount val="1"/>
                      <c:pt idx="0">
                        <c:v>JD2507-060</c:v>
                      </c:pt>
                    </c:strCache>
                  </c:strRef>
                </c:tx>
                <c:spPr>
                  <a:ln w="6350" cap="rnd">
                    <a:solidFill>
                      <a:schemeClr val="accent2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Data'!$AX$4:$AX$103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0.34</c:v>
                      </c:pt>
                      <c:pt idx="26">
                        <c:v>1.1599999999999999</c:v>
                      </c:pt>
                      <c:pt idx="27">
                        <c:v>2.3199999999999998</c:v>
                      </c:pt>
                      <c:pt idx="28">
                        <c:v>3.56</c:v>
                      </c:pt>
                      <c:pt idx="29">
                        <c:v>4.6399999999999997</c:v>
                      </c:pt>
                      <c:pt idx="30">
                        <c:v>5.39</c:v>
                      </c:pt>
                      <c:pt idx="31">
                        <c:v>5.75</c:v>
                      </c:pt>
                      <c:pt idx="32">
                        <c:v>5.76</c:v>
                      </c:pt>
                      <c:pt idx="33">
                        <c:v>5.55</c:v>
                      </c:pt>
                      <c:pt idx="34">
                        <c:v>5.25</c:v>
                      </c:pt>
                      <c:pt idx="35">
                        <c:v>4.97</c:v>
                      </c:pt>
                      <c:pt idx="36">
                        <c:v>4.7699999999999996</c:v>
                      </c:pt>
                      <c:pt idx="37">
                        <c:v>4.67</c:v>
                      </c:pt>
                      <c:pt idx="38">
                        <c:v>4.66</c:v>
                      </c:pt>
                      <c:pt idx="39">
                        <c:v>4.6900000000000004</c:v>
                      </c:pt>
                      <c:pt idx="40">
                        <c:v>4.7</c:v>
                      </c:pt>
                      <c:pt idx="41">
                        <c:v>4.63</c:v>
                      </c:pt>
                      <c:pt idx="42">
                        <c:v>4.46</c:v>
                      </c:pt>
                      <c:pt idx="43">
                        <c:v>4.17</c:v>
                      </c:pt>
                      <c:pt idx="44">
                        <c:v>3.78</c:v>
                      </c:pt>
                      <c:pt idx="45">
                        <c:v>3.32</c:v>
                      </c:pt>
                      <c:pt idx="46">
                        <c:v>2.83</c:v>
                      </c:pt>
                      <c:pt idx="47">
                        <c:v>2.35</c:v>
                      </c:pt>
                      <c:pt idx="48">
                        <c:v>1.9</c:v>
                      </c:pt>
                      <c:pt idx="49">
                        <c:v>1.49</c:v>
                      </c:pt>
                      <c:pt idx="50">
                        <c:v>1.1200000000000001</c:v>
                      </c:pt>
                      <c:pt idx="51">
                        <c:v>0.8</c:v>
                      </c:pt>
                      <c:pt idx="52">
                        <c:v>0.53</c:v>
                      </c:pt>
                      <c:pt idx="53">
                        <c:v>0.31</c:v>
                      </c:pt>
                      <c:pt idx="54">
                        <c:v>0.15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F-8C1D-4EAD-96C2-348E40D180E2}"/>
                  </c:ext>
                </c:extLst>
              </c15:ser>
            </c15:filteredScatterSeries>
            <c15:filteredScatterSeries>
              <c15:ser>
                <c:idx val="14"/>
                <c:order val="1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Data'!$AY$3</c15:sqref>
                        </c15:formulaRef>
                      </c:ext>
                    </c:extLst>
                    <c:strCache>
                      <c:ptCount val="1"/>
                      <c:pt idx="0">
                        <c:v>JD2507-061</c:v>
                      </c:pt>
                    </c:strCache>
                  </c:strRef>
                </c:tx>
                <c:spPr>
                  <a:ln w="6350" cap="rnd">
                    <a:solidFill>
                      <a:schemeClr val="accent3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Data'!$AY$4:$AY$103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0.38</c:v>
                      </c:pt>
                      <c:pt idx="26">
                        <c:v>1.25</c:v>
                      </c:pt>
                      <c:pt idx="27">
                        <c:v>2.4500000000000002</c:v>
                      </c:pt>
                      <c:pt idx="28">
                        <c:v>3.72</c:v>
                      </c:pt>
                      <c:pt idx="29">
                        <c:v>4.79</c:v>
                      </c:pt>
                      <c:pt idx="30">
                        <c:v>5.52</c:v>
                      </c:pt>
                      <c:pt idx="31">
                        <c:v>5.84</c:v>
                      </c:pt>
                      <c:pt idx="32">
                        <c:v>5.81</c:v>
                      </c:pt>
                      <c:pt idx="33">
                        <c:v>5.58</c:v>
                      </c:pt>
                      <c:pt idx="34">
                        <c:v>5.27</c:v>
                      </c:pt>
                      <c:pt idx="35">
                        <c:v>4.99</c:v>
                      </c:pt>
                      <c:pt idx="36">
                        <c:v>4.8</c:v>
                      </c:pt>
                      <c:pt idx="37">
                        <c:v>4.72</c:v>
                      </c:pt>
                      <c:pt idx="38">
                        <c:v>4.71</c:v>
                      </c:pt>
                      <c:pt idx="39">
                        <c:v>4.74</c:v>
                      </c:pt>
                      <c:pt idx="40">
                        <c:v>4.74</c:v>
                      </c:pt>
                      <c:pt idx="41">
                        <c:v>4.67</c:v>
                      </c:pt>
                      <c:pt idx="42">
                        <c:v>4.4800000000000004</c:v>
                      </c:pt>
                      <c:pt idx="43">
                        <c:v>4.17</c:v>
                      </c:pt>
                      <c:pt idx="44">
                        <c:v>3.77</c:v>
                      </c:pt>
                      <c:pt idx="45">
                        <c:v>3.29</c:v>
                      </c:pt>
                      <c:pt idx="46">
                        <c:v>2.78</c:v>
                      </c:pt>
                      <c:pt idx="47">
                        <c:v>2.2799999999999998</c:v>
                      </c:pt>
                      <c:pt idx="48">
                        <c:v>1.8</c:v>
                      </c:pt>
                      <c:pt idx="49">
                        <c:v>1.37</c:v>
                      </c:pt>
                      <c:pt idx="50">
                        <c:v>0.98</c:v>
                      </c:pt>
                      <c:pt idx="51">
                        <c:v>0.65</c:v>
                      </c:pt>
                      <c:pt idx="52">
                        <c:v>0.36</c:v>
                      </c:pt>
                      <c:pt idx="53">
                        <c:v>0.08</c:v>
                      </c:pt>
                      <c:pt idx="54">
                        <c:v>0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0-8C1D-4EAD-96C2-348E40D180E2}"/>
                  </c:ext>
                </c:extLst>
              </c15:ser>
            </c15:filteredScatterSeries>
            <c15:filteredScatterSeries>
              <c15:ser>
                <c:idx val="15"/>
                <c:order val="1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Data'!$AZ$3</c15:sqref>
                        </c15:formulaRef>
                      </c:ext>
                    </c:extLst>
                    <c:strCache>
                      <c:ptCount val="1"/>
                      <c:pt idx="0">
                        <c:v>JD2507-062</c:v>
                      </c:pt>
                    </c:strCache>
                  </c:strRef>
                </c:tx>
                <c:spPr>
                  <a:ln w="6350" cap="rnd">
                    <a:solidFill>
                      <a:schemeClr val="accent4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Data'!$AZ$4:$AZ$103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0.51</c:v>
                      </c:pt>
                      <c:pt idx="26">
                        <c:v>1.38</c:v>
                      </c:pt>
                      <c:pt idx="27">
                        <c:v>2.46</c:v>
                      </c:pt>
                      <c:pt idx="28">
                        <c:v>3.52</c:v>
                      </c:pt>
                      <c:pt idx="29">
                        <c:v>4.37</c:v>
                      </c:pt>
                      <c:pt idx="30">
                        <c:v>4.91</c:v>
                      </c:pt>
                      <c:pt idx="31">
                        <c:v>5.16</c:v>
                      </c:pt>
                      <c:pt idx="32">
                        <c:v>5.19</c:v>
                      </c:pt>
                      <c:pt idx="33">
                        <c:v>5.12</c:v>
                      </c:pt>
                      <c:pt idx="34">
                        <c:v>5.0599999999999996</c:v>
                      </c:pt>
                      <c:pt idx="35">
                        <c:v>5.05</c:v>
                      </c:pt>
                      <c:pt idx="36">
                        <c:v>5.1100000000000003</c:v>
                      </c:pt>
                      <c:pt idx="37">
                        <c:v>5.19</c:v>
                      </c:pt>
                      <c:pt idx="38">
                        <c:v>5.25</c:v>
                      </c:pt>
                      <c:pt idx="39">
                        <c:v>5.22</c:v>
                      </c:pt>
                      <c:pt idx="40">
                        <c:v>5.0599999999999996</c:v>
                      </c:pt>
                      <c:pt idx="41">
                        <c:v>4.76</c:v>
                      </c:pt>
                      <c:pt idx="42">
                        <c:v>4.37</c:v>
                      </c:pt>
                      <c:pt idx="43">
                        <c:v>3.92</c:v>
                      </c:pt>
                      <c:pt idx="44">
                        <c:v>3.47</c:v>
                      </c:pt>
                      <c:pt idx="45">
                        <c:v>3.05</c:v>
                      </c:pt>
                      <c:pt idx="46">
                        <c:v>2.67</c:v>
                      </c:pt>
                      <c:pt idx="47">
                        <c:v>2.3199999999999998</c:v>
                      </c:pt>
                      <c:pt idx="48">
                        <c:v>1.99</c:v>
                      </c:pt>
                      <c:pt idx="49">
                        <c:v>1.65</c:v>
                      </c:pt>
                      <c:pt idx="50">
                        <c:v>1.3</c:v>
                      </c:pt>
                      <c:pt idx="51">
                        <c:v>0.96</c:v>
                      </c:pt>
                      <c:pt idx="52">
                        <c:v>0.64</c:v>
                      </c:pt>
                      <c:pt idx="53">
                        <c:v>0.32</c:v>
                      </c:pt>
                      <c:pt idx="54">
                        <c:v>0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1-8C1D-4EAD-96C2-348E40D180E2}"/>
                  </c:ext>
                </c:extLst>
              </c15:ser>
            </c15:filteredScatterSeries>
            <c15:filteredScatterSeries>
              <c15:ser>
                <c:idx val="16"/>
                <c:order val="1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Data'!$BA$3</c15:sqref>
                        </c15:formulaRef>
                      </c:ext>
                    </c:extLst>
                    <c:strCache>
                      <c:ptCount val="1"/>
                      <c:pt idx="0">
                        <c:v>JD2507-063</c:v>
                      </c:pt>
                    </c:strCache>
                  </c:strRef>
                </c:tx>
                <c:spPr>
                  <a:ln w="6350" cap="rnd">
                    <a:solidFill>
                      <a:schemeClr val="accent5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Data'!$BA$4:$BA$103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0.34</c:v>
                      </c:pt>
                      <c:pt idx="26">
                        <c:v>1.1599999999999999</c:v>
                      </c:pt>
                      <c:pt idx="27">
                        <c:v>2.3199999999999998</c:v>
                      </c:pt>
                      <c:pt idx="28">
                        <c:v>3.56</c:v>
                      </c:pt>
                      <c:pt idx="29">
                        <c:v>4.6399999999999997</c:v>
                      </c:pt>
                      <c:pt idx="30">
                        <c:v>5.4</c:v>
                      </c:pt>
                      <c:pt idx="31">
                        <c:v>5.77</c:v>
                      </c:pt>
                      <c:pt idx="32">
                        <c:v>5.79</c:v>
                      </c:pt>
                      <c:pt idx="33">
                        <c:v>5.58</c:v>
                      </c:pt>
                      <c:pt idx="34">
                        <c:v>5.29</c:v>
                      </c:pt>
                      <c:pt idx="35">
                        <c:v>5</c:v>
                      </c:pt>
                      <c:pt idx="36">
                        <c:v>4.8</c:v>
                      </c:pt>
                      <c:pt idx="37">
                        <c:v>4.7</c:v>
                      </c:pt>
                      <c:pt idx="38">
                        <c:v>4.6900000000000004</c:v>
                      </c:pt>
                      <c:pt idx="39">
                        <c:v>4.7</c:v>
                      </c:pt>
                      <c:pt idx="40">
                        <c:v>4.7</c:v>
                      </c:pt>
                      <c:pt idx="41">
                        <c:v>4.6100000000000003</c:v>
                      </c:pt>
                      <c:pt idx="42">
                        <c:v>4.41</c:v>
                      </c:pt>
                      <c:pt idx="43">
                        <c:v>4.0999999999999996</c:v>
                      </c:pt>
                      <c:pt idx="44">
                        <c:v>3.71</c:v>
                      </c:pt>
                      <c:pt idx="45">
                        <c:v>3.26</c:v>
                      </c:pt>
                      <c:pt idx="46">
                        <c:v>2.79</c:v>
                      </c:pt>
                      <c:pt idx="47">
                        <c:v>2.35</c:v>
                      </c:pt>
                      <c:pt idx="48">
                        <c:v>1.93</c:v>
                      </c:pt>
                      <c:pt idx="49">
                        <c:v>1.55</c:v>
                      </c:pt>
                      <c:pt idx="50">
                        <c:v>1.19</c:v>
                      </c:pt>
                      <c:pt idx="51">
                        <c:v>0.85</c:v>
                      </c:pt>
                      <c:pt idx="52">
                        <c:v>0.55000000000000004</c:v>
                      </c:pt>
                      <c:pt idx="53">
                        <c:v>0.24</c:v>
                      </c:pt>
                      <c:pt idx="54">
                        <c:v>0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2-8C1D-4EAD-96C2-348E40D180E2}"/>
                  </c:ext>
                </c:extLst>
              </c15:ser>
            </c15:filteredScatterSeries>
            <c15:filteredScatterSeries>
              <c15:ser>
                <c:idx val="17"/>
                <c:order val="1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Data'!$BB$3</c15:sqref>
                        </c15:formulaRef>
                      </c:ext>
                    </c:extLst>
                    <c:strCache>
                      <c:ptCount val="1"/>
                      <c:pt idx="0">
                        <c:v>JC2507-055</c:v>
                      </c:pt>
                    </c:strCache>
                  </c:strRef>
                </c:tx>
                <c:spPr>
                  <a:ln w="6350" cap="rnd">
                    <a:solidFill>
                      <a:schemeClr val="accent6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Data'!$BB$4:$BB$103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0.42</c:v>
                      </c:pt>
                      <c:pt idx="26">
                        <c:v>1.26</c:v>
                      </c:pt>
                      <c:pt idx="27">
                        <c:v>2.3199999999999998</c:v>
                      </c:pt>
                      <c:pt idx="28">
                        <c:v>3.39</c:v>
                      </c:pt>
                      <c:pt idx="29">
                        <c:v>4.26</c:v>
                      </c:pt>
                      <c:pt idx="30">
                        <c:v>4.84</c:v>
                      </c:pt>
                      <c:pt idx="31">
                        <c:v>5.12</c:v>
                      </c:pt>
                      <c:pt idx="32">
                        <c:v>5.17</c:v>
                      </c:pt>
                      <c:pt idx="33">
                        <c:v>5.1100000000000003</c:v>
                      </c:pt>
                      <c:pt idx="34">
                        <c:v>5.04</c:v>
                      </c:pt>
                      <c:pt idx="35">
                        <c:v>5.0199999999999996</c:v>
                      </c:pt>
                      <c:pt idx="36">
                        <c:v>5.07</c:v>
                      </c:pt>
                      <c:pt idx="37">
                        <c:v>5.16</c:v>
                      </c:pt>
                      <c:pt idx="38">
                        <c:v>5.22</c:v>
                      </c:pt>
                      <c:pt idx="39">
                        <c:v>5.21</c:v>
                      </c:pt>
                      <c:pt idx="40">
                        <c:v>5.07</c:v>
                      </c:pt>
                      <c:pt idx="41">
                        <c:v>4.8</c:v>
                      </c:pt>
                      <c:pt idx="42">
                        <c:v>4.42</c:v>
                      </c:pt>
                      <c:pt idx="43">
                        <c:v>3.99</c:v>
                      </c:pt>
                      <c:pt idx="44">
                        <c:v>3.56</c:v>
                      </c:pt>
                      <c:pt idx="45">
                        <c:v>3.14</c:v>
                      </c:pt>
                      <c:pt idx="46">
                        <c:v>2.75</c:v>
                      </c:pt>
                      <c:pt idx="47">
                        <c:v>2.38</c:v>
                      </c:pt>
                      <c:pt idx="48">
                        <c:v>2.02</c:v>
                      </c:pt>
                      <c:pt idx="49">
                        <c:v>1.66</c:v>
                      </c:pt>
                      <c:pt idx="50">
                        <c:v>1.3</c:v>
                      </c:pt>
                      <c:pt idx="51">
                        <c:v>0.96</c:v>
                      </c:pt>
                      <c:pt idx="52">
                        <c:v>0.66</c:v>
                      </c:pt>
                      <c:pt idx="53">
                        <c:v>0.41</c:v>
                      </c:pt>
                      <c:pt idx="54">
                        <c:v>0.23</c:v>
                      </c:pt>
                      <c:pt idx="55">
                        <c:v>0.04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3-8C1D-4EAD-96C2-348E40D180E2}"/>
                  </c:ext>
                </c:extLst>
              </c15:ser>
            </c15:filteredScatterSeries>
            <c15:filteredScatterSeries>
              <c15:ser>
                <c:idx val="18"/>
                <c:order val="1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Data'!$BC$3</c15:sqref>
                        </c15:formulaRef>
                      </c:ext>
                    </c:extLst>
                    <c:strCache>
                      <c:ptCount val="1"/>
                      <c:pt idx="0">
                        <c:v>JC2507-056</c:v>
                      </c:pt>
                    </c:strCache>
                  </c:strRef>
                </c:tx>
                <c:spPr>
                  <a:ln w="6350" cap="rnd">
                    <a:solidFill>
                      <a:schemeClr val="accent1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Data'!$BC$4:$BC$103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0.24</c:v>
                      </c:pt>
                      <c:pt idx="26">
                        <c:v>0.93</c:v>
                      </c:pt>
                      <c:pt idx="27">
                        <c:v>1.98</c:v>
                      </c:pt>
                      <c:pt idx="28">
                        <c:v>3.16</c:v>
                      </c:pt>
                      <c:pt idx="29">
                        <c:v>4.25</c:v>
                      </c:pt>
                      <c:pt idx="30">
                        <c:v>5.0599999999999996</c:v>
                      </c:pt>
                      <c:pt idx="31">
                        <c:v>5.52</c:v>
                      </c:pt>
                      <c:pt idx="32">
                        <c:v>5.64</c:v>
                      </c:pt>
                      <c:pt idx="33">
                        <c:v>5.5</c:v>
                      </c:pt>
                      <c:pt idx="34">
                        <c:v>5.25</c:v>
                      </c:pt>
                      <c:pt idx="35">
                        <c:v>4.9800000000000004</c:v>
                      </c:pt>
                      <c:pt idx="36">
                        <c:v>4.78</c:v>
                      </c:pt>
                      <c:pt idx="37">
                        <c:v>4.6900000000000004</c:v>
                      </c:pt>
                      <c:pt idx="38">
                        <c:v>4.7</c:v>
                      </c:pt>
                      <c:pt idx="39">
                        <c:v>4.78</c:v>
                      </c:pt>
                      <c:pt idx="40">
                        <c:v>4.84</c:v>
                      </c:pt>
                      <c:pt idx="41">
                        <c:v>4.84</c:v>
                      </c:pt>
                      <c:pt idx="42">
                        <c:v>4.72</c:v>
                      </c:pt>
                      <c:pt idx="43">
                        <c:v>4.46</c:v>
                      </c:pt>
                      <c:pt idx="44">
                        <c:v>4.09</c:v>
                      </c:pt>
                      <c:pt idx="45">
                        <c:v>3.62</c:v>
                      </c:pt>
                      <c:pt idx="46">
                        <c:v>3.1</c:v>
                      </c:pt>
                      <c:pt idx="47">
                        <c:v>2.57</c:v>
                      </c:pt>
                      <c:pt idx="48">
                        <c:v>2.06</c:v>
                      </c:pt>
                      <c:pt idx="49">
                        <c:v>1.58</c:v>
                      </c:pt>
                      <c:pt idx="50">
                        <c:v>1.1499999999999999</c:v>
                      </c:pt>
                      <c:pt idx="51">
                        <c:v>0.78</c:v>
                      </c:pt>
                      <c:pt idx="52">
                        <c:v>0.46</c:v>
                      </c:pt>
                      <c:pt idx="53">
                        <c:v>0.21</c:v>
                      </c:pt>
                      <c:pt idx="54">
                        <c:v>0.06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4-8C1D-4EAD-96C2-348E40D180E2}"/>
                  </c:ext>
                </c:extLst>
              </c15:ser>
            </c15:filteredScatterSeries>
            <c15:filteredScatterSeries>
              <c15:ser>
                <c:idx val="19"/>
                <c:order val="1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Data'!$BD$3</c15:sqref>
                        </c15:formulaRef>
                      </c:ext>
                    </c:extLst>
                    <c:strCache>
                      <c:ptCount val="1"/>
                      <c:pt idx="0">
                        <c:v>JC2507-057</c:v>
                      </c:pt>
                    </c:strCache>
                  </c:strRef>
                </c:tx>
                <c:spPr>
                  <a:ln w="6350" cap="rnd">
                    <a:solidFill>
                      <a:schemeClr val="accent2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Data'!$BD$4:$BD$103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0.37</c:v>
                      </c:pt>
                      <c:pt idx="26">
                        <c:v>1.23</c:v>
                      </c:pt>
                      <c:pt idx="27">
                        <c:v>2.41</c:v>
                      </c:pt>
                      <c:pt idx="28">
                        <c:v>3.65</c:v>
                      </c:pt>
                      <c:pt idx="29">
                        <c:v>4.71</c:v>
                      </c:pt>
                      <c:pt idx="30">
                        <c:v>5.43</c:v>
                      </c:pt>
                      <c:pt idx="31">
                        <c:v>5.75</c:v>
                      </c:pt>
                      <c:pt idx="32">
                        <c:v>5.73</c:v>
                      </c:pt>
                      <c:pt idx="33">
                        <c:v>5.51</c:v>
                      </c:pt>
                      <c:pt idx="34">
                        <c:v>5.2</c:v>
                      </c:pt>
                      <c:pt idx="35">
                        <c:v>4.93</c:v>
                      </c:pt>
                      <c:pt idx="36">
                        <c:v>4.74</c:v>
                      </c:pt>
                      <c:pt idx="37">
                        <c:v>4.66</c:v>
                      </c:pt>
                      <c:pt idx="38">
                        <c:v>4.66</c:v>
                      </c:pt>
                      <c:pt idx="39">
                        <c:v>4.7</c:v>
                      </c:pt>
                      <c:pt idx="40">
                        <c:v>4.71</c:v>
                      </c:pt>
                      <c:pt idx="41">
                        <c:v>4.66</c:v>
                      </c:pt>
                      <c:pt idx="42">
                        <c:v>4.49</c:v>
                      </c:pt>
                      <c:pt idx="43">
                        <c:v>4.22</c:v>
                      </c:pt>
                      <c:pt idx="44">
                        <c:v>3.84</c:v>
                      </c:pt>
                      <c:pt idx="45">
                        <c:v>3.39</c:v>
                      </c:pt>
                      <c:pt idx="46">
                        <c:v>2.9</c:v>
                      </c:pt>
                      <c:pt idx="47">
                        <c:v>2.4</c:v>
                      </c:pt>
                      <c:pt idx="48">
                        <c:v>1.92</c:v>
                      </c:pt>
                      <c:pt idx="49">
                        <c:v>1.47</c:v>
                      </c:pt>
                      <c:pt idx="50">
                        <c:v>1.06</c:v>
                      </c:pt>
                      <c:pt idx="51">
                        <c:v>0.7</c:v>
                      </c:pt>
                      <c:pt idx="52">
                        <c:v>0.39</c:v>
                      </c:pt>
                      <c:pt idx="53">
                        <c:v>0.13</c:v>
                      </c:pt>
                      <c:pt idx="54">
                        <c:v>0.02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5-8C1D-4EAD-96C2-348E40D180E2}"/>
                  </c:ext>
                </c:extLst>
              </c15:ser>
            </c15:filteredScatterSeries>
            <c15:filteredScatterSeries>
              <c15:ser>
                <c:idx val="20"/>
                <c:order val="1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Data'!$BE$3</c15:sqref>
                        </c15:formulaRef>
                      </c:ext>
                    </c:extLst>
                    <c:strCache>
                      <c:ptCount val="1"/>
                      <c:pt idx="0">
                        <c:v>JC2507-059</c:v>
                      </c:pt>
                    </c:strCache>
                  </c:strRef>
                </c:tx>
                <c:spPr>
                  <a:ln w="6350" cap="rnd">
                    <a:solidFill>
                      <a:schemeClr val="accent3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Data'!$BE$4:$BE$103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0.28999999999999998</c:v>
                      </c:pt>
                      <c:pt idx="26">
                        <c:v>1.03</c:v>
                      </c:pt>
                      <c:pt idx="27">
                        <c:v>2.11</c:v>
                      </c:pt>
                      <c:pt idx="28">
                        <c:v>3.3</c:v>
                      </c:pt>
                      <c:pt idx="29">
                        <c:v>4.3499999999999996</c:v>
                      </c:pt>
                      <c:pt idx="30">
                        <c:v>5.12</c:v>
                      </c:pt>
                      <c:pt idx="31">
                        <c:v>5.52</c:v>
                      </c:pt>
                      <c:pt idx="32">
                        <c:v>5.6</c:v>
                      </c:pt>
                      <c:pt idx="33">
                        <c:v>5.49</c:v>
                      </c:pt>
                      <c:pt idx="34">
                        <c:v>5.29</c:v>
                      </c:pt>
                      <c:pt idx="35">
                        <c:v>5.12</c:v>
                      </c:pt>
                      <c:pt idx="36">
                        <c:v>5.0199999999999996</c:v>
                      </c:pt>
                      <c:pt idx="37">
                        <c:v>5.0199999999999996</c:v>
                      </c:pt>
                      <c:pt idx="38">
                        <c:v>5.09</c:v>
                      </c:pt>
                      <c:pt idx="39">
                        <c:v>5.17</c:v>
                      </c:pt>
                      <c:pt idx="40">
                        <c:v>5.2</c:v>
                      </c:pt>
                      <c:pt idx="41">
                        <c:v>5.12</c:v>
                      </c:pt>
                      <c:pt idx="42">
                        <c:v>4.9000000000000004</c:v>
                      </c:pt>
                      <c:pt idx="43">
                        <c:v>4.53</c:v>
                      </c:pt>
                      <c:pt idx="44">
                        <c:v>4.05</c:v>
                      </c:pt>
                      <c:pt idx="45">
                        <c:v>3.48</c:v>
                      </c:pt>
                      <c:pt idx="46">
                        <c:v>2.87</c:v>
                      </c:pt>
                      <c:pt idx="47">
                        <c:v>2.2599999999999998</c:v>
                      </c:pt>
                      <c:pt idx="48">
                        <c:v>1.69</c:v>
                      </c:pt>
                      <c:pt idx="49">
                        <c:v>1.18</c:v>
                      </c:pt>
                      <c:pt idx="50">
                        <c:v>0.75</c:v>
                      </c:pt>
                      <c:pt idx="51">
                        <c:v>0.4</c:v>
                      </c:pt>
                      <c:pt idx="52">
                        <c:v>0.06</c:v>
                      </c:pt>
                      <c:pt idx="53">
                        <c:v>0</c:v>
                      </c:pt>
                      <c:pt idx="54">
                        <c:v>0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6-8C1D-4EAD-96C2-348E40D180E2}"/>
                  </c:ext>
                </c:extLst>
              </c15:ser>
            </c15:filteredScatterSeries>
            <c15:filteredScatterSeries>
              <c15:ser>
                <c:idx val="21"/>
                <c:order val="2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Data'!$BF$3</c15:sqref>
                        </c15:formulaRef>
                      </c:ext>
                    </c:extLst>
                    <c:strCache>
                      <c:ptCount val="1"/>
                      <c:pt idx="0">
                        <c:v>JC2507-060</c:v>
                      </c:pt>
                    </c:strCache>
                  </c:strRef>
                </c:tx>
                <c:spPr>
                  <a:ln w="6350" cap="rnd">
                    <a:solidFill>
                      <a:schemeClr val="accent4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Data'!$BF$4:$BF$103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0.37</c:v>
                      </c:pt>
                      <c:pt idx="26">
                        <c:v>1.24</c:v>
                      </c:pt>
                      <c:pt idx="27">
                        <c:v>2.44</c:v>
                      </c:pt>
                      <c:pt idx="28">
                        <c:v>3.71</c:v>
                      </c:pt>
                      <c:pt idx="29">
                        <c:v>4.78</c:v>
                      </c:pt>
                      <c:pt idx="30">
                        <c:v>5.51</c:v>
                      </c:pt>
                      <c:pt idx="31">
                        <c:v>5.84</c:v>
                      </c:pt>
                      <c:pt idx="32">
                        <c:v>5.84</c:v>
                      </c:pt>
                      <c:pt idx="33">
                        <c:v>5.64</c:v>
                      </c:pt>
                      <c:pt idx="34">
                        <c:v>5.38</c:v>
                      </c:pt>
                      <c:pt idx="35">
                        <c:v>5.17</c:v>
                      </c:pt>
                      <c:pt idx="36">
                        <c:v>5.05</c:v>
                      </c:pt>
                      <c:pt idx="37">
                        <c:v>5.04</c:v>
                      </c:pt>
                      <c:pt idx="38">
                        <c:v>5.09</c:v>
                      </c:pt>
                      <c:pt idx="39">
                        <c:v>5.15</c:v>
                      </c:pt>
                      <c:pt idx="40">
                        <c:v>5.16</c:v>
                      </c:pt>
                      <c:pt idx="41">
                        <c:v>5.04</c:v>
                      </c:pt>
                      <c:pt idx="42">
                        <c:v>4.79</c:v>
                      </c:pt>
                      <c:pt idx="43">
                        <c:v>4.38</c:v>
                      </c:pt>
                      <c:pt idx="44">
                        <c:v>3.84</c:v>
                      </c:pt>
                      <c:pt idx="45">
                        <c:v>3.22</c:v>
                      </c:pt>
                      <c:pt idx="46">
                        <c:v>2.56</c:v>
                      </c:pt>
                      <c:pt idx="47">
                        <c:v>1.92</c:v>
                      </c:pt>
                      <c:pt idx="48">
                        <c:v>1.34</c:v>
                      </c:pt>
                      <c:pt idx="49">
                        <c:v>0.85</c:v>
                      </c:pt>
                      <c:pt idx="50">
                        <c:v>0.47</c:v>
                      </c:pt>
                      <c:pt idx="51">
                        <c:v>0.18</c:v>
                      </c:pt>
                      <c:pt idx="52">
                        <c:v>0</c:v>
                      </c:pt>
                      <c:pt idx="53">
                        <c:v>0</c:v>
                      </c:pt>
                      <c:pt idx="54">
                        <c:v>0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7-8C1D-4EAD-96C2-348E40D180E2}"/>
                  </c:ext>
                </c:extLst>
              </c15:ser>
            </c15:filteredScatterSeries>
            <c15:filteredScatterSeries>
              <c15:ser>
                <c:idx val="22"/>
                <c:order val="2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Data'!$BG$3</c15:sqref>
                        </c15:formulaRef>
                      </c:ext>
                    </c:extLst>
                    <c:strCache>
                      <c:ptCount val="1"/>
                      <c:pt idx="0">
                        <c:v>JC2507-061</c:v>
                      </c:pt>
                    </c:strCache>
                  </c:strRef>
                </c:tx>
                <c:spPr>
                  <a:ln w="6350" cap="rnd">
                    <a:solidFill>
                      <a:schemeClr val="accent5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Data'!$BG$4:$BG$103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0.5</c:v>
                      </c:pt>
                      <c:pt idx="26">
                        <c:v>1.55</c:v>
                      </c:pt>
                      <c:pt idx="27">
                        <c:v>2.9</c:v>
                      </c:pt>
                      <c:pt idx="28">
                        <c:v>4.2300000000000004</c:v>
                      </c:pt>
                      <c:pt idx="29">
                        <c:v>5.29</c:v>
                      </c:pt>
                      <c:pt idx="30">
                        <c:v>5.92</c:v>
                      </c:pt>
                      <c:pt idx="31">
                        <c:v>6.11</c:v>
                      </c:pt>
                      <c:pt idx="32">
                        <c:v>5.96</c:v>
                      </c:pt>
                      <c:pt idx="33">
                        <c:v>5.65</c:v>
                      </c:pt>
                      <c:pt idx="34">
                        <c:v>5.34</c:v>
                      </c:pt>
                      <c:pt idx="35">
                        <c:v>5.1100000000000003</c:v>
                      </c:pt>
                      <c:pt idx="36">
                        <c:v>5.01</c:v>
                      </c:pt>
                      <c:pt idx="37">
                        <c:v>4.99</c:v>
                      </c:pt>
                      <c:pt idx="38">
                        <c:v>5.0199999999999996</c:v>
                      </c:pt>
                      <c:pt idx="39">
                        <c:v>5.03</c:v>
                      </c:pt>
                      <c:pt idx="40">
                        <c:v>4.96</c:v>
                      </c:pt>
                      <c:pt idx="41">
                        <c:v>4.7699999999999996</c:v>
                      </c:pt>
                      <c:pt idx="42">
                        <c:v>4.4400000000000004</c:v>
                      </c:pt>
                      <c:pt idx="43">
                        <c:v>4</c:v>
                      </c:pt>
                      <c:pt idx="44">
                        <c:v>3.46</c:v>
                      </c:pt>
                      <c:pt idx="45">
                        <c:v>2.88</c:v>
                      </c:pt>
                      <c:pt idx="46">
                        <c:v>2.29</c:v>
                      </c:pt>
                      <c:pt idx="47">
                        <c:v>1.75</c:v>
                      </c:pt>
                      <c:pt idx="48">
                        <c:v>1.26</c:v>
                      </c:pt>
                      <c:pt idx="49">
                        <c:v>0.85</c:v>
                      </c:pt>
                      <c:pt idx="50">
                        <c:v>0.52</c:v>
                      </c:pt>
                      <c:pt idx="51">
                        <c:v>0.19</c:v>
                      </c:pt>
                      <c:pt idx="52">
                        <c:v>0</c:v>
                      </c:pt>
                      <c:pt idx="53">
                        <c:v>0</c:v>
                      </c:pt>
                      <c:pt idx="54">
                        <c:v>0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8-8C1D-4EAD-96C2-348E40D180E2}"/>
                  </c:ext>
                </c:extLst>
              </c15:ser>
            </c15:filteredScatterSeries>
            <c15:filteredScatterSeries>
              <c15:ser>
                <c:idx val="23"/>
                <c:order val="2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Data'!$BH$3</c15:sqref>
                        </c15:formulaRef>
                      </c:ext>
                    </c:extLst>
                    <c:strCache>
                      <c:ptCount val="1"/>
                      <c:pt idx="0">
                        <c:v>JC2507-062</c:v>
                      </c:pt>
                    </c:strCache>
                  </c:strRef>
                </c:tx>
                <c:spPr>
                  <a:ln w="6350" cap="rnd">
                    <a:solidFill>
                      <a:schemeClr val="accent6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Data'!$BH$4:$BH$103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0.44</c:v>
                      </c:pt>
                      <c:pt idx="26">
                        <c:v>1.4</c:v>
                      </c:pt>
                      <c:pt idx="27">
                        <c:v>2.66</c:v>
                      </c:pt>
                      <c:pt idx="28">
                        <c:v>3.93</c:v>
                      </c:pt>
                      <c:pt idx="29">
                        <c:v>4.97</c:v>
                      </c:pt>
                      <c:pt idx="30">
                        <c:v>5.64</c:v>
                      </c:pt>
                      <c:pt idx="31">
                        <c:v>5.88</c:v>
                      </c:pt>
                      <c:pt idx="32">
                        <c:v>5.81</c:v>
                      </c:pt>
                      <c:pt idx="33">
                        <c:v>5.56</c:v>
                      </c:pt>
                      <c:pt idx="34">
                        <c:v>5.27</c:v>
                      </c:pt>
                      <c:pt idx="35">
                        <c:v>5.0599999999999996</c:v>
                      </c:pt>
                      <c:pt idx="36">
                        <c:v>4.95</c:v>
                      </c:pt>
                      <c:pt idx="37">
                        <c:v>4.9400000000000004</c:v>
                      </c:pt>
                      <c:pt idx="38">
                        <c:v>4.9800000000000004</c:v>
                      </c:pt>
                      <c:pt idx="39">
                        <c:v>5.0199999999999996</c:v>
                      </c:pt>
                      <c:pt idx="40">
                        <c:v>4.99</c:v>
                      </c:pt>
                      <c:pt idx="41">
                        <c:v>4.8499999999999996</c:v>
                      </c:pt>
                      <c:pt idx="42">
                        <c:v>4.59</c:v>
                      </c:pt>
                      <c:pt idx="43">
                        <c:v>4.2</c:v>
                      </c:pt>
                      <c:pt idx="44">
                        <c:v>3.71</c:v>
                      </c:pt>
                      <c:pt idx="45">
                        <c:v>3.16</c:v>
                      </c:pt>
                      <c:pt idx="46">
                        <c:v>2.58</c:v>
                      </c:pt>
                      <c:pt idx="47">
                        <c:v>2.0099999999999998</c:v>
                      </c:pt>
                      <c:pt idx="48">
                        <c:v>1.49</c:v>
                      </c:pt>
                      <c:pt idx="49">
                        <c:v>1.03</c:v>
                      </c:pt>
                      <c:pt idx="50">
                        <c:v>0.64</c:v>
                      </c:pt>
                      <c:pt idx="51">
                        <c:v>0.25</c:v>
                      </c:pt>
                      <c:pt idx="52">
                        <c:v>0</c:v>
                      </c:pt>
                      <c:pt idx="53">
                        <c:v>0</c:v>
                      </c:pt>
                      <c:pt idx="54">
                        <c:v>0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9-8C1D-4EAD-96C2-348E40D180E2}"/>
                  </c:ext>
                </c:extLst>
              </c15:ser>
            </c15:filteredScatterSeries>
            <c15:filteredScatterSeries>
              <c15:ser>
                <c:idx val="24"/>
                <c:order val="2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Data'!$BI$3</c15:sqref>
                        </c15:formulaRef>
                      </c:ext>
                    </c:extLst>
                    <c:strCache>
                      <c:ptCount val="1"/>
                      <c:pt idx="0">
                        <c:v>JC2507-063</c:v>
                      </c:pt>
                    </c:strCache>
                  </c:strRef>
                </c:tx>
                <c:spPr>
                  <a:ln w="6350" cap="rnd">
                    <a:solidFill>
                      <a:schemeClr val="accent1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Data'!$BI$4:$BI$103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0.41</c:v>
                      </c:pt>
                      <c:pt idx="26">
                        <c:v>1.34</c:v>
                      </c:pt>
                      <c:pt idx="27">
                        <c:v>2.57</c:v>
                      </c:pt>
                      <c:pt idx="28">
                        <c:v>3.84</c:v>
                      </c:pt>
                      <c:pt idx="29">
                        <c:v>4.88</c:v>
                      </c:pt>
                      <c:pt idx="30">
                        <c:v>5.56</c:v>
                      </c:pt>
                      <c:pt idx="31">
                        <c:v>5.83</c:v>
                      </c:pt>
                      <c:pt idx="32">
                        <c:v>5.78</c:v>
                      </c:pt>
                      <c:pt idx="33">
                        <c:v>5.56</c:v>
                      </c:pt>
                      <c:pt idx="34">
                        <c:v>5.31</c:v>
                      </c:pt>
                      <c:pt idx="35">
                        <c:v>5.13</c:v>
                      </c:pt>
                      <c:pt idx="36">
                        <c:v>5.05</c:v>
                      </c:pt>
                      <c:pt idx="37">
                        <c:v>5.05</c:v>
                      </c:pt>
                      <c:pt idx="38">
                        <c:v>5.0999999999999996</c:v>
                      </c:pt>
                      <c:pt idx="39">
                        <c:v>5.14</c:v>
                      </c:pt>
                      <c:pt idx="40">
                        <c:v>5.09</c:v>
                      </c:pt>
                      <c:pt idx="41">
                        <c:v>4.9400000000000004</c:v>
                      </c:pt>
                      <c:pt idx="42">
                        <c:v>4.6399999999999997</c:v>
                      </c:pt>
                      <c:pt idx="43">
                        <c:v>4.22</c:v>
                      </c:pt>
                      <c:pt idx="44">
                        <c:v>3.7</c:v>
                      </c:pt>
                      <c:pt idx="45">
                        <c:v>3.12</c:v>
                      </c:pt>
                      <c:pt idx="46">
                        <c:v>2.52</c:v>
                      </c:pt>
                      <c:pt idx="47">
                        <c:v>1.94</c:v>
                      </c:pt>
                      <c:pt idx="48">
                        <c:v>1.43</c:v>
                      </c:pt>
                      <c:pt idx="49">
                        <c:v>0.98</c:v>
                      </c:pt>
                      <c:pt idx="50">
                        <c:v>0.61</c:v>
                      </c:pt>
                      <c:pt idx="51">
                        <c:v>0.24</c:v>
                      </c:pt>
                      <c:pt idx="52">
                        <c:v>0</c:v>
                      </c:pt>
                      <c:pt idx="53">
                        <c:v>0</c:v>
                      </c:pt>
                      <c:pt idx="54">
                        <c:v>0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A-8C1D-4EAD-96C2-348E40D180E2}"/>
                  </c:ext>
                </c:extLst>
              </c15:ser>
            </c15:filteredScatterSeries>
            <c15:filteredScatterSeries>
              <c15:ser>
                <c:idx val="25"/>
                <c:order val="2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Data'!$BJ$3</c15:sqref>
                        </c15:formulaRef>
                      </c:ext>
                    </c:extLst>
                    <c:strCache>
                      <c:ptCount val="1"/>
                      <c:pt idx="0">
                        <c:v>JC2507-064</c:v>
                      </c:pt>
                    </c:strCache>
                  </c:strRef>
                </c:tx>
                <c:spPr>
                  <a:ln w="6350" cap="rnd">
                    <a:solidFill>
                      <a:schemeClr val="accent2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Data'!$BJ$4:$BJ$103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0.3</c:v>
                      </c:pt>
                      <c:pt idx="26">
                        <c:v>1.05</c:v>
                      </c:pt>
                      <c:pt idx="27">
                        <c:v>2.13</c:v>
                      </c:pt>
                      <c:pt idx="28">
                        <c:v>3.3</c:v>
                      </c:pt>
                      <c:pt idx="29">
                        <c:v>4.34</c:v>
                      </c:pt>
                      <c:pt idx="30">
                        <c:v>5.07</c:v>
                      </c:pt>
                      <c:pt idx="31">
                        <c:v>5.45</c:v>
                      </c:pt>
                      <c:pt idx="32">
                        <c:v>5.53</c:v>
                      </c:pt>
                      <c:pt idx="33">
                        <c:v>5.4</c:v>
                      </c:pt>
                      <c:pt idx="34">
                        <c:v>5.21</c:v>
                      </c:pt>
                      <c:pt idx="35">
                        <c:v>5.05</c:v>
                      </c:pt>
                      <c:pt idx="36">
                        <c:v>4.96</c:v>
                      </c:pt>
                      <c:pt idx="37">
                        <c:v>4.96</c:v>
                      </c:pt>
                      <c:pt idx="38">
                        <c:v>5.03</c:v>
                      </c:pt>
                      <c:pt idx="39">
                        <c:v>5.09</c:v>
                      </c:pt>
                      <c:pt idx="40">
                        <c:v>5.1100000000000003</c:v>
                      </c:pt>
                      <c:pt idx="41">
                        <c:v>5.0199999999999996</c:v>
                      </c:pt>
                      <c:pt idx="42">
                        <c:v>4.8</c:v>
                      </c:pt>
                      <c:pt idx="43">
                        <c:v>4.46</c:v>
                      </c:pt>
                      <c:pt idx="44">
                        <c:v>4.01</c:v>
                      </c:pt>
                      <c:pt idx="45">
                        <c:v>3.48</c:v>
                      </c:pt>
                      <c:pt idx="46">
                        <c:v>2.93</c:v>
                      </c:pt>
                      <c:pt idx="47">
                        <c:v>2.37</c:v>
                      </c:pt>
                      <c:pt idx="48">
                        <c:v>1.85</c:v>
                      </c:pt>
                      <c:pt idx="49">
                        <c:v>1.37</c:v>
                      </c:pt>
                      <c:pt idx="50">
                        <c:v>0.93</c:v>
                      </c:pt>
                      <c:pt idx="51">
                        <c:v>0.56000000000000005</c:v>
                      </c:pt>
                      <c:pt idx="52">
                        <c:v>0.21</c:v>
                      </c:pt>
                      <c:pt idx="53">
                        <c:v>0.02</c:v>
                      </c:pt>
                      <c:pt idx="54">
                        <c:v>0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B-8C1D-4EAD-96C2-348E40D180E2}"/>
                  </c:ext>
                </c:extLst>
              </c15:ser>
            </c15:filteredScatterSeries>
            <c15:filteredScatterSeries>
              <c15:ser>
                <c:idx val="26"/>
                <c:order val="2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Data'!$BK$3</c15:sqref>
                        </c15:formulaRef>
                      </c:ext>
                    </c:extLst>
                    <c:strCache>
                      <c:ptCount val="1"/>
                      <c:pt idx="0">
                        <c:v>JC2507-106</c:v>
                      </c:pt>
                    </c:strCache>
                  </c:strRef>
                </c:tx>
                <c:spPr>
                  <a:ln w="6350" cap="rnd">
                    <a:solidFill>
                      <a:schemeClr val="accent3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Data'!$BK$4:$BK$103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0.26</c:v>
                      </c:pt>
                      <c:pt idx="26">
                        <c:v>0.99</c:v>
                      </c:pt>
                      <c:pt idx="27">
                        <c:v>2.0699999999999998</c:v>
                      </c:pt>
                      <c:pt idx="28">
                        <c:v>3.3</c:v>
                      </c:pt>
                      <c:pt idx="29">
                        <c:v>4.42</c:v>
                      </c:pt>
                      <c:pt idx="30">
                        <c:v>5.25</c:v>
                      </c:pt>
                      <c:pt idx="31">
                        <c:v>5.71</c:v>
                      </c:pt>
                      <c:pt idx="32">
                        <c:v>5.82</c:v>
                      </c:pt>
                      <c:pt idx="33">
                        <c:v>5.68</c:v>
                      </c:pt>
                      <c:pt idx="34">
                        <c:v>5.4</c:v>
                      </c:pt>
                      <c:pt idx="35">
                        <c:v>5.0999999999999996</c:v>
                      </c:pt>
                      <c:pt idx="36">
                        <c:v>4.8600000000000003</c:v>
                      </c:pt>
                      <c:pt idx="37">
                        <c:v>4.72</c:v>
                      </c:pt>
                      <c:pt idx="38">
                        <c:v>4.66</c:v>
                      </c:pt>
                      <c:pt idx="39">
                        <c:v>4.6500000000000004</c:v>
                      </c:pt>
                      <c:pt idx="40">
                        <c:v>4.6100000000000003</c:v>
                      </c:pt>
                      <c:pt idx="41">
                        <c:v>4.49</c:v>
                      </c:pt>
                      <c:pt idx="42">
                        <c:v>4.26</c:v>
                      </c:pt>
                      <c:pt idx="43">
                        <c:v>3.92</c:v>
                      </c:pt>
                      <c:pt idx="44">
                        <c:v>3.5</c:v>
                      </c:pt>
                      <c:pt idx="45">
                        <c:v>3.05</c:v>
                      </c:pt>
                      <c:pt idx="46">
                        <c:v>2.6</c:v>
                      </c:pt>
                      <c:pt idx="47">
                        <c:v>2.2000000000000002</c:v>
                      </c:pt>
                      <c:pt idx="48">
                        <c:v>1.87</c:v>
                      </c:pt>
                      <c:pt idx="49">
                        <c:v>1.59</c:v>
                      </c:pt>
                      <c:pt idx="50">
                        <c:v>1.35</c:v>
                      </c:pt>
                      <c:pt idx="51">
                        <c:v>1.1200000000000001</c:v>
                      </c:pt>
                      <c:pt idx="52">
                        <c:v>0.91</c:v>
                      </c:pt>
                      <c:pt idx="53">
                        <c:v>0.69</c:v>
                      </c:pt>
                      <c:pt idx="54">
                        <c:v>0.49</c:v>
                      </c:pt>
                      <c:pt idx="55">
                        <c:v>0.31</c:v>
                      </c:pt>
                      <c:pt idx="56">
                        <c:v>0.14000000000000001</c:v>
                      </c:pt>
                      <c:pt idx="57">
                        <c:v>0.02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C-8C1D-4EAD-96C2-348E40D180E2}"/>
                  </c:ext>
                </c:extLst>
              </c15:ser>
            </c15:filteredScatterSeries>
            <c15:filteredScatterSeries>
              <c15:ser>
                <c:idx val="27"/>
                <c:order val="2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Data'!$BL$3</c15:sqref>
                        </c15:formulaRef>
                      </c:ext>
                    </c:extLst>
                    <c:strCache>
                      <c:ptCount val="1"/>
                      <c:pt idx="0">
                        <c:v>JC2507-107</c:v>
                      </c:pt>
                    </c:strCache>
                  </c:strRef>
                </c:tx>
                <c:spPr>
                  <a:ln w="6350" cap="rnd">
                    <a:solidFill>
                      <a:schemeClr val="accent4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Data'!$BL$4:$BL$103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0.31</c:v>
                      </c:pt>
                      <c:pt idx="26">
                        <c:v>1.0900000000000001</c:v>
                      </c:pt>
                      <c:pt idx="27">
                        <c:v>2.21</c:v>
                      </c:pt>
                      <c:pt idx="28">
                        <c:v>3.43</c:v>
                      </c:pt>
                      <c:pt idx="29">
                        <c:v>4.5199999999999996</c:v>
                      </c:pt>
                      <c:pt idx="30">
                        <c:v>5.29</c:v>
                      </c:pt>
                      <c:pt idx="31">
                        <c:v>5.67</c:v>
                      </c:pt>
                      <c:pt idx="32">
                        <c:v>5.72</c:v>
                      </c:pt>
                      <c:pt idx="33">
                        <c:v>5.53</c:v>
                      </c:pt>
                      <c:pt idx="34">
                        <c:v>5.24</c:v>
                      </c:pt>
                      <c:pt idx="35">
                        <c:v>4.96</c:v>
                      </c:pt>
                      <c:pt idx="36">
                        <c:v>4.7699999999999996</c:v>
                      </c:pt>
                      <c:pt idx="37">
                        <c:v>4.6900000000000004</c:v>
                      </c:pt>
                      <c:pt idx="38">
                        <c:v>4.6900000000000004</c:v>
                      </c:pt>
                      <c:pt idx="39">
                        <c:v>4.72</c:v>
                      </c:pt>
                      <c:pt idx="40">
                        <c:v>4.72</c:v>
                      </c:pt>
                      <c:pt idx="41">
                        <c:v>4.6100000000000003</c:v>
                      </c:pt>
                      <c:pt idx="42">
                        <c:v>4.38</c:v>
                      </c:pt>
                      <c:pt idx="43">
                        <c:v>4.03</c:v>
                      </c:pt>
                      <c:pt idx="44">
                        <c:v>3.57</c:v>
                      </c:pt>
                      <c:pt idx="45">
                        <c:v>3.08</c:v>
                      </c:pt>
                      <c:pt idx="46">
                        <c:v>2.59</c:v>
                      </c:pt>
                      <c:pt idx="47">
                        <c:v>2.16</c:v>
                      </c:pt>
                      <c:pt idx="48">
                        <c:v>1.8</c:v>
                      </c:pt>
                      <c:pt idx="49">
                        <c:v>1.51</c:v>
                      </c:pt>
                      <c:pt idx="50">
                        <c:v>1.28</c:v>
                      </c:pt>
                      <c:pt idx="51">
                        <c:v>1.07</c:v>
                      </c:pt>
                      <c:pt idx="52">
                        <c:v>0.87</c:v>
                      </c:pt>
                      <c:pt idx="53">
                        <c:v>0.67</c:v>
                      </c:pt>
                      <c:pt idx="54">
                        <c:v>0.47</c:v>
                      </c:pt>
                      <c:pt idx="55">
                        <c:v>0.28000000000000003</c:v>
                      </c:pt>
                      <c:pt idx="56">
                        <c:v>0.08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D-8C1D-4EAD-96C2-348E40D180E2}"/>
                  </c:ext>
                </c:extLst>
              </c15:ser>
            </c15:filteredScatterSeries>
            <c15:filteredScatterSeries>
              <c15:ser>
                <c:idx val="28"/>
                <c:order val="2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Data'!$BM$3</c15:sqref>
                        </c15:formulaRef>
                      </c:ext>
                    </c:extLst>
                    <c:strCache>
                      <c:ptCount val="1"/>
                      <c:pt idx="0">
                        <c:v>JC2507-108</c:v>
                      </c:pt>
                    </c:strCache>
                  </c:strRef>
                </c:tx>
                <c:spPr>
                  <a:ln w="6350" cap="rnd">
                    <a:solidFill>
                      <a:schemeClr val="accent5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Data'!$BM$4:$BM$103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0.32</c:v>
                      </c:pt>
                      <c:pt idx="26">
                        <c:v>1.1200000000000001</c:v>
                      </c:pt>
                      <c:pt idx="27">
                        <c:v>2.2799999999999998</c:v>
                      </c:pt>
                      <c:pt idx="28">
                        <c:v>3.54</c:v>
                      </c:pt>
                      <c:pt idx="29">
                        <c:v>4.66</c:v>
                      </c:pt>
                      <c:pt idx="30">
                        <c:v>5.46</c:v>
                      </c:pt>
                      <c:pt idx="31">
                        <c:v>5.86</c:v>
                      </c:pt>
                      <c:pt idx="32">
                        <c:v>5.89</c:v>
                      </c:pt>
                      <c:pt idx="33">
                        <c:v>5.67</c:v>
                      </c:pt>
                      <c:pt idx="34">
                        <c:v>5.33</c:v>
                      </c:pt>
                      <c:pt idx="35">
                        <c:v>4.99</c:v>
                      </c:pt>
                      <c:pt idx="36">
                        <c:v>4.72</c:v>
                      </c:pt>
                      <c:pt idx="37">
                        <c:v>4.5599999999999996</c:v>
                      </c:pt>
                      <c:pt idx="38">
                        <c:v>4.49</c:v>
                      </c:pt>
                      <c:pt idx="39">
                        <c:v>4.4800000000000004</c:v>
                      </c:pt>
                      <c:pt idx="40">
                        <c:v>4.46</c:v>
                      </c:pt>
                      <c:pt idx="41">
                        <c:v>4.3600000000000003</c:v>
                      </c:pt>
                      <c:pt idx="42">
                        <c:v>4.17</c:v>
                      </c:pt>
                      <c:pt idx="43">
                        <c:v>3.88</c:v>
                      </c:pt>
                      <c:pt idx="44">
                        <c:v>3.5</c:v>
                      </c:pt>
                      <c:pt idx="45">
                        <c:v>3.09</c:v>
                      </c:pt>
                      <c:pt idx="46">
                        <c:v>2.67</c:v>
                      </c:pt>
                      <c:pt idx="47">
                        <c:v>2.2799999999999998</c:v>
                      </c:pt>
                      <c:pt idx="48">
                        <c:v>1.94</c:v>
                      </c:pt>
                      <c:pt idx="49">
                        <c:v>1.64</c:v>
                      </c:pt>
                      <c:pt idx="50">
                        <c:v>1.38</c:v>
                      </c:pt>
                      <c:pt idx="51">
                        <c:v>1.1200000000000001</c:v>
                      </c:pt>
                      <c:pt idx="52">
                        <c:v>0.87</c:v>
                      </c:pt>
                      <c:pt idx="53">
                        <c:v>0.64</c:v>
                      </c:pt>
                      <c:pt idx="54">
                        <c:v>0.42</c:v>
                      </c:pt>
                      <c:pt idx="55">
                        <c:v>0.2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E-8C1D-4EAD-96C2-348E40D180E2}"/>
                  </c:ext>
                </c:extLst>
              </c15:ser>
            </c15:filteredScatterSeries>
            <c15:filteredScatterSeries>
              <c15:ser>
                <c:idx val="29"/>
                <c:order val="2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Data'!$BN$3</c15:sqref>
                        </c15:formulaRef>
                      </c:ext>
                    </c:extLst>
                    <c:strCache>
                      <c:ptCount val="1"/>
                      <c:pt idx="0">
                        <c:v>JC2507-109</c:v>
                      </c:pt>
                    </c:strCache>
                  </c:strRef>
                </c:tx>
                <c:spPr>
                  <a:ln w="6350" cap="rnd">
                    <a:solidFill>
                      <a:schemeClr val="accent6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Data'!$BN$4:$BN$103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0.28000000000000003</c:v>
                      </c:pt>
                      <c:pt idx="26">
                        <c:v>1.04</c:v>
                      </c:pt>
                      <c:pt idx="27">
                        <c:v>2.15</c:v>
                      </c:pt>
                      <c:pt idx="28">
                        <c:v>3.38</c:v>
                      </c:pt>
                      <c:pt idx="29">
                        <c:v>4.49</c:v>
                      </c:pt>
                      <c:pt idx="30">
                        <c:v>5.3</c:v>
                      </c:pt>
                      <c:pt idx="31">
                        <c:v>5.72</c:v>
                      </c:pt>
                      <c:pt idx="32">
                        <c:v>5.79</c:v>
                      </c:pt>
                      <c:pt idx="33">
                        <c:v>5.6</c:v>
                      </c:pt>
                      <c:pt idx="34">
                        <c:v>5.28</c:v>
                      </c:pt>
                      <c:pt idx="35">
                        <c:v>4.95</c:v>
                      </c:pt>
                      <c:pt idx="36">
                        <c:v>4.6900000000000004</c:v>
                      </c:pt>
                      <c:pt idx="37">
                        <c:v>4.54</c:v>
                      </c:pt>
                      <c:pt idx="38">
                        <c:v>4.5</c:v>
                      </c:pt>
                      <c:pt idx="39">
                        <c:v>4.51</c:v>
                      </c:pt>
                      <c:pt idx="40">
                        <c:v>4.5199999999999996</c:v>
                      </c:pt>
                      <c:pt idx="41">
                        <c:v>4.46</c:v>
                      </c:pt>
                      <c:pt idx="42">
                        <c:v>4.3099999999999996</c:v>
                      </c:pt>
                      <c:pt idx="43">
                        <c:v>4.04</c:v>
                      </c:pt>
                      <c:pt idx="44">
                        <c:v>3.69</c:v>
                      </c:pt>
                      <c:pt idx="45">
                        <c:v>3.27</c:v>
                      </c:pt>
                      <c:pt idx="46">
                        <c:v>2.84</c:v>
                      </c:pt>
                      <c:pt idx="47">
                        <c:v>2.4300000000000002</c:v>
                      </c:pt>
                      <c:pt idx="48">
                        <c:v>2.0499999999999998</c:v>
                      </c:pt>
                      <c:pt idx="49">
                        <c:v>1.7</c:v>
                      </c:pt>
                      <c:pt idx="50">
                        <c:v>1.39</c:v>
                      </c:pt>
                      <c:pt idx="51">
                        <c:v>1.1000000000000001</c:v>
                      </c:pt>
                      <c:pt idx="52">
                        <c:v>0.83</c:v>
                      </c:pt>
                      <c:pt idx="53">
                        <c:v>0.57999999999999996</c:v>
                      </c:pt>
                      <c:pt idx="54">
                        <c:v>0.37</c:v>
                      </c:pt>
                      <c:pt idx="55">
                        <c:v>0.17</c:v>
                      </c:pt>
                      <c:pt idx="56">
                        <c:v>0.02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F-8C1D-4EAD-96C2-348E40D180E2}"/>
                  </c:ext>
                </c:extLst>
              </c15:ser>
            </c15:filteredScatterSeries>
            <c15:filteredScatterSeries>
              <c15:ser>
                <c:idx val="30"/>
                <c:order val="2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Data'!$BO$3</c15:sqref>
                        </c15:formulaRef>
                      </c:ext>
                    </c:extLst>
                    <c:strCache>
                      <c:ptCount val="1"/>
                      <c:pt idx="0">
                        <c:v>JC2507-110</c:v>
                      </c:pt>
                    </c:strCache>
                  </c:strRef>
                </c:tx>
                <c:spPr>
                  <a:ln w="6350" cap="rnd">
                    <a:solidFill>
                      <a:schemeClr val="accent1">
                        <a:lumMod val="5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Data'!$BO$4:$BO$103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0.32</c:v>
                      </c:pt>
                      <c:pt idx="26">
                        <c:v>1.1100000000000001</c:v>
                      </c:pt>
                      <c:pt idx="27">
                        <c:v>2.25</c:v>
                      </c:pt>
                      <c:pt idx="28">
                        <c:v>3.48</c:v>
                      </c:pt>
                      <c:pt idx="29">
                        <c:v>4.58</c:v>
                      </c:pt>
                      <c:pt idx="30">
                        <c:v>5.36</c:v>
                      </c:pt>
                      <c:pt idx="31">
                        <c:v>5.75</c:v>
                      </c:pt>
                      <c:pt idx="32">
                        <c:v>5.8</c:v>
                      </c:pt>
                      <c:pt idx="33">
                        <c:v>5.62</c:v>
                      </c:pt>
                      <c:pt idx="34">
                        <c:v>5.34</c:v>
                      </c:pt>
                      <c:pt idx="35">
                        <c:v>5.05</c:v>
                      </c:pt>
                      <c:pt idx="36">
                        <c:v>4.84</c:v>
                      </c:pt>
                      <c:pt idx="37">
                        <c:v>4.7300000000000004</c:v>
                      </c:pt>
                      <c:pt idx="38">
                        <c:v>4.6900000000000004</c:v>
                      </c:pt>
                      <c:pt idx="39">
                        <c:v>4.67</c:v>
                      </c:pt>
                      <c:pt idx="40">
                        <c:v>4.62</c:v>
                      </c:pt>
                      <c:pt idx="41">
                        <c:v>4.49</c:v>
                      </c:pt>
                      <c:pt idx="42">
                        <c:v>4.25</c:v>
                      </c:pt>
                      <c:pt idx="43">
                        <c:v>3.9</c:v>
                      </c:pt>
                      <c:pt idx="44">
                        <c:v>3.48</c:v>
                      </c:pt>
                      <c:pt idx="45">
                        <c:v>3.03</c:v>
                      </c:pt>
                      <c:pt idx="46">
                        <c:v>2.58</c:v>
                      </c:pt>
                      <c:pt idx="47">
                        <c:v>2.19</c:v>
                      </c:pt>
                      <c:pt idx="48">
                        <c:v>1.85</c:v>
                      </c:pt>
                      <c:pt idx="49">
                        <c:v>1.56</c:v>
                      </c:pt>
                      <c:pt idx="50">
                        <c:v>1.31</c:v>
                      </c:pt>
                      <c:pt idx="51">
                        <c:v>1.07</c:v>
                      </c:pt>
                      <c:pt idx="52">
                        <c:v>0.84</c:v>
                      </c:pt>
                      <c:pt idx="53">
                        <c:v>0.62</c:v>
                      </c:pt>
                      <c:pt idx="54">
                        <c:v>0.41</c:v>
                      </c:pt>
                      <c:pt idx="55">
                        <c:v>0.2</c:v>
                      </c:pt>
                      <c:pt idx="56">
                        <c:v>0.01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0-8C1D-4EAD-96C2-348E40D180E2}"/>
                  </c:ext>
                </c:extLst>
              </c15:ser>
            </c15:filteredScatterSeries>
            <c15:filteredScatterSeries>
              <c15:ser>
                <c:idx val="31"/>
                <c:order val="3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Data'!$BP$3</c15:sqref>
                        </c15:formulaRef>
                      </c:ext>
                    </c:extLst>
                    <c:strCache>
                      <c:ptCount val="1"/>
                      <c:pt idx="0">
                        <c:v>JC2507-111</c:v>
                      </c:pt>
                    </c:strCache>
                  </c:strRef>
                </c:tx>
                <c:spPr>
                  <a:ln w="6350" cap="rnd">
                    <a:solidFill>
                      <a:schemeClr val="accent2">
                        <a:lumMod val="5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Data'!$BP$4:$BP$103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0.32</c:v>
                      </c:pt>
                      <c:pt idx="26">
                        <c:v>1.1200000000000001</c:v>
                      </c:pt>
                      <c:pt idx="27">
                        <c:v>2.2799999999999998</c:v>
                      </c:pt>
                      <c:pt idx="28">
                        <c:v>3.54</c:v>
                      </c:pt>
                      <c:pt idx="29">
                        <c:v>4.66</c:v>
                      </c:pt>
                      <c:pt idx="30">
                        <c:v>5.46</c:v>
                      </c:pt>
                      <c:pt idx="31">
                        <c:v>5.86</c:v>
                      </c:pt>
                      <c:pt idx="32">
                        <c:v>5.89</c:v>
                      </c:pt>
                      <c:pt idx="33">
                        <c:v>5.67</c:v>
                      </c:pt>
                      <c:pt idx="34">
                        <c:v>5.33</c:v>
                      </c:pt>
                      <c:pt idx="35">
                        <c:v>4.99</c:v>
                      </c:pt>
                      <c:pt idx="36">
                        <c:v>4.72</c:v>
                      </c:pt>
                      <c:pt idx="37">
                        <c:v>4.5599999999999996</c:v>
                      </c:pt>
                      <c:pt idx="38">
                        <c:v>4.49</c:v>
                      </c:pt>
                      <c:pt idx="39">
                        <c:v>4.4800000000000004</c:v>
                      </c:pt>
                      <c:pt idx="40">
                        <c:v>4.46</c:v>
                      </c:pt>
                      <c:pt idx="41">
                        <c:v>4.3600000000000003</c:v>
                      </c:pt>
                      <c:pt idx="42">
                        <c:v>4.17</c:v>
                      </c:pt>
                      <c:pt idx="43">
                        <c:v>3.88</c:v>
                      </c:pt>
                      <c:pt idx="44">
                        <c:v>3.5</c:v>
                      </c:pt>
                      <c:pt idx="45">
                        <c:v>3.09</c:v>
                      </c:pt>
                      <c:pt idx="46">
                        <c:v>2.67</c:v>
                      </c:pt>
                      <c:pt idx="47">
                        <c:v>2.2799999999999998</c:v>
                      </c:pt>
                      <c:pt idx="48">
                        <c:v>1.94</c:v>
                      </c:pt>
                      <c:pt idx="49">
                        <c:v>1.64</c:v>
                      </c:pt>
                      <c:pt idx="50">
                        <c:v>1.38</c:v>
                      </c:pt>
                      <c:pt idx="51">
                        <c:v>1.1200000000000001</c:v>
                      </c:pt>
                      <c:pt idx="52">
                        <c:v>0.87</c:v>
                      </c:pt>
                      <c:pt idx="53">
                        <c:v>0.64</c:v>
                      </c:pt>
                      <c:pt idx="54">
                        <c:v>0.42</c:v>
                      </c:pt>
                      <c:pt idx="55">
                        <c:v>0.2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1-8C1D-4EAD-96C2-348E40D180E2}"/>
                  </c:ext>
                </c:extLst>
              </c15:ser>
            </c15:filteredScatterSeries>
            <c15:filteredScatterSeries>
              <c15:ser>
                <c:idx val="32"/>
                <c:order val="3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Data'!$BQ$3</c15:sqref>
                        </c15:formulaRef>
                      </c:ext>
                    </c:extLst>
                    <c:strCache>
                      <c:ptCount val="1"/>
                      <c:pt idx="0">
                        <c:v>JC2507-112</c:v>
                      </c:pt>
                    </c:strCache>
                  </c:strRef>
                </c:tx>
                <c:spPr>
                  <a:ln w="6350" cap="rnd">
                    <a:solidFill>
                      <a:schemeClr val="accent3">
                        <a:lumMod val="5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Data'!$BQ$4:$BQ$103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0.33</c:v>
                      </c:pt>
                      <c:pt idx="26">
                        <c:v>1.1499999999999999</c:v>
                      </c:pt>
                      <c:pt idx="27">
                        <c:v>2.33</c:v>
                      </c:pt>
                      <c:pt idx="28">
                        <c:v>3.62</c:v>
                      </c:pt>
                      <c:pt idx="29">
                        <c:v>4.76</c:v>
                      </c:pt>
                      <c:pt idx="30">
                        <c:v>5.57</c:v>
                      </c:pt>
                      <c:pt idx="31">
                        <c:v>5.98</c:v>
                      </c:pt>
                      <c:pt idx="32">
                        <c:v>6.03</c:v>
                      </c:pt>
                      <c:pt idx="33">
                        <c:v>5.82</c:v>
                      </c:pt>
                      <c:pt idx="34">
                        <c:v>5.49</c:v>
                      </c:pt>
                      <c:pt idx="35">
                        <c:v>5.15</c:v>
                      </c:pt>
                      <c:pt idx="36">
                        <c:v>4.88</c:v>
                      </c:pt>
                      <c:pt idx="37">
                        <c:v>4.71</c:v>
                      </c:pt>
                      <c:pt idx="38">
                        <c:v>4.6100000000000003</c:v>
                      </c:pt>
                      <c:pt idx="39">
                        <c:v>4.54</c:v>
                      </c:pt>
                      <c:pt idx="40">
                        <c:v>4.45</c:v>
                      </c:pt>
                      <c:pt idx="41">
                        <c:v>4.2699999999999996</c:v>
                      </c:pt>
                      <c:pt idx="42">
                        <c:v>4</c:v>
                      </c:pt>
                      <c:pt idx="43">
                        <c:v>3.62</c:v>
                      </c:pt>
                      <c:pt idx="44">
                        <c:v>3.19</c:v>
                      </c:pt>
                      <c:pt idx="45">
                        <c:v>2.74</c:v>
                      </c:pt>
                      <c:pt idx="46">
                        <c:v>2.3199999999999998</c:v>
                      </c:pt>
                      <c:pt idx="47">
                        <c:v>1.96</c:v>
                      </c:pt>
                      <c:pt idx="48">
                        <c:v>1.69</c:v>
                      </c:pt>
                      <c:pt idx="49">
                        <c:v>1.48</c:v>
                      </c:pt>
                      <c:pt idx="50">
                        <c:v>1.3</c:v>
                      </c:pt>
                      <c:pt idx="51">
                        <c:v>1.1399999999999999</c:v>
                      </c:pt>
                      <c:pt idx="52">
                        <c:v>0.96</c:v>
                      </c:pt>
                      <c:pt idx="53">
                        <c:v>0.77</c:v>
                      </c:pt>
                      <c:pt idx="54">
                        <c:v>0.56999999999999995</c:v>
                      </c:pt>
                      <c:pt idx="55">
                        <c:v>0.37</c:v>
                      </c:pt>
                      <c:pt idx="56">
                        <c:v>0.18</c:v>
                      </c:pt>
                      <c:pt idx="57">
                        <c:v>0.02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2-8C1D-4EAD-96C2-348E40D180E2}"/>
                  </c:ext>
                </c:extLst>
              </c15:ser>
            </c15:filteredScatterSeries>
            <c15:filteredScatterSeries>
              <c15:ser>
                <c:idx val="33"/>
                <c:order val="3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Data'!$BR$3</c15:sqref>
                        </c15:formulaRef>
                      </c:ext>
                    </c:extLst>
                    <c:strCache>
                      <c:ptCount val="1"/>
                      <c:pt idx="0">
                        <c:v>JC2507-113</c:v>
                      </c:pt>
                    </c:strCache>
                  </c:strRef>
                </c:tx>
                <c:spPr>
                  <a:ln w="9525" cap="rnd">
                    <a:solidFill>
                      <a:srgbClr val="00B0F0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Data'!$BR$4:$BR$103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0.44</c:v>
                      </c:pt>
                      <c:pt idx="26">
                        <c:v>1.26</c:v>
                      </c:pt>
                      <c:pt idx="27">
                        <c:v>2.31</c:v>
                      </c:pt>
                      <c:pt idx="28">
                        <c:v>3.35</c:v>
                      </c:pt>
                      <c:pt idx="29">
                        <c:v>4.2</c:v>
                      </c:pt>
                      <c:pt idx="30">
                        <c:v>4.76</c:v>
                      </c:pt>
                      <c:pt idx="31">
                        <c:v>5.03</c:v>
                      </c:pt>
                      <c:pt idx="32">
                        <c:v>5.07</c:v>
                      </c:pt>
                      <c:pt idx="33">
                        <c:v>5</c:v>
                      </c:pt>
                      <c:pt idx="34">
                        <c:v>4.93</c:v>
                      </c:pt>
                      <c:pt idx="35">
                        <c:v>4.92</c:v>
                      </c:pt>
                      <c:pt idx="36">
                        <c:v>4.99</c:v>
                      </c:pt>
                      <c:pt idx="37">
                        <c:v>5.1100000000000003</c:v>
                      </c:pt>
                      <c:pt idx="38">
                        <c:v>5.23</c:v>
                      </c:pt>
                      <c:pt idx="39">
                        <c:v>5.27</c:v>
                      </c:pt>
                      <c:pt idx="40">
                        <c:v>5.18</c:v>
                      </c:pt>
                      <c:pt idx="41">
                        <c:v>4.95</c:v>
                      </c:pt>
                      <c:pt idx="42">
                        <c:v>4.5999999999999996</c:v>
                      </c:pt>
                      <c:pt idx="43">
                        <c:v>4.17</c:v>
                      </c:pt>
                      <c:pt idx="44">
                        <c:v>3.71</c:v>
                      </c:pt>
                      <c:pt idx="45">
                        <c:v>3.25</c:v>
                      </c:pt>
                      <c:pt idx="46">
                        <c:v>2.82</c:v>
                      </c:pt>
                      <c:pt idx="47">
                        <c:v>2.4</c:v>
                      </c:pt>
                      <c:pt idx="48">
                        <c:v>2</c:v>
                      </c:pt>
                      <c:pt idx="49">
                        <c:v>1.62</c:v>
                      </c:pt>
                      <c:pt idx="50">
                        <c:v>1.25</c:v>
                      </c:pt>
                      <c:pt idx="51">
                        <c:v>0.91</c:v>
                      </c:pt>
                      <c:pt idx="52">
                        <c:v>0.61</c:v>
                      </c:pt>
                      <c:pt idx="53">
                        <c:v>0.37</c:v>
                      </c:pt>
                      <c:pt idx="54">
                        <c:v>0.19</c:v>
                      </c:pt>
                      <c:pt idx="55">
                        <c:v>0.08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3-8C1D-4EAD-96C2-348E40D180E2}"/>
                  </c:ext>
                </c:extLst>
              </c15:ser>
            </c15:filteredScatterSeries>
            <c15:filteredScatterSeries>
              <c15:ser>
                <c:idx val="34"/>
                <c:order val="3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Data'!$BS$3</c15:sqref>
                        </c15:formulaRef>
                      </c:ext>
                    </c:extLst>
                    <c:strCache>
                      <c:ptCount val="1"/>
                      <c:pt idx="0">
                        <c:v>JC2507-114</c:v>
                      </c:pt>
                    </c:strCache>
                  </c:strRef>
                </c:tx>
                <c:spPr>
                  <a:ln w="6350" cap="rnd">
                    <a:solidFill>
                      <a:schemeClr val="accent5">
                        <a:lumMod val="5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Data'!$BS$4:$BS$103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0.44</c:v>
                      </c:pt>
                      <c:pt idx="26">
                        <c:v>1.41</c:v>
                      </c:pt>
                      <c:pt idx="27">
                        <c:v>2.71</c:v>
                      </c:pt>
                      <c:pt idx="28">
                        <c:v>4.04</c:v>
                      </c:pt>
                      <c:pt idx="29">
                        <c:v>5.15</c:v>
                      </c:pt>
                      <c:pt idx="30">
                        <c:v>5.87</c:v>
                      </c:pt>
                      <c:pt idx="31">
                        <c:v>6.15</c:v>
                      </c:pt>
                      <c:pt idx="32">
                        <c:v>6.07</c:v>
                      </c:pt>
                      <c:pt idx="33">
                        <c:v>5.77</c:v>
                      </c:pt>
                      <c:pt idx="34">
                        <c:v>5.39</c:v>
                      </c:pt>
                      <c:pt idx="35">
                        <c:v>5.05</c:v>
                      </c:pt>
                      <c:pt idx="36">
                        <c:v>4.79</c:v>
                      </c:pt>
                      <c:pt idx="37">
                        <c:v>4.6399999999999997</c:v>
                      </c:pt>
                      <c:pt idx="38">
                        <c:v>4.55</c:v>
                      </c:pt>
                      <c:pt idx="39">
                        <c:v>4.5</c:v>
                      </c:pt>
                      <c:pt idx="40">
                        <c:v>4.42</c:v>
                      </c:pt>
                      <c:pt idx="41">
                        <c:v>4.26</c:v>
                      </c:pt>
                      <c:pt idx="42">
                        <c:v>4.0199999999999996</c:v>
                      </c:pt>
                      <c:pt idx="43">
                        <c:v>3.68</c:v>
                      </c:pt>
                      <c:pt idx="44">
                        <c:v>3.28</c:v>
                      </c:pt>
                      <c:pt idx="45">
                        <c:v>2.86</c:v>
                      </c:pt>
                      <c:pt idx="46">
                        <c:v>2.4300000000000002</c:v>
                      </c:pt>
                      <c:pt idx="47">
                        <c:v>2.04</c:v>
                      </c:pt>
                      <c:pt idx="48">
                        <c:v>1.7</c:v>
                      </c:pt>
                      <c:pt idx="49">
                        <c:v>1.41</c:v>
                      </c:pt>
                      <c:pt idx="50">
                        <c:v>1.1499999999999999</c:v>
                      </c:pt>
                      <c:pt idx="51">
                        <c:v>0.9</c:v>
                      </c:pt>
                      <c:pt idx="52">
                        <c:v>0.67</c:v>
                      </c:pt>
                      <c:pt idx="53">
                        <c:v>0.44</c:v>
                      </c:pt>
                      <c:pt idx="54">
                        <c:v>0.21</c:v>
                      </c:pt>
                      <c:pt idx="55">
                        <c:v>0.01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4-8C1D-4EAD-96C2-348E40D180E2}"/>
                  </c:ext>
                </c:extLst>
              </c15:ser>
            </c15:filteredScatterSeries>
            <c15:filteredScatterSeries>
              <c15:ser>
                <c:idx val="35"/>
                <c:order val="3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Data'!$BT$3</c15:sqref>
                        </c15:formulaRef>
                      </c:ext>
                    </c:extLst>
                    <c:strCache>
                      <c:ptCount val="1"/>
                      <c:pt idx="0">
                        <c:v>JC2507-115</c:v>
                      </c:pt>
                    </c:strCache>
                  </c:strRef>
                </c:tx>
                <c:spPr>
                  <a:ln w="6350" cap="rnd">
                    <a:solidFill>
                      <a:schemeClr val="accent6">
                        <a:lumMod val="5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Data'!$BT$4:$BT$103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0.53</c:v>
                      </c:pt>
                      <c:pt idx="26">
                        <c:v>1.62</c:v>
                      </c:pt>
                      <c:pt idx="27">
                        <c:v>2.99</c:v>
                      </c:pt>
                      <c:pt idx="28">
                        <c:v>4.34</c:v>
                      </c:pt>
                      <c:pt idx="29">
                        <c:v>5.4</c:v>
                      </c:pt>
                      <c:pt idx="30">
                        <c:v>6.02</c:v>
                      </c:pt>
                      <c:pt idx="31">
                        <c:v>6.19</c:v>
                      </c:pt>
                      <c:pt idx="32">
                        <c:v>6.01</c:v>
                      </c:pt>
                      <c:pt idx="33">
                        <c:v>5.66</c:v>
                      </c:pt>
                      <c:pt idx="34">
                        <c:v>5.29</c:v>
                      </c:pt>
                      <c:pt idx="35">
                        <c:v>4.99</c:v>
                      </c:pt>
                      <c:pt idx="36">
                        <c:v>4.8099999999999996</c:v>
                      </c:pt>
                      <c:pt idx="37">
                        <c:v>4.72</c:v>
                      </c:pt>
                      <c:pt idx="38">
                        <c:v>4.67</c:v>
                      </c:pt>
                      <c:pt idx="39">
                        <c:v>4.62</c:v>
                      </c:pt>
                      <c:pt idx="40">
                        <c:v>4.5199999999999996</c:v>
                      </c:pt>
                      <c:pt idx="41">
                        <c:v>4.34</c:v>
                      </c:pt>
                      <c:pt idx="42">
                        <c:v>4.07</c:v>
                      </c:pt>
                      <c:pt idx="43">
                        <c:v>3.74</c:v>
                      </c:pt>
                      <c:pt idx="44">
                        <c:v>3.37</c:v>
                      </c:pt>
                      <c:pt idx="45">
                        <c:v>2.97</c:v>
                      </c:pt>
                      <c:pt idx="46">
                        <c:v>2.56</c:v>
                      </c:pt>
                      <c:pt idx="47">
                        <c:v>2.15</c:v>
                      </c:pt>
                      <c:pt idx="48">
                        <c:v>1.74</c:v>
                      </c:pt>
                      <c:pt idx="49">
                        <c:v>1.31</c:v>
                      </c:pt>
                      <c:pt idx="50">
                        <c:v>0.88</c:v>
                      </c:pt>
                      <c:pt idx="51">
                        <c:v>0.44</c:v>
                      </c:pt>
                      <c:pt idx="52">
                        <c:v>0.03</c:v>
                      </c:pt>
                      <c:pt idx="53">
                        <c:v>0</c:v>
                      </c:pt>
                      <c:pt idx="54">
                        <c:v>0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5-8C1D-4EAD-96C2-348E40D180E2}"/>
                  </c:ext>
                </c:extLst>
              </c15:ser>
            </c15:filteredScatterSeries>
            <c15:filteredScatterSeries>
              <c15:ser>
                <c:idx val="36"/>
                <c:order val="3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Data'!$BU$3</c15:sqref>
                        </c15:formulaRef>
                      </c:ext>
                    </c:extLst>
                    <c:strCache>
                      <c:ptCount val="1"/>
                      <c:pt idx="0">
                        <c:v>JC2507-116</c:v>
                      </c:pt>
                    </c:strCache>
                  </c:strRef>
                </c:tx>
                <c:spPr>
                  <a:ln w="6350" cap="rnd">
                    <a:solidFill>
                      <a:schemeClr val="accent1">
                        <a:lumMod val="70000"/>
                        <a:lumOff val="3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Data'!$BU$4:$BU$103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0.33</c:v>
                      </c:pt>
                      <c:pt idx="26">
                        <c:v>1.1399999999999999</c:v>
                      </c:pt>
                      <c:pt idx="27">
                        <c:v>2.31</c:v>
                      </c:pt>
                      <c:pt idx="28">
                        <c:v>3.58</c:v>
                      </c:pt>
                      <c:pt idx="29">
                        <c:v>4.7</c:v>
                      </c:pt>
                      <c:pt idx="30">
                        <c:v>5.48</c:v>
                      </c:pt>
                      <c:pt idx="31">
                        <c:v>5.86</c:v>
                      </c:pt>
                      <c:pt idx="32">
                        <c:v>5.85</c:v>
                      </c:pt>
                      <c:pt idx="33">
                        <c:v>5.59</c:v>
                      </c:pt>
                      <c:pt idx="34">
                        <c:v>5.21</c:v>
                      </c:pt>
                      <c:pt idx="35">
                        <c:v>4.83</c:v>
                      </c:pt>
                      <c:pt idx="36">
                        <c:v>4.54</c:v>
                      </c:pt>
                      <c:pt idx="37">
                        <c:v>4.38</c:v>
                      </c:pt>
                      <c:pt idx="38">
                        <c:v>4.34</c:v>
                      </c:pt>
                      <c:pt idx="39">
                        <c:v>4.37</c:v>
                      </c:pt>
                      <c:pt idx="40">
                        <c:v>4.43</c:v>
                      </c:pt>
                      <c:pt idx="41">
                        <c:v>4.43</c:v>
                      </c:pt>
                      <c:pt idx="42">
                        <c:v>4.3499999999999996</c:v>
                      </c:pt>
                      <c:pt idx="43">
                        <c:v>4.1500000000000004</c:v>
                      </c:pt>
                      <c:pt idx="44">
                        <c:v>3.85</c:v>
                      </c:pt>
                      <c:pt idx="45">
                        <c:v>3.47</c:v>
                      </c:pt>
                      <c:pt idx="46">
                        <c:v>3.04</c:v>
                      </c:pt>
                      <c:pt idx="47">
                        <c:v>2.59</c:v>
                      </c:pt>
                      <c:pt idx="48">
                        <c:v>2.15</c:v>
                      </c:pt>
                      <c:pt idx="49">
                        <c:v>1.72</c:v>
                      </c:pt>
                      <c:pt idx="50">
                        <c:v>1.31</c:v>
                      </c:pt>
                      <c:pt idx="51">
                        <c:v>0.94</c:v>
                      </c:pt>
                      <c:pt idx="52">
                        <c:v>0.61</c:v>
                      </c:pt>
                      <c:pt idx="53">
                        <c:v>0.34</c:v>
                      </c:pt>
                      <c:pt idx="54">
                        <c:v>7.0000000000000007E-2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6-8C1D-4EAD-96C2-348E40D180E2}"/>
                  </c:ext>
                </c:extLst>
              </c15:ser>
            </c15:filteredScatterSeries>
            <c15:filteredScatterSeries>
              <c15:ser>
                <c:idx val="37"/>
                <c:order val="3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Data'!$BV$3</c15:sqref>
                        </c15:formulaRef>
                      </c:ext>
                    </c:extLst>
                    <c:strCache>
                      <c:ptCount val="1"/>
                      <c:pt idx="0">
                        <c:v>JC2507-117</c:v>
                      </c:pt>
                    </c:strCache>
                  </c:strRef>
                </c:tx>
                <c:spPr>
                  <a:ln w="6350" cap="rnd">
                    <a:solidFill>
                      <a:schemeClr val="accent2">
                        <a:lumMod val="70000"/>
                        <a:lumOff val="3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Data'!$BV$4:$BV$103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0.41</c:v>
                      </c:pt>
                      <c:pt idx="26">
                        <c:v>1.34</c:v>
                      </c:pt>
                      <c:pt idx="27">
                        <c:v>2.59</c:v>
                      </c:pt>
                      <c:pt idx="28">
                        <c:v>3.9</c:v>
                      </c:pt>
                      <c:pt idx="29">
                        <c:v>5.01</c:v>
                      </c:pt>
                      <c:pt idx="30">
                        <c:v>5.74</c:v>
                      </c:pt>
                      <c:pt idx="31">
                        <c:v>6.03</c:v>
                      </c:pt>
                      <c:pt idx="32">
                        <c:v>5.96</c:v>
                      </c:pt>
                      <c:pt idx="33">
                        <c:v>5.65</c:v>
                      </c:pt>
                      <c:pt idx="34">
                        <c:v>5.26</c:v>
                      </c:pt>
                      <c:pt idx="35">
                        <c:v>4.8899999999999997</c:v>
                      </c:pt>
                      <c:pt idx="36">
                        <c:v>4.63</c:v>
                      </c:pt>
                      <c:pt idx="37">
                        <c:v>4.4800000000000004</c:v>
                      </c:pt>
                      <c:pt idx="38">
                        <c:v>4.4400000000000004</c:v>
                      </c:pt>
                      <c:pt idx="39">
                        <c:v>4.4400000000000004</c:v>
                      </c:pt>
                      <c:pt idx="40">
                        <c:v>4.43</c:v>
                      </c:pt>
                      <c:pt idx="41">
                        <c:v>4.3600000000000003</c:v>
                      </c:pt>
                      <c:pt idx="42">
                        <c:v>4.1900000000000004</c:v>
                      </c:pt>
                      <c:pt idx="43">
                        <c:v>3.92</c:v>
                      </c:pt>
                      <c:pt idx="44">
                        <c:v>3.57</c:v>
                      </c:pt>
                      <c:pt idx="45">
                        <c:v>3.15</c:v>
                      </c:pt>
                      <c:pt idx="46">
                        <c:v>2.72</c:v>
                      </c:pt>
                      <c:pt idx="47">
                        <c:v>2.29</c:v>
                      </c:pt>
                      <c:pt idx="48">
                        <c:v>1.89</c:v>
                      </c:pt>
                      <c:pt idx="49">
                        <c:v>1.52</c:v>
                      </c:pt>
                      <c:pt idx="50">
                        <c:v>1.19</c:v>
                      </c:pt>
                      <c:pt idx="51">
                        <c:v>0.88</c:v>
                      </c:pt>
                      <c:pt idx="52">
                        <c:v>0.6</c:v>
                      </c:pt>
                      <c:pt idx="53">
                        <c:v>0.37</c:v>
                      </c:pt>
                      <c:pt idx="54">
                        <c:v>0.14000000000000001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7-8C1D-4EAD-96C2-348E40D180E2}"/>
                  </c:ext>
                </c:extLst>
              </c15:ser>
            </c15:filteredScatterSeries>
            <c15:filteredScatterSeries>
              <c15:ser>
                <c:idx val="38"/>
                <c:order val="3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Data'!$BW$3</c15:sqref>
                        </c15:formulaRef>
                      </c:ext>
                    </c:extLst>
                    <c:strCache>
                      <c:ptCount val="1"/>
                      <c:pt idx="0">
                        <c:v>JC2507-118</c:v>
                      </c:pt>
                    </c:strCache>
                  </c:strRef>
                </c:tx>
                <c:spPr>
                  <a:ln w="6350" cap="rnd">
                    <a:solidFill>
                      <a:schemeClr val="accent3">
                        <a:lumMod val="70000"/>
                        <a:lumOff val="3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Data'!$BW$4:$BW$103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0.4</c:v>
                      </c:pt>
                      <c:pt idx="26">
                        <c:v>1.31</c:v>
                      </c:pt>
                      <c:pt idx="27">
                        <c:v>2.5299999999999998</c:v>
                      </c:pt>
                      <c:pt idx="28">
                        <c:v>3.79</c:v>
                      </c:pt>
                      <c:pt idx="29">
                        <c:v>4.84</c:v>
                      </c:pt>
                      <c:pt idx="30">
                        <c:v>5.52</c:v>
                      </c:pt>
                      <c:pt idx="31">
                        <c:v>5.8</c:v>
                      </c:pt>
                      <c:pt idx="32">
                        <c:v>5.75</c:v>
                      </c:pt>
                      <c:pt idx="33">
                        <c:v>5.51</c:v>
                      </c:pt>
                      <c:pt idx="34">
                        <c:v>5.21</c:v>
                      </c:pt>
                      <c:pt idx="35">
                        <c:v>4.96</c:v>
                      </c:pt>
                      <c:pt idx="36">
                        <c:v>4.8</c:v>
                      </c:pt>
                      <c:pt idx="37">
                        <c:v>4.75</c:v>
                      </c:pt>
                      <c:pt idx="38">
                        <c:v>4.75</c:v>
                      </c:pt>
                      <c:pt idx="39">
                        <c:v>4.7699999999999996</c:v>
                      </c:pt>
                      <c:pt idx="40">
                        <c:v>4.75</c:v>
                      </c:pt>
                      <c:pt idx="41">
                        <c:v>4.6399999999999997</c:v>
                      </c:pt>
                      <c:pt idx="42">
                        <c:v>4.42</c:v>
                      </c:pt>
                      <c:pt idx="43">
                        <c:v>4.1100000000000003</c:v>
                      </c:pt>
                      <c:pt idx="44">
                        <c:v>3.7</c:v>
                      </c:pt>
                      <c:pt idx="45">
                        <c:v>3.25</c:v>
                      </c:pt>
                      <c:pt idx="46">
                        <c:v>2.77</c:v>
                      </c:pt>
                      <c:pt idx="47">
                        <c:v>2.2999999999999998</c:v>
                      </c:pt>
                      <c:pt idx="48">
                        <c:v>1.85</c:v>
                      </c:pt>
                      <c:pt idx="49">
                        <c:v>1.43</c:v>
                      </c:pt>
                      <c:pt idx="50">
                        <c:v>1.04</c:v>
                      </c:pt>
                      <c:pt idx="51">
                        <c:v>0.69</c:v>
                      </c:pt>
                      <c:pt idx="52">
                        <c:v>0.34</c:v>
                      </c:pt>
                      <c:pt idx="53">
                        <c:v>0</c:v>
                      </c:pt>
                      <c:pt idx="54">
                        <c:v>0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8-8C1D-4EAD-96C2-348E40D180E2}"/>
                  </c:ext>
                </c:extLst>
              </c15:ser>
            </c15:filteredScatterSeries>
            <c15:filteredScatterSeries>
              <c15:ser>
                <c:idx val="39"/>
                <c:order val="3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Data'!$BX$3</c15:sqref>
                        </c15:formulaRef>
                      </c:ext>
                    </c:extLst>
                    <c:strCache>
                      <c:ptCount val="1"/>
                      <c:pt idx="0">
                        <c:v>JC2507-119</c:v>
                      </c:pt>
                    </c:strCache>
                  </c:strRef>
                </c:tx>
                <c:spPr>
                  <a:ln w="6350" cap="rnd">
                    <a:solidFill>
                      <a:schemeClr val="accent4">
                        <a:lumMod val="70000"/>
                        <a:lumOff val="3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Data'!$BX$4:$BX$103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0.5</c:v>
                      </c:pt>
                      <c:pt idx="26">
                        <c:v>1.55</c:v>
                      </c:pt>
                      <c:pt idx="27">
                        <c:v>2.9</c:v>
                      </c:pt>
                      <c:pt idx="28">
                        <c:v>4.2300000000000004</c:v>
                      </c:pt>
                      <c:pt idx="29">
                        <c:v>5.28</c:v>
                      </c:pt>
                      <c:pt idx="30">
                        <c:v>5.92</c:v>
                      </c:pt>
                      <c:pt idx="31">
                        <c:v>6.13</c:v>
                      </c:pt>
                      <c:pt idx="32">
                        <c:v>6.01</c:v>
                      </c:pt>
                      <c:pt idx="33">
                        <c:v>5.72</c:v>
                      </c:pt>
                      <c:pt idx="34">
                        <c:v>5.43</c:v>
                      </c:pt>
                      <c:pt idx="35">
                        <c:v>5.21</c:v>
                      </c:pt>
                      <c:pt idx="36">
                        <c:v>5.0999999999999996</c:v>
                      </c:pt>
                      <c:pt idx="37">
                        <c:v>5.07</c:v>
                      </c:pt>
                      <c:pt idx="38">
                        <c:v>5.07</c:v>
                      </c:pt>
                      <c:pt idx="39">
                        <c:v>5.0599999999999996</c:v>
                      </c:pt>
                      <c:pt idx="40">
                        <c:v>4.96</c:v>
                      </c:pt>
                      <c:pt idx="41">
                        <c:v>4.75</c:v>
                      </c:pt>
                      <c:pt idx="42">
                        <c:v>4.41</c:v>
                      </c:pt>
                      <c:pt idx="43">
                        <c:v>3.96</c:v>
                      </c:pt>
                      <c:pt idx="44">
                        <c:v>3.41</c:v>
                      </c:pt>
                      <c:pt idx="45">
                        <c:v>2.82</c:v>
                      </c:pt>
                      <c:pt idx="46">
                        <c:v>2.2200000000000002</c:v>
                      </c:pt>
                      <c:pt idx="47">
                        <c:v>1.67</c:v>
                      </c:pt>
                      <c:pt idx="48">
                        <c:v>1.18</c:v>
                      </c:pt>
                      <c:pt idx="49">
                        <c:v>0.79</c:v>
                      </c:pt>
                      <c:pt idx="50">
                        <c:v>0.48</c:v>
                      </c:pt>
                      <c:pt idx="51">
                        <c:v>0.17</c:v>
                      </c:pt>
                      <c:pt idx="52">
                        <c:v>0</c:v>
                      </c:pt>
                      <c:pt idx="53">
                        <c:v>0</c:v>
                      </c:pt>
                      <c:pt idx="54">
                        <c:v>0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9-8C1D-4EAD-96C2-348E40D180E2}"/>
                  </c:ext>
                </c:extLst>
              </c15:ser>
            </c15:filteredScatterSeries>
            <c15:filteredScatterSeries>
              <c15:ser>
                <c:idx val="40"/>
                <c:order val="3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Data'!$BY$3</c15:sqref>
                        </c15:formulaRef>
                      </c:ext>
                    </c:extLst>
                    <c:strCache>
                      <c:ptCount val="1"/>
                      <c:pt idx="0">
                        <c:v>JC2507-120</c:v>
                      </c:pt>
                    </c:strCache>
                  </c:strRef>
                </c:tx>
                <c:spPr>
                  <a:ln w="6350" cap="rnd">
                    <a:solidFill>
                      <a:schemeClr val="accent5">
                        <a:lumMod val="70000"/>
                        <a:lumOff val="3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Data'!$BY$4:$BY$103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0.28000000000000003</c:v>
                      </c:pt>
                      <c:pt idx="26">
                        <c:v>1</c:v>
                      </c:pt>
                      <c:pt idx="27">
                        <c:v>2.06</c:v>
                      </c:pt>
                      <c:pt idx="28">
                        <c:v>3.22</c:v>
                      </c:pt>
                      <c:pt idx="29">
                        <c:v>4.26</c:v>
                      </c:pt>
                      <c:pt idx="30">
                        <c:v>5.0199999999999996</c:v>
                      </c:pt>
                      <c:pt idx="31">
                        <c:v>5.42</c:v>
                      </c:pt>
                      <c:pt idx="32">
                        <c:v>5.49</c:v>
                      </c:pt>
                      <c:pt idx="33">
                        <c:v>5.34</c:v>
                      </c:pt>
                      <c:pt idx="34">
                        <c:v>5.0999999999999996</c:v>
                      </c:pt>
                      <c:pt idx="35">
                        <c:v>4.87</c:v>
                      </c:pt>
                      <c:pt idx="36">
                        <c:v>4.72</c:v>
                      </c:pt>
                      <c:pt idx="37">
                        <c:v>4.68</c:v>
                      </c:pt>
                      <c:pt idx="38">
                        <c:v>4.74</c:v>
                      </c:pt>
                      <c:pt idx="39">
                        <c:v>4.8600000000000003</c:v>
                      </c:pt>
                      <c:pt idx="40">
                        <c:v>4.95</c:v>
                      </c:pt>
                      <c:pt idx="41">
                        <c:v>4.96</c:v>
                      </c:pt>
                      <c:pt idx="42">
                        <c:v>4.8600000000000003</c:v>
                      </c:pt>
                      <c:pt idx="43">
                        <c:v>4.6100000000000003</c:v>
                      </c:pt>
                      <c:pt idx="44">
                        <c:v>4.2300000000000004</c:v>
                      </c:pt>
                      <c:pt idx="45">
                        <c:v>3.74</c:v>
                      </c:pt>
                      <c:pt idx="46">
                        <c:v>3.2</c:v>
                      </c:pt>
                      <c:pt idx="47">
                        <c:v>2.63</c:v>
                      </c:pt>
                      <c:pt idx="48">
                        <c:v>2.0699999999999998</c:v>
                      </c:pt>
                      <c:pt idx="49">
                        <c:v>1.55</c:v>
                      </c:pt>
                      <c:pt idx="50">
                        <c:v>1.08</c:v>
                      </c:pt>
                      <c:pt idx="51">
                        <c:v>0.68</c:v>
                      </c:pt>
                      <c:pt idx="52">
                        <c:v>0.36</c:v>
                      </c:pt>
                      <c:pt idx="53">
                        <c:v>0.04</c:v>
                      </c:pt>
                      <c:pt idx="54">
                        <c:v>0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A-8C1D-4EAD-96C2-348E40D180E2}"/>
                  </c:ext>
                </c:extLst>
              </c15:ser>
            </c15:filteredScatterSeries>
            <c15:filteredScatterSeries>
              <c15:ser>
                <c:idx val="41"/>
                <c:order val="4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Data'!$BZ$3</c15:sqref>
                        </c15:formulaRef>
                      </c:ext>
                    </c:extLst>
                    <c:strCache>
                      <c:ptCount val="1"/>
                      <c:pt idx="0">
                        <c:v>JC2507-121</c:v>
                      </c:pt>
                    </c:strCache>
                  </c:strRef>
                </c:tx>
                <c:spPr>
                  <a:ln w="6350" cap="rnd">
                    <a:solidFill>
                      <a:schemeClr val="accent6">
                        <a:lumMod val="70000"/>
                        <a:lumOff val="3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Data'!$BZ$4:$BZ$103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0.51</c:v>
                      </c:pt>
                      <c:pt idx="26">
                        <c:v>1.57</c:v>
                      </c:pt>
                      <c:pt idx="27">
                        <c:v>2.93</c:v>
                      </c:pt>
                      <c:pt idx="28">
                        <c:v>4.28</c:v>
                      </c:pt>
                      <c:pt idx="29">
                        <c:v>5.35</c:v>
                      </c:pt>
                      <c:pt idx="30">
                        <c:v>5.99</c:v>
                      </c:pt>
                      <c:pt idx="31">
                        <c:v>6.2</c:v>
                      </c:pt>
                      <c:pt idx="32">
                        <c:v>6.06</c:v>
                      </c:pt>
                      <c:pt idx="33">
                        <c:v>5.76</c:v>
                      </c:pt>
                      <c:pt idx="34">
                        <c:v>5.45</c:v>
                      </c:pt>
                      <c:pt idx="35">
                        <c:v>5.21</c:v>
                      </c:pt>
                      <c:pt idx="36">
                        <c:v>5.08</c:v>
                      </c:pt>
                      <c:pt idx="37">
                        <c:v>5.04</c:v>
                      </c:pt>
                      <c:pt idx="38">
                        <c:v>5.03</c:v>
                      </c:pt>
                      <c:pt idx="39">
                        <c:v>5</c:v>
                      </c:pt>
                      <c:pt idx="40">
                        <c:v>4.9000000000000004</c:v>
                      </c:pt>
                      <c:pt idx="41">
                        <c:v>4.6900000000000004</c:v>
                      </c:pt>
                      <c:pt idx="42">
                        <c:v>4.3499999999999996</c:v>
                      </c:pt>
                      <c:pt idx="43">
                        <c:v>3.9</c:v>
                      </c:pt>
                      <c:pt idx="44">
                        <c:v>3.37</c:v>
                      </c:pt>
                      <c:pt idx="45">
                        <c:v>2.79</c:v>
                      </c:pt>
                      <c:pt idx="46">
                        <c:v>2.21</c:v>
                      </c:pt>
                      <c:pt idx="47">
                        <c:v>1.67</c:v>
                      </c:pt>
                      <c:pt idx="48">
                        <c:v>1.19</c:v>
                      </c:pt>
                      <c:pt idx="49">
                        <c:v>0.8</c:v>
                      </c:pt>
                      <c:pt idx="50">
                        <c:v>0.49</c:v>
                      </c:pt>
                      <c:pt idx="51">
                        <c:v>0.17</c:v>
                      </c:pt>
                      <c:pt idx="52">
                        <c:v>0</c:v>
                      </c:pt>
                      <c:pt idx="53">
                        <c:v>0</c:v>
                      </c:pt>
                      <c:pt idx="54">
                        <c:v>0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B-8C1D-4EAD-96C2-348E40D180E2}"/>
                  </c:ext>
                </c:extLst>
              </c15:ser>
            </c15:filteredScatterSeries>
            <c15:filteredScatterSeries>
              <c15:ser>
                <c:idx val="42"/>
                <c:order val="4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Data'!$CA$3</c15:sqref>
                        </c15:formulaRef>
                      </c:ext>
                    </c:extLst>
                    <c:strCache>
                      <c:ptCount val="1"/>
                      <c:pt idx="0">
                        <c:v>JC2507-122</c:v>
                      </c:pt>
                    </c:strCache>
                  </c:strRef>
                </c:tx>
                <c:spPr>
                  <a:ln w="6350" cap="rnd">
                    <a:solidFill>
                      <a:schemeClr val="accent1">
                        <a:lumMod val="7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Data'!$CA$4:$CA$103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0.4</c:v>
                      </c:pt>
                      <c:pt idx="26">
                        <c:v>1.31</c:v>
                      </c:pt>
                      <c:pt idx="27">
                        <c:v>2.5299999999999998</c:v>
                      </c:pt>
                      <c:pt idx="28">
                        <c:v>3.79</c:v>
                      </c:pt>
                      <c:pt idx="29">
                        <c:v>4.84</c:v>
                      </c:pt>
                      <c:pt idx="30">
                        <c:v>5.52</c:v>
                      </c:pt>
                      <c:pt idx="31">
                        <c:v>5.8</c:v>
                      </c:pt>
                      <c:pt idx="32">
                        <c:v>5.75</c:v>
                      </c:pt>
                      <c:pt idx="33">
                        <c:v>5.51</c:v>
                      </c:pt>
                      <c:pt idx="34">
                        <c:v>5.21</c:v>
                      </c:pt>
                      <c:pt idx="35">
                        <c:v>4.96</c:v>
                      </c:pt>
                      <c:pt idx="36">
                        <c:v>4.8</c:v>
                      </c:pt>
                      <c:pt idx="37">
                        <c:v>4.75</c:v>
                      </c:pt>
                      <c:pt idx="38">
                        <c:v>4.75</c:v>
                      </c:pt>
                      <c:pt idx="39">
                        <c:v>4.7699999999999996</c:v>
                      </c:pt>
                      <c:pt idx="40">
                        <c:v>4.75</c:v>
                      </c:pt>
                      <c:pt idx="41">
                        <c:v>4.6399999999999997</c:v>
                      </c:pt>
                      <c:pt idx="42">
                        <c:v>4.42</c:v>
                      </c:pt>
                      <c:pt idx="43">
                        <c:v>4.1100000000000003</c:v>
                      </c:pt>
                      <c:pt idx="44">
                        <c:v>3.7</c:v>
                      </c:pt>
                      <c:pt idx="45">
                        <c:v>3.25</c:v>
                      </c:pt>
                      <c:pt idx="46">
                        <c:v>2.77</c:v>
                      </c:pt>
                      <c:pt idx="47">
                        <c:v>2.2999999999999998</c:v>
                      </c:pt>
                      <c:pt idx="48">
                        <c:v>1.85</c:v>
                      </c:pt>
                      <c:pt idx="49">
                        <c:v>1.43</c:v>
                      </c:pt>
                      <c:pt idx="50">
                        <c:v>1.04</c:v>
                      </c:pt>
                      <c:pt idx="51">
                        <c:v>0.69</c:v>
                      </c:pt>
                      <c:pt idx="52">
                        <c:v>0.34</c:v>
                      </c:pt>
                      <c:pt idx="53">
                        <c:v>0</c:v>
                      </c:pt>
                      <c:pt idx="54">
                        <c:v>0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C-8C1D-4EAD-96C2-348E40D180E2}"/>
                  </c:ext>
                </c:extLst>
              </c15:ser>
            </c15:filteredScatterSeries>
            <c15:filteredScatterSeries>
              <c15:ser>
                <c:idx val="43"/>
                <c:order val="4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Data'!$CB$3</c15:sqref>
                        </c15:formulaRef>
                      </c:ext>
                    </c:extLst>
                    <c:strCache>
                      <c:ptCount val="1"/>
                      <c:pt idx="0">
                        <c:v>JC2507-123</c:v>
                      </c:pt>
                    </c:strCache>
                  </c:strRef>
                </c:tx>
                <c:spPr>
                  <a:ln w="6350" cap="rnd">
                    <a:solidFill>
                      <a:schemeClr val="accent2">
                        <a:lumMod val="7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Data'!$CB$4:$CB$103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0.38</c:v>
                      </c:pt>
                      <c:pt idx="26">
                        <c:v>1.27</c:v>
                      </c:pt>
                      <c:pt idx="27">
                        <c:v>2.48</c:v>
                      </c:pt>
                      <c:pt idx="28">
                        <c:v>3.75</c:v>
                      </c:pt>
                      <c:pt idx="29">
                        <c:v>4.82</c:v>
                      </c:pt>
                      <c:pt idx="30">
                        <c:v>5.54</c:v>
                      </c:pt>
                      <c:pt idx="31">
                        <c:v>5.85</c:v>
                      </c:pt>
                      <c:pt idx="32">
                        <c:v>5.81</c:v>
                      </c:pt>
                      <c:pt idx="33">
                        <c:v>5.56</c:v>
                      </c:pt>
                      <c:pt idx="34">
                        <c:v>5.24</c:v>
                      </c:pt>
                      <c:pt idx="35">
                        <c:v>4.95</c:v>
                      </c:pt>
                      <c:pt idx="36">
                        <c:v>4.75</c:v>
                      </c:pt>
                      <c:pt idx="37">
                        <c:v>4.67</c:v>
                      </c:pt>
                      <c:pt idx="38">
                        <c:v>4.68</c:v>
                      </c:pt>
                      <c:pt idx="39">
                        <c:v>4.7300000000000004</c:v>
                      </c:pt>
                      <c:pt idx="40">
                        <c:v>4.75</c:v>
                      </c:pt>
                      <c:pt idx="41">
                        <c:v>4.7</c:v>
                      </c:pt>
                      <c:pt idx="42">
                        <c:v>4.53</c:v>
                      </c:pt>
                      <c:pt idx="43">
                        <c:v>4.25</c:v>
                      </c:pt>
                      <c:pt idx="44">
                        <c:v>3.86</c:v>
                      </c:pt>
                      <c:pt idx="45">
                        <c:v>3.38</c:v>
                      </c:pt>
                      <c:pt idx="46">
                        <c:v>2.86</c:v>
                      </c:pt>
                      <c:pt idx="47">
                        <c:v>2.33</c:v>
                      </c:pt>
                      <c:pt idx="48">
                        <c:v>1.82</c:v>
                      </c:pt>
                      <c:pt idx="49">
                        <c:v>1.34</c:v>
                      </c:pt>
                      <c:pt idx="50">
                        <c:v>0.92</c:v>
                      </c:pt>
                      <c:pt idx="51">
                        <c:v>0.56999999999999995</c:v>
                      </c:pt>
                      <c:pt idx="52">
                        <c:v>0.21</c:v>
                      </c:pt>
                      <c:pt idx="53">
                        <c:v>0</c:v>
                      </c:pt>
                      <c:pt idx="54">
                        <c:v>0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D-8C1D-4EAD-96C2-348E40D180E2}"/>
                  </c:ext>
                </c:extLst>
              </c15:ser>
            </c15:filteredScatterSeries>
            <c15:filteredScatterSeries>
              <c15:ser>
                <c:idx val="45"/>
                <c:order val="4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Data'!$CD$3</c15:sqref>
                        </c15:formulaRef>
                      </c:ext>
                    </c:extLst>
                    <c:strCache>
                      <c:ptCount val="1"/>
                      <c:pt idx="0">
                        <c:v>JC2507-125</c:v>
                      </c:pt>
                    </c:strCache>
                  </c:strRef>
                </c:tx>
                <c:spPr>
                  <a:ln w="6350" cap="rnd">
                    <a:solidFill>
                      <a:schemeClr val="accent4">
                        <a:lumMod val="7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Data'!$CD$4:$CD$103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0.39</c:v>
                      </c:pt>
                      <c:pt idx="26">
                        <c:v>1.26</c:v>
                      </c:pt>
                      <c:pt idx="27">
                        <c:v>2.4500000000000002</c:v>
                      </c:pt>
                      <c:pt idx="28">
                        <c:v>3.7</c:v>
                      </c:pt>
                      <c:pt idx="29">
                        <c:v>4.74</c:v>
                      </c:pt>
                      <c:pt idx="30">
                        <c:v>5.43</c:v>
                      </c:pt>
                      <c:pt idx="31">
                        <c:v>5.73</c:v>
                      </c:pt>
                      <c:pt idx="32">
                        <c:v>5.69</c:v>
                      </c:pt>
                      <c:pt idx="33">
                        <c:v>5.45</c:v>
                      </c:pt>
                      <c:pt idx="34">
                        <c:v>5.16</c:v>
                      </c:pt>
                      <c:pt idx="35">
                        <c:v>4.9000000000000004</c:v>
                      </c:pt>
                      <c:pt idx="36">
                        <c:v>4.74</c:v>
                      </c:pt>
                      <c:pt idx="37">
                        <c:v>4.6900000000000004</c:v>
                      </c:pt>
                      <c:pt idx="38">
                        <c:v>4.71</c:v>
                      </c:pt>
                      <c:pt idx="39">
                        <c:v>4.75</c:v>
                      </c:pt>
                      <c:pt idx="40">
                        <c:v>4.76</c:v>
                      </c:pt>
                      <c:pt idx="41">
                        <c:v>4.68</c:v>
                      </c:pt>
                      <c:pt idx="42">
                        <c:v>4.49</c:v>
                      </c:pt>
                      <c:pt idx="43">
                        <c:v>4.18</c:v>
                      </c:pt>
                      <c:pt idx="44">
                        <c:v>3.78</c:v>
                      </c:pt>
                      <c:pt idx="45">
                        <c:v>3.32</c:v>
                      </c:pt>
                      <c:pt idx="46">
                        <c:v>2.83</c:v>
                      </c:pt>
                      <c:pt idx="47">
                        <c:v>2.35</c:v>
                      </c:pt>
                      <c:pt idx="48">
                        <c:v>1.89</c:v>
                      </c:pt>
                      <c:pt idx="49">
                        <c:v>1.47</c:v>
                      </c:pt>
                      <c:pt idx="50">
                        <c:v>1.0900000000000001</c:v>
                      </c:pt>
                      <c:pt idx="51">
                        <c:v>0.75</c:v>
                      </c:pt>
                      <c:pt idx="52">
                        <c:v>0.45</c:v>
                      </c:pt>
                      <c:pt idx="53">
                        <c:v>0.16</c:v>
                      </c:pt>
                      <c:pt idx="54">
                        <c:v>0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E-8C1D-4EAD-96C2-348E40D180E2}"/>
                  </c:ext>
                </c:extLst>
              </c15:ser>
            </c15:filteredScatterSeries>
            <c15:filteredScatterSeries>
              <c15:ser>
                <c:idx val="46"/>
                <c:order val="4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Data'!$CE$3</c15:sqref>
                        </c15:formulaRef>
                      </c:ext>
                    </c:extLst>
                    <c:strCache>
                      <c:ptCount val="1"/>
                      <c:pt idx="0">
                        <c:v>JC2507-126</c:v>
                      </c:pt>
                    </c:strCache>
                  </c:strRef>
                </c:tx>
                <c:spPr>
                  <a:ln w="6350" cap="rnd">
                    <a:solidFill>
                      <a:schemeClr val="accent5">
                        <a:lumMod val="7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Data'!$CE$4:$CE$103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0.42</c:v>
                      </c:pt>
                      <c:pt idx="26">
                        <c:v>1.34</c:v>
                      </c:pt>
                      <c:pt idx="27">
                        <c:v>2.56</c:v>
                      </c:pt>
                      <c:pt idx="28">
                        <c:v>3.82</c:v>
                      </c:pt>
                      <c:pt idx="29">
                        <c:v>4.8600000000000003</c:v>
                      </c:pt>
                      <c:pt idx="30">
                        <c:v>5.53</c:v>
                      </c:pt>
                      <c:pt idx="31">
                        <c:v>5.8</c:v>
                      </c:pt>
                      <c:pt idx="32">
                        <c:v>5.73</c:v>
                      </c:pt>
                      <c:pt idx="33">
                        <c:v>5.48</c:v>
                      </c:pt>
                      <c:pt idx="34">
                        <c:v>5.18</c:v>
                      </c:pt>
                      <c:pt idx="35">
                        <c:v>4.9400000000000004</c:v>
                      </c:pt>
                      <c:pt idx="36">
                        <c:v>4.8099999999999996</c:v>
                      </c:pt>
                      <c:pt idx="37">
                        <c:v>4.79</c:v>
                      </c:pt>
                      <c:pt idx="38">
                        <c:v>4.8499999999999996</c:v>
                      </c:pt>
                      <c:pt idx="39">
                        <c:v>4.93</c:v>
                      </c:pt>
                      <c:pt idx="40">
                        <c:v>4.95</c:v>
                      </c:pt>
                      <c:pt idx="41">
                        <c:v>4.8600000000000003</c:v>
                      </c:pt>
                      <c:pt idx="42">
                        <c:v>4.6500000000000004</c:v>
                      </c:pt>
                      <c:pt idx="43">
                        <c:v>4.3</c:v>
                      </c:pt>
                      <c:pt idx="44">
                        <c:v>3.83</c:v>
                      </c:pt>
                      <c:pt idx="45">
                        <c:v>3.29</c:v>
                      </c:pt>
                      <c:pt idx="46">
                        <c:v>2.72</c:v>
                      </c:pt>
                      <c:pt idx="47">
                        <c:v>2.15</c:v>
                      </c:pt>
                      <c:pt idx="48">
                        <c:v>1.63</c:v>
                      </c:pt>
                      <c:pt idx="49">
                        <c:v>1.17</c:v>
                      </c:pt>
                      <c:pt idx="50">
                        <c:v>0.78</c:v>
                      </c:pt>
                      <c:pt idx="51">
                        <c:v>0.47</c:v>
                      </c:pt>
                      <c:pt idx="52">
                        <c:v>0.15</c:v>
                      </c:pt>
                      <c:pt idx="53">
                        <c:v>0</c:v>
                      </c:pt>
                      <c:pt idx="54">
                        <c:v>0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F-8C1D-4EAD-96C2-348E40D180E2}"/>
                  </c:ext>
                </c:extLst>
              </c15:ser>
            </c15:filteredScatterSeries>
            <c15:filteredScatterSeries>
              <c15:ser>
                <c:idx val="47"/>
                <c:order val="4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Data'!$CF$3</c15:sqref>
                        </c15:formulaRef>
                      </c:ext>
                    </c:extLst>
                    <c:strCache>
                      <c:ptCount val="1"/>
                      <c:pt idx="0">
                        <c:v>JC2507-127</c:v>
                      </c:pt>
                    </c:strCache>
                  </c:strRef>
                </c:tx>
                <c:spPr>
                  <a:ln w="6350" cap="rnd">
                    <a:solidFill>
                      <a:schemeClr val="accent6">
                        <a:lumMod val="7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Data'!$CF$4:$CF$103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0.34</c:v>
                      </c:pt>
                      <c:pt idx="26">
                        <c:v>1.17</c:v>
                      </c:pt>
                      <c:pt idx="27">
                        <c:v>2.3199999999999998</c:v>
                      </c:pt>
                      <c:pt idx="28">
                        <c:v>3.55</c:v>
                      </c:pt>
                      <c:pt idx="29">
                        <c:v>4.62</c:v>
                      </c:pt>
                      <c:pt idx="30">
                        <c:v>5.36</c:v>
                      </c:pt>
                      <c:pt idx="31">
                        <c:v>5.71</c:v>
                      </c:pt>
                      <c:pt idx="32">
                        <c:v>5.71</c:v>
                      </c:pt>
                      <c:pt idx="33">
                        <c:v>5.49</c:v>
                      </c:pt>
                      <c:pt idx="34">
                        <c:v>5.19</c:v>
                      </c:pt>
                      <c:pt idx="35">
                        <c:v>4.9000000000000004</c:v>
                      </c:pt>
                      <c:pt idx="36">
                        <c:v>4.71</c:v>
                      </c:pt>
                      <c:pt idx="37">
                        <c:v>4.62</c:v>
                      </c:pt>
                      <c:pt idx="38">
                        <c:v>4.63</c:v>
                      </c:pt>
                      <c:pt idx="39">
                        <c:v>4.6900000000000004</c:v>
                      </c:pt>
                      <c:pt idx="40">
                        <c:v>4.72</c:v>
                      </c:pt>
                      <c:pt idx="41">
                        <c:v>4.67</c:v>
                      </c:pt>
                      <c:pt idx="42">
                        <c:v>4.51</c:v>
                      </c:pt>
                      <c:pt idx="43">
                        <c:v>4.24</c:v>
                      </c:pt>
                      <c:pt idx="44">
                        <c:v>3.86</c:v>
                      </c:pt>
                      <c:pt idx="45">
                        <c:v>3.41</c:v>
                      </c:pt>
                      <c:pt idx="46">
                        <c:v>2.93</c:v>
                      </c:pt>
                      <c:pt idx="47">
                        <c:v>2.4500000000000002</c:v>
                      </c:pt>
                      <c:pt idx="48">
                        <c:v>2</c:v>
                      </c:pt>
                      <c:pt idx="49">
                        <c:v>1.57</c:v>
                      </c:pt>
                      <c:pt idx="50">
                        <c:v>1.17</c:v>
                      </c:pt>
                      <c:pt idx="51">
                        <c:v>0.81</c:v>
                      </c:pt>
                      <c:pt idx="52">
                        <c:v>0.48</c:v>
                      </c:pt>
                      <c:pt idx="53">
                        <c:v>0.16</c:v>
                      </c:pt>
                      <c:pt idx="54">
                        <c:v>0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30-8C1D-4EAD-96C2-348E40D180E2}"/>
                  </c:ext>
                </c:extLst>
              </c15:ser>
            </c15:filteredScatterSeries>
            <c15:filteredScatterSeries>
              <c15:ser>
                <c:idx val="48"/>
                <c:order val="4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Data'!$CG$3</c15:sqref>
                        </c15:formulaRef>
                      </c:ext>
                    </c:extLst>
                    <c:strCache>
                      <c:ptCount val="1"/>
                      <c:pt idx="0">
                        <c:v>JC2507-128</c:v>
                      </c:pt>
                    </c:strCache>
                  </c:strRef>
                </c:tx>
                <c:spPr>
                  <a:ln w="6350" cap="rnd">
                    <a:solidFill>
                      <a:schemeClr val="accent1">
                        <a:lumMod val="50000"/>
                        <a:lumOff val="5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Data'!$CG$4:$CG$103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0.48</c:v>
                      </c:pt>
                      <c:pt idx="26">
                        <c:v>1.49</c:v>
                      </c:pt>
                      <c:pt idx="27">
                        <c:v>2.82</c:v>
                      </c:pt>
                      <c:pt idx="28">
                        <c:v>4.1500000000000004</c:v>
                      </c:pt>
                      <c:pt idx="29">
                        <c:v>5.23</c:v>
                      </c:pt>
                      <c:pt idx="30">
                        <c:v>5.9</c:v>
                      </c:pt>
                      <c:pt idx="31">
                        <c:v>6.13</c:v>
                      </c:pt>
                      <c:pt idx="32">
                        <c:v>6.01</c:v>
                      </c:pt>
                      <c:pt idx="33">
                        <c:v>5.71</c:v>
                      </c:pt>
                      <c:pt idx="34">
                        <c:v>5.37</c:v>
                      </c:pt>
                      <c:pt idx="35">
                        <c:v>5.0999999999999996</c:v>
                      </c:pt>
                      <c:pt idx="36">
                        <c:v>4.92</c:v>
                      </c:pt>
                      <c:pt idx="37">
                        <c:v>4.8499999999999996</c:v>
                      </c:pt>
                      <c:pt idx="38">
                        <c:v>4.84</c:v>
                      </c:pt>
                      <c:pt idx="39">
                        <c:v>4.8499999999999996</c:v>
                      </c:pt>
                      <c:pt idx="40">
                        <c:v>4.8</c:v>
                      </c:pt>
                      <c:pt idx="41">
                        <c:v>4.66</c:v>
                      </c:pt>
                      <c:pt idx="42">
                        <c:v>4.41</c:v>
                      </c:pt>
                      <c:pt idx="43">
                        <c:v>4.04</c:v>
                      </c:pt>
                      <c:pt idx="44">
                        <c:v>3.57</c:v>
                      </c:pt>
                      <c:pt idx="45">
                        <c:v>3.04</c:v>
                      </c:pt>
                      <c:pt idx="46">
                        <c:v>2.48</c:v>
                      </c:pt>
                      <c:pt idx="47">
                        <c:v>1.93</c:v>
                      </c:pt>
                      <c:pt idx="48">
                        <c:v>1.42</c:v>
                      </c:pt>
                      <c:pt idx="49">
                        <c:v>0.97</c:v>
                      </c:pt>
                      <c:pt idx="50">
                        <c:v>0.6</c:v>
                      </c:pt>
                      <c:pt idx="51">
                        <c:v>0.22</c:v>
                      </c:pt>
                      <c:pt idx="52">
                        <c:v>0</c:v>
                      </c:pt>
                      <c:pt idx="53">
                        <c:v>0</c:v>
                      </c:pt>
                      <c:pt idx="54">
                        <c:v>0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31-8C1D-4EAD-96C2-348E40D180E2}"/>
                  </c:ext>
                </c:extLst>
              </c15:ser>
            </c15:filteredScatterSeries>
            <c15:filteredScatterSeries>
              <c15:ser>
                <c:idx val="49"/>
                <c:order val="4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Data'!$CH$3</c15:sqref>
                        </c15:formulaRef>
                      </c:ext>
                    </c:extLst>
                    <c:strCache>
                      <c:ptCount val="1"/>
                      <c:pt idx="0">
                        <c:v>JC2507-129</c:v>
                      </c:pt>
                    </c:strCache>
                  </c:strRef>
                </c:tx>
                <c:spPr>
                  <a:ln w="6350" cap="rnd">
                    <a:solidFill>
                      <a:schemeClr val="accent2">
                        <a:lumMod val="50000"/>
                        <a:lumOff val="5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Data'!$CH$4:$CH$103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0.34</c:v>
                      </c:pt>
                      <c:pt idx="26">
                        <c:v>1.17</c:v>
                      </c:pt>
                      <c:pt idx="27">
                        <c:v>2.3199999999999998</c:v>
                      </c:pt>
                      <c:pt idx="28">
                        <c:v>3.55</c:v>
                      </c:pt>
                      <c:pt idx="29">
                        <c:v>4.62</c:v>
                      </c:pt>
                      <c:pt idx="30">
                        <c:v>5.36</c:v>
                      </c:pt>
                      <c:pt idx="31">
                        <c:v>5.71</c:v>
                      </c:pt>
                      <c:pt idx="32">
                        <c:v>5.71</c:v>
                      </c:pt>
                      <c:pt idx="33">
                        <c:v>5.49</c:v>
                      </c:pt>
                      <c:pt idx="34">
                        <c:v>5.19</c:v>
                      </c:pt>
                      <c:pt idx="35">
                        <c:v>4.9000000000000004</c:v>
                      </c:pt>
                      <c:pt idx="36">
                        <c:v>4.71</c:v>
                      </c:pt>
                      <c:pt idx="37">
                        <c:v>4.62</c:v>
                      </c:pt>
                      <c:pt idx="38">
                        <c:v>4.63</c:v>
                      </c:pt>
                      <c:pt idx="39">
                        <c:v>4.6900000000000004</c:v>
                      </c:pt>
                      <c:pt idx="40">
                        <c:v>4.72</c:v>
                      </c:pt>
                      <c:pt idx="41">
                        <c:v>4.67</c:v>
                      </c:pt>
                      <c:pt idx="42">
                        <c:v>4.51</c:v>
                      </c:pt>
                      <c:pt idx="43">
                        <c:v>4.24</c:v>
                      </c:pt>
                      <c:pt idx="44">
                        <c:v>3.86</c:v>
                      </c:pt>
                      <c:pt idx="45">
                        <c:v>3.41</c:v>
                      </c:pt>
                      <c:pt idx="46">
                        <c:v>2.93</c:v>
                      </c:pt>
                      <c:pt idx="47">
                        <c:v>2.4500000000000002</c:v>
                      </c:pt>
                      <c:pt idx="48">
                        <c:v>2</c:v>
                      </c:pt>
                      <c:pt idx="49">
                        <c:v>1.57</c:v>
                      </c:pt>
                      <c:pt idx="50">
                        <c:v>1.17</c:v>
                      </c:pt>
                      <c:pt idx="51">
                        <c:v>0.81</c:v>
                      </c:pt>
                      <c:pt idx="52">
                        <c:v>0.48</c:v>
                      </c:pt>
                      <c:pt idx="53">
                        <c:v>0.16</c:v>
                      </c:pt>
                      <c:pt idx="54">
                        <c:v>0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32-8C1D-4EAD-96C2-348E40D180E2}"/>
                  </c:ext>
                </c:extLst>
              </c15:ser>
            </c15:filteredScatterSeries>
            <c15:filteredScatterSeries>
              <c15:ser>
                <c:idx val="52"/>
                <c:order val="5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Data'!$CK$3</c15:sqref>
                        </c15:formulaRef>
                      </c:ext>
                    </c:extLst>
                    <c:strCache>
                      <c:ptCount val="1"/>
                      <c:pt idx="0">
                        <c:v>JC2507-132</c:v>
                      </c:pt>
                    </c:strCache>
                  </c:strRef>
                </c:tx>
                <c:spPr>
                  <a:ln w="6350" cap="rnd">
                    <a:solidFill>
                      <a:schemeClr val="accent5">
                        <a:lumMod val="50000"/>
                        <a:lumOff val="5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Data'!$CK$4:$CK$103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0.36</c:v>
                      </c:pt>
                      <c:pt idx="26">
                        <c:v>1.2</c:v>
                      </c:pt>
                      <c:pt idx="27">
                        <c:v>2.35</c:v>
                      </c:pt>
                      <c:pt idx="28">
                        <c:v>3.56</c:v>
                      </c:pt>
                      <c:pt idx="29">
                        <c:v>4.58</c:v>
                      </c:pt>
                      <c:pt idx="30">
                        <c:v>5.25</c:v>
                      </c:pt>
                      <c:pt idx="31">
                        <c:v>5.54</c:v>
                      </c:pt>
                      <c:pt idx="32">
                        <c:v>5.5</c:v>
                      </c:pt>
                      <c:pt idx="33">
                        <c:v>5.27</c:v>
                      </c:pt>
                      <c:pt idx="34">
                        <c:v>4.99</c:v>
                      </c:pt>
                      <c:pt idx="35">
                        <c:v>4.76</c:v>
                      </c:pt>
                      <c:pt idx="36">
                        <c:v>4.66</c:v>
                      </c:pt>
                      <c:pt idx="37">
                        <c:v>4.68</c:v>
                      </c:pt>
                      <c:pt idx="38">
                        <c:v>4.8099999999999996</c:v>
                      </c:pt>
                      <c:pt idx="39">
                        <c:v>4.9800000000000004</c:v>
                      </c:pt>
                      <c:pt idx="40">
                        <c:v>5.1100000000000003</c:v>
                      </c:pt>
                      <c:pt idx="41">
                        <c:v>5.15</c:v>
                      </c:pt>
                      <c:pt idx="42">
                        <c:v>5.04</c:v>
                      </c:pt>
                      <c:pt idx="43">
                        <c:v>4.76</c:v>
                      </c:pt>
                      <c:pt idx="44">
                        <c:v>4.33</c:v>
                      </c:pt>
                      <c:pt idx="45">
                        <c:v>3.77</c:v>
                      </c:pt>
                      <c:pt idx="46">
                        <c:v>3.12</c:v>
                      </c:pt>
                      <c:pt idx="47">
                        <c:v>2.4500000000000002</c:v>
                      </c:pt>
                      <c:pt idx="48">
                        <c:v>1.79</c:v>
                      </c:pt>
                      <c:pt idx="49">
                        <c:v>1.19</c:v>
                      </c:pt>
                      <c:pt idx="50">
                        <c:v>0.66</c:v>
                      </c:pt>
                      <c:pt idx="51">
                        <c:v>0.15</c:v>
                      </c:pt>
                      <c:pt idx="52">
                        <c:v>0</c:v>
                      </c:pt>
                      <c:pt idx="53">
                        <c:v>0</c:v>
                      </c:pt>
                      <c:pt idx="54">
                        <c:v>0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33-8C1D-4EAD-96C2-348E40D180E2}"/>
                  </c:ext>
                </c:extLst>
              </c15:ser>
            </c15:filteredScatterSeries>
            <c15:filteredScatterSeries>
              <c15:ser>
                <c:idx val="53"/>
                <c:order val="5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Data'!$CL$3</c15:sqref>
                        </c15:formulaRef>
                      </c:ext>
                    </c:extLst>
                    <c:strCache>
                      <c:ptCount val="1"/>
                      <c:pt idx="0">
                        <c:v>JC2507-133</c:v>
                      </c:pt>
                    </c:strCache>
                  </c:strRef>
                </c:tx>
                <c:spPr>
                  <a:ln w="6350" cap="rnd">
                    <a:solidFill>
                      <a:schemeClr val="accent6">
                        <a:lumMod val="50000"/>
                        <a:lumOff val="5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Data'!$CL$4:$CL$103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0.33</c:v>
                      </c:pt>
                      <c:pt idx="26">
                        <c:v>1.1499999999999999</c:v>
                      </c:pt>
                      <c:pt idx="27">
                        <c:v>2.31</c:v>
                      </c:pt>
                      <c:pt idx="28">
                        <c:v>3.57</c:v>
                      </c:pt>
                      <c:pt idx="29">
                        <c:v>4.6900000000000004</c:v>
                      </c:pt>
                      <c:pt idx="30">
                        <c:v>5.47</c:v>
                      </c:pt>
                      <c:pt idx="31">
                        <c:v>5.86</c:v>
                      </c:pt>
                      <c:pt idx="32">
                        <c:v>5.88</c:v>
                      </c:pt>
                      <c:pt idx="33">
                        <c:v>5.66</c:v>
                      </c:pt>
                      <c:pt idx="34">
                        <c:v>5.33</c:v>
                      </c:pt>
                      <c:pt idx="35">
                        <c:v>5</c:v>
                      </c:pt>
                      <c:pt idx="36">
                        <c:v>4.75</c:v>
                      </c:pt>
                      <c:pt idx="37">
                        <c:v>4.62</c:v>
                      </c:pt>
                      <c:pt idx="38">
                        <c:v>4.58</c:v>
                      </c:pt>
                      <c:pt idx="39">
                        <c:v>4.5999999999999996</c:v>
                      </c:pt>
                      <c:pt idx="40">
                        <c:v>4.59</c:v>
                      </c:pt>
                      <c:pt idx="41">
                        <c:v>4.51</c:v>
                      </c:pt>
                      <c:pt idx="42">
                        <c:v>4.3</c:v>
                      </c:pt>
                      <c:pt idx="43">
                        <c:v>3.98</c:v>
                      </c:pt>
                      <c:pt idx="44">
                        <c:v>3.55</c:v>
                      </c:pt>
                      <c:pt idx="45">
                        <c:v>3.07</c:v>
                      </c:pt>
                      <c:pt idx="46">
                        <c:v>2.59</c:v>
                      </c:pt>
                      <c:pt idx="47">
                        <c:v>2.15</c:v>
                      </c:pt>
                      <c:pt idx="48">
                        <c:v>1.77</c:v>
                      </c:pt>
                      <c:pt idx="49">
                        <c:v>1.47</c:v>
                      </c:pt>
                      <c:pt idx="50">
                        <c:v>1.21</c:v>
                      </c:pt>
                      <c:pt idx="51">
                        <c:v>0.99</c:v>
                      </c:pt>
                      <c:pt idx="52">
                        <c:v>0.78</c:v>
                      </c:pt>
                      <c:pt idx="53">
                        <c:v>0.57999999999999996</c:v>
                      </c:pt>
                      <c:pt idx="54">
                        <c:v>0.4</c:v>
                      </c:pt>
                      <c:pt idx="55">
                        <c:v>0.22</c:v>
                      </c:pt>
                      <c:pt idx="56">
                        <c:v>0.06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34-8C1D-4EAD-96C2-348E40D180E2}"/>
                  </c:ext>
                </c:extLst>
              </c15:ser>
            </c15:filteredScatterSeries>
            <c15:filteredScatterSeries>
              <c15:ser>
                <c:idx val="54"/>
                <c:order val="5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Data'!$CM$3</c15:sqref>
                        </c15:formulaRef>
                      </c:ext>
                    </c:extLst>
                    <c:strCache>
                      <c:ptCount val="1"/>
                      <c:pt idx="0">
                        <c:v>JC2507-134</c:v>
                      </c:pt>
                    </c:strCache>
                  </c:strRef>
                </c:tx>
                <c:spPr>
                  <a:ln w="6350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Data'!$CM$4:$CM$103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0.33</c:v>
                      </c:pt>
                      <c:pt idx="26">
                        <c:v>1.1299999999999999</c:v>
                      </c:pt>
                      <c:pt idx="27">
                        <c:v>2.29</c:v>
                      </c:pt>
                      <c:pt idx="28">
                        <c:v>3.55</c:v>
                      </c:pt>
                      <c:pt idx="29">
                        <c:v>4.67</c:v>
                      </c:pt>
                      <c:pt idx="30">
                        <c:v>5.46</c:v>
                      </c:pt>
                      <c:pt idx="31">
                        <c:v>5.86</c:v>
                      </c:pt>
                      <c:pt idx="32">
                        <c:v>5.9</c:v>
                      </c:pt>
                      <c:pt idx="33">
                        <c:v>5.68</c:v>
                      </c:pt>
                      <c:pt idx="34">
                        <c:v>5.35</c:v>
                      </c:pt>
                      <c:pt idx="35">
                        <c:v>5.0199999999999996</c:v>
                      </c:pt>
                      <c:pt idx="36">
                        <c:v>4.7699999999999996</c:v>
                      </c:pt>
                      <c:pt idx="37">
                        <c:v>4.62</c:v>
                      </c:pt>
                      <c:pt idx="38">
                        <c:v>4.57</c:v>
                      </c:pt>
                      <c:pt idx="39">
                        <c:v>4.5599999999999996</c:v>
                      </c:pt>
                      <c:pt idx="40">
                        <c:v>4.54</c:v>
                      </c:pt>
                      <c:pt idx="41">
                        <c:v>4.43</c:v>
                      </c:pt>
                      <c:pt idx="42">
                        <c:v>4.21</c:v>
                      </c:pt>
                      <c:pt idx="43">
                        <c:v>3.87</c:v>
                      </c:pt>
                      <c:pt idx="44">
                        <c:v>3.45</c:v>
                      </c:pt>
                      <c:pt idx="45">
                        <c:v>2.99</c:v>
                      </c:pt>
                      <c:pt idx="46">
                        <c:v>2.5299999999999998</c:v>
                      </c:pt>
                      <c:pt idx="47">
                        <c:v>2.12</c:v>
                      </c:pt>
                      <c:pt idx="48">
                        <c:v>1.77</c:v>
                      </c:pt>
                      <c:pt idx="49">
                        <c:v>1.49</c:v>
                      </c:pt>
                      <c:pt idx="50">
                        <c:v>1.25</c:v>
                      </c:pt>
                      <c:pt idx="51">
                        <c:v>1.04</c:v>
                      </c:pt>
                      <c:pt idx="52">
                        <c:v>0.85</c:v>
                      </c:pt>
                      <c:pt idx="53">
                        <c:v>0.66</c:v>
                      </c:pt>
                      <c:pt idx="54">
                        <c:v>0.48</c:v>
                      </c:pt>
                      <c:pt idx="55">
                        <c:v>0.31</c:v>
                      </c:pt>
                      <c:pt idx="56">
                        <c:v>0.17</c:v>
                      </c:pt>
                      <c:pt idx="57">
                        <c:v>0.06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35-8C1D-4EAD-96C2-348E40D180E2}"/>
                  </c:ext>
                </c:extLst>
              </c15:ser>
            </c15:filteredScatterSeries>
            <c15:filteredScatterSeries>
              <c15:ser>
                <c:idx val="55"/>
                <c:order val="5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Data'!$CN$3</c15:sqref>
                        </c15:formulaRef>
                      </c:ext>
                    </c:extLst>
                    <c:strCache>
                      <c:ptCount val="1"/>
                      <c:pt idx="0">
                        <c:v>JC2507-135</c:v>
                      </c:pt>
                    </c:strCache>
                  </c:strRef>
                </c:tx>
                <c:spPr>
                  <a:ln w="6350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Data'!$U$4:$U$103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0.01</c:v>
                      </c:pt>
                      <c:pt idx="1">
                        <c:v>1.0999999999999999E-2</c:v>
                      </c:pt>
                      <c:pt idx="2">
                        <c:v>1.2999999999999999E-2</c:v>
                      </c:pt>
                      <c:pt idx="3">
                        <c:v>1.4999999999999999E-2</c:v>
                      </c:pt>
                      <c:pt idx="4">
                        <c:v>1.7000000000000001E-2</c:v>
                      </c:pt>
                      <c:pt idx="5">
                        <c:v>1.9E-2</c:v>
                      </c:pt>
                      <c:pt idx="6">
                        <c:v>2.1999999999999999E-2</c:v>
                      </c:pt>
                      <c:pt idx="7">
                        <c:v>2.4E-2</c:v>
                      </c:pt>
                      <c:pt idx="8">
                        <c:v>2.8000000000000001E-2</c:v>
                      </c:pt>
                      <c:pt idx="9">
                        <c:v>3.2000000000000001E-2</c:v>
                      </c:pt>
                      <c:pt idx="10">
                        <c:v>3.5999999999999997E-2</c:v>
                      </c:pt>
                      <c:pt idx="11">
                        <c:v>4.1000000000000002E-2</c:v>
                      </c:pt>
                      <c:pt idx="12">
                        <c:v>4.5999999999999999E-2</c:v>
                      </c:pt>
                      <c:pt idx="13">
                        <c:v>5.2999999999999999E-2</c:v>
                      </c:pt>
                      <c:pt idx="14">
                        <c:v>0.06</c:v>
                      </c:pt>
                      <c:pt idx="15">
                        <c:v>6.8000000000000005E-2</c:v>
                      </c:pt>
                      <c:pt idx="16">
                        <c:v>7.6999999999999999E-2</c:v>
                      </c:pt>
                      <c:pt idx="17">
                        <c:v>8.7999999999999995E-2</c:v>
                      </c:pt>
                      <c:pt idx="18">
                        <c:v>0.1</c:v>
                      </c:pt>
                      <c:pt idx="19">
                        <c:v>0.113</c:v>
                      </c:pt>
                      <c:pt idx="20">
                        <c:v>0.128</c:v>
                      </c:pt>
                      <c:pt idx="21">
                        <c:v>0.14599999999999999</c:v>
                      </c:pt>
                      <c:pt idx="22">
                        <c:v>0.16600000000000001</c:v>
                      </c:pt>
                      <c:pt idx="23">
                        <c:v>0.188</c:v>
                      </c:pt>
                      <c:pt idx="24">
                        <c:v>0.214</c:v>
                      </c:pt>
                      <c:pt idx="25">
                        <c:v>0.24299999999999999</c:v>
                      </c:pt>
                      <c:pt idx="26">
                        <c:v>0.27600000000000002</c:v>
                      </c:pt>
                      <c:pt idx="27">
                        <c:v>0.314</c:v>
                      </c:pt>
                      <c:pt idx="28">
                        <c:v>0.35699999999999998</c:v>
                      </c:pt>
                      <c:pt idx="29">
                        <c:v>0.40500000000000003</c:v>
                      </c:pt>
                      <c:pt idx="30">
                        <c:v>0.46</c:v>
                      </c:pt>
                      <c:pt idx="31">
                        <c:v>0.52300000000000002</c:v>
                      </c:pt>
                      <c:pt idx="32">
                        <c:v>0.59399999999999997</c:v>
                      </c:pt>
                      <c:pt idx="33">
                        <c:v>0.67500000000000004</c:v>
                      </c:pt>
                      <c:pt idx="34">
                        <c:v>0.76700000000000002</c:v>
                      </c:pt>
                      <c:pt idx="35">
                        <c:v>0.872</c:v>
                      </c:pt>
                      <c:pt idx="36">
                        <c:v>0.99099999999999999</c:v>
                      </c:pt>
                      <c:pt idx="37">
                        <c:v>1.125</c:v>
                      </c:pt>
                      <c:pt idx="38">
                        <c:v>1.2789999999999999</c:v>
                      </c:pt>
                      <c:pt idx="39">
                        <c:v>1.4530000000000001</c:v>
                      </c:pt>
                      <c:pt idx="40">
                        <c:v>1.651</c:v>
                      </c:pt>
                      <c:pt idx="41">
                        <c:v>1.875</c:v>
                      </c:pt>
                      <c:pt idx="42">
                        <c:v>2.1309999999999998</c:v>
                      </c:pt>
                      <c:pt idx="43">
                        <c:v>2.4209999999999998</c:v>
                      </c:pt>
                      <c:pt idx="44">
                        <c:v>2.75</c:v>
                      </c:pt>
                      <c:pt idx="45">
                        <c:v>3.125</c:v>
                      </c:pt>
                      <c:pt idx="46">
                        <c:v>3.55</c:v>
                      </c:pt>
                      <c:pt idx="47">
                        <c:v>4.0339999999999998</c:v>
                      </c:pt>
                      <c:pt idx="48">
                        <c:v>4.5830000000000002</c:v>
                      </c:pt>
                      <c:pt idx="49">
                        <c:v>5.2069999999999999</c:v>
                      </c:pt>
                      <c:pt idx="50">
                        <c:v>5.9160000000000004</c:v>
                      </c:pt>
                      <c:pt idx="51">
                        <c:v>6.7220000000000004</c:v>
                      </c:pt>
                      <c:pt idx="52">
                        <c:v>7.6369999999999996</c:v>
                      </c:pt>
                      <c:pt idx="53">
                        <c:v>8.6769999999999996</c:v>
                      </c:pt>
                      <c:pt idx="54">
                        <c:v>9.8580000000000005</c:v>
                      </c:pt>
                      <c:pt idx="55">
                        <c:v>11.201000000000001</c:v>
                      </c:pt>
                      <c:pt idx="56">
                        <c:v>12.726000000000001</c:v>
                      </c:pt>
                      <c:pt idx="57">
                        <c:v>14.458</c:v>
                      </c:pt>
                      <c:pt idx="58">
                        <c:v>16.427</c:v>
                      </c:pt>
                      <c:pt idx="59">
                        <c:v>18.664000000000001</c:v>
                      </c:pt>
                      <c:pt idx="60">
                        <c:v>21.204999999999998</c:v>
                      </c:pt>
                      <c:pt idx="61">
                        <c:v>24.091999999999999</c:v>
                      </c:pt>
                      <c:pt idx="62">
                        <c:v>27.373000000000001</c:v>
                      </c:pt>
                      <c:pt idx="63">
                        <c:v>31.1</c:v>
                      </c:pt>
                      <c:pt idx="64">
                        <c:v>35.335000000000001</c:v>
                      </c:pt>
                      <c:pt idx="65">
                        <c:v>40.146000000000001</c:v>
                      </c:pt>
                      <c:pt idx="66">
                        <c:v>45.613</c:v>
                      </c:pt>
                      <c:pt idx="67">
                        <c:v>51.823</c:v>
                      </c:pt>
                      <c:pt idx="68">
                        <c:v>58.88</c:v>
                      </c:pt>
                      <c:pt idx="69">
                        <c:v>66.897000000000006</c:v>
                      </c:pt>
                      <c:pt idx="70">
                        <c:v>76.006</c:v>
                      </c:pt>
                      <c:pt idx="71">
                        <c:v>86.355000000000004</c:v>
                      </c:pt>
                      <c:pt idx="72">
                        <c:v>98.114000000000004</c:v>
                      </c:pt>
                      <c:pt idx="73">
                        <c:v>111.473</c:v>
                      </c:pt>
                      <c:pt idx="74">
                        <c:v>126.652</c:v>
                      </c:pt>
                      <c:pt idx="75">
                        <c:v>143.89699999999999</c:v>
                      </c:pt>
                      <c:pt idx="76">
                        <c:v>163.49</c:v>
                      </c:pt>
                      <c:pt idx="77">
                        <c:v>185.75200000000001</c:v>
                      </c:pt>
                      <c:pt idx="78">
                        <c:v>211.04400000000001</c:v>
                      </c:pt>
                      <c:pt idx="79">
                        <c:v>239.78</c:v>
                      </c:pt>
                      <c:pt idx="80">
                        <c:v>272.43</c:v>
                      </c:pt>
                      <c:pt idx="81">
                        <c:v>309.52499999999998</c:v>
                      </c:pt>
                      <c:pt idx="82">
                        <c:v>351.67</c:v>
                      </c:pt>
                      <c:pt idx="83">
                        <c:v>399.55500000000001</c:v>
                      </c:pt>
                      <c:pt idx="84">
                        <c:v>453.96</c:v>
                      </c:pt>
                      <c:pt idx="85">
                        <c:v>515.77200000000005</c:v>
                      </c:pt>
                      <c:pt idx="86">
                        <c:v>586.00099999999998</c:v>
                      </c:pt>
                      <c:pt idx="87">
                        <c:v>665.79300000000001</c:v>
                      </c:pt>
                      <c:pt idx="88">
                        <c:v>756.44899999999996</c:v>
                      </c:pt>
                      <c:pt idx="89">
                        <c:v>859.45</c:v>
                      </c:pt>
                      <c:pt idx="90">
                        <c:v>976.47500000000002</c:v>
                      </c:pt>
                      <c:pt idx="91">
                        <c:v>1109.4349999999999</c:v>
                      </c:pt>
                      <c:pt idx="92">
                        <c:v>1260.499</c:v>
                      </c:pt>
                      <c:pt idx="93">
                        <c:v>1432.133</c:v>
                      </c:pt>
                      <c:pt idx="94">
                        <c:v>1627.136</c:v>
                      </c:pt>
                      <c:pt idx="95">
                        <c:v>1848.692</c:v>
                      </c:pt>
                      <c:pt idx="96">
                        <c:v>2100.4160000000002</c:v>
                      </c:pt>
                      <c:pt idx="97">
                        <c:v>2386.415</c:v>
                      </c:pt>
                      <c:pt idx="98">
                        <c:v>2711.357</c:v>
                      </c:pt>
                      <c:pt idx="99">
                        <c:v>3080.5439999999999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'Raw Data'!$CN$4:$CN$103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0.42</c:v>
                      </c:pt>
                      <c:pt idx="26">
                        <c:v>1.34</c:v>
                      </c:pt>
                      <c:pt idx="27">
                        <c:v>2.59</c:v>
                      </c:pt>
                      <c:pt idx="28">
                        <c:v>3.88</c:v>
                      </c:pt>
                      <c:pt idx="29">
                        <c:v>4.96</c:v>
                      </c:pt>
                      <c:pt idx="30">
                        <c:v>5.67</c:v>
                      </c:pt>
                      <c:pt idx="31">
                        <c:v>5.95</c:v>
                      </c:pt>
                      <c:pt idx="32">
                        <c:v>5.88</c:v>
                      </c:pt>
                      <c:pt idx="33">
                        <c:v>5.6</c:v>
                      </c:pt>
                      <c:pt idx="34">
                        <c:v>5.25</c:v>
                      </c:pt>
                      <c:pt idx="35">
                        <c:v>4.95</c:v>
                      </c:pt>
                      <c:pt idx="36">
                        <c:v>4.75</c:v>
                      </c:pt>
                      <c:pt idx="37">
                        <c:v>4.66</c:v>
                      </c:pt>
                      <c:pt idx="38">
                        <c:v>4.66</c:v>
                      </c:pt>
                      <c:pt idx="39">
                        <c:v>4.67</c:v>
                      </c:pt>
                      <c:pt idx="40">
                        <c:v>4.6399999999999997</c:v>
                      </c:pt>
                      <c:pt idx="41">
                        <c:v>4.51</c:v>
                      </c:pt>
                      <c:pt idx="42">
                        <c:v>4.26</c:v>
                      </c:pt>
                      <c:pt idx="43">
                        <c:v>3.89</c:v>
                      </c:pt>
                      <c:pt idx="44">
                        <c:v>3.43</c:v>
                      </c:pt>
                      <c:pt idx="45">
                        <c:v>2.93</c:v>
                      </c:pt>
                      <c:pt idx="46">
                        <c:v>2.44</c:v>
                      </c:pt>
                      <c:pt idx="47">
                        <c:v>2.0099999999999998</c:v>
                      </c:pt>
                      <c:pt idx="48">
                        <c:v>1.65</c:v>
                      </c:pt>
                      <c:pt idx="49">
                        <c:v>1.35</c:v>
                      </c:pt>
                      <c:pt idx="50">
                        <c:v>1.1100000000000001</c:v>
                      </c:pt>
                      <c:pt idx="51">
                        <c:v>0.89</c:v>
                      </c:pt>
                      <c:pt idx="52">
                        <c:v>0.69</c:v>
                      </c:pt>
                      <c:pt idx="53">
                        <c:v>0.5</c:v>
                      </c:pt>
                      <c:pt idx="54">
                        <c:v>0.31</c:v>
                      </c:pt>
                      <c:pt idx="55">
                        <c:v>0.13</c:v>
                      </c:pt>
                      <c:pt idx="56">
                        <c:v>0.02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36-8C1D-4EAD-96C2-348E40D180E2}"/>
                  </c:ext>
                </c:extLst>
              </c15:ser>
            </c15:filteredScatterSeries>
          </c:ext>
        </c:extLst>
      </c:scatterChart>
      <c:valAx>
        <c:axId val="633844767"/>
        <c:scaling>
          <c:logBase val="10"/>
          <c:orientation val="minMax"/>
          <c:max val="30"/>
          <c:min val="5.000000000000001E-2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06687407"/>
        <c:crosses val="autoZero"/>
        <c:crossBetween val="midCat"/>
      </c:valAx>
      <c:valAx>
        <c:axId val="406687407"/>
        <c:scaling>
          <c:orientation val="minMax"/>
          <c:min val="0"/>
        </c:scaling>
        <c:delete val="1"/>
        <c:axPos val="l"/>
        <c:numFmt formatCode="General" sourceLinked="1"/>
        <c:majorTickMark val="none"/>
        <c:minorTickMark val="none"/>
        <c:tickLblPos val="nextTo"/>
        <c:crossAx val="633844767"/>
        <c:crossesAt val="1.0000000000000005E-7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7.9879729054795887E-2"/>
          <c:y val="8.3789467118182137E-2"/>
          <c:w val="0.88105346699008869"/>
          <c:h val="0.7651363843015605"/>
        </c:manualLayout>
      </c:layout>
      <c:lineChart>
        <c:grouping val="standard"/>
        <c:varyColors val="0"/>
        <c:ser>
          <c:idx val="0"/>
          <c:order val="0"/>
          <c:spPr>
            <a:ln w="9525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solidFill>
                  <a:sysClr val="windowText" lastClr="000000"/>
                </a:solidFill>
              </a:ln>
              <a:effectLst/>
            </c:spPr>
          </c:marker>
          <c:dLbls>
            <c:dLbl>
              <c:idx val="1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6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 Narrow" panose="020B0606020202030204" pitchFamily="34" charset="0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509387612940685E-2"/>
                      <c:h val="9.380540814372292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1AEE-4C06-8D14-E2030C605C7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Sheet1!$L$13:$L$30</c:f>
              <c:strCache>
                <c:ptCount val="18"/>
                <c:pt idx="0">
                  <c:v>25.11월</c:v>
                </c:pt>
                <c:pt idx="1">
                  <c:v>25.12월</c:v>
                </c:pt>
                <c:pt idx="2">
                  <c:v>1월</c:v>
                </c:pt>
                <c:pt idx="3">
                  <c:v>2월</c:v>
                </c:pt>
                <c:pt idx="4">
                  <c:v>3월</c:v>
                </c:pt>
                <c:pt idx="6">
                  <c:v>10W</c:v>
                </c:pt>
                <c:pt idx="7">
                  <c:v>11W</c:v>
                </c:pt>
                <c:pt idx="8">
                  <c:v>12W</c:v>
                </c:pt>
                <c:pt idx="9">
                  <c:v>13W</c:v>
                </c:pt>
                <c:pt idx="11">
                  <c:v>3/23</c:v>
                </c:pt>
                <c:pt idx="12">
                  <c:v>3/24</c:v>
                </c:pt>
                <c:pt idx="13">
                  <c:v>3/25</c:v>
                </c:pt>
                <c:pt idx="14">
                  <c:v>3/26</c:v>
                </c:pt>
                <c:pt idx="15">
                  <c:v>3/27</c:v>
                </c:pt>
                <c:pt idx="16">
                  <c:v>3/28</c:v>
                </c:pt>
                <c:pt idx="17">
                  <c:v>3/29</c:v>
                </c:pt>
              </c:strCache>
            </c:strRef>
          </c:cat>
          <c:val>
            <c:numRef>
              <c:f>Sheet1!$M$13:$M$30</c:f>
              <c:numCache>
                <c:formatCode>0.00%</c:formatCode>
                <c:ptCount val="18"/>
                <c:pt idx="0">
                  <c:v>3.0000000000000001E-3</c:v>
                </c:pt>
                <c:pt idx="1">
                  <c:v>1.4E-3</c:v>
                </c:pt>
                <c:pt idx="2">
                  <c:v>1.1000000000000001E-3</c:v>
                </c:pt>
                <c:pt idx="3">
                  <c:v>1.1186967057560001E-3</c:v>
                </c:pt>
                <c:pt idx="4">
                  <c:v>9.0388055480099998E-4</c:v>
                </c:pt>
                <c:pt idx="6">
                  <c:v>1.0984381103499999E-3</c:v>
                </c:pt>
                <c:pt idx="7">
                  <c:v>8.8317486089499995E-4</c:v>
                </c:pt>
                <c:pt idx="8">
                  <c:v>8.0835993777500005E-4</c:v>
                </c:pt>
                <c:pt idx="9">
                  <c:v>1.022989161803E-3</c:v>
                </c:pt>
                <c:pt idx="11">
                  <c:v>8.3004567416000003E-4</c:v>
                </c:pt>
                <c:pt idx="12">
                  <c:v>4.13578086724E-4</c:v>
                </c:pt>
                <c:pt idx="13">
                  <c:v>1.0856991161379999E-3</c:v>
                </c:pt>
                <c:pt idx="14">
                  <c:v>2.1607527628059999E-3</c:v>
                </c:pt>
                <c:pt idx="15">
                  <c:v>5.6052812303699999E-4</c:v>
                </c:pt>
                <c:pt idx="16">
                  <c:v>1.3069841746179999E-3</c:v>
                </c:pt>
                <c:pt idx="17">
                  <c:v>9.7117406391399996E-4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1AEE-4C06-8D14-E2030C605C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46147263"/>
        <c:axId val="1730433039"/>
      </c:lineChart>
      <c:catAx>
        <c:axId val="17461472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defRPr>
            </a:pPr>
            <a:endParaRPr lang="ko-KR"/>
          </a:p>
        </c:txPr>
        <c:crossAx val="1730433039"/>
        <c:crosses val="autoZero"/>
        <c:auto val="1"/>
        <c:lblAlgn val="ctr"/>
        <c:lblOffset val="100"/>
        <c:noMultiLvlLbl val="0"/>
      </c:catAx>
      <c:valAx>
        <c:axId val="1730433039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ko-KR"/>
          </a:p>
        </c:txPr>
        <c:crossAx val="17461472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>
        <c:manualLayout>
          <c:layoutTarget val="inner"/>
          <c:xMode val="edge"/>
          <c:yMode val="edge"/>
          <c:x val="2.1829310173273588E-2"/>
          <c:y val="6.4675925925925928E-2"/>
          <c:w val="0.95739291077646871"/>
          <c:h val="0.80302076053661298"/>
        </c:manualLayout>
      </c:layout>
      <c:barChart>
        <c:barDir val="col"/>
        <c:grouping val="clustered"/>
        <c:varyColors val="0"/>
        <c:ser>
          <c:idx val="3"/>
          <c:order val="0"/>
          <c:tx>
            <c:strRef>
              <c:f>'0401'!$A$10</c:f>
              <c:strCache>
                <c:ptCount val="1"/>
                <c:pt idx="0">
                  <c:v>Anode Crater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58000"/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tint val="58000"/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tint val="58000"/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rgbClr val="C00000"/>
              </a:solidFill>
              <a:prstDash val="sysDash"/>
              <a:round/>
            </a:ln>
            <a:effectLst/>
          </c:spPr>
          <c:invertIfNegative val="0"/>
          <c:dLbls>
            <c:dLbl>
              <c:idx val="0"/>
              <c:layout>
                <c:manualLayout>
                  <c:x val="-1.2507839969902394E-2"/>
                  <c:y val="0.1185794739241869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3F7-442D-98A8-8B7AA0902004}"/>
                </c:ext>
              </c:extLst>
            </c:dLbl>
            <c:dLbl>
              <c:idx val="1"/>
              <c:layout>
                <c:manualLayout>
                  <c:x val="-1.0423199974918662E-2"/>
                  <c:y val="6.91713597891090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3F7-442D-98A8-8B7AA0902004}"/>
                </c:ext>
              </c:extLst>
            </c:dLbl>
            <c:dLbl>
              <c:idx val="12"/>
              <c:layout>
                <c:manualLayout>
                  <c:x val="-9.0111956569880625E-3"/>
                  <c:y val="7.32378394533911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3F7-442D-98A8-8B7AA0902004}"/>
                </c:ext>
              </c:extLst>
            </c:dLbl>
            <c:dLbl>
              <c:idx val="16"/>
              <c:layout>
                <c:manualLayout>
                  <c:x val="-1.5287183364367306E-16"/>
                  <c:y val="3.95264913080623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3F7-442D-98A8-8B7AA090200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'0401'!$CM$4:$EG$4</c:f>
              <c:numCache>
                <c:formatCode>m\/d</c:formatCode>
                <c:ptCount val="21"/>
                <c:pt idx="0">
                  <c:v>46092</c:v>
                </c:pt>
                <c:pt idx="1">
                  <c:v>46093</c:v>
                </c:pt>
                <c:pt idx="2">
                  <c:v>46094</c:v>
                </c:pt>
                <c:pt idx="3">
                  <c:v>46095</c:v>
                </c:pt>
                <c:pt idx="4">
                  <c:v>46096</c:v>
                </c:pt>
                <c:pt idx="5">
                  <c:v>46097</c:v>
                </c:pt>
                <c:pt idx="6">
                  <c:v>46098</c:v>
                </c:pt>
                <c:pt idx="7">
                  <c:v>46099</c:v>
                </c:pt>
                <c:pt idx="8">
                  <c:v>46100</c:v>
                </c:pt>
                <c:pt idx="9">
                  <c:v>46101</c:v>
                </c:pt>
                <c:pt idx="10">
                  <c:v>46102</c:v>
                </c:pt>
                <c:pt idx="11">
                  <c:v>46103</c:v>
                </c:pt>
                <c:pt idx="12">
                  <c:v>46104</c:v>
                </c:pt>
                <c:pt idx="13">
                  <c:v>46105</c:v>
                </c:pt>
                <c:pt idx="14">
                  <c:v>46106</c:v>
                </c:pt>
                <c:pt idx="15">
                  <c:v>46107</c:v>
                </c:pt>
                <c:pt idx="16">
                  <c:v>46108</c:v>
                </c:pt>
                <c:pt idx="17">
                  <c:v>46109</c:v>
                </c:pt>
                <c:pt idx="18">
                  <c:v>46110</c:v>
                </c:pt>
                <c:pt idx="19">
                  <c:v>46111</c:v>
                </c:pt>
                <c:pt idx="20">
                  <c:v>46112</c:v>
                </c:pt>
              </c:numCache>
            </c:numRef>
          </c:cat>
          <c:val>
            <c:numRef>
              <c:f>'0401'!$CM$10:$EG$10</c:f>
              <c:numCache>
                <c:formatCode>0.00%</c:formatCode>
                <c:ptCount val="21"/>
                <c:pt idx="0">
                  <c:v>1.17E-2</c:v>
                </c:pt>
                <c:pt idx="1">
                  <c:v>0.01</c:v>
                </c:pt>
                <c:pt idx="2">
                  <c:v>7.3000000000000001E-3</c:v>
                </c:pt>
                <c:pt idx="3">
                  <c:v>6.7999999999999996E-3</c:v>
                </c:pt>
                <c:pt idx="4">
                  <c:v>6.4000000000000003E-3</c:v>
                </c:pt>
                <c:pt idx="5">
                  <c:v>7.0000000000000001E-3</c:v>
                </c:pt>
                <c:pt idx="6">
                  <c:v>7.0000000000000001E-3</c:v>
                </c:pt>
                <c:pt idx="7">
                  <c:v>5.7000000000000002E-3</c:v>
                </c:pt>
                <c:pt idx="8">
                  <c:v>4.3E-3</c:v>
                </c:pt>
                <c:pt idx="9">
                  <c:v>3.5999999999999999E-3</c:v>
                </c:pt>
                <c:pt idx="10">
                  <c:v>3.7000000000000002E-3</c:v>
                </c:pt>
                <c:pt idx="11">
                  <c:v>4.0000000000000001E-3</c:v>
                </c:pt>
                <c:pt idx="12">
                  <c:v>6.4999999999999997E-3</c:v>
                </c:pt>
                <c:pt idx="13">
                  <c:v>4.3E-3</c:v>
                </c:pt>
                <c:pt idx="14">
                  <c:v>4.3E-3</c:v>
                </c:pt>
                <c:pt idx="15">
                  <c:v>5.0000000000000001E-3</c:v>
                </c:pt>
                <c:pt idx="16">
                  <c:v>4.3E-3</c:v>
                </c:pt>
                <c:pt idx="17">
                  <c:v>2.8999999999999998E-3</c:v>
                </c:pt>
                <c:pt idx="18">
                  <c:v>3.0999999999999999E-3</c:v>
                </c:pt>
                <c:pt idx="19">
                  <c:v>4.5999999999999999E-3</c:v>
                </c:pt>
                <c:pt idx="20">
                  <c:v>3.8999999999999998E-3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3F7-442D-98A8-8B7AA0902004}"/>
            </c:ext>
          </c:extLst>
        </c:ser>
        <c:ser>
          <c:idx val="0"/>
          <c:order val="1"/>
          <c:tx>
            <c:strRef>
              <c:f>'0401'!$A$9</c:f>
              <c:strCache>
                <c:ptCount val="1"/>
                <c:pt idx="0">
                  <c:v>N&amp;D Anodel(Crater 외)</c:v>
                </c:pt>
              </c:strCache>
            </c:strRef>
          </c:tx>
          <c:spPr>
            <a:solidFill>
              <a:schemeClr val="accent4">
                <a:lumMod val="75000"/>
              </a:schemeClr>
            </a:solidFill>
            <a:ln w="9525" cap="flat" cmpd="sng" algn="ctr">
              <a:solidFill>
                <a:schemeClr val="accent3">
                  <a:shade val="58000"/>
                  <a:shade val="95000"/>
                </a:schemeClr>
              </a:solidFill>
              <a:round/>
            </a:ln>
            <a:effectLst/>
          </c:spPr>
          <c:invertIfNegative val="0"/>
          <c:dLbls>
            <c:dLbl>
              <c:idx val="19"/>
              <c:layout>
                <c:manualLayout>
                  <c:x val="6.2539199849511971E-3"/>
                  <c:y val="1.976324565403106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3F7-442D-98A8-8B7AA0902004}"/>
                </c:ext>
              </c:extLst>
            </c:dLbl>
            <c:dLbl>
              <c:idx val="20"/>
              <c:layout>
                <c:manualLayout>
                  <c:x val="8.3385599799347763E-3"/>
                  <c:y val="9.881622827015578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3F7-442D-98A8-8B7AA090200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5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'0401'!$CM$4:$EG$4</c:f>
              <c:numCache>
                <c:formatCode>m\/d</c:formatCode>
                <c:ptCount val="21"/>
                <c:pt idx="0">
                  <c:v>46092</c:v>
                </c:pt>
                <c:pt idx="1">
                  <c:v>46093</c:v>
                </c:pt>
                <c:pt idx="2">
                  <c:v>46094</c:v>
                </c:pt>
                <c:pt idx="3">
                  <c:v>46095</c:v>
                </c:pt>
                <c:pt idx="4">
                  <c:v>46096</c:v>
                </c:pt>
                <c:pt idx="5">
                  <c:v>46097</c:v>
                </c:pt>
                <c:pt idx="6">
                  <c:v>46098</c:v>
                </c:pt>
                <c:pt idx="7">
                  <c:v>46099</c:v>
                </c:pt>
                <c:pt idx="8">
                  <c:v>46100</c:v>
                </c:pt>
                <c:pt idx="9">
                  <c:v>46101</c:v>
                </c:pt>
                <c:pt idx="10">
                  <c:v>46102</c:v>
                </c:pt>
                <c:pt idx="11">
                  <c:v>46103</c:v>
                </c:pt>
                <c:pt idx="12">
                  <c:v>46104</c:v>
                </c:pt>
                <c:pt idx="13">
                  <c:v>46105</c:v>
                </c:pt>
                <c:pt idx="14">
                  <c:v>46106</c:v>
                </c:pt>
                <c:pt idx="15">
                  <c:v>46107</c:v>
                </c:pt>
                <c:pt idx="16">
                  <c:v>46108</c:v>
                </c:pt>
                <c:pt idx="17">
                  <c:v>46109</c:v>
                </c:pt>
                <c:pt idx="18">
                  <c:v>46110</c:v>
                </c:pt>
                <c:pt idx="19">
                  <c:v>46111</c:v>
                </c:pt>
                <c:pt idx="20">
                  <c:v>46112</c:v>
                </c:pt>
              </c:numCache>
            </c:numRef>
          </c:cat>
          <c:val>
            <c:numRef>
              <c:f>'0401'!$BZ$9:$EG$9</c:f>
              <c:numCache>
                <c:formatCode>0.00%</c:formatCode>
                <c:ptCount val="21"/>
                <c:pt idx="0">
                  <c:v>2.0999999999999994E-3</c:v>
                </c:pt>
                <c:pt idx="1">
                  <c:v>1.7999999999999995E-3</c:v>
                </c:pt>
                <c:pt idx="2">
                  <c:v>1.8000000000000004E-3</c:v>
                </c:pt>
                <c:pt idx="3">
                  <c:v>1.5999999999999999E-3</c:v>
                </c:pt>
                <c:pt idx="4">
                  <c:v>1.5999999999999999E-3</c:v>
                </c:pt>
                <c:pt idx="5">
                  <c:v>1.3999999999999993E-3</c:v>
                </c:pt>
                <c:pt idx="6">
                  <c:v>1.5000000000000005E-3</c:v>
                </c:pt>
                <c:pt idx="7">
                  <c:v>2E-3</c:v>
                </c:pt>
                <c:pt idx="8">
                  <c:v>2.1000000000000003E-3</c:v>
                </c:pt>
                <c:pt idx="9">
                  <c:v>1.8000000000000004E-3</c:v>
                </c:pt>
                <c:pt idx="10">
                  <c:v>1.1999999999999997E-3</c:v>
                </c:pt>
                <c:pt idx="11">
                  <c:v>1.2999999999999999E-3</c:v>
                </c:pt>
                <c:pt idx="12">
                  <c:v>2.1999999999999997E-3</c:v>
                </c:pt>
                <c:pt idx="13">
                  <c:v>1.8999999999999998E-3</c:v>
                </c:pt>
                <c:pt idx="14">
                  <c:v>1.7000000000000001E-3</c:v>
                </c:pt>
                <c:pt idx="15">
                  <c:v>1.4000000000000002E-3</c:v>
                </c:pt>
                <c:pt idx="16">
                  <c:v>1.4999999999999996E-3</c:v>
                </c:pt>
                <c:pt idx="17">
                  <c:v>1.2000000000000005E-3</c:v>
                </c:pt>
                <c:pt idx="18">
                  <c:v>1.3000000000000004E-3</c:v>
                </c:pt>
                <c:pt idx="19">
                  <c:v>1.8000000000000004E-3</c:v>
                </c:pt>
                <c:pt idx="20">
                  <c:v>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3F7-442D-98A8-8B7AA0902004}"/>
            </c:ext>
          </c:extLst>
        </c:ser>
        <c:ser>
          <c:idx val="1"/>
          <c:order val="2"/>
          <c:tx>
            <c:strRef>
              <c:f>'0401'!$A$17</c:f>
              <c:strCache>
                <c:ptCount val="1"/>
                <c:pt idx="0">
                  <c:v>N&amp;D Cathode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hade val="86000"/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shade val="86000"/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shade val="86000"/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86000"/>
                  <a:shade val="95000"/>
                </a:schemeClr>
              </a:solidFill>
              <a:round/>
            </a:ln>
            <a:effectLst/>
          </c:spPr>
          <c:invertIfNegative val="0"/>
          <c:dLbls>
            <c:dLbl>
              <c:idx val="20"/>
              <c:layout>
                <c:manualLayout>
                  <c:x val="1.0423199974918662E-2"/>
                  <c:y val="5.621165035550499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3F7-442D-98A8-8B7AA090200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5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'0401'!$CM$4:$EG$4</c:f>
              <c:numCache>
                <c:formatCode>m\/d</c:formatCode>
                <c:ptCount val="21"/>
                <c:pt idx="0">
                  <c:v>46092</c:v>
                </c:pt>
                <c:pt idx="1">
                  <c:v>46093</c:v>
                </c:pt>
                <c:pt idx="2">
                  <c:v>46094</c:v>
                </c:pt>
                <c:pt idx="3">
                  <c:v>46095</c:v>
                </c:pt>
                <c:pt idx="4">
                  <c:v>46096</c:v>
                </c:pt>
                <c:pt idx="5">
                  <c:v>46097</c:v>
                </c:pt>
                <c:pt idx="6">
                  <c:v>46098</c:v>
                </c:pt>
                <c:pt idx="7">
                  <c:v>46099</c:v>
                </c:pt>
                <c:pt idx="8">
                  <c:v>46100</c:v>
                </c:pt>
                <c:pt idx="9">
                  <c:v>46101</c:v>
                </c:pt>
                <c:pt idx="10">
                  <c:v>46102</c:v>
                </c:pt>
                <c:pt idx="11">
                  <c:v>46103</c:v>
                </c:pt>
                <c:pt idx="12">
                  <c:v>46104</c:v>
                </c:pt>
                <c:pt idx="13">
                  <c:v>46105</c:v>
                </c:pt>
                <c:pt idx="14">
                  <c:v>46106</c:v>
                </c:pt>
                <c:pt idx="15">
                  <c:v>46107</c:v>
                </c:pt>
                <c:pt idx="16">
                  <c:v>46108</c:v>
                </c:pt>
                <c:pt idx="17">
                  <c:v>46109</c:v>
                </c:pt>
                <c:pt idx="18">
                  <c:v>46110</c:v>
                </c:pt>
                <c:pt idx="19">
                  <c:v>46111</c:v>
                </c:pt>
                <c:pt idx="20">
                  <c:v>46112</c:v>
                </c:pt>
              </c:numCache>
            </c:numRef>
          </c:cat>
          <c:val>
            <c:numRef>
              <c:f>'0401'!$BZ$17:$EG$17</c:f>
              <c:numCache>
                <c:formatCode>0.00%</c:formatCode>
                <c:ptCount val="21"/>
                <c:pt idx="0">
                  <c:v>1.8E-3</c:v>
                </c:pt>
                <c:pt idx="1">
                  <c:v>1.5E-3</c:v>
                </c:pt>
                <c:pt idx="2">
                  <c:v>1.5E-3</c:v>
                </c:pt>
                <c:pt idx="3">
                  <c:v>2.2000000000000001E-3</c:v>
                </c:pt>
                <c:pt idx="4">
                  <c:v>2.3999999999999998E-3</c:v>
                </c:pt>
                <c:pt idx="5">
                  <c:v>2.3E-3</c:v>
                </c:pt>
                <c:pt idx="6">
                  <c:v>2.3999999999999998E-3</c:v>
                </c:pt>
                <c:pt idx="7">
                  <c:v>1.2999999999999999E-3</c:v>
                </c:pt>
                <c:pt idx="8">
                  <c:v>1.5E-3</c:v>
                </c:pt>
                <c:pt idx="9">
                  <c:v>2.0999999999999999E-3</c:v>
                </c:pt>
                <c:pt idx="10">
                  <c:v>1.6000000000000001E-3</c:v>
                </c:pt>
                <c:pt idx="11">
                  <c:v>1.6999999999999999E-3</c:v>
                </c:pt>
                <c:pt idx="12">
                  <c:v>1.6000000000000001E-3</c:v>
                </c:pt>
                <c:pt idx="13">
                  <c:v>2.3999999999999998E-3</c:v>
                </c:pt>
                <c:pt idx="14">
                  <c:v>2.5999999999999999E-3</c:v>
                </c:pt>
                <c:pt idx="15">
                  <c:v>1.9E-3</c:v>
                </c:pt>
                <c:pt idx="16">
                  <c:v>1.6999999999999999E-3</c:v>
                </c:pt>
                <c:pt idx="17">
                  <c:v>2E-3</c:v>
                </c:pt>
                <c:pt idx="18">
                  <c:v>2E-3</c:v>
                </c:pt>
                <c:pt idx="19">
                  <c:v>1.9E-3</c:v>
                </c:pt>
                <c:pt idx="20">
                  <c:v>1.4E-3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03F7-442D-98A8-8B7AA09020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49830480"/>
        <c:axId val="1872578480"/>
      </c:barChart>
      <c:lineChart>
        <c:grouping val="standard"/>
        <c:varyColors val="0"/>
        <c:ser>
          <c:idx val="2"/>
          <c:order val="3"/>
          <c:tx>
            <c:strRef>
              <c:f>'0401'!$A$5</c:f>
              <c:strCache>
                <c:ptCount val="1"/>
                <c:pt idx="0">
                  <c:v>ESOT (L&amp;S)</c:v>
                </c:pt>
              </c:strCache>
            </c:strRef>
          </c:tx>
          <c:spPr>
            <a:ln w="15875" cap="rnd">
              <a:solidFill>
                <a:schemeClr val="tx2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00FF"/>
              </a:solidFill>
              <a:ln w="9525" cap="flat" cmpd="sng" algn="ctr">
                <a:solidFill>
                  <a:schemeClr val="accent3">
                    <a:tint val="65000"/>
                    <a:shade val="95000"/>
                  </a:schemeClr>
                </a:solidFill>
                <a:round/>
              </a:ln>
              <a:effectLst/>
            </c:spPr>
          </c:marker>
          <c:dLbls>
            <c:dLbl>
              <c:idx val="12"/>
              <c:layout>
                <c:manualLayout>
                  <c:x val="-2.2752711845418723E-2"/>
                  <c:y val="-6.500096711200922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03F7-442D-98A8-8B7AA090200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/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'0401'!$CM$4:$EG$4</c:f>
              <c:numCache>
                <c:formatCode>m\/d</c:formatCode>
                <c:ptCount val="21"/>
                <c:pt idx="0">
                  <c:v>46092</c:v>
                </c:pt>
                <c:pt idx="1">
                  <c:v>46093</c:v>
                </c:pt>
                <c:pt idx="2">
                  <c:v>46094</c:v>
                </c:pt>
                <c:pt idx="3">
                  <c:v>46095</c:v>
                </c:pt>
                <c:pt idx="4">
                  <c:v>46096</c:v>
                </c:pt>
                <c:pt idx="5">
                  <c:v>46097</c:v>
                </c:pt>
                <c:pt idx="6">
                  <c:v>46098</c:v>
                </c:pt>
                <c:pt idx="7">
                  <c:v>46099</c:v>
                </c:pt>
                <c:pt idx="8">
                  <c:v>46100</c:v>
                </c:pt>
                <c:pt idx="9">
                  <c:v>46101</c:v>
                </c:pt>
                <c:pt idx="10">
                  <c:v>46102</c:v>
                </c:pt>
                <c:pt idx="11">
                  <c:v>46103</c:v>
                </c:pt>
                <c:pt idx="12">
                  <c:v>46104</c:v>
                </c:pt>
                <c:pt idx="13">
                  <c:v>46105</c:v>
                </c:pt>
                <c:pt idx="14">
                  <c:v>46106</c:v>
                </c:pt>
                <c:pt idx="15">
                  <c:v>46107</c:v>
                </c:pt>
                <c:pt idx="16">
                  <c:v>46108</c:v>
                </c:pt>
                <c:pt idx="17">
                  <c:v>46109</c:v>
                </c:pt>
                <c:pt idx="18">
                  <c:v>46110</c:v>
                </c:pt>
                <c:pt idx="19">
                  <c:v>46111</c:v>
                </c:pt>
                <c:pt idx="20">
                  <c:v>46112</c:v>
                </c:pt>
              </c:numCache>
            </c:numRef>
          </c:cat>
          <c:val>
            <c:numRef>
              <c:f>'0401'!$BZ$5:$EG$5</c:f>
              <c:numCache>
                <c:formatCode>0.00%</c:formatCode>
                <c:ptCount val="21"/>
                <c:pt idx="0">
                  <c:v>1.3834099334372001E-2</c:v>
                </c:pt>
                <c:pt idx="1">
                  <c:v>1.4997452738696E-2</c:v>
                </c:pt>
                <c:pt idx="2">
                  <c:v>1.5704232880468003E-2</c:v>
                </c:pt>
                <c:pt idx="3">
                  <c:v>1.4940309059691001E-2</c:v>
                </c:pt>
                <c:pt idx="4">
                  <c:v>1.5734884119455003E-2</c:v>
                </c:pt>
                <c:pt idx="5">
                  <c:v>1.2632843459177999E-2</c:v>
                </c:pt>
                <c:pt idx="6">
                  <c:v>1.2128737433181999E-2</c:v>
                </c:pt>
                <c:pt idx="7">
                  <c:v>1.1535361851979E-2</c:v>
                </c:pt>
                <c:pt idx="8">
                  <c:v>1.0572815212979E-2</c:v>
                </c:pt>
                <c:pt idx="9">
                  <c:v>1.0961349793210999E-2</c:v>
                </c:pt>
                <c:pt idx="10">
                  <c:v>1.0114407555258E-2</c:v>
                </c:pt>
                <c:pt idx="11">
                  <c:v>8.0395850658400003E-3</c:v>
                </c:pt>
                <c:pt idx="12">
                  <c:v>6.1222608126449999E-3</c:v>
                </c:pt>
                <c:pt idx="13">
                  <c:v>1.0482665135368E-2</c:v>
                </c:pt>
                <c:pt idx="14">
                  <c:v>1.10558258943E-2</c:v>
                </c:pt>
                <c:pt idx="15">
                  <c:v>1.0499722339588E-2</c:v>
                </c:pt>
                <c:pt idx="16">
                  <c:v>6.7062546096070003E-3</c:v>
                </c:pt>
                <c:pt idx="17">
                  <c:v>1.0892056197826001E-2</c:v>
                </c:pt>
                <c:pt idx="18">
                  <c:v>8.4934361188380002E-3</c:v>
                </c:pt>
                <c:pt idx="19">
                  <c:v>9.1136222955429998E-3</c:v>
                </c:pt>
                <c:pt idx="20">
                  <c:v>7.7261758032830001E-3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03F7-442D-98A8-8B7AA09020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2916368"/>
        <c:axId val="430485088"/>
      </c:lineChart>
      <c:catAx>
        <c:axId val="1849830480"/>
        <c:scaling>
          <c:orientation val="minMax"/>
        </c:scaling>
        <c:delete val="0"/>
        <c:axPos val="b"/>
        <c:numFmt formatCode="m\/d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ko-KR"/>
          </a:p>
        </c:txPr>
        <c:crossAx val="1872578480"/>
        <c:crosses val="autoZero"/>
        <c:auto val="0"/>
        <c:lblAlgn val="ctr"/>
        <c:lblOffset val="100"/>
        <c:tickLblSkip val="1"/>
        <c:noMultiLvlLbl val="0"/>
      </c:catAx>
      <c:valAx>
        <c:axId val="1872578480"/>
        <c:scaling>
          <c:orientation val="minMax"/>
          <c:max val="2.0000000000000004E-2"/>
          <c:min val="0"/>
        </c:scaling>
        <c:delete val="0"/>
        <c:axPos val="l"/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ko-KR"/>
          </a:p>
        </c:txPr>
        <c:crossAx val="1849830480"/>
        <c:crosses val="autoZero"/>
        <c:crossBetween val="between"/>
      </c:valAx>
      <c:valAx>
        <c:axId val="430485088"/>
        <c:scaling>
          <c:orientation val="minMax"/>
          <c:max val="2.0000000000000004E-2"/>
          <c:min val="0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ko-KR"/>
          </a:p>
        </c:txPr>
        <c:crossAx val="252916368"/>
        <c:crosses val="max"/>
        <c:crossBetween val="between"/>
      </c:valAx>
      <c:catAx>
        <c:axId val="252916368"/>
        <c:scaling>
          <c:orientation val="minMax"/>
        </c:scaling>
        <c:delete val="1"/>
        <c:axPos val="b"/>
        <c:numFmt formatCode="m\/d" sourceLinked="1"/>
        <c:majorTickMark val="out"/>
        <c:minorTickMark val="none"/>
        <c:tickLblPos val="nextTo"/>
        <c:crossAx val="430485088"/>
        <c:crosses val="autoZero"/>
        <c:auto val="0"/>
        <c:lblAlgn val="ctr"/>
        <c:lblOffset val="100"/>
        <c:noMultiLvlLbl val="1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4361433105939707"/>
          <c:y val="1.733622314644705E-3"/>
          <c:w val="0.55490333448473628"/>
          <c:h val="0.1008038923640034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Arial Narrow" panose="020B0606020202030204" pitchFamily="34" charset="0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600">
          <a:latin typeface="Arial Narrow" panose="020B0606020202030204" pitchFamily="34" charset="0"/>
        </a:defRPr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3.859985236846445E-2"/>
          <c:y val="0.11515124483654925"/>
          <c:w val="0.91929498913334529"/>
          <c:h val="0.75349772176673258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'0407'!$A$10</c:f>
              <c:strCache>
                <c:ptCount val="1"/>
                <c:pt idx="0">
                  <c:v>Anode Crater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solidFill>
                <a:srgbClr val="FF0000"/>
              </a:solidFill>
              <a:prstDash val="sysDash"/>
            </a:ln>
            <a:effectLst/>
          </c:spPr>
          <c:invertIfNegative val="0"/>
          <c:dLbls>
            <c:dLbl>
              <c:idx val="1"/>
              <c:layout>
                <c:manualLayout>
                  <c:x val="0"/>
                  <c:y val="1.891822040620547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847-4831-B18F-C0CB7EA74C87}"/>
                </c:ext>
              </c:extLst>
            </c:dLbl>
            <c:dLbl>
              <c:idx val="2"/>
              <c:layout>
                <c:manualLayout>
                  <c:x val="5.0721645202491195E-3"/>
                  <c:y val="2.837733060930821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847-4831-B18F-C0CB7EA74C87}"/>
                </c:ext>
              </c:extLst>
            </c:dLbl>
            <c:dLbl>
              <c:idx val="3"/>
              <c:layout>
                <c:manualLayout>
                  <c:x val="-9.2988608658891594E-17"/>
                  <c:y val="2.837733060930821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847-4831-B18F-C0CB7EA74C8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>
                    <a:solidFill>
                      <a:schemeClr val="tx1"/>
                    </a:solidFill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'0407'!$C$4:$O$4</c:f>
              <c:strCache>
                <c:ptCount val="4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</c:strCache>
            </c:strRef>
          </c:cat>
          <c:val>
            <c:numRef>
              <c:f>'0407'!$C$10:$O$10</c:f>
              <c:numCache>
                <c:formatCode>0.00%</c:formatCode>
                <c:ptCount val="4"/>
                <c:pt idx="0">
                  <c:v>7.1000000000000004E-3</c:v>
                </c:pt>
                <c:pt idx="1">
                  <c:v>6.4000000000000003E-3</c:v>
                </c:pt>
                <c:pt idx="2">
                  <c:v>6.7999999999999996E-3</c:v>
                </c:pt>
                <c:pt idx="3">
                  <c:v>5.8999999999999999E-3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847-4831-B18F-C0CB7EA74C87}"/>
            </c:ext>
          </c:extLst>
        </c:ser>
        <c:ser>
          <c:idx val="3"/>
          <c:order val="1"/>
          <c:tx>
            <c:strRef>
              <c:f>'0407'!$A$9</c:f>
              <c:strCache>
                <c:ptCount val="1"/>
                <c:pt idx="0">
                  <c:v>N&amp;D Anodel(Crater 외)</c:v>
                </c:pt>
              </c:strCache>
            </c:strRef>
          </c:tx>
          <c:spPr>
            <a:solidFill>
              <a:schemeClr val="accent4">
                <a:lumMod val="75000"/>
              </a:schemeClr>
            </a:solidFill>
          </c:spPr>
          <c:invertIfNegative val="0"/>
          <c:dLbls>
            <c:dLbl>
              <c:idx val="1"/>
              <c:layout>
                <c:manualLayout>
                  <c:x val="0"/>
                  <c:y val="4.640028719944049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847-4831-B18F-C0CB7EA74C87}"/>
                </c:ext>
              </c:extLst>
            </c:dLbl>
            <c:dLbl>
              <c:idx val="2"/>
              <c:layout>
                <c:manualLayout>
                  <c:x val="0"/>
                  <c:y val="3.009266860902300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847-4831-B18F-C0CB7EA74C87}"/>
                </c:ext>
              </c:extLst>
            </c:dLbl>
            <c:dLbl>
              <c:idx val="3"/>
              <c:layout>
                <c:manualLayout>
                  <c:x val="0"/>
                  <c:y val="5.643141288569131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847-4831-B18F-C0CB7EA74C8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>
                    <a:solidFill>
                      <a:schemeClr val="tx1"/>
                    </a:solidFill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'0407'!$C$4:$O$4</c:f>
              <c:strCache>
                <c:ptCount val="4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</c:strCache>
            </c:strRef>
          </c:cat>
          <c:val>
            <c:numRef>
              <c:f>'0407'!$C$9:$O$9</c:f>
              <c:numCache>
                <c:formatCode>0.00%</c:formatCode>
                <c:ptCount val="4"/>
                <c:pt idx="0">
                  <c:v>4.3E-3</c:v>
                </c:pt>
                <c:pt idx="1">
                  <c:v>2.2999999999999991E-3</c:v>
                </c:pt>
                <c:pt idx="2">
                  <c:v>2.0000000000000009E-3</c:v>
                </c:pt>
                <c:pt idx="3">
                  <c:v>2.0000000000000009E-3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847-4831-B18F-C0CB7EA74C87}"/>
            </c:ext>
          </c:extLst>
        </c:ser>
        <c:ser>
          <c:idx val="7"/>
          <c:order val="2"/>
          <c:tx>
            <c:strRef>
              <c:f>'0407'!$A$17</c:f>
              <c:strCache>
                <c:ptCount val="1"/>
                <c:pt idx="0">
                  <c:v>N&amp;D Cathode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</c:spPr>
          <c:invertIfNegative val="0"/>
          <c:dLbls>
            <c:dLbl>
              <c:idx val="0"/>
              <c:layout>
                <c:manualLayout>
                  <c:x val="3.5505151641743837E-2"/>
                  <c:y val="0.1602395612760414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847-4831-B18F-C0CB7EA74C87}"/>
                </c:ext>
              </c:extLst>
            </c:dLbl>
            <c:dLbl>
              <c:idx val="1"/>
              <c:layout>
                <c:manualLayout>
                  <c:x val="1.5216493560747311E-2"/>
                  <c:y val="0.1620829705479057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847-4831-B18F-C0CB7EA74C87}"/>
                </c:ext>
              </c:extLst>
            </c:dLbl>
            <c:dLbl>
              <c:idx val="3"/>
              <c:layout>
                <c:manualLayout>
                  <c:x val="4.5649480682242075E-2"/>
                  <c:y val="7.158237507085013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1847-4831-B18F-C0CB7EA74C8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>
                    <a:solidFill>
                      <a:schemeClr val="tx1"/>
                    </a:solidFill>
                  </a:defRPr>
                </a:pPr>
                <a:endParaRPr lang="ko-K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'0407'!$C$4:$O$4</c:f>
              <c:strCache>
                <c:ptCount val="4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</c:strCache>
            </c:strRef>
          </c:cat>
          <c:val>
            <c:numRef>
              <c:f>'0407'!$C$17:$O$17</c:f>
              <c:numCache>
                <c:formatCode>0.00%</c:formatCode>
                <c:ptCount val="4"/>
                <c:pt idx="0">
                  <c:v>3.5000000000000001E-3</c:v>
                </c:pt>
                <c:pt idx="1">
                  <c:v>3.8E-3</c:v>
                </c:pt>
                <c:pt idx="2">
                  <c:v>1.9E-3</c:v>
                </c:pt>
                <c:pt idx="3">
                  <c:v>1.9E-3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1847-4831-B18F-C0CB7EA74C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8"/>
        <c:axId val="1849830480"/>
        <c:axId val="1872578480"/>
      </c:barChart>
      <c:lineChart>
        <c:grouping val="standard"/>
        <c:varyColors val="0"/>
        <c:ser>
          <c:idx val="2"/>
          <c:order val="3"/>
          <c:tx>
            <c:strRef>
              <c:f>'0407'!$A$5</c:f>
              <c:strCache>
                <c:ptCount val="1"/>
                <c:pt idx="0">
                  <c:v>ESOT (L&amp;S)</c:v>
                </c:pt>
              </c:strCache>
            </c:strRef>
          </c:tx>
          <c:spPr>
            <a:ln w="9525"/>
          </c:spPr>
          <c:marker>
            <c:symbol val="circle"/>
            <c:size val="6"/>
            <c:spPr>
              <a:solidFill>
                <a:srgbClr val="0000FF"/>
              </a:solidFill>
              <a:ln>
                <a:noFill/>
              </a:ln>
            </c:spPr>
          </c:marker>
          <c:dLbls>
            <c:dLbl>
              <c:idx val="0"/>
              <c:layout>
                <c:manualLayout>
                  <c:x val="-0.16224576274571043"/>
                  <c:y val="-7.981105613572259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1847-4831-B18F-C0CB7EA74C8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chemeClr val="tx1"/>
                    </a:solidFill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'0407'!$C$4:$O$4</c:f>
              <c:strCache>
                <c:ptCount val="4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</c:strCache>
            </c:strRef>
          </c:cat>
          <c:val>
            <c:numRef>
              <c:f>'0407'!$C$5:$O$5</c:f>
              <c:numCache>
                <c:formatCode>0.00%</c:formatCode>
                <c:ptCount val="4"/>
                <c:pt idx="0">
                  <c:v>1.5933960524811001E-2</c:v>
                </c:pt>
                <c:pt idx="1">
                  <c:v>1.2239999999999999E-2</c:v>
                </c:pt>
                <c:pt idx="2">
                  <c:v>1.15E-2</c:v>
                </c:pt>
                <c:pt idx="3">
                  <c:v>9.6624538026919993E-3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1847-4831-B18F-C0CB7EA74C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49830480"/>
        <c:axId val="1872578480"/>
      </c:lineChart>
      <c:catAx>
        <c:axId val="18498304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 sz="700"/>
            </a:pPr>
            <a:endParaRPr lang="ko-KR"/>
          </a:p>
        </c:txPr>
        <c:crossAx val="1872578480"/>
        <c:crosses val="autoZero"/>
        <c:auto val="1"/>
        <c:lblAlgn val="ctr"/>
        <c:lblOffset val="100"/>
        <c:noMultiLvlLbl val="0"/>
      </c:catAx>
      <c:valAx>
        <c:axId val="1872578480"/>
        <c:scaling>
          <c:orientation val="minMax"/>
          <c:max val="2.0000000000000004E-2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">
                <a:solidFill>
                  <a:schemeClr val="bg1"/>
                </a:solidFill>
              </a:defRPr>
            </a:pPr>
            <a:endParaRPr lang="ko-KR"/>
          </a:p>
        </c:txPr>
        <c:crossAx val="1849830480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6.9876736596453271E-2"/>
          <c:y val="2.8377330609308211E-2"/>
          <c:w val="0.9301232783243123"/>
          <c:h val="0.13242545509464893"/>
        </c:manualLayout>
      </c:layout>
      <c:overlay val="0"/>
      <c:txPr>
        <a:bodyPr/>
        <a:lstStyle/>
        <a:p>
          <a:pPr>
            <a:defRPr sz="600"/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900">
          <a:solidFill>
            <a:schemeClr val="bg1">
              <a:lumMod val="50000"/>
            </a:schemeClr>
          </a:solidFill>
          <a:latin typeface="LG스마트체 Regular" panose="020B0600000101010101" pitchFamily="50" charset="-127"/>
          <a:ea typeface="LG스마트체 Regular" panose="020B0600000101010101" pitchFamily="50" charset="-127"/>
        </a:defRPr>
      </a:pPr>
      <a:endParaRPr lang="ko-KR"/>
    </a:p>
  </c:txPr>
  <c:externalData r:id="rId2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'단선, 핀홀 횟수'!$F$1</c:f>
              <c:strCache>
                <c:ptCount val="1"/>
                <c:pt idx="0">
                  <c:v>단선 횟수</c:v>
                </c:pt>
              </c:strCache>
            </c:strRef>
          </c:tx>
          <c:spPr>
            <a:solidFill>
              <a:sysClr val="window" lastClr="FFFFFF">
                <a:lumMod val="65000"/>
              </a:sysClr>
            </a:solidFill>
            <a:ln>
              <a:noFill/>
            </a:ln>
            <a:effectLst/>
          </c:spPr>
          <c:invertIfNegative val="0"/>
          <c:cat>
            <c:multiLvlStrRef>
              <c:f>'단선, 핀홀 횟수'!$D$2:$E$60</c:f>
              <c:multiLvlStrCache>
                <c:ptCount val="59"/>
                <c:lvl>
                  <c:pt idx="0">
                    <c:v>2/1</c:v>
                  </c:pt>
                  <c:pt idx="1">
                    <c:v>2/2</c:v>
                  </c:pt>
                  <c:pt idx="2">
                    <c:v>2/3</c:v>
                  </c:pt>
                  <c:pt idx="3">
                    <c:v>2/4</c:v>
                  </c:pt>
                  <c:pt idx="4">
                    <c:v>2/5</c:v>
                  </c:pt>
                  <c:pt idx="5">
                    <c:v>2/6</c:v>
                  </c:pt>
                  <c:pt idx="6">
                    <c:v>2/7</c:v>
                  </c:pt>
                  <c:pt idx="7">
                    <c:v>2/8</c:v>
                  </c:pt>
                  <c:pt idx="8">
                    <c:v>2/9</c:v>
                  </c:pt>
                  <c:pt idx="9">
                    <c:v>2/10</c:v>
                  </c:pt>
                  <c:pt idx="10">
                    <c:v>2/11</c:v>
                  </c:pt>
                  <c:pt idx="11">
                    <c:v>2/12</c:v>
                  </c:pt>
                  <c:pt idx="12">
                    <c:v>2/13</c:v>
                  </c:pt>
                  <c:pt idx="13">
                    <c:v>2/14</c:v>
                  </c:pt>
                  <c:pt idx="14">
                    <c:v>2/15</c:v>
                  </c:pt>
                  <c:pt idx="15">
                    <c:v>2/16</c:v>
                  </c:pt>
                  <c:pt idx="16">
                    <c:v>2/17</c:v>
                  </c:pt>
                  <c:pt idx="17">
                    <c:v>2/18</c:v>
                  </c:pt>
                  <c:pt idx="18">
                    <c:v>2/19</c:v>
                  </c:pt>
                  <c:pt idx="19">
                    <c:v>2/20</c:v>
                  </c:pt>
                  <c:pt idx="20">
                    <c:v>2/21</c:v>
                  </c:pt>
                  <c:pt idx="21">
                    <c:v>2/22</c:v>
                  </c:pt>
                  <c:pt idx="22">
                    <c:v>2/23</c:v>
                  </c:pt>
                  <c:pt idx="23">
                    <c:v>2/24</c:v>
                  </c:pt>
                  <c:pt idx="24">
                    <c:v>2/25</c:v>
                  </c:pt>
                  <c:pt idx="25">
                    <c:v>2/26</c:v>
                  </c:pt>
                  <c:pt idx="26">
                    <c:v>2/27</c:v>
                  </c:pt>
                  <c:pt idx="27">
                    <c:v>2/28</c:v>
                  </c:pt>
                  <c:pt idx="28">
                    <c:v>3/1</c:v>
                  </c:pt>
                  <c:pt idx="29">
                    <c:v>3/2</c:v>
                  </c:pt>
                  <c:pt idx="30">
                    <c:v>3/3</c:v>
                  </c:pt>
                  <c:pt idx="31">
                    <c:v>3/4</c:v>
                  </c:pt>
                  <c:pt idx="32">
                    <c:v>3/5</c:v>
                  </c:pt>
                  <c:pt idx="33">
                    <c:v>3/6</c:v>
                  </c:pt>
                  <c:pt idx="34">
                    <c:v>3/7</c:v>
                  </c:pt>
                  <c:pt idx="35">
                    <c:v>3/8</c:v>
                  </c:pt>
                  <c:pt idx="36">
                    <c:v>3/9</c:v>
                  </c:pt>
                  <c:pt idx="37">
                    <c:v>3/10</c:v>
                  </c:pt>
                  <c:pt idx="38">
                    <c:v>3/11</c:v>
                  </c:pt>
                  <c:pt idx="39">
                    <c:v>3/12</c:v>
                  </c:pt>
                  <c:pt idx="40">
                    <c:v>3/13</c:v>
                  </c:pt>
                  <c:pt idx="41">
                    <c:v>3/14</c:v>
                  </c:pt>
                  <c:pt idx="42">
                    <c:v>3/15</c:v>
                  </c:pt>
                  <c:pt idx="43">
                    <c:v>3/16</c:v>
                  </c:pt>
                  <c:pt idx="44">
                    <c:v>3/17</c:v>
                  </c:pt>
                  <c:pt idx="45">
                    <c:v>3/18</c:v>
                  </c:pt>
                  <c:pt idx="46">
                    <c:v>3/19</c:v>
                  </c:pt>
                  <c:pt idx="47">
                    <c:v>3/20</c:v>
                  </c:pt>
                  <c:pt idx="48">
                    <c:v>3/21</c:v>
                  </c:pt>
                  <c:pt idx="49">
                    <c:v>3/22</c:v>
                  </c:pt>
                  <c:pt idx="50">
                    <c:v>3/23</c:v>
                  </c:pt>
                  <c:pt idx="51">
                    <c:v>3/24</c:v>
                  </c:pt>
                  <c:pt idx="52">
                    <c:v>3/25</c:v>
                  </c:pt>
                  <c:pt idx="53">
                    <c:v>3/26</c:v>
                  </c:pt>
                  <c:pt idx="54">
                    <c:v>3/27</c:v>
                  </c:pt>
                  <c:pt idx="55">
                    <c:v>3/28</c:v>
                  </c:pt>
                  <c:pt idx="56">
                    <c:v>3/29</c:v>
                  </c:pt>
                  <c:pt idx="57">
                    <c:v>3/30</c:v>
                  </c:pt>
                  <c:pt idx="58">
                    <c:v>3/31</c:v>
                  </c:pt>
                </c:lvl>
                <c:lvl>
                  <c:pt idx="0">
                    <c:v>2월</c:v>
                  </c:pt>
                  <c:pt idx="28">
                    <c:v>3월</c:v>
                  </c:pt>
                </c:lvl>
              </c:multiLvlStrCache>
            </c:multiLvlStrRef>
          </c:cat>
          <c:val>
            <c:numRef>
              <c:f>'단선, 핀홀 횟수'!$F$2:$F$60</c:f>
              <c:numCache>
                <c:formatCode>General</c:formatCode>
                <c:ptCount val="59"/>
                <c:pt idx="0">
                  <c:v>0</c:v>
                </c:pt>
                <c:pt idx="1">
                  <c:v>5</c:v>
                </c:pt>
                <c:pt idx="2">
                  <c:v>6</c:v>
                </c:pt>
                <c:pt idx="3">
                  <c:v>0</c:v>
                </c:pt>
                <c:pt idx="4">
                  <c:v>1</c:v>
                </c:pt>
                <c:pt idx="5">
                  <c:v>12</c:v>
                </c:pt>
                <c:pt idx="6">
                  <c:v>5</c:v>
                </c:pt>
                <c:pt idx="7">
                  <c:v>7</c:v>
                </c:pt>
                <c:pt idx="8">
                  <c:v>3</c:v>
                </c:pt>
                <c:pt idx="9">
                  <c:v>2</c:v>
                </c:pt>
                <c:pt idx="10">
                  <c:v>6</c:v>
                </c:pt>
                <c:pt idx="11">
                  <c:v>1</c:v>
                </c:pt>
                <c:pt idx="12">
                  <c:v>8</c:v>
                </c:pt>
                <c:pt idx="13">
                  <c:v>3</c:v>
                </c:pt>
                <c:pt idx="14">
                  <c:v>15</c:v>
                </c:pt>
                <c:pt idx="15">
                  <c:v>10</c:v>
                </c:pt>
                <c:pt idx="16">
                  <c:v>7</c:v>
                </c:pt>
                <c:pt idx="17">
                  <c:v>14</c:v>
                </c:pt>
                <c:pt idx="18">
                  <c:v>8</c:v>
                </c:pt>
                <c:pt idx="19">
                  <c:v>18</c:v>
                </c:pt>
                <c:pt idx="20">
                  <c:v>9</c:v>
                </c:pt>
                <c:pt idx="21">
                  <c:v>8</c:v>
                </c:pt>
                <c:pt idx="22">
                  <c:v>11</c:v>
                </c:pt>
                <c:pt idx="23">
                  <c:v>9</c:v>
                </c:pt>
                <c:pt idx="24">
                  <c:v>5</c:v>
                </c:pt>
                <c:pt idx="25">
                  <c:v>9</c:v>
                </c:pt>
                <c:pt idx="26">
                  <c:v>3</c:v>
                </c:pt>
                <c:pt idx="27">
                  <c:v>11</c:v>
                </c:pt>
                <c:pt idx="28">
                  <c:v>1</c:v>
                </c:pt>
                <c:pt idx="29">
                  <c:v>18</c:v>
                </c:pt>
                <c:pt idx="30">
                  <c:v>15</c:v>
                </c:pt>
                <c:pt idx="31">
                  <c:v>15</c:v>
                </c:pt>
                <c:pt idx="32">
                  <c:v>12</c:v>
                </c:pt>
                <c:pt idx="33">
                  <c:v>11</c:v>
                </c:pt>
                <c:pt idx="34">
                  <c:v>19</c:v>
                </c:pt>
                <c:pt idx="35">
                  <c:v>19</c:v>
                </c:pt>
                <c:pt idx="36">
                  <c:v>7</c:v>
                </c:pt>
                <c:pt idx="37">
                  <c:v>20</c:v>
                </c:pt>
                <c:pt idx="38">
                  <c:v>32</c:v>
                </c:pt>
                <c:pt idx="39">
                  <c:v>12</c:v>
                </c:pt>
                <c:pt idx="40">
                  <c:v>52</c:v>
                </c:pt>
                <c:pt idx="41">
                  <c:v>30</c:v>
                </c:pt>
                <c:pt idx="42">
                  <c:v>56</c:v>
                </c:pt>
                <c:pt idx="43">
                  <c:v>33</c:v>
                </c:pt>
                <c:pt idx="44">
                  <c:v>37</c:v>
                </c:pt>
                <c:pt idx="45">
                  <c:v>12</c:v>
                </c:pt>
                <c:pt idx="46">
                  <c:v>26</c:v>
                </c:pt>
                <c:pt idx="47">
                  <c:v>53</c:v>
                </c:pt>
                <c:pt idx="48">
                  <c:v>33</c:v>
                </c:pt>
                <c:pt idx="49">
                  <c:v>31</c:v>
                </c:pt>
                <c:pt idx="50">
                  <c:v>33</c:v>
                </c:pt>
                <c:pt idx="51">
                  <c:v>52</c:v>
                </c:pt>
                <c:pt idx="52">
                  <c:v>40</c:v>
                </c:pt>
                <c:pt idx="53">
                  <c:v>37</c:v>
                </c:pt>
                <c:pt idx="54">
                  <c:v>38</c:v>
                </c:pt>
                <c:pt idx="55">
                  <c:v>15</c:v>
                </c:pt>
                <c:pt idx="56">
                  <c:v>41</c:v>
                </c:pt>
                <c:pt idx="57">
                  <c:v>36</c:v>
                </c:pt>
                <c:pt idx="58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EF-4557-B6A3-5B5722308C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02694911"/>
        <c:axId val="602695871"/>
      </c:barChart>
      <c:lineChart>
        <c:grouping val="standard"/>
        <c:varyColors val="0"/>
        <c:ser>
          <c:idx val="1"/>
          <c:order val="1"/>
          <c:tx>
            <c:strRef>
              <c:f>'단선, 핀홀 횟수'!$G$1</c:f>
              <c:strCache>
                <c:ptCount val="1"/>
                <c:pt idx="0">
                  <c:v>핀홀 횟수</c:v>
                </c:pt>
              </c:strCache>
            </c:strRef>
          </c:tx>
          <c:spPr>
            <a:ln w="12700" cap="rnd">
              <a:solidFill>
                <a:srgbClr val="0000FF"/>
              </a:solidFill>
              <a:round/>
            </a:ln>
            <a:effectLst/>
          </c:spPr>
          <c:marker>
            <c:symbol val="none"/>
          </c:marker>
          <c:cat>
            <c:multiLvlStrRef>
              <c:f>'단선, 핀홀 횟수'!$D$2:$E$60</c:f>
              <c:multiLvlStrCache>
                <c:ptCount val="59"/>
                <c:lvl>
                  <c:pt idx="0">
                    <c:v>2/1</c:v>
                  </c:pt>
                  <c:pt idx="1">
                    <c:v>2/2</c:v>
                  </c:pt>
                  <c:pt idx="2">
                    <c:v>2/3</c:v>
                  </c:pt>
                  <c:pt idx="3">
                    <c:v>2/4</c:v>
                  </c:pt>
                  <c:pt idx="4">
                    <c:v>2/5</c:v>
                  </c:pt>
                  <c:pt idx="5">
                    <c:v>2/6</c:v>
                  </c:pt>
                  <c:pt idx="6">
                    <c:v>2/7</c:v>
                  </c:pt>
                  <c:pt idx="7">
                    <c:v>2/8</c:v>
                  </c:pt>
                  <c:pt idx="8">
                    <c:v>2/9</c:v>
                  </c:pt>
                  <c:pt idx="9">
                    <c:v>2/10</c:v>
                  </c:pt>
                  <c:pt idx="10">
                    <c:v>2/11</c:v>
                  </c:pt>
                  <c:pt idx="11">
                    <c:v>2/12</c:v>
                  </c:pt>
                  <c:pt idx="12">
                    <c:v>2/13</c:v>
                  </c:pt>
                  <c:pt idx="13">
                    <c:v>2/14</c:v>
                  </c:pt>
                  <c:pt idx="14">
                    <c:v>2/15</c:v>
                  </c:pt>
                  <c:pt idx="15">
                    <c:v>2/16</c:v>
                  </c:pt>
                  <c:pt idx="16">
                    <c:v>2/17</c:v>
                  </c:pt>
                  <c:pt idx="17">
                    <c:v>2/18</c:v>
                  </c:pt>
                  <c:pt idx="18">
                    <c:v>2/19</c:v>
                  </c:pt>
                  <c:pt idx="19">
                    <c:v>2/20</c:v>
                  </c:pt>
                  <c:pt idx="20">
                    <c:v>2/21</c:v>
                  </c:pt>
                  <c:pt idx="21">
                    <c:v>2/22</c:v>
                  </c:pt>
                  <c:pt idx="22">
                    <c:v>2/23</c:v>
                  </c:pt>
                  <c:pt idx="23">
                    <c:v>2/24</c:v>
                  </c:pt>
                  <c:pt idx="24">
                    <c:v>2/25</c:v>
                  </c:pt>
                  <c:pt idx="25">
                    <c:v>2/26</c:v>
                  </c:pt>
                  <c:pt idx="26">
                    <c:v>2/27</c:v>
                  </c:pt>
                  <c:pt idx="27">
                    <c:v>2/28</c:v>
                  </c:pt>
                  <c:pt idx="28">
                    <c:v>3/1</c:v>
                  </c:pt>
                  <c:pt idx="29">
                    <c:v>3/2</c:v>
                  </c:pt>
                  <c:pt idx="30">
                    <c:v>3/3</c:v>
                  </c:pt>
                  <c:pt idx="31">
                    <c:v>3/4</c:v>
                  </c:pt>
                  <c:pt idx="32">
                    <c:v>3/5</c:v>
                  </c:pt>
                  <c:pt idx="33">
                    <c:v>3/6</c:v>
                  </c:pt>
                  <c:pt idx="34">
                    <c:v>3/7</c:v>
                  </c:pt>
                  <c:pt idx="35">
                    <c:v>3/8</c:v>
                  </c:pt>
                  <c:pt idx="36">
                    <c:v>3/9</c:v>
                  </c:pt>
                  <c:pt idx="37">
                    <c:v>3/10</c:v>
                  </c:pt>
                  <c:pt idx="38">
                    <c:v>3/11</c:v>
                  </c:pt>
                  <c:pt idx="39">
                    <c:v>3/12</c:v>
                  </c:pt>
                  <c:pt idx="40">
                    <c:v>3/13</c:v>
                  </c:pt>
                  <c:pt idx="41">
                    <c:v>3/14</c:v>
                  </c:pt>
                  <c:pt idx="42">
                    <c:v>3/15</c:v>
                  </c:pt>
                  <c:pt idx="43">
                    <c:v>3/16</c:v>
                  </c:pt>
                  <c:pt idx="44">
                    <c:v>3/17</c:v>
                  </c:pt>
                  <c:pt idx="45">
                    <c:v>3/18</c:v>
                  </c:pt>
                  <c:pt idx="46">
                    <c:v>3/19</c:v>
                  </c:pt>
                  <c:pt idx="47">
                    <c:v>3/20</c:v>
                  </c:pt>
                  <c:pt idx="48">
                    <c:v>3/21</c:v>
                  </c:pt>
                  <c:pt idx="49">
                    <c:v>3/22</c:v>
                  </c:pt>
                  <c:pt idx="50">
                    <c:v>3/23</c:v>
                  </c:pt>
                  <c:pt idx="51">
                    <c:v>3/24</c:v>
                  </c:pt>
                  <c:pt idx="52">
                    <c:v>3/25</c:v>
                  </c:pt>
                  <c:pt idx="53">
                    <c:v>3/26</c:v>
                  </c:pt>
                  <c:pt idx="54">
                    <c:v>3/27</c:v>
                  </c:pt>
                  <c:pt idx="55">
                    <c:v>3/28</c:v>
                  </c:pt>
                  <c:pt idx="56">
                    <c:v>3/29</c:v>
                  </c:pt>
                  <c:pt idx="57">
                    <c:v>3/30</c:v>
                  </c:pt>
                  <c:pt idx="58">
                    <c:v>3/31</c:v>
                  </c:pt>
                </c:lvl>
                <c:lvl>
                  <c:pt idx="0">
                    <c:v>2월</c:v>
                  </c:pt>
                  <c:pt idx="28">
                    <c:v>3월</c:v>
                  </c:pt>
                </c:lvl>
              </c:multiLvlStrCache>
            </c:multiLvlStrRef>
          </c:cat>
          <c:val>
            <c:numRef>
              <c:f>'단선, 핀홀 횟수'!$G$2:$G$60</c:f>
              <c:numCache>
                <c:formatCode>General</c:formatCode>
                <c:ptCount val="59"/>
                <c:pt idx="0">
                  <c:v>0</c:v>
                </c:pt>
                <c:pt idx="1">
                  <c:v>4</c:v>
                </c:pt>
                <c:pt idx="2">
                  <c:v>2</c:v>
                </c:pt>
                <c:pt idx="3">
                  <c:v>4</c:v>
                </c:pt>
                <c:pt idx="4">
                  <c:v>8</c:v>
                </c:pt>
                <c:pt idx="5">
                  <c:v>8</c:v>
                </c:pt>
                <c:pt idx="6">
                  <c:v>7</c:v>
                </c:pt>
                <c:pt idx="7">
                  <c:v>5</c:v>
                </c:pt>
                <c:pt idx="8">
                  <c:v>4</c:v>
                </c:pt>
                <c:pt idx="9">
                  <c:v>1</c:v>
                </c:pt>
                <c:pt idx="10">
                  <c:v>0</c:v>
                </c:pt>
                <c:pt idx="11">
                  <c:v>0</c:v>
                </c:pt>
                <c:pt idx="12">
                  <c:v>1</c:v>
                </c:pt>
                <c:pt idx="13">
                  <c:v>0</c:v>
                </c:pt>
                <c:pt idx="14">
                  <c:v>7</c:v>
                </c:pt>
                <c:pt idx="15">
                  <c:v>1</c:v>
                </c:pt>
                <c:pt idx="16">
                  <c:v>5</c:v>
                </c:pt>
                <c:pt idx="17">
                  <c:v>14</c:v>
                </c:pt>
                <c:pt idx="18">
                  <c:v>10</c:v>
                </c:pt>
                <c:pt idx="19">
                  <c:v>14</c:v>
                </c:pt>
                <c:pt idx="20">
                  <c:v>13</c:v>
                </c:pt>
                <c:pt idx="21">
                  <c:v>22</c:v>
                </c:pt>
                <c:pt idx="22">
                  <c:v>16</c:v>
                </c:pt>
                <c:pt idx="23">
                  <c:v>6</c:v>
                </c:pt>
                <c:pt idx="24">
                  <c:v>11</c:v>
                </c:pt>
                <c:pt idx="25">
                  <c:v>6</c:v>
                </c:pt>
                <c:pt idx="26">
                  <c:v>7</c:v>
                </c:pt>
                <c:pt idx="27">
                  <c:v>24</c:v>
                </c:pt>
                <c:pt idx="28">
                  <c:v>1</c:v>
                </c:pt>
                <c:pt idx="29">
                  <c:v>12</c:v>
                </c:pt>
                <c:pt idx="30">
                  <c:v>10</c:v>
                </c:pt>
                <c:pt idx="31">
                  <c:v>5</c:v>
                </c:pt>
                <c:pt idx="32">
                  <c:v>7</c:v>
                </c:pt>
                <c:pt idx="33">
                  <c:v>7</c:v>
                </c:pt>
                <c:pt idx="34">
                  <c:v>13</c:v>
                </c:pt>
                <c:pt idx="35">
                  <c:v>15</c:v>
                </c:pt>
                <c:pt idx="36">
                  <c:v>11</c:v>
                </c:pt>
                <c:pt idx="37">
                  <c:v>19</c:v>
                </c:pt>
                <c:pt idx="38">
                  <c:v>16</c:v>
                </c:pt>
                <c:pt idx="39">
                  <c:v>10</c:v>
                </c:pt>
                <c:pt idx="40">
                  <c:v>20</c:v>
                </c:pt>
                <c:pt idx="41">
                  <c:v>16</c:v>
                </c:pt>
                <c:pt idx="42">
                  <c:v>19</c:v>
                </c:pt>
                <c:pt idx="43">
                  <c:v>14</c:v>
                </c:pt>
                <c:pt idx="44">
                  <c:v>8</c:v>
                </c:pt>
                <c:pt idx="45">
                  <c:v>25</c:v>
                </c:pt>
                <c:pt idx="46">
                  <c:v>10</c:v>
                </c:pt>
                <c:pt idx="47">
                  <c:v>8</c:v>
                </c:pt>
                <c:pt idx="48">
                  <c:v>19</c:v>
                </c:pt>
                <c:pt idx="49">
                  <c:v>22</c:v>
                </c:pt>
                <c:pt idx="50">
                  <c:v>11</c:v>
                </c:pt>
                <c:pt idx="51">
                  <c:v>28</c:v>
                </c:pt>
                <c:pt idx="52">
                  <c:v>13</c:v>
                </c:pt>
                <c:pt idx="53">
                  <c:v>4</c:v>
                </c:pt>
                <c:pt idx="54">
                  <c:v>21</c:v>
                </c:pt>
                <c:pt idx="55">
                  <c:v>15</c:v>
                </c:pt>
                <c:pt idx="56">
                  <c:v>18</c:v>
                </c:pt>
                <c:pt idx="57">
                  <c:v>21</c:v>
                </c:pt>
                <c:pt idx="58">
                  <c:v>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BEF-4557-B6A3-5B5722308C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69687967"/>
        <c:axId val="669694207"/>
      </c:lineChart>
      <c:catAx>
        <c:axId val="6026949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02695871"/>
        <c:crosses val="autoZero"/>
        <c:auto val="1"/>
        <c:lblAlgn val="ctr"/>
        <c:lblOffset val="100"/>
        <c:noMultiLvlLbl val="0"/>
      </c:catAx>
      <c:valAx>
        <c:axId val="60269587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02694911"/>
        <c:crosses val="autoZero"/>
        <c:crossBetween val="between"/>
      </c:valAx>
      <c:valAx>
        <c:axId val="669694207"/>
        <c:scaling>
          <c:orientation val="minMax"/>
          <c:max val="60"/>
        </c:scaling>
        <c:delete val="1"/>
        <c:axPos val="r"/>
        <c:numFmt formatCode="General" sourceLinked="1"/>
        <c:majorTickMark val="out"/>
        <c:minorTickMark val="none"/>
        <c:tickLblPos val="nextTo"/>
        <c:crossAx val="669687967"/>
        <c:crosses val="max"/>
        <c:crossBetween val="between"/>
      </c:valAx>
      <c:catAx>
        <c:axId val="66968796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66969420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9973757652997199E-2"/>
          <c:y val="7.002260134149893E-2"/>
          <c:w val="0.38392629863512434"/>
          <c:h val="7.812554680664918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800"/>
      </a:pPr>
      <a:endParaRPr lang="ko-KR"/>
    </a:p>
  </c:txPr>
  <c:externalData r:id="rId4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0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3"/>
            <c:spPr>
              <a:solidFill>
                <a:schemeClr val="bg1"/>
              </a:solidFill>
              <a:ln w="0">
                <a:solidFill>
                  <a:schemeClr val="tx1"/>
                </a:solidFill>
              </a:ln>
              <a:effectLst/>
            </c:spPr>
          </c:marker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D71-4864-82BE-28110A71FCD7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D71-4864-82BE-28110A71FCD7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D71-4864-82BE-28110A71FCD7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D71-4864-82BE-28110A71FCD7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D71-4864-82BE-28110A71FCD7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D71-4864-82BE-28110A71FCD7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D71-4864-82BE-28110A71FCD7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D71-4864-82BE-28110A71FCD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Sheet1!$K$61:$L$88</c:f>
              <c:multiLvlStrCache>
                <c:ptCount val="28"/>
                <c:lvl>
                  <c:pt idx="0">
                    <c:v>3/1</c:v>
                  </c:pt>
                  <c:pt idx="1">
                    <c:v>3/2</c:v>
                  </c:pt>
                  <c:pt idx="2">
                    <c:v>3/3</c:v>
                  </c:pt>
                  <c:pt idx="3">
                    <c:v>3/4</c:v>
                  </c:pt>
                  <c:pt idx="4">
                    <c:v>3/5</c:v>
                  </c:pt>
                  <c:pt idx="5">
                    <c:v>3/6</c:v>
                  </c:pt>
                  <c:pt idx="6">
                    <c:v>3/7</c:v>
                  </c:pt>
                  <c:pt idx="7">
                    <c:v>3/8</c:v>
                  </c:pt>
                  <c:pt idx="8">
                    <c:v>3/9</c:v>
                  </c:pt>
                  <c:pt idx="9">
                    <c:v>3/10</c:v>
                  </c:pt>
                  <c:pt idx="10">
                    <c:v>3/11</c:v>
                  </c:pt>
                  <c:pt idx="11">
                    <c:v>3/12</c:v>
                  </c:pt>
                  <c:pt idx="12">
                    <c:v>3/13</c:v>
                  </c:pt>
                  <c:pt idx="13">
                    <c:v>3/14</c:v>
                  </c:pt>
                  <c:pt idx="14">
                    <c:v>3/15</c:v>
                  </c:pt>
                  <c:pt idx="15">
                    <c:v>3/16</c:v>
                  </c:pt>
                  <c:pt idx="16">
                    <c:v>3/17</c:v>
                  </c:pt>
                  <c:pt idx="17">
                    <c:v>3/18</c:v>
                  </c:pt>
                  <c:pt idx="18">
                    <c:v>3/19</c:v>
                  </c:pt>
                  <c:pt idx="19">
                    <c:v>3/21</c:v>
                  </c:pt>
                  <c:pt idx="20">
                    <c:v>3/23</c:v>
                  </c:pt>
                  <c:pt idx="21">
                    <c:v>3/25</c:v>
                  </c:pt>
                  <c:pt idx="22">
                    <c:v>3/26</c:v>
                  </c:pt>
                  <c:pt idx="23">
                    <c:v>3/27</c:v>
                  </c:pt>
                  <c:pt idx="24">
                    <c:v>3/28</c:v>
                  </c:pt>
                  <c:pt idx="25">
                    <c:v>3/29</c:v>
                  </c:pt>
                  <c:pt idx="26">
                    <c:v>3/30</c:v>
                  </c:pt>
                  <c:pt idx="27">
                    <c:v>3/31</c:v>
                  </c:pt>
                </c:lvl>
                <c:lvl>
                  <c:pt idx="0">
                    <c:v>3월 1주</c:v>
                  </c:pt>
                  <c:pt idx="7">
                    <c:v>3월 2주</c:v>
                  </c:pt>
                  <c:pt idx="14">
                    <c:v>3월 3주</c:v>
                  </c:pt>
                  <c:pt idx="25">
                    <c:v>3월 5주</c:v>
                  </c:pt>
                </c:lvl>
              </c:multiLvlStrCache>
            </c:multiLvlStrRef>
          </c:cat>
          <c:val>
            <c:numRef>
              <c:f>Sheet1!$O$61:$O$88</c:f>
              <c:numCache>
                <c:formatCode>0.00%</c:formatCode>
                <c:ptCount val="28"/>
                <c:pt idx="0">
                  <c:v>8.9999081642024061E-3</c:v>
                </c:pt>
                <c:pt idx="1">
                  <c:v>9.4922174023985718E-3</c:v>
                </c:pt>
                <c:pt idx="2">
                  <c:v>1.5560867800279645E-2</c:v>
                </c:pt>
                <c:pt idx="3">
                  <c:v>8.4836898076233718E-3</c:v>
                </c:pt>
                <c:pt idx="4">
                  <c:v>8.8789045785194701E-3</c:v>
                </c:pt>
                <c:pt idx="5">
                  <c:v>1.2688406675556632E-2</c:v>
                </c:pt>
                <c:pt idx="6">
                  <c:v>3.7336652146857498E-3</c:v>
                </c:pt>
                <c:pt idx="7">
                  <c:v>3.3680239803307401E-3</c:v>
                </c:pt>
                <c:pt idx="8">
                  <c:v>5.7594773489211722E-3</c:v>
                </c:pt>
                <c:pt idx="9">
                  <c:v>3.0060496749708789E-3</c:v>
                </c:pt>
                <c:pt idx="10">
                  <c:v>6.8201477144187901E-3</c:v>
                </c:pt>
                <c:pt idx="11">
                  <c:v>2.5679885492969606E-3</c:v>
                </c:pt>
                <c:pt idx="12">
                  <c:v>7.3529411764705881E-3</c:v>
                </c:pt>
                <c:pt idx="13">
                  <c:v>4.8790241951609681E-3</c:v>
                </c:pt>
                <c:pt idx="14">
                  <c:v>4.0767554649609895E-3</c:v>
                </c:pt>
                <c:pt idx="15">
                  <c:v>5.6027759207971225E-3</c:v>
                </c:pt>
                <c:pt idx="16">
                  <c:v>2.9634822509718947E-3</c:v>
                </c:pt>
                <c:pt idx="17">
                  <c:v>6.2958195758016679E-3</c:v>
                </c:pt>
                <c:pt idx="18">
                  <c:v>3.4163342046131975E-3</c:v>
                </c:pt>
                <c:pt idx="19">
                  <c:v>2.4328786167347296E-3</c:v>
                </c:pt>
                <c:pt idx="20">
                  <c:v>3.8746160290421671E-3</c:v>
                </c:pt>
                <c:pt idx="21">
                  <c:v>5.9112201650680348E-3</c:v>
                </c:pt>
                <c:pt idx="22">
                  <c:v>1.0294117647058823E-2</c:v>
                </c:pt>
                <c:pt idx="23">
                  <c:v>8.7423731900555506E-3</c:v>
                </c:pt>
                <c:pt idx="24">
                  <c:v>3.6073904451206125E-3</c:v>
                </c:pt>
                <c:pt idx="25">
                  <c:v>6.006006006006006E-3</c:v>
                </c:pt>
                <c:pt idx="26">
                  <c:v>8.0363382250174704E-3</c:v>
                </c:pt>
                <c:pt idx="27">
                  <c:v>3.8105200239091455E-3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D8A-43B9-969D-A170A46B5B9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22276559"/>
        <c:axId val="322269359"/>
      </c:lineChart>
      <c:catAx>
        <c:axId val="32227655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b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22269359"/>
        <c:crosses val="autoZero"/>
        <c:auto val="1"/>
        <c:lblAlgn val="ctr"/>
        <c:lblOffset val="100"/>
        <c:noMultiLvlLbl val="0"/>
      </c:catAx>
      <c:valAx>
        <c:axId val="322269359"/>
        <c:scaling>
          <c:orientation val="minMax"/>
          <c:min val="0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.00%" sourceLinked="1"/>
        <c:majorTickMark val="out"/>
        <c:minorTickMark val="none"/>
        <c:tickLblPos val="nextTo"/>
        <c:crossAx val="3222765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ln w="9525"/>
          </c:spPr>
          <c:dPt>
            <c:idx val="0"/>
            <c:bubble3D val="0"/>
            <c:spPr>
              <a:solidFill>
                <a:schemeClr val="accent1"/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B62-48C9-8B31-BA9FF6A2F7D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B62-48C9-8B31-BA9FF6A2F7D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B62-48C9-8B31-BA9FF6A2F7D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B62-48C9-8B31-BA9FF6A2F7D1}"/>
              </c:ext>
            </c:extLst>
          </c:dPt>
          <c:dLbls>
            <c:dLbl>
              <c:idx val="0"/>
              <c:layout>
                <c:manualLayout>
                  <c:x val="-4.854225749536023E-2"/>
                  <c:y val="-0.4227783259504965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 Narrow" panose="020B0606020202030204" pitchFamily="34" charset="0"/>
                      <a:ea typeface="+mn-ea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951438713088135"/>
                      <c:h val="0.1703971151035111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B62-48C9-8B31-BA9FF6A2F7D1}"/>
                </c:ext>
              </c:extLst>
            </c:dLbl>
            <c:dLbl>
              <c:idx val="1"/>
              <c:layout>
                <c:manualLayout>
                  <c:x val="-1.5215802503200808E-2"/>
                  <c:y val="9.9502445783385463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 Narrow" panose="020B0606020202030204" pitchFamily="34" charset="0"/>
                      <a:ea typeface="+mn-ea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B62-48C9-8B31-BA9FF6A2F7D1}"/>
                </c:ext>
              </c:extLst>
            </c:dLbl>
            <c:dLbl>
              <c:idx val="2"/>
              <c:layout>
                <c:manualLayout>
                  <c:x val="-2.2284636065382696E-2"/>
                  <c:y val="-3.514874141876430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 Narrow" panose="020B0606020202030204" pitchFamily="34" charset="0"/>
                      <a:ea typeface="+mn-ea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B62-48C9-8B31-BA9FF6A2F7D1}"/>
                </c:ext>
              </c:extLst>
            </c:dLbl>
            <c:dLbl>
              <c:idx val="3"/>
              <c:layout>
                <c:manualLayout>
                  <c:x val="8.8844182974975719E-2"/>
                  <c:y val="4.9087817269539901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 Narrow" panose="020B0606020202030204" pitchFamily="34" charset="0"/>
                      <a:ea typeface="+mn-ea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972358583188582"/>
                      <c:h val="0.1891015185177275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0B62-48C9-8B31-BA9FF6A2F7D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Sheet1!$M$4:$M$7</c:f>
              <c:strCache>
                <c:ptCount val="4"/>
                <c:pt idx="0">
                  <c:v>EA</c:v>
                </c:pt>
                <c:pt idx="1">
                  <c:v>TA</c:v>
                </c:pt>
                <c:pt idx="2">
                  <c:v>FA</c:v>
                </c:pt>
                <c:pt idx="3">
                  <c:v>ETC</c:v>
                </c:pt>
              </c:strCache>
            </c:strRef>
          </c:cat>
          <c:val>
            <c:numRef>
              <c:f>Sheet1!$N$4:$N$7</c:f>
              <c:numCache>
                <c:formatCode>0.0%</c:formatCode>
                <c:ptCount val="4"/>
                <c:pt idx="0">
                  <c:v>0.7415730337078652</c:v>
                </c:pt>
                <c:pt idx="1">
                  <c:v>5.0561797752808994E-2</c:v>
                </c:pt>
                <c:pt idx="2">
                  <c:v>1.6853932584269666E-2</c:v>
                </c:pt>
                <c:pt idx="3">
                  <c:v>0.2865168539325843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B62-48C9-8B31-BA9FF6A2F7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002060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1.6666666666666642E-2"/>
                  <c:y val="-6.026889197960130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487-4548-850A-2DA390AC69D0}"/>
                </c:ext>
              </c:extLst>
            </c:dLbl>
            <c:dLbl>
              <c:idx val="1"/>
              <c:layout>
                <c:manualLayout>
                  <c:x val="-1.3888888888888888E-2"/>
                  <c:y val="-7.417709782104775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487-4548-850A-2DA390AC69D0}"/>
                </c:ext>
              </c:extLst>
            </c:dLbl>
            <c:dLbl>
              <c:idx val="2"/>
              <c:layout>
                <c:manualLayout>
                  <c:x val="-1.1111111111111212E-2"/>
                  <c:y val="-8.34492350486787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487-4548-850A-2DA390AC69D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Sheet1!$D$22:$D$24</c:f>
              <c:strCache>
                <c:ptCount val="3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</c:strCache>
            </c:strRef>
          </c:cat>
          <c:val>
            <c:numRef>
              <c:f>Sheet1!$E$22:$E$24</c:f>
              <c:numCache>
                <c:formatCode>General</c:formatCode>
                <c:ptCount val="3"/>
                <c:pt idx="0">
                  <c:v>0.41</c:v>
                </c:pt>
                <c:pt idx="1">
                  <c:v>0.33</c:v>
                </c:pt>
                <c:pt idx="2">
                  <c:v>0.22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487-4548-850A-2DA390AC69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34141151"/>
        <c:axId val="38908479"/>
      </c:lineChart>
      <c:catAx>
        <c:axId val="23414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+mn-cs"/>
              </a:defRPr>
            </a:pPr>
            <a:endParaRPr lang="ko-KR"/>
          </a:p>
        </c:txPr>
        <c:crossAx val="38908479"/>
        <c:crosses val="autoZero"/>
        <c:auto val="1"/>
        <c:lblAlgn val="ctr"/>
        <c:lblOffset val="100"/>
        <c:noMultiLvlLbl val="0"/>
      </c:catAx>
      <c:valAx>
        <c:axId val="389084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ko-KR"/>
          </a:p>
        </c:txPr>
        <c:crossAx val="234141151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Sheet1!$B$20</c:f>
              <c:strCache>
                <c:ptCount val="1"/>
                <c:pt idx="0">
                  <c:v>Result</c:v>
                </c:pt>
              </c:strCache>
            </c:strRef>
          </c:tx>
          <c:spPr>
            <a:solidFill>
              <a:srgbClr val="0099FF"/>
            </a:solidFill>
            <a:ln w="3175">
              <a:solidFill>
                <a:sysClr val="windowText" lastClr="000000"/>
              </a:solidFill>
            </a:ln>
            <a:effectLst/>
          </c:spPr>
          <c:invertIfNegative val="0"/>
          <c:val>
            <c:numRef>
              <c:f>Sheet1!$C$20:$AG$20</c:f>
              <c:numCache>
                <c:formatCode>_-* #,##0.0_-;\-* #,##0.0_-;_-* "-"_-;_-@_-</c:formatCode>
                <c:ptCount val="31"/>
                <c:pt idx="0">
                  <c:v>4.29</c:v>
                </c:pt>
                <c:pt idx="1">
                  <c:v>23.91</c:v>
                </c:pt>
                <c:pt idx="2">
                  <c:v>22.968</c:v>
                </c:pt>
                <c:pt idx="3">
                  <c:v>32.387999999999998</c:v>
                </c:pt>
                <c:pt idx="4">
                  <c:v>32.480000000000004</c:v>
                </c:pt>
                <c:pt idx="5">
                  <c:v>25.214000000000002</c:v>
                </c:pt>
                <c:pt idx="6">
                  <c:v>27.048000000000002</c:v>
                </c:pt>
                <c:pt idx="7">
                  <c:v>29.327999999999999</c:v>
                </c:pt>
                <c:pt idx="8">
                  <c:v>33.494</c:v>
                </c:pt>
                <c:pt idx="9">
                  <c:v>36.764000000000003</c:v>
                </c:pt>
                <c:pt idx="10">
                  <c:v>28.458000000000002</c:v>
                </c:pt>
                <c:pt idx="11">
                  <c:v>30.928000000000001</c:v>
                </c:pt>
                <c:pt idx="12">
                  <c:v>30.524000000000001</c:v>
                </c:pt>
                <c:pt idx="13">
                  <c:v>29.079000000000001</c:v>
                </c:pt>
                <c:pt idx="14">
                  <c:v>11.102</c:v>
                </c:pt>
                <c:pt idx="15">
                  <c:v>31.048000000000002</c:v>
                </c:pt>
                <c:pt idx="16">
                  <c:v>31.978000000000002</c:v>
                </c:pt>
                <c:pt idx="17">
                  <c:v>30.838000000000001</c:v>
                </c:pt>
                <c:pt idx="18">
                  <c:v>33.884</c:v>
                </c:pt>
                <c:pt idx="19">
                  <c:v>34.719000000000001</c:v>
                </c:pt>
                <c:pt idx="20">
                  <c:v>34.244</c:v>
                </c:pt>
                <c:pt idx="21">
                  <c:v>31.708000000000002</c:v>
                </c:pt>
                <c:pt idx="22">
                  <c:v>39.916000000000004</c:v>
                </c:pt>
                <c:pt idx="23">
                  <c:v>41.35</c:v>
                </c:pt>
                <c:pt idx="24">
                  <c:v>32.58</c:v>
                </c:pt>
                <c:pt idx="25">
                  <c:v>33.866999999999997</c:v>
                </c:pt>
                <c:pt idx="26">
                  <c:v>34.521999999999998</c:v>
                </c:pt>
                <c:pt idx="27">
                  <c:v>34.826000000000001</c:v>
                </c:pt>
                <c:pt idx="28">
                  <c:v>43.87</c:v>
                </c:pt>
                <c:pt idx="29">
                  <c:v>21.033999999999999</c:v>
                </c:pt>
                <c:pt idx="30">
                  <c:v>48.992000000000004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BF-40BA-AFA9-1124045983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4"/>
        <c:axId val="1002277024"/>
        <c:axId val="1002267904"/>
      </c:barChart>
      <c:catAx>
        <c:axId val="10022770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ko-KR"/>
          </a:p>
        </c:txPr>
        <c:crossAx val="1002267904"/>
        <c:crosses val="autoZero"/>
        <c:auto val="1"/>
        <c:lblAlgn val="ctr"/>
        <c:lblOffset val="100"/>
        <c:noMultiLvlLbl val="0"/>
      </c:catAx>
      <c:valAx>
        <c:axId val="1002267904"/>
        <c:scaling>
          <c:orientation val="minMax"/>
          <c:max val="50"/>
        </c:scaling>
        <c:delete val="1"/>
        <c:axPos val="l"/>
        <c:numFmt formatCode="_-* #,##0.0_-;\-* #,##0.0_-;_-* &quot;-&quot;_-;_-@_-" sourceLinked="1"/>
        <c:majorTickMark val="none"/>
        <c:minorTickMark val="none"/>
        <c:tickLblPos val="nextTo"/>
        <c:crossAx val="10022770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Sheet1!$B$19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ysClr val="window" lastClr="FFFFFF">
                <a:lumMod val="95000"/>
              </a:sysClr>
            </a:solidFill>
            <a:ln w="3175">
              <a:solidFill>
                <a:sysClr val="windowText" lastClr="000000"/>
              </a:solidFill>
            </a:ln>
            <a:effectLst/>
          </c:spPr>
          <c:invertIfNegative val="0"/>
          <c:val>
            <c:numRef>
              <c:f>Sheet1!$C$19:$AG$19</c:f>
              <c:numCache>
                <c:formatCode>_-* #,##0.0_-;\-* #,##0.0_-;_-* "-"_-;_-@_-</c:formatCode>
                <c:ptCount val="31"/>
                <c:pt idx="0" formatCode="_(* #,##0_);_(* \(#,##0\);_(* &quot;-&quot;_);_(@_)">
                  <c:v>0</c:v>
                </c:pt>
                <c:pt idx="1">
                  <c:v>33.5</c:v>
                </c:pt>
                <c:pt idx="2">
                  <c:v>33.5</c:v>
                </c:pt>
                <c:pt idx="3">
                  <c:v>33.5</c:v>
                </c:pt>
                <c:pt idx="4">
                  <c:v>33.5</c:v>
                </c:pt>
                <c:pt idx="5">
                  <c:v>33.5</c:v>
                </c:pt>
                <c:pt idx="6">
                  <c:v>26.8</c:v>
                </c:pt>
                <c:pt idx="7">
                  <c:v>33.5</c:v>
                </c:pt>
                <c:pt idx="8">
                  <c:v>35</c:v>
                </c:pt>
                <c:pt idx="9">
                  <c:v>35</c:v>
                </c:pt>
                <c:pt idx="10">
                  <c:v>27</c:v>
                </c:pt>
                <c:pt idx="11">
                  <c:v>30.242700000000003</c:v>
                </c:pt>
                <c:pt idx="12">
                  <c:v>30.242700000000003</c:v>
                </c:pt>
                <c:pt idx="13">
                  <c:v>30.645936000000003</c:v>
                </c:pt>
                <c:pt idx="14">
                  <c:v>12.258374400000001</c:v>
                </c:pt>
                <c:pt idx="15">
                  <c:v>31.452407999999998</c:v>
                </c:pt>
                <c:pt idx="16">
                  <c:v>31.452407999999998</c:v>
                </c:pt>
                <c:pt idx="17">
                  <c:v>32.258879999999998</c:v>
                </c:pt>
                <c:pt idx="18">
                  <c:v>32.258879999999998</c:v>
                </c:pt>
                <c:pt idx="19">
                  <c:v>32.258879999999998</c:v>
                </c:pt>
                <c:pt idx="20">
                  <c:v>32.662116000000005</c:v>
                </c:pt>
                <c:pt idx="21">
                  <c:v>32.662116000000005</c:v>
                </c:pt>
                <c:pt idx="22">
                  <c:v>38.30742</c:v>
                </c:pt>
                <c:pt idx="23">
                  <c:v>38.710655999999993</c:v>
                </c:pt>
                <c:pt idx="24">
                  <c:v>32.500821600000002</c:v>
                </c:pt>
                <c:pt idx="25">
                  <c:v>32.500821600000002</c:v>
                </c:pt>
                <c:pt idx="26">
                  <c:v>32.581468799999996</c:v>
                </c:pt>
                <c:pt idx="27">
                  <c:v>33.2266464</c:v>
                </c:pt>
                <c:pt idx="28">
                  <c:v>39.759069599999997</c:v>
                </c:pt>
                <c:pt idx="29">
                  <c:v>33.468587999999997</c:v>
                </c:pt>
                <c:pt idx="30">
                  <c:v>39.759069599999997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6B-43B9-A12D-A42ACA6FFC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4"/>
        <c:axId val="1583582528"/>
        <c:axId val="1583587808"/>
      </c:barChart>
      <c:catAx>
        <c:axId val="158358252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ko-KR"/>
          </a:p>
        </c:txPr>
        <c:crossAx val="1583587808"/>
        <c:crosses val="autoZero"/>
        <c:auto val="1"/>
        <c:lblAlgn val="ctr"/>
        <c:lblOffset val="100"/>
        <c:noMultiLvlLbl val="0"/>
      </c:catAx>
      <c:valAx>
        <c:axId val="1583587808"/>
        <c:scaling>
          <c:orientation val="minMax"/>
          <c:max val="50"/>
        </c:scaling>
        <c:delete val="1"/>
        <c:axPos val="l"/>
        <c:numFmt formatCode="_(* #,##0_);_(* \(#,##0\);_(* &quot;-&quot;_);_(@_)" sourceLinked="1"/>
        <c:majorTickMark val="none"/>
        <c:minorTickMark val="none"/>
        <c:tickLblPos val="nextTo"/>
        <c:crossAx val="15835825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Sheet1!$B$22</c:f>
              <c:strCache>
                <c:ptCount val="1"/>
                <c:pt idx="0">
                  <c:v>POR</c:v>
                </c:pt>
              </c:strCache>
            </c:strRef>
          </c:tx>
          <c:spPr>
            <a:ln w="6350" cap="rnd">
              <a:solidFill>
                <a:srgbClr val="0000FF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5B9BD5">
                  <a:lumMod val="20000"/>
                  <a:lumOff val="80000"/>
                </a:srgbClr>
              </a:solidFill>
              <a:ln w="6350">
                <a:solidFill>
                  <a:srgbClr val="0000FF"/>
                </a:solidFill>
              </a:ln>
              <a:effectLst/>
            </c:spPr>
          </c:marker>
          <c:val>
            <c:numRef>
              <c:f>Sheet1!$C$22:$AG$22</c:f>
              <c:numCache>
                <c:formatCode>0.0%</c:formatCode>
                <c:ptCount val="31"/>
                <c:pt idx="0">
                  <c:v>0.755</c:v>
                </c:pt>
                <c:pt idx="1">
                  <c:v>0.42699999999999999</c:v>
                </c:pt>
                <c:pt idx="2">
                  <c:v>0.40699999999999997</c:v>
                </c:pt>
                <c:pt idx="3">
                  <c:v>0.57499999999999996</c:v>
                </c:pt>
                <c:pt idx="4">
                  <c:v>0.59699999999999998</c:v>
                </c:pt>
                <c:pt idx="5">
                  <c:v>0.44600000000000001</c:v>
                </c:pt>
                <c:pt idx="6">
                  <c:v>0.47299999999999998</c:v>
                </c:pt>
                <c:pt idx="7">
                  <c:v>0.52100000000000002</c:v>
                </c:pt>
                <c:pt idx="8">
                  <c:v>0.59499999999999997</c:v>
                </c:pt>
                <c:pt idx="9">
                  <c:v>0.65100000000000002</c:v>
                </c:pt>
                <c:pt idx="10">
                  <c:v>0.77129999999999999</c:v>
                </c:pt>
                <c:pt idx="11">
                  <c:v>0.80500000000000005</c:v>
                </c:pt>
                <c:pt idx="12">
                  <c:v>0.746</c:v>
                </c:pt>
                <c:pt idx="13">
                  <c:v>0.72989999999999999</c:v>
                </c:pt>
                <c:pt idx="14">
                  <c:v>0.78390000000000004</c:v>
                </c:pt>
                <c:pt idx="15">
                  <c:v>0.76980000000000004</c:v>
                </c:pt>
                <c:pt idx="16">
                  <c:v>0.81100000000000005</c:v>
                </c:pt>
                <c:pt idx="17">
                  <c:v>0.78539999999999999</c:v>
                </c:pt>
                <c:pt idx="18">
                  <c:v>0.83120000000000005</c:v>
                </c:pt>
                <c:pt idx="19">
                  <c:v>0.8579</c:v>
                </c:pt>
                <c:pt idx="20">
                  <c:v>0.84260000000000002</c:v>
                </c:pt>
                <c:pt idx="21">
                  <c:v>0.77780000000000005</c:v>
                </c:pt>
                <c:pt idx="22">
                  <c:v>0.82399999999999995</c:v>
                </c:pt>
                <c:pt idx="23">
                  <c:v>0.84550000000000003</c:v>
                </c:pt>
                <c:pt idx="24">
                  <c:v>0.83160000000000001</c:v>
                </c:pt>
                <c:pt idx="25">
                  <c:v>0.82369999999999999</c:v>
                </c:pt>
                <c:pt idx="26">
                  <c:v>0.8579</c:v>
                </c:pt>
                <c:pt idx="27">
                  <c:v>0.7974</c:v>
                </c:pt>
                <c:pt idx="28">
                  <c:v>0.82289999999999996</c:v>
                </c:pt>
                <c:pt idx="29">
                  <c:v>0.78510000000000002</c:v>
                </c:pt>
                <c:pt idx="30">
                  <c:v>0.8579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C15-48AF-9DE0-DD2135C56DA2}"/>
            </c:ext>
          </c:extLst>
        </c:ser>
        <c:ser>
          <c:idx val="1"/>
          <c:order val="1"/>
          <c:tx>
            <c:strRef>
              <c:f>Sheet1!$B$23</c:f>
              <c:strCache>
                <c:ptCount val="1"/>
                <c:pt idx="0">
                  <c:v>OEE</c:v>
                </c:pt>
              </c:strCache>
            </c:strRef>
          </c:tx>
          <c:spPr>
            <a:ln w="6350" cap="rnd">
              <a:solidFill>
                <a:srgbClr val="0066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70AD47">
                  <a:lumMod val="20000"/>
                  <a:lumOff val="80000"/>
                </a:srgbClr>
              </a:solidFill>
              <a:ln w="6350">
                <a:solidFill>
                  <a:srgbClr val="006600"/>
                </a:solidFill>
              </a:ln>
              <a:effectLst/>
            </c:spPr>
          </c:marker>
          <c:val>
            <c:numRef>
              <c:f>Sheet1!$C$23:$AG$23</c:f>
              <c:numCache>
                <c:formatCode>0.0%</c:formatCode>
                <c:ptCount val="31"/>
                <c:pt idx="0">
                  <c:v>0.77900000000000003</c:v>
                </c:pt>
                <c:pt idx="1">
                  <c:v>0.67900000000000005</c:v>
                </c:pt>
                <c:pt idx="2">
                  <c:v>0.69299999999999995</c:v>
                </c:pt>
                <c:pt idx="3">
                  <c:v>0.67400000000000004</c:v>
                </c:pt>
                <c:pt idx="4">
                  <c:v>0.73799999999999999</c:v>
                </c:pt>
                <c:pt idx="5">
                  <c:v>0.77200000000000002</c:v>
                </c:pt>
                <c:pt idx="6">
                  <c:v>0.74099999999999999</c:v>
                </c:pt>
                <c:pt idx="7">
                  <c:v>0.74299999999999999</c:v>
                </c:pt>
                <c:pt idx="8">
                  <c:v>0.74</c:v>
                </c:pt>
                <c:pt idx="9">
                  <c:v>0.69099999999999995</c:v>
                </c:pt>
                <c:pt idx="10">
                  <c:v>0.77890000000000004</c:v>
                </c:pt>
                <c:pt idx="11">
                  <c:v>0.82210000000000005</c:v>
                </c:pt>
                <c:pt idx="12">
                  <c:v>0.76519999999999999</c:v>
                </c:pt>
                <c:pt idx="13">
                  <c:v>0.75049999999999994</c:v>
                </c:pt>
                <c:pt idx="14">
                  <c:v>0.80300000000000005</c:v>
                </c:pt>
                <c:pt idx="15">
                  <c:v>0.78439999999999999</c:v>
                </c:pt>
                <c:pt idx="16">
                  <c:v>0.82410000000000005</c:v>
                </c:pt>
                <c:pt idx="17">
                  <c:v>0.79700000000000004</c:v>
                </c:pt>
                <c:pt idx="18">
                  <c:v>0.84399999999999997</c:v>
                </c:pt>
                <c:pt idx="19">
                  <c:v>0.871</c:v>
                </c:pt>
                <c:pt idx="20">
                  <c:v>0.85119999999999996</c:v>
                </c:pt>
                <c:pt idx="21">
                  <c:v>0.79220000000000002</c:v>
                </c:pt>
                <c:pt idx="22">
                  <c:v>0.83550000000000002</c:v>
                </c:pt>
                <c:pt idx="23">
                  <c:v>0.86019999999999996</c:v>
                </c:pt>
                <c:pt idx="24">
                  <c:v>0.84230000000000005</c:v>
                </c:pt>
                <c:pt idx="25">
                  <c:v>0.8367</c:v>
                </c:pt>
                <c:pt idx="26">
                  <c:v>0.87390000000000001</c:v>
                </c:pt>
                <c:pt idx="27">
                  <c:v>0.81669999999999998</c:v>
                </c:pt>
                <c:pt idx="28">
                  <c:v>0.83909999999999996</c:v>
                </c:pt>
                <c:pt idx="29">
                  <c:v>0.80610000000000004</c:v>
                </c:pt>
                <c:pt idx="30">
                  <c:v>0.87109999999999999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C15-48AF-9DE0-DD2135C56D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83586368"/>
        <c:axId val="1583588288"/>
      </c:lineChart>
      <c:catAx>
        <c:axId val="1583586368"/>
        <c:scaling>
          <c:orientation val="minMax"/>
        </c:scaling>
        <c:delete val="1"/>
        <c:axPos val="b"/>
        <c:majorTickMark val="none"/>
        <c:minorTickMark val="none"/>
        <c:tickLblPos val="nextTo"/>
        <c:crossAx val="1583588288"/>
        <c:crosses val="autoZero"/>
        <c:auto val="1"/>
        <c:lblAlgn val="ctr"/>
        <c:lblOffset val="100"/>
        <c:noMultiLvlLbl val="0"/>
      </c:catAx>
      <c:valAx>
        <c:axId val="1583588288"/>
        <c:scaling>
          <c:orientation val="minMax"/>
          <c:min val="0.4"/>
        </c:scaling>
        <c:delete val="1"/>
        <c:axPos val="l"/>
        <c:numFmt formatCode="0.0%" sourceLinked="1"/>
        <c:majorTickMark val="none"/>
        <c:minorTickMark val="none"/>
        <c:tickLblPos val="nextTo"/>
        <c:crossAx val="15835863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'0301-31_BM '!$J$5:$J$9</cx:f>
        <cx:lvl ptCount="5">
          <cx:pt idx="0">분리막 
A/S실패</cx:pt>
          <cx:pt idx="1">베어링
파손</cx:pt>
          <cx:pt idx="2">실린더 
동작이상</cx:pt>
          <cx:pt idx="3">센서
이상</cx:pt>
          <cx:pt idx="4">공압
이상</cx:pt>
        </cx:lvl>
      </cx:strDim>
      <cx:numDim type="val">
        <cx:f>'0301-31_BM '!$K$5:$K$9</cx:f>
        <cx:lvl ptCount="5" formatCode="0.0%">
          <cx:pt idx="0">0.0018127257707160995</cx:pt>
          <cx:pt idx="1">0.0016199347825326684</cx:pt>
          <cx:pt idx="2">0.0014812550113855391</cx:pt>
          <cx:pt idx="3">0.0012650474731396154</cx:pt>
          <cx:pt idx="4">0.0012534183080747962</cx:pt>
        </cx:lvl>
      </cx:numDim>
    </cx:data>
  </cx:chartData>
  <cx:chart>
    <cx:plotArea>
      <cx:plotAreaRegion>
        <cx:series layoutId="clusteredColumn" uniqueId="{AF5B8B7C-BDCC-4CC4-874C-EC7B3BB025B0}">
          <cx:spPr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cx:spPr>
          <cx:dataId val="0"/>
          <cx:layoutPr>
            <cx:aggregation/>
          </cx:layoutPr>
          <cx:axisId val="1"/>
        </cx:series>
        <cx:series layoutId="paretoLine" ownerIdx="0" uniqueId="{C118A7A2-43CE-4BFA-BD57-D3FE7B4B7D09}">
          <cx:spPr>
            <a:ln>
              <a:noFill/>
            </a:ln>
          </cx:spPr>
          <cx:axisId val="2"/>
        </cx:series>
      </cx:plotAreaRegion>
      <cx:axis id="0">
        <cx:catScaling gapWidth="0.800000012"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700"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</a:defRPr>
            </a:pPr>
            <a:endParaRPr lang="ko-KR" altLang="en-US" sz="700" b="0" i="0" u="none" strike="noStrike" baseline="0">
              <a:solidFill>
                <a:prstClr val="black">
                  <a:lumMod val="65000"/>
                  <a:lumOff val="35000"/>
                </a:prst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cx:txPr>
      </cx:axis>
      <cx:axis id="1" hidden="1">
        <cx:valScaling/>
        <cx:tickLabels/>
      </cx:axis>
      <cx:axis id="2" hidden="1">
        <cx:valScaling max="1" min="0"/>
        <cx:units unit="percentage"/>
        <cx:tickLabels/>
      </cx:axis>
    </cx:plotArea>
  </cx:chart>
  <cx:clrMapOvr bg1="lt1" tx1="dk1" bg2="lt2" tx2="dk2" accent1="accent1" accent2="accent2" accent3="accent3" accent4="accent4" accent5="accent5" accent6="accent6" hlink="hlink" folHlink="folHlink"/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'0301-31_PD '!$N$5:$N$9</cx:f>
        <cx:lvl ptCount="5">
          <cx:pt idx="0">Jamming
파단</cx:pt>
          <cx:pt idx="1">청소</cx:pt>
          <cx:pt idx="2">Jamming
(D-STK)</cx:pt>
          <cx:pt idx="3">탭
접힘</cx:pt>
          <cx:pt idx="4">파단
(분리막)</cx:pt>
        </cx:lvl>
      </cx:strDim>
      <cx:numDim type="val">
        <cx:f>'0301-31_PD '!$O$5:$O$9</cx:f>
        <cx:lvl ptCount="5" formatCode="0.0%">
          <cx:pt idx="0">0.02054814211162188</cx:pt>
          <cx:pt idx="1">0.017472908389523714</cx:pt>
          <cx:pt idx="2">0.0065067191585386581</cx:pt>
          <cx:pt idx="3">0.0064859497128727343</cx:pt>
          <cx:pt idx="4">0.0061331033784204391</cx:pt>
        </cx:lvl>
      </cx:numDim>
    </cx:data>
  </cx:chartData>
  <cx:chart>
    <cx:plotArea>
      <cx:plotAreaRegion>
        <cx:series layoutId="clusteredColumn" uniqueId="{D2ED5943-816C-4646-8E33-607348637648}">
          <cx:spPr>
            <a:solidFill>
              <a:srgbClr val="F2F2F2"/>
            </a:solidFill>
            <a:ln w="6350">
              <a:solidFill>
                <a:schemeClr val="tx1"/>
              </a:solidFill>
            </a:ln>
          </cx:spPr>
          <cx:dataId val="0"/>
          <cx:layoutPr>
            <cx:aggregation/>
          </cx:layoutPr>
          <cx:axisId val="1"/>
        </cx:series>
        <cx:series layoutId="paretoLine" ownerIdx="0" uniqueId="{D7CA6E16-E0ED-4074-8E28-FBED6BD9A39C}">
          <cx:spPr>
            <a:ln>
              <a:noFill/>
            </a:ln>
          </cx:spPr>
          <cx:axisId val="2"/>
        </cx:series>
      </cx:plotAreaRegion>
      <cx:axis id="0">
        <cx:catScaling gapWidth="0.800000012"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700"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</a:defRPr>
            </a:pPr>
            <a:endParaRPr lang="ko-KR" altLang="en-US" sz="700" b="0" i="0" u="none" strike="noStrike" baseline="0">
              <a:solidFill>
                <a:prstClr val="black">
                  <a:lumMod val="65000"/>
                  <a:lumOff val="35000"/>
                </a:prst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cx:txPr>
      </cx:axis>
      <cx:axis id="1" hidden="1">
        <cx:valScaling/>
        <cx:tickLabels/>
      </cx:axis>
      <cx:axis id="2" hidden="1">
        <cx:valScaling max="1" min="0"/>
        <cx:units unit="percentage"/>
        <cx:tickLabels/>
      </cx:axis>
    </cx:plotArea>
  </cx:chart>
  <cx:clrMapOvr bg1="lt1" tx1="dk1" bg2="lt2" tx2="dk2" accent1="accent1" accent2="accent2" accent3="accent3" accent4="accent4" accent5="accent5" accent6="accent6" hlink="hlink" folHlink="folHlink"/>
</cx:chartSpace>
</file>

<file path=ppt/charts/chartEx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'0301~31_M181MA'!$AY$8:$AY$12</cx:f>
        <cx:lvl ptCount="5">
          <cx:pt idx="0">PD(품질부동)</cx:pt>
          <cx:pt idx="1">[New] Idle(설비대기)</cx:pt>
          <cx:pt idx="2">재료교체</cx:pt>
          <cx:pt idx="3">BM</cx:pt>
          <cx:pt idx="4">PM(예방보전)</cx:pt>
        </cx:lvl>
      </cx:strDim>
      <cx:numDim type="val">
        <cx:f>'0301~31_M181MA'!$AZ$8:$AZ$12</cx:f>
        <cx:lvl ptCount="5" formatCode="0.0%">
          <cx:pt idx="0">0.096055641060609015</cx:pt>
          <cx:pt idx="1">0.083680112332688461</cx:pt>
          <cx:pt idx="2">0.070460285608525394</cx:pt>
          <cx:pt idx="3">0.016141518439868299</cx:pt>
          <cx:pt idx="4">0.006892088293167605</cx:pt>
        </cx:lvl>
      </cx:numDim>
    </cx:data>
  </cx:chartData>
  <cx:chart>
    <cx:plotArea>
      <cx:plotAreaRegion>
        <cx:series layoutId="clusteredColumn" uniqueId="{4F37F1B0-CBF3-43E5-B15F-DE0D1275380D}">
          <cx:spPr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800">
                    <a:latin typeface="Arial Narrow" panose="020B0606020202030204" pitchFamily="34" charset="0"/>
                    <a:ea typeface="Arial Narrow" panose="020B0606020202030204" pitchFamily="34" charset="0"/>
                    <a:cs typeface="Arial Narrow" panose="020B0606020202030204" pitchFamily="34" charset="0"/>
                  </a:defRPr>
                </a:pPr>
                <a:endParaRPr lang="ko-KR" altLang="en-US" sz="800" b="0" i="0" u="none" strike="noStrike" baseline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 Narrow" panose="020B0606020202030204" pitchFamily="34" charset="0"/>
                  <a:ea typeface="맑은 고딕" panose="020B0503020000020004" pitchFamily="50" charset="-127"/>
                </a:endParaRPr>
              </a:p>
            </cx:txPr>
          </cx:dataLabels>
          <cx:dataId val="0"/>
          <cx:layoutPr>
            <cx:aggregation/>
          </cx:layoutPr>
          <cx:axisId val="1"/>
        </cx:series>
        <cx:series layoutId="paretoLine" ownerIdx="0" uniqueId="{2D55E8C0-F69D-4029-8B1F-E0840ABF9A5F}">
          <cx:spPr>
            <a:ln>
              <a:noFill/>
            </a:ln>
          </cx:spPr>
          <cx:axisId val="2"/>
        </cx:series>
      </cx:plotAreaRegion>
      <cx:axis id="0" hidden="1">
        <cx:catScaling gapWidth="0.699999988"/>
        <cx:tickLabels/>
      </cx:axis>
      <cx:axis id="1" hidden="1">
        <cx:valScaling max="0.20000000000000001"/>
        <cx:tickLabels/>
      </cx:axis>
      <cx:axis id="2" hidden="1">
        <cx:valScaling max="1" min="0"/>
        <cx:units unit="percentage"/>
        <cx:tickLabels/>
      </cx:axis>
    </cx:plotArea>
  </cx:chart>
  <cx:clrMapOvr bg1="lt1" tx1="dk1" bg2="lt2" tx2="dk2" accent1="accent1" accent2="accent2" accent3="accent3" accent4="accent4" accent5="accent5" accent6="accent6" hlink="hlink" folHlink="folHlink"/>
</cx:chartSpace>
</file>

<file path=ppt/charts/chartEx4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'0301~31_M181MA'!$AZ$32:$AZ$36</cx:f>
        <cx:lvl ptCount="5">
          <cx:pt idx="0">[New] Idle(설비대기)</cx:pt>
          <cx:pt idx="1">PD(품질부동)</cx:pt>
          <cx:pt idx="2">재료교체</cx:pt>
          <cx:pt idx="3">BM</cx:pt>
          <cx:pt idx="4">PM(예방보전)</cx:pt>
        </cx:lvl>
      </cx:strDim>
      <cx:numDim type="val">
        <cx:f>'0301~31_M181MA'!$BA$32:$BA$36</cx:f>
        <cx:lvl ptCount="5" formatCode="0.0%">
          <cx:pt idx="0">0.1894865397082344</cx:pt>
          <cx:pt idx="1">0.14832417033858117</cx:pt>
          <cx:pt idx="2">0.074461484799036831</cx:pt>
          <cx:pt idx="3">0.012630338449082599</cx:pt>
          <cx:pt idx="4">0.015053312486922614</cx:pt>
        </cx:lvl>
      </cx:numDim>
    </cx:data>
  </cx:chartData>
  <cx:chart>
    <cx:plotArea>
      <cx:plotAreaRegion>
        <cx:series layoutId="clusteredColumn" uniqueId="{DED21666-6007-4B0A-BECB-C636D777EC13}">
          <cx:spPr>
            <a:solidFill>
              <a:srgbClr val="D9D9D9"/>
            </a:solidFill>
            <a:ln w="6350">
              <a:solidFill>
                <a:schemeClr val="tx1"/>
              </a:solidFill>
            </a:ln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00">
                    <a:latin typeface="Arial Narrow" panose="020B0606020202030204" pitchFamily="34" charset="0"/>
                    <a:ea typeface="Arial Narrow" panose="020B0606020202030204" pitchFamily="34" charset="0"/>
                    <a:cs typeface="Arial Narrow" panose="020B0606020202030204" pitchFamily="34" charset="0"/>
                  </a:defRPr>
                </a:pPr>
                <a:endParaRPr lang="ko-KR" altLang="en-US" sz="900" b="0" i="0" u="none" strike="noStrike" baseline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cx:txP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/>
                  </a:pPr>
                  <a:r>
                    <a:rPr lang="ko-KR" altLang="en-US" sz="900" b="0" i="0" u="none" strike="noStrike" baseline="0"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latin typeface="Arial Narrow" panose="020B0606020202030204" pitchFamily="34" charset="0"/>
                      <a:ea typeface="맑은 고딕" panose="020B0503020000020004" pitchFamily="50" charset="-127"/>
                    </a:rPr>
                    <a:t>18.9%</a:t>
                  </a:r>
                </a:p>
              </cx:txPr>
            </cx:dataLabel>
          </cx:dataLabels>
          <cx:dataId val="0"/>
          <cx:layoutPr>
            <cx:aggregation/>
          </cx:layoutPr>
          <cx:axisId val="1"/>
        </cx:series>
        <cx:series layoutId="paretoLine" ownerIdx="0" uniqueId="{504932A2-CCEA-4119-9851-992D42A94C18}">
          <cx:spPr>
            <a:ln>
              <a:noFill/>
            </a:ln>
          </cx:spPr>
          <cx:axisId val="2"/>
        </cx:series>
      </cx:plotAreaRegion>
      <cx:axis id="0" hidden="1">
        <cx:catScaling gapWidth="0.699999988"/>
        <cx:tickLabels/>
      </cx:axis>
      <cx:axis id="1" hidden="1">
        <cx:valScaling/>
        <cx:tickLabels/>
      </cx:axis>
      <cx:axis id="2" hidden="1">
        <cx:valScaling max="1" min="0"/>
        <cx:units unit="percentage"/>
        <cx:tickLabels/>
      </cx:axis>
    </cx:plotArea>
  </cx:chart>
  <cx:clrMapOvr bg1="lt1" tx1="dk1" bg2="lt2" tx2="dk2" accent1="accent1" accent2="accent2" accent3="accent3" accent4="accent4" accent5="accent5" accent6="accent6" hlink="hlink" folHlink="folHlink"/>
</cx:chartSpace>
</file>

<file path=ppt/charts/chartEx5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'0301~31_M181MA'!$AZ$65:$AZ$69</cx:f>
        <cx:lvl ptCount="5">
          <cx:pt idx="0">PD(품질부동)</cx:pt>
          <cx:pt idx="1">재료교체</cx:pt>
          <cx:pt idx="2">BM</cx:pt>
          <cx:pt idx="3">[New] Idle(설비대기)</cx:pt>
          <cx:pt idx="4">PM(예방보전)</cx:pt>
        </cx:lvl>
      </cx:strDim>
      <cx:numDim type="val">
        <cx:f>'0301~31_M181MA'!$BA$65:$BA$69</cx:f>
        <cx:lvl ptCount="5" formatCode="0.0%">
          <cx:pt idx="0">0.068855835937065887</cx:pt>
          <cx:pt idx="1">0.068378118006992075</cx:pt>
          <cx:pt idx="2">0.017968686964070564</cx:pt>
          <cx:pt idx="3">0.016895400059893931</cx:pt>
          <cx:pt idx="4">0.0026451023781988115</cx:pt>
        </cx:lvl>
      </cx:numDim>
    </cx:data>
  </cx:chartData>
  <cx:chart>
    <cx:plotArea>
      <cx:plotAreaRegion>
        <cx:series layoutId="clusteredColumn" uniqueId="{AFA38094-1656-4BA8-A255-B8F5C9613C0A}">
          <cx:spPr>
            <a:solidFill>
              <a:srgbClr val="D9D9D9"/>
            </a:solidFill>
            <a:ln w="6350">
              <a:solidFill>
                <a:schemeClr val="tx1"/>
              </a:solidFill>
            </a:ln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800">
                    <a:latin typeface="Arial Narrow" panose="020B0606020202030204" pitchFamily="34" charset="0"/>
                    <a:ea typeface="Arial Narrow" panose="020B0606020202030204" pitchFamily="34" charset="0"/>
                    <a:cs typeface="Arial Narrow" panose="020B0606020202030204" pitchFamily="34" charset="0"/>
                  </a:defRPr>
                </a:pPr>
                <a:endParaRPr lang="ko-KR" altLang="en-US" sz="800" b="0" i="0" u="none" strike="noStrike" baseline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 Narrow" panose="020B0606020202030204" pitchFamily="34" charset="0"/>
                  <a:ea typeface="맑은 고딕" panose="020B0503020000020004" pitchFamily="50" charset="-127"/>
                </a:endParaRPr>
              </a:p>
            </cx:txPr>
          </cx:dataLabels>
          <cx:dataId val="0"/>
          <cx:layoutPr>
            <cx:aggregation/>
          </cx:layoutPr>
          <cx:axisId val="1"/>
        </cx:series>
        <cx:series layoutId="paretoLine" ownerIdx="0" uniqueId="{0D6F895D-C181-44B2-ACB0-CF5C483A1FD2}">
          <cx:spPr>
            <a:ln>
              <a:noFill/>
            </a:ln>
          </cx:spPr>
          <cx:axisId val="2"/>
        </cx:series>
      </cx:plotAreaRegion>
      <cx:axis id="0" hidden="1">
        <cx:catScaling gapWidth="0.600000024"/>
        <cx:tickLabels/>
      </cx:axis>
      <cx:axis id="1" hidden="1">
        <cx:valScaling max="0.20000000000000001"/>
        <cx:tickLabels/>
      </cx:axis>
      <cx:axis id="2" hidden="1">
        <cx:valScaling max="1" min="0"/>
        <cx:units unit="percentage"/>
        <cx:tickLabels/>
      </cx:axis>
    </cx:plotArea>
  </cx:chart>
  <cx:clrMapOvr bg1="lt1" tx1="dk1" bg2="lt2" tx2="dk2" accent1="accent1" accent2="accent2" accent3="accent3" accent4="accent4" accent5="accent5" accent6="accent6" hlink="hlink" folHlink="folHlink"/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19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2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325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5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75000"/>
            <a:lumOff val="2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75000"/>
            <a:lumOff val="2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75000"/>
            <a:lumOff val="2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35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36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12156A-DCC4-4AE2-B8D4-5A236A19D5B7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CF4223-E727-4208-90A2-4ED97150B9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6598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DB05A9-57CE-481A-AC16-5D6535FE986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702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DB05A9-57CE-481A-AC16-5D6535FE986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2235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DB05A9-57CE-481A-AC16-5D6535FE9867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83896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DB05A9-57CE-481A-AC16-5D6535FE986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2373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DB05A9-57CE-481A-AC16-5D6535FE9867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67814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DB05A9-57CE-481A-AC16-5D6535FE9867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28163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357BD-C79B-451F-92FF-5B98AE72E82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68353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357BD-C79B-451F-92FF-5B98AE72E82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38233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ko-KR" sz="1200" dirty="0">
                <a:solidFill>
                  <a:schemeClr val="lt1"/>
                </a:solidFill>
              </a:rPr>
              <a:t>41</a:t>
            </a:r>
            <a:r>
              <a:rPr lang="ko-KR" altLang="en-US" sz="1200" dirty="0">
                <a:solidFill>
                  <a:schemeClr val="lt1"/>
                </a:solidFill>
              </a:rPr>
              <a:t>주기로 맞춘 이유는 </a:t>
            </a:r>
            <a:r>
              <a:rPr lang="en-US" altLang="ko-KR" sz="1200" dirty="0">
                <a:solidFill>
                  <a:schemeClr val="lt1"/>
                </a:solidFill>
              </a:rPr>
              <a:t>41</a:t>
            </a:r>
            <a:r>
              <a:rPr lang="ko-KR" altLang="en-US" sz="1200" dirty="0">
                <a:solidFill>
                  <a:schemeClr val="lt1"/>
                </a:solidFill>
              </a:rPr>
              <a:t>주기가 기존에 셀과의 간격과 가장 가깝기 때문</a:t>
            </a:r>
          </a:p>
          <a:p>
            <a:pPr algn="l"/>
            <a:r>
              <a:rPr lang="ko-KR" altLang="en-US" sz="1200" dirty="0">
                <a:solidFill>
                  <a:schemeClr val="lt1"/>
                </a:solidFill>
              </a:rPr>
              <a:t>갭이 너무 달라지게 되면</a:t>
            </a:r>
            <a:r>
              <a:rPr lang="en-US" altLang="ko-KR" sz="1200" dirty="0">
                <a:solidFill>
                  <a:schemeClr val="lt1"/>
                </a:solidFill>
              </a:rPr>
              <a:t>, </a:t>
            </a:r>
            <a:r>
              <a:rPr lang="ko-KR" altLang="en-US" sz="1200" dirty="0">
                <a:solidFill>
                  <a:schemeClr val="lt1"/>
                </a:solidFill>
              </a:rPr>
              <a:t>쇼트 측정할때의 위치와 라미비전 측정할때의 위치가 너무 벗어나게 될 리스크 존재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CF4223-E727-4208-90A2-4ED97150B990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14490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DB05A9-57CE-481A-AC16-5D6535FE9867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0706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DB05A9-57CE-481A-AC16-5D6535FE9867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8055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DB05A9-57CE-481A-AC16-5D6535FE9867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9620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C0FAA-9F16-40FC-AFE2-614A61D5CF46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4376-EFC6-4AFB-B247-488331E691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4774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C0FAA-9F16-40FC-AFE2-614A61D5CF46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4376-EFC6-4AFB-B247-488331E691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473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C0FAA-9F16-40FC-AFE2-614A61D5CF46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4376-EFC6-4AFB-B247-488331E691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4739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C0FAA-9F16-40FC-AFE2-614A61D5CF46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4376-EFC6-4AFB-B247-488331E691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223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C0FAA-9F16-40FC-AFE2-614A61D5CF46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4376-EFC6-4AFB-B247-488331E691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091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C0FAA-9F16-40FC-AFE2-614A61D5CF46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4376-EFC6-4AFB-B247-488331E691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8555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C0FAA-9F16-40FC-AFE2-614A61D5CF46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4376-EFC6-4AFB-B247-488331E691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8080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C0FAA-9F16-40FC-AFE2-614A61D5CF46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4376-EFC6-4AFB-B247-488331E691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087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C0FAA-9F16-40FC-AFE2-614A61D5CF46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4376-EFC6-4AFB-B247-488331E691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1827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C0FAA-9F16-40FC-AFE2-614A61D5CF46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4376-EFC6-4AFB-B247-488331E691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5345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C0FAA-9F16-40FC-AFE2-614A61D5CF46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4376-EFC6-4AFB-B247-488331E691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2388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arrow, rectangle&#10;&#10;Description automatically generated">
            <a:extLst>
              <a:ext uri="{FF2B5EF4-FFF2-40B4-BE49-F238E27FC236}">
                <a16:creationId xmlns:a16="http://schemas.microsoft.com/office/drawing/2014/main" id="{B3BC9E2C-B523-4C4B-AE37-6CE4CFDBDF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48126"/>
            <a:ext cx="9144000" cy="45542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5E5C58-C54C-453C-9E29-A2F33CC5FCE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57350" y="2290439"/>
            <a:ext cx="6858000" cy="225497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B6EA87-49CE-43AD-9CF9-2593B5034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540B0-48AA-4CBE-BAFA-5C35C6C540CC}" type="datetime1">
              <a:rPr lang="en-US" smtClean="0"/>
              <a:t>4/10/2026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1770B-E191-4861-AC76-59D4DC4DA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BA44F-38A4-45ED-81BC-E675CF32E66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6E84012-49C9-422C-AEB0-3BE070A9F3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57350" y="4554246"/>
            <a:ext cx="6858000" cy="1156933"/>
          </a:xfrm>
        </p:spPr>
        <p:txBody>
          <a:bodyPr anchor="ctr"/>
          <a:lstStyle>
            <a:lvl1pPr marL="0" indent="0" algn="r">
              <a:buNone/>
              <a:defRPr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Subtitle text here</a:t>
            </a:r>
          </a:p>
        </p:txBody>
      </p:sp>
    </p:spTree>
    <p:extLst>
      <p:ext uri="{BB962C8B-B14F-4D97-AF65-F5344CB8AC3E}">
        <p14:creationId xmlns:p14="http://schemas.microsoft.com/office/powerpoint/2010/main" val="37970139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1493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3C0FAA-9F16-40FC-AFE2-614A61D5CF46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14376-EFC6-4AFB-B247-488331E691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5332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10" Type="http://schemas.openxmlformats.org/officeDocument/2006/relationships/chart" Target="../charts/chart8.xml"/><Relationship Id="rId4" Type="http://schemas.openxmlformats.org/officeDocument/2006/relationships/chart" Target="../charts/chart2.xml"/><Relationship Id="rId9" Type="http://schemas.openxmlformats.org/officeDocument/2006/relationships/chart" Target="../charts/char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chart" Target="../charts/chart11.xml"/><Relationship Id="rId7" Type="http://schemas.openxmlformats.org/officeDocument/2006/relationships/slide" Target="slide1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chart" Target="../charts/chart13.xml"/><Relationship Id="rId4" Type="http://schemas.openxmlformats.org/officeDocument/2006/relationships/chart" Target="../charts/char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7" Type="http://schemas.openxmlformats.org/officeDocument/2006/relationships/slide" Target="slide2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slide" Target="slide21.xml"/><Relationship Id="rId5" Type="http://schemas.openxmlformats.org/officeDocument/2006/relationships/slide" Target="slide20.xml"/><Relationship Id="rId4" Type="http://schemas.openxmlformats.org/officeDocument/2006/relationships/chart" Target="../charts/chart15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14/relationships/chartEx" Target="../charts/chartEx2.xml"/><Relationship Id="rId13" Type="http://schemas.openxmlformats.org/officeDocument/2006/relationships/chart" Target="../charts/chart18.xml"/><Relationship Id="rId18" Type="http://schemas.openxmlformats.org/officeDocument/2006/relationships/slide" Target="slide26.xml"/><Relationship Id="rId3" Type="http://schemas.openxmlformats.org/officeDocument/2006/relationships/chart" Target="../charts/chart16.xml"/><Relationship Id="rId21" Type="http://schemas.openxmlformats.org/officeDocument/2006/relationships/image" Target="../media/image16.jpeg"/><Relationship Id="rId7" Type="http://schemas.openxmlformats.org/officeDocument/2006/relationships/image" Target="../media/image64.png"/><Relationship Id="rId12" Type="http://schemas.openxmlformats.org/officeDocument/2006/relationships/image" Target="../media/image13.png"/><Relationship Id="rId17" Type="http://schemas.openxmlformats.org/officeDocument/2006/relationships/slide" Target="slide25.xml"/><Relationship Id="rId2" Type="http://schemas.openxmlformats.org/officeDocument/2006/relationships/notesSlide" Target="../notesSlides/notesSlide5.xml"/><Relationship Id="rId16" Type="http://schemas.openxmlformats.org/officeDocument/2006/relationships/slide" Target="slide23.xml"/><Relationship Id="rId20" Type="http://schemas.openxmlformats.org/officeDocument/2006/relationships/image" Target="../media/image15.jpeg"/><Relationship Id="rId1" Type="http://schemas.openxmlformats.org/officeDocument/2006/relationships/slideLayout" Target="../slideLayouts/slideLayout3.xml"/><Relationship Id="rId6" Type="http://schemas.microsoft.com/office/2014/relationships/chartEx" Target="../charts/chartEx1.xml"/><Relationship Id="rId11" Type="http://schemas.openxmlformats.org/officeDocument/2006/relationships/image" Target="../media/image12.jpeg"/><Relationship Id="rId5" Type="http://schemas.openxmlformats.org/officeDocument/2006/relationships/chart" Target="../charts/chart17.xml"/><Relationship Id="rId15" Type="http://schemas.openxmlformats.org/officeDocument/2006/relationships/slide" Target="slide27.xml"/><Relationship Id="rId10" Type="http://schemas.openxmlformats.org/officeDocument/2006/relationships/image" Target="../media/image11.jpeg"/><Relationship Id="rId19" Type="http://schemas.openxmlformats.org/officeDocument/2006/relationships/image" Target="../media/image14.jpeg"/><Relationship Id="rId4" Type="http://schemas.openxmlformats.org/officeDocument/2006/relationships/image" Target="../media/image10.png"/><Relationship Id="rId9" Type="http://schemas.openxmlformats.org/officeDocument/2006/relationships/image" Target="../media/image7.png"/><Relationship Id="rId14" Type="http://schemas.openxmlformats.org/officeDocument/2006/relationships/chart" Target="../charts/chart19.xml"/><Relationship Id="rId22" Type="http://schemas.openxmlformats.org/officeDocument/2006/relationships/slide" Target="slide2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chart" Target="../charts/chart20.xml"/><Relationship Id="rId7" Type="http://schemas.openxmlformats.org/officeDocument/2006/relationships/image" Target="../media/image19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chart" Target="../charts/chart22.xml"/><Relationship Id="rId4" Type="http://schemas.openxmlformats.org/officeDocument/2006/relationships/chart" Target="../charts/chart21.xml"/><Relationship Id="rId9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slide" Target="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jpeg"/><Relationship Id="rId7" Type="http://schemas.openxmlformats.org/officeDocument/2006/relationships/slide" Target="slide28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jpeg"/><Relationship Id="rId9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3" Type="http://schemas.openxmlformats.org/officeDocument/2006/relationships/chart" Target="../charts/chart23.xml"/><Relationship Id="rId7" Type="http://schemas.openxmlformats.org/officeDocument/2006/relationships/slide" Target="slide32.xml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" Type="http://schemas.openxmlformats.org/officeDocument/2006/relationships/slide" Target="slide12.xml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11" Type="http://schemas.openxmlformats.org/officeDocument/2006/relationships/image" Target="../media/image33.png"/><Relationship Id="rId5" Type="http://schemas.openxmlformats.org/officeDocument/2006/relationships/slide" Target="slide31.xml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19" Type="http://schemas.openxmlformats.org/officeDocument/2006/relationships/image" Target="../media/image41.png"/><Relationship Id="rId4" Type="http://schemas.openxmlformats.org/officeDocument/2006/relationships/slide" Target="slide29.xml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slide" Target="slide6.xml"/><Relationship Id="rId4" Type="http://schemas.openxmlformats.org/officeDocument/2006/relationships/chart" Target="../charts/chart2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jpeg"/><Relationship Id="rId11" Type="http://schemas.openxmlformats.org/officeDocument/2006/relationships/slide" Target="slide7.xml"/><Relationship Id="rId5" Type="http://schemas.openxmlformats.org/officeDocument/2006/relationships/image" Target="../media/image44.jpeg"/><Relationship Id="rId10" Type="http://schemas.openxmlformats.org/officeDocument/2006/relationships/image" Target="../media/image48.png"/><Relationship Id="rId4" Type="http://schemas.openxmlformats.org/officeDocument/2006/relationships/image" Target="../media/image43.png"/><Relationship Id="rId9" Type="http://schemas.openxmlformats.org/officeDocument/2006/relationships/chart" Target="../charts/chart2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slide" Target="slide7.xml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jpeg"/><Relationship Id="rId9" Type="http://schemas.openxmlformats.org/officeDocument/2006/relationships/image" Target="../media/image5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slide" Target="slide7.xml"/><Relationship Id="rId5" Type="http://schemas.openxmlformats.org/officeDocument/2006/relationships/image" Target="../media/image60.png"/><Relationship Id="rId4" Type="http://schemas.openxmlformats.org/officeDocument/2006/relationships/image" Target="../media/image59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7" Type="http://schemas.openxmlformats.org/officeDocument/2006/relationships/slide" Target="slide7.xml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jpeg"/><Relationship Id="rId5" Type="http://schemas.openxmlformats.org/officeDocument/2006/relationships/image" Target="../media/image65.png"/><Relationship Id="rId4" Type="http://schemas.openxmlformats.org/officeDocument/2006/relationships/image" Target="../media/image63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8.jpeg"/><Relationship Id="rId7" Type="http://schemas.openxmlformats.org/officeDocument/2006/relationships/image" Target="../media/image71.jpe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70.png"/><Relationship Id="rId4" Type="http://schemas.openxmlformats.org/officeDocument/2006/relationships/image" Target="../media/image69.jpeg"/><Relationship Id="rId9" Type="http://schemas.openxmlformats.org/officeDocument/2006/relationships/slide" Target="slide8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1.jpeg"/><Relationship Id="rId3" Type="http://schemas.openxmlformats.org/officeDocument/2006/relationships/image" Target="../media/image73.jpeg"/><Relationship Id="rId7" Type="http://schemas.microsoft.com/office/2007/relationships/hdphoto" Target="../media/hdphoto3.wdp"/><Relationship Id="rId12" Type="http://schemas.openxmlformats.org/officeDocument/2006/relationships/image" Target="../media/image80.png"/><Relationship Id="rId2" Type="http://schemas.openxmlformats.org/officeDocument/2006/relationships/chart" Target="../charts/chart27.xml"/><Relationship Id="rId16" Type="http://schemas.openxmlformats.org/officeDocument/2006/relationships/slide" Target="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11" Type="http://schemas.openxmlformats.org/officeDocument/2006/relationships/image" Target="../media/image79.png"/><Relationship Id="rId5" Type="http://schemas.openxmlformats.org/officeDocument/2006/relationships/image" Target="../media/image75.png"/><Relationship Id="rId15" Type="http://schemas.openxmlformats.org/officeDocument/2006/relationships/image" Target="../media/image82.png"/><Relationship Id="rId10" Type="http://schemas.openxmlformats.org/officeDocument/2006/relationships/image" Target="../media/image78.png"/><Relationship Id="rId4" Type="http://schemas.openxmlformats.org/officeDocument/2006/relationships/image" Target="../media/image74.png"/><Relationship Id="rId9" Type="http://schemas.microsoft.com/office/2007/relationships/hdphoto" Target="../media/hdphoto4.wdp"/><Relationship Id="rId14" Type="http://schemas.microsoft.com/office/2017/06/relationships/model3d" Target="../media/model3d1.glb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chart" Target="../charts/chart29.xml"/><Relationship Id="rId5" Type="http://schemas.openxmlformats.org/officeDocument/2006/relationships/image" Target="../media/image83.png"/><Relationship Id="rId4" Type="http://schemas.openxmlformats.org/officeDocument/2006/relationships/chart" Target="../charts/chart28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slide" Target="slide9.xml"/><Relationship Id="rId7" Type="http://schemas.microsoft.com/office/2007/relationships/hdphoto" Target="../media/hdphoto5.wdp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6.png"/><Relationship Id="rId5" Type="http://schemas.openxmlformats.org/officeDocument/2006/relationships/image" Target="../media/image85.jpeg"/><Relationship Id="rId10" Type="http://schemas.openxmlformats.org/officeDocument/2006/relationships/image" Target="../media/image88.png"/><Relationship Id="rId4" Type="http://schemas.openxmlformats.org/officeDocument/2006/relationships/image" Target="../media/image84.jpeg"/><Relationship Id="rId9" Type="http://schemas.microsoft.com/office/2007/relationships/hdphoto" Target="../media/hdphoto6.wdp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jpeg"/><Relationship Id="rId3" Type="http://schemas.openxmlformats.org/officeDocument/2006/relationships/image" Target="../media/image90.jpeg"/><Relationship Id="rId7" Type="http://schemas.openxmlformats.org/officeDocument/2006/relationships/image" Target="../media/image94.jpeg"/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3.jpeg"/><Relationship Id="rId5" Type="http://schemas.openxmlformats.org/officeDocument/2006/relationships/image" Target="../media/image92.jpeg"/><Relationship Id="rId4" Type="http://schemas.openxmlformats.org/officeDocument/2006/relationships/image" Target="../media/image91.jpeg"/><Relationship Id="rId9" Type="http://schemas.openxmlformats.org/officeDocument/2006/relationships/slide" Target="slide9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96.jpe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9.png"/><Relationship Id="rId11" Type="http://schemas.openxmlformats.org/officeDocument/2006/relationships/slide" Target="slide9.xml"/><Relationship Id="rId5" Type="http://schemas.openxmlformats.org/officeDocument/2006/relationships/image" Target="../media/image98.jpeg"/><Relationship Id="rId10" Type="http://schemas.openxmlformats.org/officeDocument/2006/relationships/image" Target="../media/image103.jpeg"/><Relationship Id="rId4" Type="http://schemas.openxmlformats.org/officeDocument/2006/relationships/image" Target="../media/image97.jpeg"/><Relationship Id="rId9" Type="http://schemas.openxmlformats.org/officeDocument/2006/relationships/image" Target="../media/image102.jpe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104.jpeg"/><Relationship Id="rId7" Type="http://schemas.openxmlformats.org/officeDocument/2006/relationships/image" Target="../media/image10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7.jpeg"/><Relationship Id="rId5" Type="http://schemas.openxmlformats.org/officeDocument/2006/relationships/image" Target="../media/image106.png"/><Relationship Id="rId10" Type="http://schemas.openxmlformats.org/officeDocument/2006/relationships/slide" Target="slide9.xml"/><Relationship Id="rId4" Type="http://schemas.openxmlformats.org/officeDocument/2006/relationships/image" Target="../media/image105.png"/><Relationship Id="rId9" Type="http://schemas.openxmlformats.org/officeDocument/2006/relationships/image" Target="../media/image11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0.png"/><Relationship Id="rId3" Type="http://schemas.openxmlformats.org/officeDocument/2006/relationships/chart" Target="../charts/chart31.xml"/><Relationship Id="rId7" Type="http://schemas.microsoft.com/office/2014/relationships/chartEx" Target="../charts/chartEx4.xml"/><Relationship Id="rId2" Type="http://schemas.openxmlformats.org/officeDocument/2006/relationships/chart" Target="../charts/chart3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60.png"/><Relationship Id="rId11" Type="http://schemas.openxmlformats.org/officeDocument/2006/relationships/slide" Target="slide9.xml"/><Relationship Id="rId5" Type="http://schemas.microsoft.com/office/2014/relationships/chartEx" Target="../charts/chartEx3.xml"/><Relationship Id="rId10" Type="http://schemas.openxmlformats.org/officeDocument/2006/relationships/image" Target="../media/image380.png"/><Relationship Id="rId4" Type="http://schemas.openxmlformats.org/officeDocument/2006/relationships/chart" Target="../charts/chart32.xml"/><Relationship Id="rId9" Type="http://schemas.microsoft.com/office/2014/relationships/chartEx" Target="../charts/chartEx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3.xml"/><Relationship Id="rId5" Type="http://schemas.openxmlformats.org/officeDocument/2006/relationships/slide" Target="slide13.xml"/><Relationship Id="rId4" Type="http://schemas.openxmlformats.org/officeDocument/2006/relationships/image" Target="../media/image11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.xml"/><Relationship Id="rId5" Type="http://schemas.openxmlformats.org/officeDocument/2006/relationships/slide" Target="slide14.xml"/><Relationship Id="rId4" Type="http://schemas.openxmlformats.org/officeDocument/2006/relationships/slide" Target="slide3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7" Type="http://schemas.openxmlformats.org/officeDocument/2006/relationships/slide" Target="slide29.xml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5" Type="http://schemas.openxmlformats.org/officeDocument/2006/relationships/image" Target="../media/image119.jpeg"/><Relationship Id="rId4" Type="http://schemas.openxmlformats.org/officeDocument/2006/relationships/image" Target="../media/image11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openxmlformats.org/officeDocument/2006/relationships/image" Target="../media/image122.png"/><Relationship Id="rId7" Type="http://schemas.openxmlformats.org/officeDocument/2006/relationships/image" Target="../media/image126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5.png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.xml"/><Relationship Id="rId5" Type="http://schemas.openxmlformats.org/officeDocument/2006/relationships/slide" Target="slide14.xml"/><Relationship Id="rId4" Type="http://schemas.openxmlformats.org/officeDocument/2006/relationships/image" Target="../media/image1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261">
            <a:extLst>
              <a:ext uri="{FF2B5EF4-FFF2-40B4-BE49-F238E27FC236}">
                <a16:creationId xmlns:a16="http://schemas.microsoft.com/office/drawing/2014/main" id="{31A279AD-874D-408A-9BC5-2E5B33813E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16" y="327945"/>
            <a:ext cx="4859215" cy="34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1662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Troy/ESOT</a:t>
            </a:r>
            <a:r>
              <a:rPr lang="ko-KR" altLang="en-US" sz="1662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상세 방문 일정</a:t>
            </a:r>
            <a:endParaRPr lang="en-US" altLang="ko-KR" sz="1662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" name="Text Box 261">
            <a:extLst>
              <a:ext uri="{FF2B5EF4-FFF2-40B4-BE49-F238E27FC236}">
                <a16:creationId xmlns:a16="http://schemas.microsoft.com/office/drawing/2014/main" id="{26880077-522A-4E06-B83B-52D5DE80B1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8446" y="385095"/>
            <a:ext cx="1258358" cy="291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/>
            <a:r>
              <a:rPr lang="en-US" altLang="ko-KR" sz="1292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4/10(</a:t>
            </a:r>
            <a:r>
              <a:rPr lang="ko-KR" altLang="en-US" sz="1292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금</a:t>
            </a:r>
            <a:r>
              <a:rPr lang="en-US" altLang="ko-KR" sz="1292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)~4/11(</a:t>
            </a:r>
            <a:r>
              <a:rPr lang="ko-KR" altLang="en-US" sz="1292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토</a:t>
            </a:r>
            <a:r>
              <a:rPr lang="en-US" altLang="ko-KR" sz="1292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6" name="Line 3">
            <a:extLst>
              <a:ext uri="{FF2B5EF4-FFF2-40B4-BE49-F238E27FC236}">
                <a16:creationId xmlns:a16="http://schemas.microsoft.com/office/drawing/2014/main" id="{7D1EC509-34CE-4D91-A972-67F9A75A73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615" y="629737"/>
            <a:ext cx="364926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662"/>
          </a:p>
        </p:txBody>
      </p:sp>
      <p:graphicFrame>
        <p:nvGraphicFramePr>
          <p:cNvPr id="3" name="표 1">
            <a:extLst>
              <a:ext uri="{FF2B5EF4-FFF2-40B4-BE49-F238E27FC236}">
                <a16:creationId xmlns:a16="http://schemas.microsoft.com/office/drawing/2014/main" id="{68193C15-E037-0D9B-4FBC-A631D9641C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322201"/>
              </p:ext>
            </p:extLst>
          </p:nvPr>
        </p:nvGraphicFramePr>
        <p:xfrm>
          <a:off x="58616" y="836640"/>
          <a:ext cx="9018188" cy="5536773"/>
        </p:xfrm>
        <a:graphic>
          <a:graphicData uri="http://schemas.openxmlformats.org/drawingml/2006/table">
            <a:tbl>
              <a:tblPr/>
              <a:tblGrid>
                <a:gridCol w="576350">
                  <a:extLst>
                    <a:ext uri="{9D8B030D-6E8A-4147-A177-3AD203B41FA5}">
                      <a16:colId xmlns:a16="http://schemas.microsoft.com/office/drawing/2014/main" val="2516419424"/>
                    </a:ext>
                  </a:extLst>
                </a:gridCol>
                <a:gridCol w="851479">
                  <a:extLst>
                    <a:ext uri="{9D8B030D-6E8A-4147-A177-3AD203B41FA5}">
                      <a16:colId xmlns:a16="http://schemas.microsoft.com/office/drawing/2014/main" val="2563539575"/>
                    </a:ext>
                  </a:extLst>
                </a:gridCol>
                <a:gridCol w="883439">
                  <a:extLst>
                    <a:ext uri="{9D8B030D-6E8A-4147-A177-3AD203B41FA5}">
                      <a16:colId xmlns:a16="http://schemas.microsoft.com/office/drawing/2014/main" val="3477416613"/>
                    </a:ext>
                  </a:extLst>
                </a:gridCol>
                <a:gridCol w="1757087">
                  <a:extLst>
                    <a:ext uri="{9D8B030D-6E8A-4147-A177-3AD203B41FA5}">
                      <a16:colId xmlns:a16="http://schemas.microsoft.com/office/drawing/2014/main" val="3135801485"/>
                    </a:ext>
                  </a:extLst>
                </a:gridCol>
                <a:gridCol w="949283">
                  <a:extLst>
                    <a:ext uri="{9D8B030D-6E8A-4147-A177-3AD203B41FA5}">
                      <a16:colId xmlns:a16="http://schemas.microsoft.com/office/drawing/2014/main" val="3464131074"/>
                    </a:ext>
                  </a:extLst>
                </a:gridCol>
                <a:gridCol w="4000550">
                  <a:extLst>
                    <a:ext uri="{9D8B030D-6E8A-4147-A177-3AD203B41FA5}">
                      <a16:colId xmlns:a16="http://schemas.microsoft.com/office/drawing/2014/main" val="2440406085"/>
                    </a:ext>
                  </a:extLst>
                </a:gridCol>
              </a:tblGrid>
              <a:tr h="161932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일자</a:t>
                      </a:r>
                    </a:p>
                  </a:txBody>
                  <a:tcPr marL="33231" marR="33231" marT="7431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시간</a:t>
                      </a:r>
                    </a:p>
                  </a:txBody>
                  <a:tcPr marL="33231" marR="33231" marT="7431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항목</a:t>
                      </a:r>
                    </a:p>
                  </a:txBody>
                  <a:tcPr marL="33231" marR="33231" marT="7431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세부내용</a:t>
                      </a:r>
                    </a:p>
                  </a:txBody>
                  <a:tcPr marL="33231" marR="33231" marT="7431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장소</a:t>
                      </a:r>
                    </a:p>
                  </a:txBody>
                  <a:tcPr marL="33231" marR="33231" marT="7431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L="33231" marR="33231" marT="7431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585258"/>
                  </a:ext>
                </a:extLst>
              </a:tr>
              <a:tr h="294979">
                <a:tc rowSpan="9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4/10(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금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33231" marR="33231" marT="7431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30000"/>
                        </a:lnSpc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7:00~8:00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30000"/>
                        </a:lnSpc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호텔 체크아웃</a:t>
                      </a: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742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조식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체크아웃</a:t>
                      </a: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66668441"/>
                  </a:ext>
                </a:extLst>
              </a:tr>
              <a:tr h="2949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30000"/>
                        </a:lnSpc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8:00~8:30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30000"/>
                        </a:lnSpc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개인업무</a:t>
                      </a: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742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5971027"/>
                  </a:ext>
                </a:extLst>
              </a:tr>
              <a:tr h="2949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30000"/>
                        </a:lnSpc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8:30~12:00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30000"/>
                        </a:lnSpc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이동</a:t>
                      </a: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742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Columbus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→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Troy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이동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950322"/>
                  </a:ext>
                </a:extLst>
              </a:tr>
              <a:tr h="2949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30000"/>
                        </a:lnSpc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12:00~13:00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30000"/>
                        </a:lnSpc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중식</a:t>
                      </a: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742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5917033"/>
                  </a:ext>
                </a:extLst>
              </a:tr>
              <a:tr h="29497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30000"/>
                        </a:lnSpc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13:00~14:00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30000"/>
                        </a:lnSpc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이동</a:t>
                      </a: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742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Troy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→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Windsor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이동</a:t>
                      </a: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9658230"/>
                  </a:ext>
                </a:extLst>
              </a:tr>
              <a:tr h="5627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30000"/>
                        </a:lnSpc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14:00~16:00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30000"/>
                        </a:lnSpc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업무보고</a:t>
                      </a: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0488" indent="-90488" algn="l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ESST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업무보고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-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공정 별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수율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가동률 실적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-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저전압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현황 및 개선 방안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- DX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과제 현황</a:t>
                      </a: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보드룸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CPO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님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윤홍섭 님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90488" marR="0" lvl="0" indent="-90488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ESST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이훈성 님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최재용 님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유승모 님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이충민 님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이정훈 님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한진기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님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옥덕호 님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유형남 님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허준혁 님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이동근 님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4571320"/>
                  </a:ext>
                </a:extLst>
              </a:tr>
              <a:tr h="4220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30000"/>
                        </a:lnSpc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16:00~17:30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30000"/>
                        </a:lnSpc>
                      </a:pP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현장점검</a:t>
                      </a: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742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현장점검</a:t>
                      </a: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CPO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님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윤홍섭 님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90488" marR="0" lvl="0" indent="-90488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ESST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이훈성 님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최재용 님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유승모 님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이충민 님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이정훈 님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한진기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님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옥덕호 님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유형남 님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허준혁 님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이동근 님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584752"/>
                  </a:ext>
                </a:extLst>
              </a:tr>
              <a:tr h="29497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30000"/>
                        </a:lnSpc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17:30~18:00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30000"/>
                        </a:lnSpc>
                      </a:pP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체크인</a:t>
                      </a: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742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호텔 이동 및 체크인</a:t>
                      </a: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62459182"/>
                  </a:ext>
                </a:extLst>
              </a:tr>
              <a:tr h="5627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18:00~20:00</a:t>
                      </a:r>
                    </a:p>
                  </a:txBody>
                  <a:tcPr marL="33231" marR="33231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30000"/>
                        </a:lnSpc>
                      </a:pP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석식</a:t>
                      </a:r>
                    </a:p>
                  </a:txBody>
                  <a:tcPr marL="33231" marR="33231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742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석식</a:t>
                      </a: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CPO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님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윤홍섭 님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90488" marR="0" lvl="0" indent="-90488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ESST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이훈성 님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최재용 님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유승모 님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박헌병 님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이충민 님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이정훈 님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한진기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님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옥덕호 님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유형남 님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허준혁 님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이동근 님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심동욱 님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김재홍 님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하정준 님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유상호 님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61440666"/>
                  </a:ext>
                </a:extLst>
              </a:tr>
              <a:tr h="294979"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4/11(</a:t>
                      </a:r>
                      <a:r>
                        <a:rPr lang="ko-KR" altLang="en-US" sz="9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토</a:t>
                      </a:r>
                      <a:r>
                        <a:rPr lang="en-US" altLang="ko-KR" sz="9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9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7431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30000"/>
                        </a:lnSpc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7:00~8:00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30000"/>
                        </a:lnSpc>
                      </a:pP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호텔 체크아웃</a:t>
                      </a: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90488" indent="-90488" algn="l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조식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체크아웃</a:t>
                      </a: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16347152"/>
                  </a:ext>
                </a:extLst>
              </a:tr>
              <a:tr h="2949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30000"/>
                        </a:lnSpc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8:00~9:00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30000"/>
                        </a:lnSpc>
                      </a:pP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개인업무</a:t>
                      </a: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90488" indent="-90488" algn="l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VIP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Room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4538354"/>
                  </a:ext>
                </a:extLst>
              </a:tr>
              <a:tr h="422031">
                <a:tc vMerge="1">
                  <a:txBody>
                    <a:bodyPr/>
                    <a:lstStyle/>
                    <a:p>
                      <a:pPr algn="ctr" rtl="0" fontAlgn="ctr"/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34" charset="-127"/>
                      </a:endParaRPr>
                    </a:p>
                  </a:txBody>
                  <a:tcPr marL="36000" marR="36000" marT="805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30000"/>
                        </a:lnSpc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9:00~10:00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30000"/>
                        </a:lnSpc>
                      </a:pP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업무보고</a:t>
                      </a: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0488" indent="-90488" algn="l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가공비</a:t>
                      </a: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보드룸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CPO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님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윤홍섭 님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90488" marR="0" lvl="0" indent="-90488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ESST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이훈성 님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최재용 님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유승모 님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박헌병 님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하정준 님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유상호 님</a:t>
                      </a:r>
                      <a:b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본사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박용석 님 </a:t>
                      </a:r>
                      <a:r>
                        <a:rPr lang="ko-KR" altLang="en-US" sz="900" b="0" i="0" u="none" strike="noStrike" dirty="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▶</a:t>
                      </a:r>
                      <a:r>
                        <a:rPr lang="ko-KR" altLang="en-US" sz="900" b="0" i="0" kern="1200" dirty="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회의 번호 </a:t>
                      </a:r>
                      <a:r>
                        <a:rPr lang="en-US" altLang="ko-KR" sz="900" b="0" i="0" kern="1200" dirty="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 2511 782 6048</a:t>
                      </a:r>
                      <a:r>
                        <a:rPr lang="ko-KR" altLang="en-US" sz="900" b="0" i="0" kern="1200" dirty="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 </a:t>
                      </a:r>
                      <a:r>
                        <a:rPr lang="en-US" altLang="ko-KR" sz="900" b="0" i="0" kern="1200" dirty="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 </a:t>
                      </a:r>
                      <a:r>
                        <a:rPr lang="ko-KR" altLang="en-US" sz="900" b="0" i="0" kern="1200" dirty="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비밀번호</a:t>
                      </a:r>
                      <a:r>
                        <a:rPr lang="en-US" altLang="ko-KR" sz="900" b="0" i="0" kern="1200" dirty="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7889)</a:t>
                      </a:r>
                      <a:endParaRPr lang="en-US" altLang="ko-KR" sz="900" b="0" i="0" u="none" strike="noStrike" dirty="0">
                        <a:solidFill>
                          <a:srgbClr val="0066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374309"/>
                  </a:ext>
                </a:extLst>
              </a:tr>
              <a:tr h="3883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30000"/>
                        </a:lnSpc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10:00~11:00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30000"/>
                        </a:lnSpc>
                      </a:pP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업무보고</a:t>
                      </a: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0488" indent="-90488" algn="l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Pack</a:t>
                      </a:r>
                    </a:p>
                    <a:p>
                      <a:pPr marL="0" indent="0" algn="l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- JF2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설비 설치 상세 일정</a:t>
                      </a:r>
                    </a:p>
                    <a:p>
                      <a:pPr marL="0" indent="0" algn="l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- </a:t>
                      </a:r>
                      <a:r>
                        <a:rPr lang="ko-KR" alt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모듈동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Layout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개선 계획</a:t>
                      </a:r>
                    </a:p>
                    <a:p>
                      <a:pPr marL="0" indent="0" algn="l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- JF2 Pack Line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개선 현황</a:t>
                      </a: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보드룸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CPO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님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윤홍섭 님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90488" marR="0" lvl="0" indent="-90488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ESST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이훈성 님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최재용 님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박헌병 님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김재홍 님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심동욱 님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235125"/>
                  </a:ext>
                </a:extLst>
              </a:tr>
              <a:tr h="2949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30000"/>
                        </a:lnSpc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11:00~12:00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30000"/>
                        </a:lnSpc>
                      </a:pP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중식</a:t>
                      </a: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90488" indent="-90488" algn="l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B9BD5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3292887"/>
                  </a:ext>
                </a:extLst>
              </a:tr>
              <a:tr h="20191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30000"/>
                        </a:lnSpc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12:00~15:30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30000"/>
                        </a:lnSpc>
                      </a:pP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이동</a:t>
                      </a: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90488" indent="-90488" algn="l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Holland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이동</a:t>
                      </a: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B9BD5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288475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1236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F4A6271C-3F4F-4C02-9FE7-43D2C9B44147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2">
            <a:extLst>
              <a:ext uri="{FF2B5EF4-FFF2-40B4-BE49-F238E27FC236}">
                <a16:creationId xmlns:a16="http://schemas.microsoft.com/office/drawing/2014/main" id="{A038709A-7264-490C-8C17-DFB7988CC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15" y="120450"/>
            <a:ext cx="888363" cy="299676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3323" tIns="3323" rIns="3323" bIns="3323" anchor="b" anchorCtr="0">
            <a:spAutoFit/>
          </a:bodyPr>
          <a:lstStyle/>
          <a:p>
            <a:pPr defTabSz="0" eaLnBrk="0" hangingPunct="0">
              <a:lnSpc>
                <a:spcPct val="110000"/>
              </a:lnSpc>
              <a:buClr>
                <a:srgbClr val="CC0066"/>
              </a:buClr>
              <a:tabLst>
                <a:tab pos="0" algn="l"/>
                <a:tab pos="3559104" algn="l"/>
              </a:tabLst>
            </a:pPr>
            <a:r>
              <a:rPr kumimoji="1" lang="ko-KR" altLang="en-US" sz="1846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현장 동선</a:t>
            </a:r>
            <a:endParaRPr lang="ko-KR" altLang="en-US" sz="1662" b="1" dirty="0"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8718DB5-F4A1-0B2D-ACB1-B3529001B87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duotone>
              <a:srgbClr val="E7E6E6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0002" y="1251083"/>
            <a:ext cx="6983994" cy="5088048"/>
          </a:xfrm>
          <a:prstGeom prst="rect">
            <a:avLst/>
          </a:prstGeom>
          <a:solidFill>
            <a:srgbClr val="FFC000"/>
          </a:solidFill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4049F26-45F5-B44B-F7D4-A42243D573DC}"/>
              </a:ext>
            </a:extLst>
          </p:cNvPr>
          <p:cNvSpPr txBox="1"/>
          <p:nvPr/>
        </p:nvSpPr>
        <p:spPr>
          <a:xfrm>
            <a:off x="4535720" y="6614103"/>
            <a:ext cx="4507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latinLnBrk="1"/>
            <a:r>
              <a:rPr lang="en-US" altLang="ko-KR" sz="10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590m</a:t>
            </a:r>
            <a:endParaRPr lang="ko-KR" altLang="en-US" sz="10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CBCE968-2423-66BD-358E-233339FB61B8}"/>
              </a:ext>
            </a:extLst>
          </p:cNvPr>
          <p:cNvSpPr/>
          <p:nvPr/>
        </p:nvSpPr>
        <p:spPr>
          <a:xfrm>
            <a:off x="1089985" y="1302961"/>
            <a:ext cx="6953064" cy="5024674"/>
          </a:xfrm>
          <a:prstGeom prst="rec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C21E6E-5E3C-A78B-4BF9-B796A1EB21FF}"/>
              </a:ext>
            </a:extLst>
          </p:cNvPr>
          <p:cNvSpPr txBox="1"/>
          <p:nvPr/>
        </p:nvSpPr>
        <p:spPr>
          <a:xfrm>
            <a:off x="3543169" y="4977138"/>
            <a:ext cx="302968" cy="138499"/>
          </a:xfrm>
          <a:prstGeom prst="rect">
            <a:avLst/>
          </a:prstGeom>
          <a:solidFill>
            <a:srgbClr val="8064A2">
              <a:lumMod val="20000"/>
              <a:lumOff val="80000"/>
              <a:alpha val="30000"/>
            </a:srgbClr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N&amp;D(-)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BE51BF5B-C9AC-B5B5-3370-2B14880E5D21}"/>
              </a:ext>
            </a:extLst>
          </p:cNvPr>
          <p:cNvCxnSpPr/>
          <p:nvPr/>
        </p:nvCxnSpPr>
        <p:spPr>
          <a:xfrm>
            <a:off x="1089985" y="6576247"/>
            <a:ext cx="2869196" cy="0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triangle"/>
            <a:tailEnd type="triangle"/>
          </a:ln>
          <a:effectLst/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3C72D84-5594-DB54-43F8-77981F053503}"/>
              </a:ext>
            </a:extLst>
          </p:cNvPr>
          <p:cNvSpPr txBox="1"/>
          <p:nvPr/>
        </p:nvSpPr>
        <p:spPr>
          <a:xfrm>
            <a:off x="2227674" y="6481993"/>
            <a:ext cx="533800" cy="184666"/>
          </a:xfrm>
          <a:prstGeom prst="rect">
            <a:avLst/>
          </a:prstGeom>
          <a:solidFill>
            <a:srgbClr val="8064A2">
              <a:lumMod val="20000"/>
              <a:lumOff val="80000"/>
            </a:srgbClr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Electrode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16FC880E-0DD2-BC82-9847-6966A60479C9}"/>
              </a:ext>
            </a:extLst>
          </p:cNvPr>
          <p:cNvCxnSpPr>
            <a:cxnSpLocks/>
          </p:cNvCxnSpPr>
          <p:nvPr/>
        </p:nvCxnSpPr>
        <p:spPr>
          <a:xfrm>
            <a:off x="3980378" y="6574326"/>
            <a:ext cx="1636153" cy="0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triangle"/>
            <a:tailEnd type="triangle"/>
          </a:ln>
          <a:effectLst/>
        </p:spPr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5D78510-2CF0-5E6E-4999-E0C06C90F725}"/>
              </a:ext>
            </a:extLst>
          </p:cNvPr>
          <p:cNvSpPr txBox="1"/>
          <p:nvPr/>
        </p:nvSpPr>
        <p:spPr>
          <a:xfrm>
            <a:off x="4524245" y="6501678"/>
            <a:ext cx="546625" cy="184666"/>
          </a:xfrm>
          <a:prstGeom prst="rect">
            <a:avLst/>
          </a:prstGeom>
          <a:solidFill>
            <a:srgbClr val="8064A2">
              <a:lumMod val="20000"/>
              <a:lumOff val="80000"/>
            </a:srgbClr>
          </a:solidFill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Assembly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F471D867-4F56-E21B-4665-A51C0E80921A}"/>
              </a:ext>
            </a:extLst>
          </p:cNvPr>
          <p:cNvCxnSpPr>
            <a:cxnSpLocks/>
          </p:cNvCxnSpPr>
          <p:nvPr/>
        </p:nvCxnSpPr>
        <p:spPr>
          <a:xfrm>
            <a:off x="5608824" y="6575322"/>
            <a:ext cx="2434225" cy="0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triangle"/>
            <a:tailEnd type="triangle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9DAC9E3-784F-0BDA-D496-E37F2BCE181F}"/>
              </a:ext>
            </a:extLst>
          </p:cNvPr>
          <p:cNvSpPr txBox="1"/>
          <p:nvPr/>
        </p:nvSpPr>
        <p:spPr>
          <a:xfrm>
            <a:off x="6525928" y="6483914"/>
            <a:ext cx="569067" cy="184666"/>
          </a:xfrm>
          <a:prstGeom prst="rect">
            <a:avLst/>
          </a:prstGeom>
          <a:solidFill>
            <a:srgbClr val="8064A2">
              <a:lumMod val="20000"/>
              <a:lumOff val="80000"/>
            </a:srgbClr>
          </a:solidFill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Formation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9DA3CDC2-3467-1807-9CA1-6F510CF1F1CB}"/>
              </a:ext>
            </a:extLst>
          </p:cNvPr>
          <p:cNvCxnSpPr/>
          <p:nvPr/>
        </p:nvCxnSpPr>
        <p:spPr>
          <a:xfrm>
            <a:off x="1080003" y="6686344"/>
            <a:ext cx="6984000" cy="0"/>
          </a:xfrm>
          <a:prstGeom prst="straightConnector1">
            <a:avLst/>
          </a:prstGeom>
          <a:noFill/>
          <a:ln w="6350" algn="ctr">
            <a:solidFill>
              <a:sysClr val="windowText" lastClr="000000"/>
            </a:solidFill>
            <a:round/>
            <a:headEnd type="oval" w="sm" len="sm"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1A87DFAC-D83F-16D9-AF6C-B8F16CE5C6FB}"/>
              </a:ext>
            </a:extLst>
          </p:cNvPr>
          <p:cNvCxnSpPr/>
          <p:nvPr/>
        </p:nvCxnSpPr>
        <p:spPr>
          <a:xfrm>
            <a:off x="8137155" y="1302961"/>
            <a:ext cx="0" cy="5051835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triangle"/>
            <a:tailEnd type="triangle"/>
          </a:ln>
          <a:effectLst/>
        </p:spPr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165B8E2-F3BB-166D-E419-A656B8A4DC4F}"/>
              </a:ext>
            </a:extLst>
          </p:cNvPr>
          <p:cNvSpPr txBox="1"/>
          <p:nvPr/>
        </p:nvSpPr>
        <p:spPr>
          <a:xfrm>
            <a:off x="8073729" y="3732726"/>
            <a:ext cx="266098" cy="153888"/>
          </a:xfrm>
          <a:prstGeom prst="rect">
            <a:avLst/>
          </a:prstGeom>
          <a:solidFill>
            <a:sysClr val="window" lastClr="FFFFFF"/>
          </a:solidFill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1000" b="1"/>
            </a:lvl1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426m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FD90C56-0451-5B24-CA9C-4150FB38FD22}"/>
              </a:ext>
            </a:extLst>
          </p:cNvPr>
          <p:cNvSpPr txBox="1"/>
          <p:nvPr/>
        </p:nvSpPr>
        <p:spPr>
          <a:xfrm>
            <a:off x="3509261" y="2415205"/>
            <a:ext cx="325410" cy="138499"/>
          </a:xfrm>
          <a:prstGeom prst="rect">
            <a:avLst/>
          </a:prstGeom>
          <a:solidFill>
            <a:srgbClr val="8064A2">
              <a:lumMod val="20000"/>
              <a:lumOff val="80000"/>
              <a:alpha val="30000"/>
            </a:srgbClr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N&amp;D(+)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C701EA2-3D7A-D3C0-618E-A835DA2D2828}"/>
              </a:ext>
            </a:extLst>
          </p:cNvPr>
          <p:cNvSpPr txBox="1"/>
          <p:nvPr/>
        </p:nvSpPr>
        <p:spPr>
          <a:xfrm>
            <a:off x="2967637" y="4977138"/>
            <a:ext cx="253274" cy="138499"/>
          </a:xfrm>
          <a:prstGeom prst="rect">
            <a:avLst/>
          </a:prstGeom>
          <a:solidFill>
            <a:srgbClr val="8064A2">
              <a:lumMod val="20000"/>
              <a:lumOff val="80000"/>
              <a:alpha val="30000"/>
            </a:srgbClr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R/P(-)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12AA481-3CD7-DD73-4991-25E0BAB574B5}"/>
              </a:ext>
            </a:extLst>
          </p:cNvPr>
          <p:cNvSpPr txBox="1"/>
          <p:nvPr/>
        </p:nvSpPr>
        <p:spPr>
          <a:xfrm>
            <a:off x="2993117" y="2411513"/>
            <a:ext cx="275717" cy="138499"/>
          </a:xfrm>
          <a:prstGeom prst="rect">
            <a:avLst/>
          </a:prstGeom>
          <a:solidFill>
            <a:srgbClr val="8064A2">
              <a:lumMod val="20000"/>
              <a:lumOff val="80000"/>
              <a:alpha val="30000"/>
            </a:srgbClr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R/P(+)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037DF6D8-57A0-DB0E-8DE3-B0515AC0D84F}"/>
              </a:ext>
            </a:extLst>
          </p:cNvPr>
          <p:cNvSpPr/>
          <p:nvPr/>
        </p:nvSpPr>
        <p:spPr>
          <a:xfrm rot="10800000">
            <a:off x="794281" y="1353375"/>
            <a:ext cx="182304" cy="234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vert="eaVert" lIns="0" tIns="0" rIns="0" bIns="0"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Cathode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E4DFDC1-0C61-07B3-DC71-117236E66878}"/>
              </a:ext>
            </a:extLst>
          </p:cNvPr>
          <p:cNvSpPr/>
          <p:nvPr/>
        </p:nvSpPr>
        <p:spPr>
          <a:xfrm rot="10800000">
            <a:off x="794281" y="3888398"/>
            <a:ext cx="182304" cy="234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vert="eaVert" lIns="0" tIns="0" rIns="0" bIns="0"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Anode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5DEE076-9F2E-1D18-197C-89B8F09A44AA}"/>
              </a:ext>
            </a:extLst>
          </p:cNvPr>
          <p:cNvSpPr txBox="1"/>
          <p:nvPr/>
        </p:nvSpPr>
        <p:spPr>
          <a:xfrm>
            <a:off x="1183794" y="1517823"/>
            <a:ext cx="121828" cy="153888"/>
          </a:xfrm>
          <a:prstGeom prst="rect">
            <a:avLst/>
          </a:prstGeom>
          <a:solidFill>
            <a:sysClr val="windowText" lastClr="000000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1F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01B2891A-3AA0-779B-242B-FC9EB80930FE}"/>
              </a:ext>
            </a:extLst>
          </p:cNvPr>
          <p:cNvSpPr/>
          <p:nvPr/>
        </p:nvSpPr>
        <p:spPr>
          <a:xfrm>
            <a:off x="8253678" y="1349517"/>
            <a:ext cx="182304" cy="234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0000FF"/>
            </a:solidFill>
            <a:prstDash val="solid"/>
          </a:ln>
          <a:effectLst/>
        </p:spPr>
        <p:txBody>
          <a:bodyPr vert="eaVert" lIns="0" tIns="0" rIns="0" bIns="0"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서편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3170DEC-A5A7-1371-FAD6-0970B6539FEA}"/>
              </a:ext>
            </a:extLst>
          </p:cNvPr>
          <p:cNvSpPr/>
          <p:nvPr/>
        </p:nvSpPr>
        <p:spPr>
          <a:xfrm>
            <a:off x="8253678" y="3884540"/>
            <a:ext cx="182304" cy="234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0000FF"/>
            </a:solidFill>
            <a:prstDash val="solid"/>
          </a:ln>
          <a:effectLst/>
        </p:spPr>
        <p:txBody>
          <a:bodyPr vert="eaVert" lIns="0" tIns="0" rIns="0" bIns="0"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동편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2A3B832D-38A9-2A8E-DBDD-D690BE07344F}"/>
              </a:ext>
            </a:extLst>
          </p:cNvPr>
          <p:cNvSpPr/>
          <p:nvPr/>
        </p:nvSpPr>
        <p:spPr>
          <a:xfrm>
            <a:off x="4153534" y="1334830"/>
            <a:ext cx="3867099" cy="23135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F8386B2B-9F71-D605-D689-7AE92675D7F8}"/>
              </a:ext>
            </a:extLst>
          </p:cNvPr>
          <p:cNvSpPr/>
          <p:nvPr/>
        </p:nvSpPr>
        <p:spPr>
          <a:xfrm>
            <a:off x="4136722" y="5706694"/>
            <a:ext cx="1393988" cy="248356"/>
          </a:xfrm>
          <a:prstGeom prst="rect">
            <a:avLst/>
          </a:prstGeom>
          <a:solidFill>
            <a:schemeClr val="tx1">
              <a:lumMod val="50000"/>
              <a:lumOff val="5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사무실</a:t>
            </a:r>
          </a:p>
        </p:txBody>
      </p:sp>
      <p:sp>
        <p:nvSpPr>
          <p:cNvPr id="86" name="텍스트 개체 틀 23">
            <a:extLst>
              <a:ext uri="{FF2B5EF4-FFF2-40B4-BE49-F238E27FC236}">
                <a16:creationId xmlns:a16="http://schemas.microsoft.com/office/drawing/2014/main" id="{3378AF9D-8FAF-D67C-885C-BAAF4A6B7434}"/>
              </a:ext>
            </a:extLst>
          </p:cNvPr>
          <p:cNvSpPr txBox="1">
            <a:spLocks/>
          </p:cNvSpPr>
          <p:nvPr/>
        </p:nvSpPr>
        <p:spPr>
          <a:xfrm>
            <a:off x="141515" y="631733"/>
            <a:ext cx="9087555" cy="479786"/>
          </a:xfrm>
          <a:prstGeom prst="rect">
            <a:avLst/>
          </a:prstGeom>
        </p:spPr>
        <p:txBody>
          <a:bodyPr/>
          <a:lstStyle>
            <a:lvl1pPr marL="0" indent="0" algn="l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sz="1800" b="1" baseline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defRPr>
            </a:lvl1pPr>
            <a:lvl2pPr marL="457200" indent="0" algn="l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l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l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sz="1050" dirty="0">
                <a:latin typeface="Arial Narrow" panose="020B0606020202030204" pitchFamily="34" charset="0"/>
              </a:rPr>
              <a:t>[1] </a:t>
            </a:r>
            <a:r>
              <a:rPr lang="ko-KR" altLang="en-US" sz="1050" dirty="0" err="1">
                <a:latin typeface="Arial Narrow" panose="020B0606020202030204" pitchFamily="34" charset="0"/>
              </a:rPr>
              <a:t>방진룸</a:t>
            </a:r>
            <a:r>
              <a:rPr lang="en-US" altLang="ko-KR" sz="1050" dirty="0">
                <a:latin typeface="Arial Narrow" panose="020B0606020202030204" pitchFamily="34" charset="0"/>
              </a:rPr>
              <a:t>(</a:t>
            </a:r>
            <a:r>
              <a:rPr lang="ko-KR" altLang="en-US" sz="1050" dirty="0">
                <a:latin typeface="Arial Narrow" panose="020B0606020202030204" pitchFamily="34" charset="0"/>
              </a:rPr>
              <a:t>양극</a:t>
            </a:r>
            <a:r>
              <a:rPr lang="en-US" altLang="ko-KR" sz="1050" dirty="0">
                <a:latin typeface="Arial Narrow" panose="020B0606020202030204" pitchFamily="34" charset="0"/>
              </a:rPr>
              <a:t>) </a:t>
            </a:r>
            <a:r>
              <a:rPr lang="ko-KR" altLang="en-US" sz="1050" dirty="0">
                <a:latin typeface="Arial Narrow" panose="020B0606020202030204" pitchFamily="34" charset="0"/>
              </a:rPr>
              <a:t>→ </a:t>
            </a:r>
            <a:r>
              <a:rPr lang="en-US" altLang="ko-KR" sz="1050" dirty="0">
                <a:latin typeface="Arial Narrow" panose="020B0606020202030204" pitchFamily="34" charset="0"/>
              </a:rPr>
              <a:t>[2] Mixer(</a:t>
            </a:r>
            <a:r>
              <a:rPr lang="ko-KR" altLang="en-US" sz="1050" dirty="0">
                <a:latin typeface="Arial Narrow" panose="020B0606020202030204" pitchFamily="34" charset="0"/>
              </a:rPr>
              <a:t>양극</a:t>
            </a:r>
            <a:r>
              <a:rPr lang="en-US" altLang="ko-KR" sz="1050" dirty="0">
                <a:latin typeface="Arial Narrow" panose="020B0606020202030204" pitchFamily="34" charset="0"/>
              </a:rPr>
              <a:t>) #1/#2</a:t>
            </a:r>
            <a:r>
              <a:rPr lang="ko-KR" altLang="en-US" sz="1050" dirty="0">
                <a:latin typeface="Arial Narrow" panose="020B0606020202030204" pitchFamily="34" charset="0"/>
              </a:rPr>
              <a:t>호기 → </a:t>
            </a:r>
            <a:r>
              <a:rPr lang="en-US" altLang="ko-KR" sz="1050" dirty="0">
                <a:latin typeface="Arial Narrow" panose="020B0606020202030204" pitchFamily="34" charset="0"/>
              </a:rPr>
              <a:t>[3] </a:t>
            </a:r>
            <a:r>
              <a:rPr lang="ko-KR" altLang="en-US" sz="1050" dirty="0">
                <a:latin typeface="Arial Narrow" panose="020B0606020202030204" pitchFamily="34" charset="0"/>
              </a:rPr>
              <a:t>코터</a:t>
            </a:r>
            <a:r>
              <a:rPr lang="en-US" altLang="ko-KR" sz="1050" dirty="0">
                <a:latin typeface="Arial Narrow" panose="020B0606020202030204" pitchFamily="34" charset="0"/>
              </a:rPr>
              <a:t>(</a:t>
            </a:r>
            <a:r>
              <a:rPr lang="ko-KR" altLang="en-US" sz="1050" dirty="0">
                <a:latin typeface="Arial Narrow" panose="020B0606020202030204" pitchFamily="34" charset="0"/>
              </a:rPr>
              <a:t>양극</a:t>
            </a:r>
            <a:r>
              <a:rPr lang="en-US" altLang="ko-KR" sz="1050" dirty="0">
                <a:latin typeface="Arial Narrow" panose="020B0606020202030204" pitchFamily="34" charset="0"/>
              </a:rPr>
              <a:t>) 1/2</a:t>
            </a:r>
            <a:r>
              <a:rPr lang="ko-KR" altLang="en-US" sz="1050" dirty="0">
                <a:latin typeface="Arial Narrow" panose="020B0606020202030204" pitchFamily="34" charset="0"/>
              </a:rPr>
              <a:t>호기 → </a:t>
            </a:r>
            <a:r>
              <a:rPr lang="en-US" altLang="ko-KR" sz="1050" dirty="0">
                <a:latin typeface="Arial Narrow" panose="020B0606020202030204" pitchFamily="34" charset="0"/>
              </a:rPr>
              <a:t>[4] </a:t>
            </a:r>
            <a:r>
              <a:rPr lang="ko-KR" altLang="en-US" sz="1050" dirty="0" err="1">
                <a:latin typeface="Arial Narrow" panose="020B0606020202030204" pitchFamily="34" charset="0"/>
              </a:rPr>
              <a:t>방진룸</a:t>
            </a:r>
            <a:r>
              <a:rPr lang="ko-KR" altLang="en-US" sz="1050" dirty="0">
                <a:latin typeface="Arial Narrow" panose="020B0606020202030204" pitchFamily="34" charset="0"/>
              </a:rPr>
              <a:t> → </a:t>
            </a:r>
            <a:r>
              <a:rPr lang="en-US" altLang="ko-KR" sz="1050" dirty="0">
                <a:latin typeface="Arial Narrow" panose="020B0606020202030204" pitchFamily="34" charset="0"/>
              </a:rPr>
              <a:t>[5] R/P(+) 1</a:t>
            </a:r>
            <a:r>
              <a:rPr lang="ko-KR" altLang="en-US" sz="1050" dirty="0">
                <a:latin typeface="Arial Narrow" panose="020B0606020202030204" pitchFamily="34" charset="0"/>
              </a:rPr>
              <a:t>호기 → </a:t>
            </a:r>
            <a:r>
              <a:rPr lang="en-US" altLang="ko-KR" sz="1050" dirty="0">
                <a:latin typeface="Arial Narrow" panose="020B0606020202030204" pitchFamily="34" charset="0"/>
              </a:rPr>
              <a:t>[6]N&amp;D(+) 1</a:t>
            </a:r>
            <a:r>
              <a:rPr lang="ko-KR" altLang="en-US" sz="1050" dirty="0">
                <a:latin typeface="Arial Narrow" panose="020B0606020202030204" pitchFamily="34" charset="0"/>
              </a:rPr>
              <a:t>호기 → </a:t>
            </a:r>
            <a:r>
              <a:rPr lang="en-US" altLang="ko-KR" sz="1050" dirty="0">
                <a:latin typeface="Arial Narrow" panose="020B0606020202030204" pitchFamily="34" charset="0"/>
              </a:rPr>
              <a:t>[7]</a:t>
            </a:r>
            <a:r>
              <a:rPr lang="ko-KR" altLang="en-US" sz="1050" dirty="0" err="1">
                <a:latin typeface="Arial Narrow" panose="020B0606020202030204" pitchFamily="34" charset="0"/>
              </a:rPr>
              <a:t>방진룸</a:t>
            </a:r>
            <a:r>
              <a:rPr lang="ko-KR" altLang="en-US" sz="1050" dirty="0">
                <a:latin typeface="Arial Narrow" panose="020B0606020202030204" pitchFamily="34" charset="0"/>
              </a:rPr>
              <a:t> → </a:t>
            </a:r>
            <a:r>
              <a:rPr lang="en-US" altLang="ko-KR" sz="1050" dirty="0">
                <a:latin typeface="Arial Narrow" panose="020B0606020202030204" pitchFamily="34" charset="0"/>
              </a:rPr>
              <a:t>[8]L&amp;S </a:t>
            </a:r>
            <a:r>
              <a:rPr lang="ko-KR" altLang="en-US" sz="1050" dirty="0">
                <a:latin typeface="Arial Narrow" panose="020B0606020202030204" pitchFamily="34" charset="0"/>
              </a:rPr>
              <a:t>→ </a:t>
            </a:r>
            <a:r>
              <a:rPr lang="en-US" altLang="ko-KR" sz="1050" dirty="0">
                <a:latin typeface="Arial Narrow" panose="020B0606020202030204" pitchFamily="34" charset="0"/>
              </a:rPr>
              <a:t>[9] PKG</a:t>
            </a:r>
          </a:p>
          <a:p>
            <a:r>
              <a:rPr lang="ko-KR" altLang="en-US" sz="1050" dirty="0">
                <a:latin typeface="Arial Narrow" panose="020B0606020202030204" pitchFamily="34" charset="0"/>
              </a:rPr>
              <a:t>→ </a:t>
            </a:r>
            <a:r>
              <a:rPr lang="en-US" altLang="ko-KR" sz="1050" dirty="0">
                <a:latin typeface="Arial Narrow" panose="020B0606020202030204" pitchFamily="34" charset="0"/>
              </a:rPr>
              <a:t>[10] </a:t>
            </a:r>
            <a:r>
              <a:rPr lang="ko-KR" altLang="en-US" sz="1050" dirty="0">
                <a:latin typeface="Arial Narrow" panose="020B0606020202030204" pitchFamily="34" charset="0"/>
              </a:rPr>
              <a:t>승차</a:t>
            </a:r>
            <a:r>
              <a:rPr lang="en-US" altLang="ko-KR" sz="1050" dirty="0">
                <a:latin typeface="Arial Narrow" panose="020B0606020202030204" pitchFamily="34" charset="0"/>
              </a:rPr>
              <a:t>(</a:t>
            </a:r>
            <a:r>
              <a:rPr lang="ko-KR" altLang="en-US" sz="1050" dirty="0" err="1">
                <a:latin typeface="Arial Narrow" panose="020B0606020202030204" pitchFamily="34" charset="0"/>
              </a:rPr>
              <a:t>모듈동</a:t>
            </a:r>
            <a:r>
              <a:rPr lang="ko-KR" altLang="en-US" sz="1050" dirty="0">
                <a:latin typeface="Arial Narrow" panose="020B0606020202030204" pitchFamily="34" charset="0"/>
              </a:rPr>
              <a:t> 이동</a:t>
            </a:r>
            <a:r>
              <a:rPr lang="en-US" altLang="ko-KR" sz="1050" dirty="0">
                <a:latin typeface="Arial Narrow" panose="020B0606020202030204" pitchFamily="34" charset="0"/>
              </a:rPr>
              <a:t>) </a:t>
            </a:r>
            <a:r>
              <a:rPr lang="ko-KR" altLang="en-US" sz="1050" dirty="0">
                <a:latin typeface="Arial Narrow" panose="020B0606020202030204" pitchFamily="34" charset="0"/>
              </a:rPr>
              <a:t>→ </a:t>
            </a:r>
            <a:r>
              <a:rPr lang="en-US" altLang="ko-KR" sz="1050" dirty="0">
                <a:latin typeface="Arial Narrow" panose="020B0606020202030204" pitchFamily="34" charset="0"/>
              </a:rPr>
              <a:t>[11] ESS</a:t>
            </a:r>
            <a:r>
              <a:rPr lang="ko-KR" altLang="en-US" sz="1050" dirty="0">
                <a:latin typeface="Arial Narrow" panose="020B0606020202030204" pitchFamily="34" charset="0"/>
              </a:rPr>
              <a:t> </a:t>
            </a:r>
            <a:r>
              <a:rPr lang="en-US" altLang="ko-KR" sz="1050" dirty="0">
                <a:latin typeface="Arial Narrow" panose="020B0606020202030204" pitchFamily="34" charset="0"/>
              </a:rPr>
              <a:t>Pack</a:t>
            </a:r>
            <a:r>
              <a:rPr lang="ko-KR" altLang="en-US" sz="1050" dirty="0">
                <a:latin typeface="Arial Narrow" panose="020B0606020202030204" pitchFamily="34" charset="0"/>
              </a:rPr>
              <a:t> </a:t>
            </a:r>
            <a:r>
              <a:rPr lang="en-US" altLang="ko-KR" sz="1050" dirty="0">
                <a:latin typeface="Arial Narrow" panose="020B0606020202030204" pitchFamily="34" charset="0"/>
              </a:rPr>
              <a:t>Line </a:t>
            </a:r>
            <a:r>
              <a:rPr lang="ko-KR" altLang="en-US" sz="1050" dirty="0">
                <a:latin typeface="Arial Narrow" panose="020B0606020202030204" pitchFamily="34" charset="0"/>
              </a:rPr>
              <a:t>→ </a:t>
            </a:r>
            <a:r>
              <a:rPr lang="en-US" altLang="ko-KR" sz="1050" dirty="0">
                <a:latin typeface="Arial Narrow" panose="020B0606020202030204" pitchFamily="34" charset="0"/>
              </a:rPr>
              <a:t>[12] </a:t>
            </a:r>
            <a:r>
              <a:rPr lang="ko-KR" altLang="en-US" sz="1050" dirty="0">
                <a:latin typeface="Arial Narrow" panose="020B0606020202030204" pitchFamily="34" charset="0"/>
              </a:rPr>
              <a:t>승차</a:t>
            </a:r>
            <a:r>
              <a:rPr lang="en-US" altLang="ko-KR" sz="1050" dirty="0">
                <a:latin typeface="Arial Narrow" panose="020B0606020202030204" pitchFamily="34" charset="0"/>
              </a:rPr>
              <a:t>(</a:t>
            </a:r>
            <a:r>
              <a:rPr lang="ko-KR" altLang="en-US" sz="1050" dirty="0">
                <a:latin typeface="Arial Narrow" panose="020B0606020202030204" pitchFamily="34" charset="0"/>
              </a:rPr>
              <a:t>사무실 이동</a:t>
            </a:r>
            <a:r>
              <a:rPr lang="en-US" altLang="ko-KR" sz="1050" dirty="0">
                <a:latin typeface="Arial Narrow" panose="020B0606020202030204" pitchFamily="34" charset="0"/>
              </a:rPr>
              <a:t>) </a:t>
            </a:r>
            <a:r>
              <a:rPr lang="ko-KR" altLang="en-US" sz="1050" dirty="0">
                <a:latin typeface="Arial Narrow" panose="020B0606020202030204" pitchFamily="34" charset="0"/>
              </a:rPr>
              <a:t>→ 사무실 복귀</a:t>
            </a:r>
            <a:endParaRPr lang="en-US" altLang="ko-KR" sz="1050" kern="0" dirty="0">
              <a:latin typeface="Arial Narrow" panose="020B0606020202030204" pitchFamily="34" charset="0"/>
              <a:cs typeface="Arial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3CB0118-98C4-4AE8-7138-20C2E9762341}"/>
              </a:ext>
            </a:extLst>
          </p:cNvPr>
          <p:cNvSpPr txBox="1"/>
          <p:nvPr/>
        </p:nvSpPr>
        <p:spPr>
          <a:xfrm>
            <a:off x="4409083" y="4977138"/>
            <a:ext cx="189154" cy="138499"/>
          </a:xfrm>
          <a:prstGeom prst="rect">
            <a:avLst/>
          </a:prstGeom>
          <a:solidFill>
            <a:srgbClr val="8064A2">
              <a:lumMod val="20000"/>
              <a:lumOff val="80000"/>
              <a:alpha val="30000"/>
            </a:srgbClr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L&amp;S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906E15F-A305-4E15-01B8-A62E80FA515A}"/>
              </a:ext>
            </a:extLst>
          </p:cNvPr>
          <p:cNvSpPr txBox="1"/>
          <p:nvPr/>
        </p:nvSpPr>
        <p:spPr>
          <a:xfrm>
            <a:off x="5133009" y="4977138"/>
            <a:ext cx="205184" cy="138499"/>
          </a:xfrm>
          <a:prstGeom prst="rect">
            <a:avLst/>
          </a:prstGeom>
          <a:solidFill>
            <a:srgbClr val="8064A2">
              <a:lumMod val="20000"/>
              <a:lumOff val="80000"/>
              <a:alpha val="30000"/>
            </a:srgbClr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b="1" kern="0" dirty="0">
                <a:solidFill>
                  <a:srgbClr val="00206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PKG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F9B50D24-A1A5-E0C7-E77E-86B8A70E2936}"/>
              </a:ext>
            </a:extLst>
          </p:cNvPr>
          <p:cNvCxnSpPr>
            <a:cxnSpLocks/>
          </p:cNvCxnSpPr>
          <p:nvPr/>
        </p:nvCxnSpPr>
        <p:spPr>
          <a:xfrm flipV="1">
            <a:off x="3993983" y="3748941"/>
            <a:ext cx="914" cy="2088000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headEnd type="none" w="med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BD8E9822-1D9B-203E-6DE7-BA263F33F97D}"/>
              </a:ext>
            </a:extLst>
          </p:cNvPr>
          <p:cNvCxnSpPr>
            <a:cxnSpLocks/>
          </p:cNvCxnSpPr>
          <p:nvPr/>
        </p:nvCxnSpPr>
        <p:spPr>
          <a:xfrm flipH="1">
            <a:off x="3991666" y="5836516"/>
            <a:ext cx="180000" cy="0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headEnd type="none" w="med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1E1A3589-9160-CF84-BAFF-CEF1D687400E}"/>
              </a:ext>
            </a:extLst>
          </p:cNvPr>
          <p:cNvCxnSpPr>
            <a:cxnSpLocks/>
          </p:cNvCxnSpPr>
          <p:nvPr/>
        </p:nvCxnSpPr>
        <p:spPr>
          <a:xfrm flipH="1">
            <a:off x="2739179" y="3780355"/>
            <a:ext cx="1224000" cy="0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headEnd type="none" w="med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6663CF7E-9834-AF87-D2AA-135DF429AB59}"/>
              </a:ext>
            </a:extLst>
          </p:cNvPr>
          <p:cNvSpPr/>
          <p:nvPr/>
        </p:nvSpPr>
        <p:spPr>
          <a:xfrm>
            <a:off x="1148246" y="3743817"/>
            <a:ext cx="6974011" cy="134212"/>
          </a:xfrm>
          <a:prstGeom prst="rect">
            <a:avLst/>
          </a:prstGeom>
          <a:solidFill>
            <a:srgbClr val="00B0F0">
              <a:alpha val="5000"/>
            </a:srgb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52086296-8AE1-D1E6-FE87-BC869D516E27}"/>
              </a:ext>
            </a:extLst>
          </p:cNvPr>
          <p:cNvSpPr/>
          <p:nvPr/>
        </p:nvSpPr>
        <p:spPr>
          <a:xfrm flipV="1">
            <a:off x="2705347" y="1325165"/>
            <a:ext cx="72000" cy="5004000"/>
          </a:xfrm>
          <a:prstGeom prst="rect">
            <a:avLst/>
          </a:prstGeom>
          <a:solidFill>
            <a:srgbClr val="00B0F0">
              <a:alpha val="5000"/>
            </a:srgb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01E3A1F-8D84-EFD7-2BDD-A37B7A4146E4}"/>
              </a:ext>
            </a:extLst>
          </p:cNvPr>
          <p:cNvSpPr txBox="1"/>
          <p:nvPr/>
        </p:nvSpPr>
        <p:spPr>
          <a:xfrm>
            <a:off x="2571371" y="6327476"/>
            <a:ext cx="55409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i="0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Superior</a:t>
            </a:r>
            <a:endParaRPr kumimoji="0" lang="ko-KR" altLang="en-US" sz="70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228363E-9F67-29DB-20C6-EA73BB109D3C}"/>
              </a:ext>
            </a:extLst>
          </p:cNvPr>
          <p:cNvSpPr txBox="1"/>
          <p:nvPr/>
        </p:nvSpPr>
        <p:spPr>
          <a:xfrm>
            <a:off x="3820341" y="6343880"/>
            <a:ext cx="55409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i="0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Michigan</a:t>
            </a:r>
            <a:endParaRPr kumimoji="0" lang="ko-KR" altLang="en-US" sz="70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8A14889B-6C97-65A0-1EFB-FE356AB457B8}"/>
              </a:ext>
            </a:extLst>
          </p:cNvPr>
          <p:cNvSpPr/>
          <p:nvPr/>
        </p:nvSpPr>
        <p:spPr>
          <a:xfrm flipV="1">
            <a:off x="5538108" y="1302597"/>
            <a:ext cx="72000" cy="5004000"/>
          </a:xfrm>
          <a:prstGeom prst="rect">
            <a:avLst/>
          </a:prstGeom>
          <a:solidFill>
            <a:srgbClr val="00B0F0">
              <a:alpha val="5000"/>
            </a:srgb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8201BDD-2D7F-335A-2B7A-17AAB1929B10}"/>
              </a:ext>
            </a:extLst>
          </p:cNvPr>
          <p:cNvSpPr txBox="1"/>
          <p:nvPr/>
        </p:nvSpPr>
        <p:spPr>
          <a:xfrm>
            <a:off x="5474035" y="6339113"/>
            <a:ext cx="55409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i="0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Huron</a:t>
            </a:r>
            <a:endParaRPr kumimoji="0" lang="ko-KR" altLang="en-US" sz="70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33B6488E-AA45-D0FA-3488-7E732F87E920}"/>
              </a:ext>
            </a:extLst>
          </p:cNvPr>
          <p:cNvSpPr txBox="1"/>
          <p:nvPr/>
        </p:nvSpPr>
        <p:spPr>
          <a:xfrm>
            <a:off x="6993134" y="6343561"/>
            <a:ext cx="55409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i="0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Erie</a:t>
            </a:r>
            <a:endParaRPr kumimoji="0" lang="ko-KR" altLang="en-US" sz="70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EE9744F4-23A3-FBDF-7886-B0CA6FAA0BEF}"/>
              </a:ext>
            </a:extLst>
          </p:cNvPr>
          <p:cNvSpPr/>
          <p:nvPr/>
        </p:nvSpPr>
        <p:spPr>
          <a:xfrm flipV="1">
            <a:off x="7027952" y="1308880"/>
            <a:ext cx="72000" cy="5004000"/>
          </a:xfrm>
          <a:prstGeom prst="rect">
            <a:avLst/>
          </a:prstGeom>
          <a:solidFill>
            <a:srgbClr val="00B0F0">
              <a:alpha val="5000"/>
            </a:srgb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2443F8EA-DFEB-7682-425B-4BB628880F50}"/>
              </a:ext>
            </a:extLst>
          </p:cNvPr>
          <p:cNvSpPr txBox="1"/>
          <p:nvPr/>
        </p:nvSpPr>
        <p:spPr>
          <a:xfrm>
            <a:off x="1244708" y="2604617"/>
            <a:ext cx="365485" cy="138499"/>
          </a:xfrm>
          <a:prstGeom prst="rect">
            <a:avLst/>
          </a:prstGeom>
          <a:solidFill>
            <a:srgbClr val="8064A2">
              <a:lumMod val="20000"/>
              <a:lumOff val="80000"/>
              <a:alpha val="30000"/>
            </a:srgbClr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Mixer(+)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80F8DEDA-E3FB-0ABF-2E6F-E7E44CAF8308}"/>
              </a:ext>
            </a:extLst>
          </p:cNvPr>
          <p:cNvSpPr txBox="1"/>
          <p:nvPr/>
        </p:nvSpPr>
        <p:spPr>
          <a:xfrm>
            <a:off x="1222043" y="1749364"/>
            <a:ext cx="419987" cy="138499"/>
          </a:xfrm>
          <a:prstGeom prst="rect">
            <a:avLst/>
          </a:prstGeom>
          <a:solidFill>
            <a:srgbClr val="8064A2">
              <a:lumMod val="20000"/>
              <a:lumOff val="80000"/>
              <a:alpha val="30000"/>
            </a:srgbClr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b="1" kern="0" dirty="0">
                <a:solidFill>
                  <a:srgbClr val="00206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Coater</a:t>
            </a: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(+)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95B0554C-87D5-53F5-FE6C-CD892ABFDC8F}"/>
              </a:ext>
            </a:extLst>
          </p:cNvPr>
          <p:cNvSpPr/>
          <p:nvPr/>
        </p:nvSpPr>
        <p:spPr>
          <a:xfrm>
            <a:off x="1399650" y="3645403"/>
            <a:ext cx="252000" cy="10675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Lifter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22901FAD-B6DD-AA57-5E6A-65DAE22A2B0A}"/>
              </a:ext>
            </a:extLst>
          </p:cNvPr>
          <p:cNvSpPr/>
          <p:nvPr/>
        </p:nvSpPr>
        <p:spPr>
          <a:xfrm>
            <a:off x="1399650" y="3863986"/>
            <a:ext cx="252000" cy="10675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Lifter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619234F6-A1AF-D86F-ECAA-98D60BBF2409}"/>
              </a:ext>
            </a:extLst>
          </p:cNvPr>
          <p:cNvSpPr txBox="1"/>
          <p:nvPr/>
        </p:nvSpPr>
        <p:spPr>
          <a:xfrm>
            <a:off x="1193005" y="4417740"/>
            <a:ext cx="343043" cy="138499"/>
          </a:xfrm>
          <a:prstGeom prst="rect">
            <a:avLst/>
          </a:prstGeom>
          <a:solidFill>
            <a:srgbClr val="8064A2">
              <a:lumMod val="20000"/>
              <a:lumOff val="80000"/>
              <a:alpha val="30000"/>
            </a:srgbClr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Mixer(-)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D88FF9C1-5E63-C11C-8D1D-7EA740677D8A}"/>
              </a:ext>
            </a:extLst>
          </p:cNvPr>
          <p:cNvSpPr txBox="1"/>
          <p:nvPr/>
        </p:nvSpPr>
        <p:spPr>
          <a:xfrm>
            <a:off x="1228372" y="5411671"/>
            <a:ext cx="397545" cy="138499"/>
          </a:xfrm>
          <a:prstGeom prst="rect">
            <a:avLst/>
          </a:prstGeom>
          <a:solidFill>
            <a:srgbClr val="8064A2">
              <a:lumMod val="20000"/>
              <a:lumOff val="80000"/>
              <a:alpha val="30000"/>
            </a:srgbClr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Coater(-)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085D7EE0-8FF9-B7B5-4AAC-639B0D494ED4}"/>
              </a:ext>
            </a:extLst>
          </p:cNvPr>
          <p:cNvSpPr txBox="1"/>
          <p:nvPr/>
        </p:nvSpPr>
        <p:spPr>
          <a:xfrm>
            <a:off x="631746" y="3744644"/>
            <a:ext cx="55409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i="0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Central Spine</a:t>
            </a:r>
            <a:endParaRPr kumimoji="0" lang="ko-KR" altLang="en-US" sz="70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7BFB0B67-9600-C8D9-EF2E-2B6951C53DC9}"/>
              </a:ext>
            </a:extLst>
          </p:cNvPr>
          <p:cNvSpPr/>
          <p:nvPr/>
        </p:nvSpPr>
        <p:spPr>
          <a:xfrm>
            <a:off x="2322611" y="3206171"/>
            <a:ext cx="378987" cy="136428"/>
          </a:xfrm>
          <a:prstGeom prst="rect">
            <a:avLst/>
          </a:prstGeom>
          <a:solidFill>
            <a:srgbClr val="92D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C6EC47DD-2069-9807-12DA-90EA4DEF9B68}"/>
              </a:ext>
            </a:extLst>
          </p:cNvPr>
          <p:cNvSpPr txBox="1"/>
          <p:nvPr/>
        </p:nvSpPr>
        <p:spPr>
          <a:xfrm>
            <a:off x="2258491" y="3207415"/>
            <a:ext cx="5072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[1] </a:t>
            </a:r>
            <a:r>
              <a: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방진룸</a:t>
            </a:r>
          </a:p>
        </p:txBody>
      </p:sp>
      <p:cxnSp>
        <p:nvCxnSpPr>
          <p:cNvPr id="215" name="직선 연결선 214">
            <a:extLst>
              <a:ext uri="{FF2B5EF4-FFF2-40B4-BE49-F238E27FC236}">
                <a16:creationId xmlns:a16="http://schemas.microsoft.com/office/drawing/2014/main" id="{33B9FC83-AF71-A7C9-8F61-373C6968517A}"/>
              </a:ext>
            </a:extLst>
          </p:cNvPr>
          <p:cNvCxnSpPr>
            <a:cxnSpLocks/>
          </p:cNvCxnSpPr>
          <p:nvPr/>
        </p:nvCxnSpPr>
        <p:spPr>
          <a:xfrm flipH="1">
            <a:off x="1855233" y="2865588"/>
            <a:ext cx="108000" cy="0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headEnd type="none" w="med" len="sm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A19BDAAD-8951-7784-B263-B50626DF6780}"/>
              </a:ext>
            </a:extLst>
          </p:cNvPr>
          <p:cNvSpPr/>
          <p:nvPr/>
        </p:nvSpPr>
        <p:spPr>
          <a:xfrm>
            <a:off x="1240305" y="2110774"/>
            <a:ext cx="1246067" cy="314565"/>
          </a:xfrm>
          <a:prstGeom prst="rect">
            <a:avLst/>
          </a:prstGeom>
          <a:solidFill>
            <a:srgbClr val="92D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1" name="직선 연결선 220">
            <a:extLst>
              <a:ext uri="{FF2B5EF4-FFF2-40B4-BE49-F238E27FC236}">
                <a16:creationId xmlns:a16="http://schemas.microsoft.com/office/drawing/2014/main" id="{A23FC143-8CA4-4DE1-26D4-E0EE11CD422E}"/>
              </a:ext>
            </a:extLst>
          </p:cNvPr>
          <p:cNvCxnSpPr>
            <a:cxnSpLocks/>
          </p:cNvCxnSpPr>
          <p:nvPr/>
        </p:nvCxnSpPr>
        <p:spPr>
          <a:xfrm flipH="1" flipV="1">
            <a:off x="1548849" y="3090239"/>
            <a:ext cx="432000" cy="0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headEnd type="none" w="med" len="sm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직선 연결선 222">
            <a:extLst>
              <a:ext uri="{FF2B5EF4-FFF2-40B4-BE49-F238E27FC236}">
                <a16:creationId xmlns:a16="http://schemas.microsoft.com/office/drawing/2014/main" id="{C517CFCE-C9EF-0E2C-2161-C2BA92A41B19}"/>
              </a:ext>
            </a:extLst>
          </p:cNvPr>
          <p:cNvCxnSpPr>
            <a:cxnSpLocks/>
          </p:cNvCxnSpPr>
          <p:nvPr/>
        </p:nvCxnSpPr>
        <p:spPr>
          <a:xfrm flipV="1">
            <a:off x="1757961" y="2443762"/>
            <a:ext cx="0" cy="396000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직선 연결선 223">
            <a:extLst>
              <a:ext uri="{FF2B5EF4-FFF2-40B4-BE49-F238E27FC236}">
                <a16:creationId xmlns:a16="http://schemas.microsoft.com/office/drawing/2014/main" id="{BA5F0FFD-7707-77EA-D3FA-EF9B0A4E96E5}"/>
              </a:ext>
            </a:extLst>
          </p:cNvPr>
          <p:cNvCxnSpPr>
            <a:cxnSpLocks/>
          </p:cNvCxnSpPr>
          <p:nvPr/>
        </p:nvCxnSpPr>
        <p:spPr>
          <a:xfrm>
            <a:off x="1812567" y="2522359"/>
            <a:ext cx="720000" cy="0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headEnd w="med" len="sm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직선 연결선 224">
            <a:extLst>
              <a:ext uri="{FF2B5EF4-FFF2-40B4-BE49-F238E27FC236}">
                <a16:creationId xmlns:a16="http://schemas.microsoft.com/office/drawing/2014/main" id="{6CAAEF11-CC5E-A7A8-99B8-25B0DF95C3D0}"/>
              </a:ext>
            </a:extLst>
          </p:cNvPr>
          <p:cNvCxnSpPr>
            <a:cxnSpLocks/>
          </p:cNvCxnSpPr>
          <p:nvPr/>
        </p:nvCxnSpPr>
        <p:spPr>
          <a:xfrm>
            <a:off x="1811056" y="2537602"/>
            <a:ext cx="0" cy="324000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headEnd type="none" w="med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직선 연결선 225">
            <a:extLst>
              <a:ext uri="{FF2B5EF4-FFF2-40B4-BE49-F238E27FC236}">
                <a16:creationId xmlns:a16="http://schemas.microsoft.com/office/drawing/2014/main" id="{B413B80F-5A4F-B625-1203-49F5B627F83D}"/>
              </a:ext>
            </a:extLst>
          </p:cNvPr>
          <p:cNvCxnSpPr>
            <a:cxnSpLocks/>
          </p:cNvCxnSpPr>
          <p:nvPr/>
        </p:nvCxnSpPr>
        <p:spPr>
          <a:xfrm flipH="1" flipV="1">
            <a:off x="2552830" y="3393012"/>
            <a:ext cx="216000" cy="0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headEnd type="none" w="med" len="sm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D5C43A7-85E8-6DA7-C344-E0324D4D03D2}"/>
              </a:ext>
            </a:extLst>
          </p:cNvPr>
          <p:cNvSpPr txBox="1"/>
          <p:nvPr/>
        </p:nvSpPr>
        <p:spPr>
          <a:xfrm>
            <a:off x="5797507" y="4557130"/>
            <a:ext cx="568299" cy="107722"/>
          </a:xfrm>
          <a:prstGeom prst="rect">
            <a:avLst/>
          </a:prstGeom>
          <a:solidFill>
            <a:srgbClr val="8064A2">
              <a:lumMod val="20000"/>
              <a:lumOff val="80000"/>
              <a:alpha val="30000"/>
            </a:srgbClr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HPCD / J/F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6B3B0549-0D9E-0DCB-7505-1B95DD888A65}"/>
              </a:ext>
            </a:extLst>
          </p:cNvPr>
          <p:cNvSpPr txBox="1"/>
          <p:nvPr/>
        </p:nvSpPr>
        <p:spPr>
          <a:xfrm>
            <a:off x="5794600" y="4104904"/>
            <a:ext cx="507564" cy="107722"/>
          </a:xfrm>
          <a:prstGeom prst="rect">
            <a:avLst/>
          </a:prstGeom>
          <a:solidFill>
            <a:srgbClr val="8064A2">
              <a:lumMod val="20000"/>
              <a:lumOff val="80000"/>
              <a:alpha val="30000"/>
            </a:srgbClr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Pre-Aging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B93D3170-22D8-F203-0EC3-A8032E6D6F96}"/>
              </a:ext>
            </a:extLst>
          </p:cNvPr>
          <p:cNvSpPr txBox="1"/>
          <p:nvPr/>
        </p:nvSpPr>
        <p:spPr>
          <a:xfrm>
            <a:off x="6478253" y="4660568"/>
            <a:ext cx="507564" cy="215444"/>
          </a:xfrm>
          <a:prstGeom prst="rect">
            <a:avLst/>
          </a:prstGeom>
          <a:solidFill>
            <a:srgbClr val="8064A2">
              <a:lumMod val="20000"/>
              <a:lumOff val="80000"/>
              <a:alpha val="30000"/>
            </a:srgbClr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srgbClr val="00206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Shipping</a:t>
            </a:r>
          </a:p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Aging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46" name="직선 연결선 245">
            <a:extLst>
              <a:ext uri="{FF2B5EF4-FFF2-40B4-BE49-F238E27FC236}">
                <a16:creationId xmlns:a16="http://schemas.microsoft.com/office/drawing/2014/main" id="{405CE7AD-7093-BC4F-E40B-9BA87A974745}"/>
              </a:ext>
            </a:extLst>
          </p:cNvPr>
          <p:cNvCxnSpPr>
            <a:cxnSpLocks/>
          </p:cNvCxnSpPr>
          <p:nvPr/>
        </p:nvCxnSpPr>
        <p:spPr>
          <a:xfrm flipV="1">
            <a:off x="2554625" y="2514046"/>
            <a:ext cx="0" cy="864000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직선 연결선 246">
            <a:extLst>
              <a:ext uri="{FF2B5EF4-FFF2-40B4-BE49-F238E27FC236}">
                <a16:creationId xmlns:a16="http://schemas.microsoft.com/office/drawing/2014/main" id="{C952853F-0C46-F3AD-6B8E-24886ED9BEFC}"/>
              </a:ext>
            </a:extLst>
          </p:cNvPr>
          <p:cNvCxnSpPr>
            <a:cxnSpLocks/>
          </p:cNvCxnSpPr>
          <p:nvPr/>
        </p:nvCxnSpPr>
        <p:spPr>
          <a:xfrm>
            <a:off x="1973110" y="2888392"/>
            <a:ext cx="0" cy="216000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직선 연결선 247">
            <a:extLst>
              <a:ext uri="{FF2B5EF4-FFF2-40B4-BE49-F238E27FC236}">
                <a16:creationId xmlns:a16="http://schemas.microsoft.com/office/drawing/2014/main" id="{E1FF196E-0B09-9257-F5AD-A62B729691CA}"/>
              </a:ext>
            </a:extLst>
          </p:cNvPr>
          <p:cNvCxnSpPr>
            <a:cxnSpLocks/>
          </p:cNvCxnSpPr>
          <p:nvPr/>
        </p:nvCxnSpPr>
        <p:spPr>
          <a:xfrm>
            <a:off x="1776836" y="2460388"/>
            <a:ext cx="864000" cy="0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직선 연결선 248">
            <a:extLst>
              <a:ext uri="{FF2B5EF4-FFF2-40B4-BE49-F238E27FC236}">
                <a16:creationId xmlns:a16="http://schemas.microsoft.com/office/drawing/2014/main" id="{7F91DCD9-BEA5-18A6-A73A-5C185306D8FF}"/>
              </a:ext>
            </a:extLst>
          </p:cNvPr>
          <p:cNvCxnSpPr>
            <a:cxnSpLocks/>
          </p:cNvCxnSpPr>
          <p:nvPr/>
        </p:nvCxnSpPr>
        <p:spPr>
          <a:xfrm>
            <a:off x="2652341" y="2460388"/>
            <a:ext cx="0" cy="720000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headEnd type="none" w="med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직선 연결선 252">
            <a:extLst>
              <a:ext uri="{FF2B5EF4-FFF2-40B4-BE49-F238E27FC236}">
                <a16:creationId xmlns:a16="http://schemas.microsoft.com/office/drawing/2014/main" id="{6C439B14-4A6C-41BA-380D-B9C26D3ED255}"/>
              </a:ext>
            </a:extLst>
          </p:cNvPr>
          <p:cNvCxnSpPr>
            <a:cxnSpLocks/>
          </p:cNvCxnSpPr>
          <p:nvPr/>
        </p:nvCxnSpPr>
        <p:spPr>
          <a:xfrm flipH="1" flipV="1">
            <a:off x="2638726" y="3179649"/>
            <a:ext cx="108000" cy="0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headEnd type="none" w="med" len="sm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화살표 연결선 259">
            <a:extLst>
              <a:ext uri="{FF2B5EF4-FFF2-40B4-BE49-F238E27FC236}">
                <a16:creationId xmlns:a16="http://schemas.microsoft.com/office/drawing/2014/main" id="{5B993666-30C5-6320-B1F2-F505087F199D}"/>
              </a:ext>
            </a:extLst>
          </p:cNvPr>
          <p:cNvCxnSpPr>
            <a:cxnSpLocks/>
          </p:cNvCxnSpPr>
          <p:nvPr/>
        </p:nvCxnSpPr>
        <p:spPr>
          <a:xfrm>
            <a:off x="3980378" y="6574326"/>
            <a:ext cx="1636153" cy="0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triangle"/>
            <a:tailEnd type="triangle"/>
          </a:ln>
          <a:effectLst/>
        </p:spPr>
      </p:cxnSp>
      <p:cxnSp>
        <p:nvCxnSpPr>
          <p:cNvPr id="261" name="직선 화살표 연결선 260">
            <a:extLst>
              <a:ext uri="{FF2B5EF4-FFF2-40B4-BE49-F238E27FC236}">
                <a16:creationId xmlns:a16="http://schemas.microsoft.com/office/drawing/2014/main" id="{92A5EDB9-9143-E9B7-68E0-436753A97150}"/>
              </a:ext>
            </a:extLst>
          </p:cNvPr>
          <p:cNvCxnSpPr>
            <a:cxnSpLocks/>
          </p:cNvCxnSpPr>
          <p:nvPr/>
        </p:nvCxnSpPr>
        <p:spPr>
          <a:xfrm>
            <a:off x="5608824" y="6575322"/>
            <a:ext cx="2434225" cy="0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triangle"/>
            <a:tailEnd type="triangle"/>
          </a:ln>
          <a:effectLst/>
        </p:spPr>
      </p:cxnSp>
      <p:sp>
        <p:nvSpPr>
          <p:cNvPr id="264" name="TextBox 263">
            <a:extLst>
              <a:ext uri="{FF2B5EF4-FFF2-40B4-BE49-F238E27FC236}">
                <a16:creationId xmlns:a16="http://schemas.microsoft.com/office/drawing/2014/main" id="{6A8AB7D2-3989-0580-6796-D431C5FEA2B9}"/>
              </a:ext>
            </a:extLst>
          </p:cNvPr>
          <p:cNvSpPr txBox="1"/>
          <p:nvPr/>
        </p:nvSpPr>
        <p:spPr>
          <a:xfrm>
            <a:off x="8073729" y="3732726"/>
            <a:ext cx="266098" cy="153888"/>
          </a:xfrm>
          <a:prstGeom prst="rect">
            <a:avLst/>
          </a:prstGeom>
          <a:solidFill>
            <a:sysClr val="window" lastClr="FFFFFF"/>
          </a:solidFill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1000" b="1"/>
            </a:lvl1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426m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66" name="직사각형 265">
            <a:extLst>
              <a:ext uri="{FF2B5EF4-FFF2-40B4-BE49-F238E27FC236}">
                <a16:creationId xmlns:a16="http://schemas.microsoft.com/office/drawing/2014/main" id="{06CEFAED-3E35-4BE7-756E-90750DB2F08F}"/>
              </a:ext>
            </a:extLst>
          </p:cNvPr>
          <p:cNvSpPr/>
          <p:nvPr/>
        </p:nvSpPr>
        <p:spPr>
          <a:xfrm>
            <a:off x="8253678" y="3884540"/>
            <a:ext cx="182304" cy="234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0000FF"/>
            </a:solidFill>
            <a:prstDash val="solid"/>
          </a:ln>
          <a:effectLst/>
        </p:spPr>
        <p:txBody>
          <a:bodyPr vert="eaVert" lIns="0" tIns="0" rIns="0" bIns="0"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동편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67" name="직사각형 266">
            <a:extLst>
              <a:ext uri="{FF2B5EF4-FFF2-40B4-BE49-F238E27FC236}">
                <a16:creationId xmlns:a16="http://schemas.microsoft.com/office/drawing/2014/main" id="{C462CFAF-F298-97E1-8B95-CF1C7CF2EE27}"/>
              </a:ext>
            </a:extLst>
          </p:cNvPr>
          <p:cNvSpPr/>
          <p:nvPr/>
        </p:nvSpPr>
        <p:spPr>
          <a:xfrm>
            <a:off x="4136722" y="5706694"/>
            <a:ext cx="1393988" cy="248356"/>
          </a:xfrm>
          <a:prstGeom prst="rect">
            <a:avLst/>
          </a:prstGeom>
          <a:solidFill>
            <a:schemeClr val="tx1">
              <a:lumMod val="50000"/>
              <a:lumOff val="5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사무실</a:t>
            </a:r>
          </a:p>
        </p:txBody>
      </p:sp>
      <p:sp>
        <p:nvSpPr>
          <p:cNvPr id="269" name="직사각형 268">
            <a:extLst>
              <a:ext uri="{FF2B5EF4-FFF2-40B4-BE49-F238E27FC236}">
                <a16:creationId xmlns:a16="http://schemas.microsoft.com/office/drawing/2014/main" id="{7470273C-31E7-69C9-A00F-2BDA111AF9B7}"/>
              </a:ext>
            </a:extLst>
          </p:cNvPr>
          <p:cNvSpPr/>
          <p:nvPr/>
        </p:nvSpPr>
        <p:spPr>
          <a:xfrm>
            <a:off x="4178914" y="4664852"/>
            <a:ext cx="727328" cy="112198"/>
          </a:xfrm>
          <a:prstGeom prst="rect">
            <a:avLst/>
          </a:prstGeom>
          <a:solidFill>
            <a:srgbClr val="92D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FDA48E76-9742-0B4B-1A23-5F33EB90B0A0}"/>
              </a:ext>
            </a:extLst>
          </p:cNvPr>
          <p:cNvSpPr txBox="1"/>
          <p:nvPr/>
        </p:nvSpPr>
        <p:spPr>
          <a:xfrm>
            <a:off x="4264540" y="4665167"/>
            <a:ext cx="838302" cy="107722"/>
          </a:xfrm>
          <a:prstGeom prst="rect">
            <a:avLst/>
          </a:prstGeom>
          <a:solidFill>
            <a:srgbClr val="8064A2">
              <a:lumMod val="20000"/>
              <a:lumOff val="80000"/>
              <a:alpha val="30000"/>
            </a:srgbClr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[8] L&amp;S #2-4/5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72" name="직사각형 271">
            <a:extLst>
              <a:ext uri="{FF2B5EF4-FFF2-40B4-BE49-F238E27FC236}">
                <a16:creationId xmlns:a16="http://schemas.microsoft.com/office/drawing/2014/main" id="{1C38140C-F720-72A9-CA13-CE16F132679C}"/>
              </a:ext>
            </a:extLst>
          </p:cNvPr>
          <p:cNvSpPr/>
          <p:nvPr/>
        </p:nvSpPr>
        <p:spPr>
          <a:xfrm>
            <a:off x="5050528" y="4637250"/>
            <a:ext cx="411719" cy="101047"/>
          </a:xfrm>
          <a:prstGeom prst="rect">
            <a:avLst/>
          </a:prstGeom>
          <a:solidFill>
            <a:srgbClr val="92D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80B98118-F6B7-285F-8D59-1003A52B7CAE}"/>
              </a:ext>
            </a:extLst>
          </p:cNvPr>
          <p:cNvSpPr txBox="1"/>
          <p:nvPr/>
        </p:nvSpPr>
        <p:spPr>
          <a:xfrm>
            <a:off x="7214898" y="5404893"/>
            <a:ext cx="522928" cy="107722"/>
          </a:xfrm>
          <a:prstGeom prst="rect">
            <a:avLst/>
          </a:prstGeom>
          <a:solidFill>
            <a:srgbClr val="8064A2">
              <a:lumMod val="20000"/>
              <a:lumOff val="80000"/>
              <a:alpha val="30000"/>
            </a:srgbClr>
          </a:solidFill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 b="1" kern="0">
                <a:solidFill>
                  <a:srgbClr val="00206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CDC</a:t>
            </a:r>
            <a:endParaRPr lang="ko-KR" altLang="en-US" dirty="0"/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2D2A795E-8028-4BCD-F246-AC9BF682CBCE}"/>
              </a:ext>
            </a:extLst>
          </p:cNvPr>
          <p:cNvSpPr txBox="1"/>
          <p:nvPr/>
        </p:nvSpPr>
        <p:spPr>
          <a:xfrm>
            <a:off x="4409083" y="4977138"/>
            <a:ext cx="189154" cy="138499"/>
          </a:xfrm>
          <a:prstGeom prst="rect">
            <a:avLst/>
          </a:prstGeom>
          <a:solidFill>
            <a:srgbClr val="8064A2">
              <a:lumMod val="20000"/>
              <a:lumOff val="80000"/>
              <a:alpha val="30000"/>
            </a:srgbClr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L&amp;S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9BC8E26F-61D4-9F32-C3A4-B9A627F2B292}"/>
              </a:ext>
            </a:extLst>
          </p:cNvPr>
          <p:cNvSpPr txBox="1"/>
          <p:nvPr/>
        </p:nvSpPr>
        <p:spPr>
          <a:xfrm>
            <a:off x="5133009" y="4977138"/>
            <a:ext cx="205184" cy="138499"/>
          </a:xfrm>
          <a:prstGeom prst="rect">
            <a:avLst/>
          </a:prstGeom>
          <a:solidFill>
            <a:srgbClr val="8064A2">
              <a:lumMod val="20000"/>
              <a:lumOff val="80000"/>
              <a:alpha val="30000"/>
            </a:srgbClr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b="1" kern="0" dirty="0">
                <a:solidFill>
                  <a:srgbClr val="00206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PKG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08" name="직선 연결선 307">
            <a:extLst>
              <a:ext uri="{FF2B5EF4-FFF2-40B4-BE49-F238E27FC236}">
                <a16:creationId xmlns:a16="http://schemas.microsoft.com/office/drawing/2014/main" id="{247AD111-59F6-71AC-AF9A-58A437620DCE}"/>
              </a:ext>
            </a:extLst>
          </p:cNvPr>
          <p:cNvCxnSpPr>
            <a:cxnSpLocks/>
          </p:cNvCxnSpPr>
          <p:nvPr/>
        </p:nvCxnSpPr>
        <p:spPr>
          <a:xfrm>
            <a:off x="4833716" y="3822370"/>
            <a:ext cx="0" cy="144000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직선 연결선 308">
            <a:extLst>
              <a:ext uri="{FF2B5EF4-FFF2-40B4-BE49-F238E27FC236}">
                <a16:creationId xmlns:a16="http://schemas.microsoft.com/office/drawing/2014/main" id="{3DE91360-867E-9353-1DE9-490965A4DB07}"/>
              </a:ext>
            </a:extLst>
          </p:cNvPr>
          <p:cNvCxnSpPr>
            <a:cxnSpLocks/>
          </p:cNvCxnSpPr>
          <p:nvPr/>
        </p:nvCxnSpPr>
        <p:spPr>
          <a:xfrm>
            <a:off x="4833716" y="3966287"/>
            <a:ext cx="180000" cy="0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직선 연결선 309">
            <a:extLst>
              <a:ext uri="{FF2B5EF4-FFF2-40B4-BE49-F238E27FC236}">
                <a16:creationId xmlns:a16="http://schemas.microsoft.com/office/drawing/2014/main" id="{487EFF46-7A75-D08F-441B-6DB6409E08C0}"/>
              </a:ext>
            </a:extLst>
          </p:cNvPr>
          <p:cNvCxnSpPr>
            <a:cxnSpLocks/>
          </p:cNvCxnSpPr>
          <p:nvPr/>
        </p:nvCxnSpPr>
        <p:spPr>
          <a:xfrm>
            <a:off x="5026334" y="3972175"/>
            <a:ext cx="0" cy="108000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직선 연결선 310">
            <a:extLst>
              <a:ext uri="{FF2B5EF4-FFF2-40B4-BE49-F238E27FC236}">
                <a16:creationId xmlns:a16="http://schemas.microsoft.com/office/drawing/2014/main" id="{FDCE51A5-AEB3-64CA-B0EE-0F163382FA7C}"/>
              </a:ext>
            </a:extLst>
          </p:cNvPr>
          <p:cNvCxnSpPr>
            <a:cxnSpLocks/>
          </p:cNvCxnSpPr>
          <p:nvPr/>
        </p:nvCxnSpPr>
        <p:spPr>
          <a:xfrm flipH="1">
            <a:off x="4141129" y="4048582"/>
            <a:ext cx="864000" cy="0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직선 연결선 311">
            <a:extLst>
              <a:ext uri="{FF2B5EF4-FFF2-40B4-BE49-F238E27FC236}">
                <a16:creationId xmlns:a16="http://schemas.microsoft.com/office/drawing/2014/main" id="{D653A999-D0EE-D42C-AE2B-802F1BA42BD7}"/>
              </a:ext>
            </a:extLst>
          </p:cNvPr>
          <p:cNvCxnSpPr>
            <a:cxnSpLocks/>
          </p:cNvCxnSpPr>
          <p:nvPr/>
        </p:nvCxnSpPr>
        <p:spPr>
          <a:xfrm>
            <a:off x="4160206" y="4785953"/>
            <a:ext cx="1332000" cy="0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직선 연결선 314">
            <a:extLst>
              <a:ext uri="{FF2B5EF4-FFF2-40B4-BE49-F238E27FC236}">
                <a16:creationId xmlns:a16="http://schemas.microsoft.com/office/drawing/2014/main" id="{F11319BA-AA75-97F9-C69D-CC23839D43CB}"/>
              </a:ext>
            </a:extLst>
          </p:cNvPr>
          <p:cNvCxnSpPr>
            <a:cxnSpLocks/>
          </p:cNvCxnSpPr>
          <p:nvPr/>
        </p:nvCxnSpPr>
        <p:spPr>
          <a:xfrm flipH="1">
            <a:off x="5075369" y="4591059"/>
            <a:ext cx="396000" cy="0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직선 연결선 315">
            <a:extLst>
              <a:ext uri="{FF2B5EF4-FFF2-40B4-BE49-F238E27FC236}">
                <a16:creationId xmlns:a16="http://schemas.microsoft.com/office/drawing/2014/main" id="{D68C24D4-039D-739B-A6DB-6BAE48AB0B71}"/>
              </a:ext>
            </a:extLst>
          </p:cNvPr>
          <p:cNvCxnSpPr>
            <a:cxnSpLocks/>
          </p:cNvCxnSpPr>
          <p:nvPr/>
        </p:nvCxnSpPr>
        <p:spPr>
          <a:xfrm flipV="1">
            <a:off x="5085458" y="3918404"/>
            <a:ext cx="0" cy="648000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직선 연결선 316">
            <a:extLst>
              <a:ext uri="{FF2B5EF4-FFF2-40B4-BE49-F238E27FC236}">
                <a16:creationId xmlns:a16="http://schemas.microsoft.com/office/drawing/2014/main" id="{D01C5D8E-61EB-2224-22A0-254BB3205559}"/>
              </a:ext>
            </a:extLst>
          </p:cNvPr>
          <p:cNvCxnSpPr>
            <a:cxnSpLocks/>
          </p:cNvCxnSpPr>
          <p:nvPr/>
        </p:nvCxnSpPr>
        <p:spPr>
          <a:xfrm flipH="1">
            <a:off x="4898431" y="3914318"/>
            <a:ext cx="171149" cy="0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직선 연결선 317">
            <a:extLst>
              <a:ext uri="{FF2B5EF4-FFF2-40B4-BE49-F238E27FC236}">
                <a16:creationId xmlns:a16="http://schemas.microsoft.com/office/drawing/2014/main" id="{BCF3A95C-2E29-4F5B-61A3-07213F579B5B}"/>
              </a:ext>
            </a:extLst>
          </p:cNvPr>
          <p:cNvCxnSpPr>
            <a:cxnSpLocks/>
          </p:cNvCxnSpPr>
          <p:nvPr/>
        </p:nvCxnSpPr>
        <p:spPr>
          <a:xfrm>
            <a:off x="4917467" y="3809788"/>
            <a:ext cx="3518515" cy="0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직선 연결선 318">
            <a:extLst>
              <a:ext uri="{FF2B5EF4-FFF2-40B4-BE49-F238E27FC236}">
                <a16:creationId xmlns:a16="http://schemas.microsoft.com/office/drawing/2014/main" id="{A033136A-C034-9628-1E66-5AD08929E28F}"/>
              </a:ext>
            </a:extLst>
          </p:cNvPr>
          <p:cNvCxnSpPr>
            <a:cxnSpLocks/>
          </p:cNvCxnSpPr>
          <p:nvPr/>
        </p:nvCxnSpPr>
        <p:spPr>
          <a:xfrm flipV="1">
            <a:off x="4898431" y="3807375"/>
            <a:ext cx="0" cy="110836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직선 연결선 319">
            <a:extLst>
              <a:ext uri="{FF2B5EF4-FFF2-40B4-BE49-F238E27FC236}">
                <a16:creationId xmlns:a16="http://schemas.microsoft.com/office/drawing/2014/main" id="{788DD02E-4C54-1536-62D8-D341C1266FCF}"/>
              </a:ext>
            </a:extLst>
          </p:cNvPr>
          <p:cNvCxnSpPr>
            <a:cxnSpLocks/>
          </p:cNvCxnSpPr>
          <p:nvPr/>
        </p:nvCxnSpPr>
        <p:spPr>
          <a:xfrm>
            <a:off x="4142366" y="4059870"/>
            <a:ext cx="11168" cy="726083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TextBox 320">
            <a:extLst>
              <a:ext uri="{FF2B5EF4-FFF2-40B4-BE49-F238E27FC236}">
                <a16:creationId xmlns:a16="http://schemas.microsoft.com/office/drawing/2014/main" id="{2B7985D1-A9F9-36B6-BBE8-735D242F7E7A}"/>
              </a:ext>
            </a:extLst>
          </p:cNvPr>
          <p:cNvSpPr txBox="1"/>
          <p:nvPr/>
        </p:nvSpPr>
        <p:spPr>
          <a:xfrm>
            <a:off x="5017779" y="4629443"/>
            <a:ext cx="494235" cy="107722"/>
          </a:xfrm>
          <a:prstGeom prst="rect">
            <a:avLst/>
          </a:prstGeom>
          <a:solidFill>
            <a:srgbClr val="8064A2">
              <a:lumMod val="20000"/>
              <a:lumOff val="80000"/>
              <a:alpha val="30000"/>
            </a:srgbClr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en-US" altLang="ko-KR" sz="700" b="1" kern="0" noProof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9</a:t>
            </a: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] PKG #2-1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22" name="직선 연결선 321">
            <a:extLst>
              <a:ext uri="{FF2B5EF4-FFF2-40B4-BE49-F238E27FC236}">
                <a16:creationId xmlns:a16="http://schemas.microsoft.com/office/drawing/2014/main" id="{A22F5E78-279B-0AB6-F378-76C23E073447}"/>
              </a:ext>
            </a:extLst>
          </p:cNvPr>
          <p:cNvCxnSpPr>
            <a:cxnSpLocks/>
          </p:cNvCxnSpPr>
          <p:nvPr/>
        </p:nvCxnSpPr>
        <p:spPr>
          <a:xfrm>
            <a:off x="5475125" y="4604453"/>
            <a:ext cx="0" cy="180000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직사각형 324">
            <a:extLst>
              <a:ext uri="{FF2B5EF4-FFF2-40B4-BE49-F238E27FC236}">
                <a16:creationId xmlns:a16="http://schemas.microsoft.com/office/drawing/2014/main" id="{5F45E163-E916-5942-BFF7-4AEDBC2C0A7E}"/>
              </a:ext>
            </a:extLst>
          </p:cNvPr>
          <p:cNvSpPr/>
          <p:nvPr/>
        </p:nvSpPr>
        <p:spPr>
          <a:xfrm>
            <a:off x="4923458" y="3815960"/>
            <a:ext cx="324000" cy="108000"/>
          </a:xfrm>
          <a:prstGeom prst="rect">
            <a:avLst/>
          </a:prstGeom>
          <a:solidFill>
            <a:srgbClr val="92D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D4A69445-97AF-2132-C988-41DBF5D5CB2A}"/>
              </a:ext>
            </a:extLst>
          </p:cNvPr>
          <p:cNvSpPr txBox="1"/>
          <p:nvPr/>
        </p:nvSpPr>
        <p:spPr>
          <a:xfrm>
            <a:off x="4906477" y="3810116"/>
            <a:ext cx="450590" cy="107722"/>
          </a:xfrm>
          <a:prstGeom prst="rect">
            <a:avLst/>
          </a:prstGeom>
          <a:solidFill>
            <a:srgbClr val="8064A2">
              <a:lumMod val="20000"/>
              <a:lumOff val="80000"/>
              <a:alpha val="30000"/>
            </a:srgbClr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en-US" altLang="ko-KR" sz="700" b="1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7</a:t>
            </a: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] </a:t>
            </a:r>
            <a:r>
              <a: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방진룸</a:t>
            </a:r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855C04B7-D9E1-E6B5-E3C9-2480626CA967}"/>
              </a:ext>
            </a:extLst>
          </p:cNvPr>
          <p:cNvSpPr txBox="1"/>
          <p:nvPr/>
        </p:nvSpPr>
        <p:spPr>
          <a:xfrm>
            <a:off x="5474035" y="6339113"/>
            <a:ext cx="55409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i="0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Huron</a:t>
            </a:r>
            <a:endParaRPr kumimoji="0" lang="ko-KR" altLang="en-US" sz="70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418652D1-4A18-F08B-8327-EFAB091834E5}"/>
              </a:ext>
            </a:extLst>
          </p:cNvPr>
          <p:cNvSpPr txBox="1"/>
          <p:nvPr/>
        </p:nvSpPr>
        <p:spPr>
          <a:xfrm>
            <a:off x="6993134" y="6343561"/>
            <a:ext cx="55409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i="0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Erie</a:t>
            </a:r>
            <a:endParaRPr kumimoji="0" lang="ko-KR" altLang="en-US" sz="70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37" name="직선 연결선 336">
            <a:extLst>
              <a:ext uri="{FF2B5EF4-FFF2-40B4-BE49-F238E27FC236}">
                <a16:creationId xmlns:a16="http://schemas.microsoft.com/office/drawing/2014/main" id="{DC21B6E3-7B81-68CC-D0A4-82BFDC03AF8C}"/>
              </a:ext>
            </a:extLst>
          </p:cNvPr>
          <p:cNvCxnSpPr>
            <a:cxnSpLocks/>
          </p:cNvCxnSpPr>
          <p:nvPr/>
        </p:nvCxnSpPr>
        <p:spPr>
          <a:xfrm>
            <a:off x="2796196" y="3815960"/>
            <a:ext cx="1152000" cy="0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52086296-8AE1-D1E6-FE87-BC869D516E27}"/>
              </a:ext>
            </a:extLst>
          </p:cNvPr>
          <p:cNvSpPr/>
          <p:nvPr/>
        </p:nvSpPr>
        <p:spPr>
          <a:xfrm flipV="1">
            <a:off x="4003644" y="1308880"/>
            <a:ext cx="72000" cy="5004000"/>
          </a:xfrm>
          <a:prstGeom prst="rect">
            <a:avLst/>
          </a:prstGeom>
          <a:solidFill>
            <a:srgbClr val="00B0F0">
              <a:alpha val="5000"/>
            </a:srgb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944C877-5F8D-3CA1-4407-1301225BDB03}"/>
              </a:ext>
            </a:extLst>
          </p:cNvPr>
          <p:cNvSpPr/>
          <p:nvPr/>
        </p:nvSpPr>
        <p:spPr>
          <a:xfrm>
            <a:off x="3519713" y="3465599"/>
            <a:ext cx="419220" cy="174925"/>
          </a:xfrm>
          <a:prstGeom prst="rect">
            <a:avLst/>
          </a:prstGeom>
          <a:solidFill>
            <a:srgbClr val="92D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1BF88D-5A71-C80E-6FD3-48EB35D04563}"/>
              </a:ext>
            </a:extLst>
          </p:cNvPr>
          <p:cNvSpPr txBox="1"/>
          <p:nvPr/>
        </p:nvSpPr>
        <p:spPr>
          <a:xfrm>
            <a:off x="3463886" y="3471258"/>
            <a:ext cx="5072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[4] </a:t>
            </a:r>
            <a:r>
              <a: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방진룸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EC31D755-1855-F3AB-1A42-8C5F30F68C89}"/>
              </a:ext>
            </a:extLst>
          </p:cNvPr>
          <p:cNvCxnSpPr>
            <a:cxnSpLocks/>
          </p:cNvCxnSpPr>
          <p:nvPr/>
        </p:nvCxnSpPr>
        <p:spPr>
          <a:xfrm flipH="1" flipV="1">
            <a:off x="1564213" y="2862241"/>
            <a:ext cx="180000" cy="0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headEnd type="none" w="med" len="sm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F0241F2B-1057-9CF9-1CE0-FC2564B1692F}"/>
              </a:ext>
            </a:extLst>
          </p:cNvPr>
          <p:cNvCxnSpPr>
            <a:cxnSpLocks/>
          </p:cNvCxnSpPr>
          <p:nvPr/>
        </p:nvCxnSpPr>
        <p:spPr>
          <a:xfrm>
            <a:off x="1563314" y="2901067"/>
            <a:ext cx="0" cy="180000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직사각형 233">
            <a:extLst>
              <a:ext uri="{FF2B5EF4-FFF2-40B4-BE49-F238E27FC236}">
                <a16:creationId xmlns:a16="http://schemas.microsoft.com/office/drawing/2014/main" id="{9A4DF46D-E3C9-D9FB-B4BD-7D73545A52D9}"/>
              </a:ext>
            </a:extLst>
          </p:cNvPr>
          <p:cNvSpPr/>
          <p:nvPr/>
        </p:nvSpPr>
        <p:spPr>
          <a:xfrm>
            <a:off x="1516217" y="2859095"/>
            <a:ext cx="529764" cy="223253"/>
          </a:xfrm>
          <a:prstGeom prst="rect">
            <a:avLst/>
          </a:prstGeom>
          <a:solidFill>
            <a:srgbClr val="92D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4EC7B191-4C10-F2EE-D2FC-87817BBA53F4}"/>
              </a:ext>
            </a:extLst>
          </p:cNvPr>
          <p:cNvSpPr txBox="1"/>
          <p:nvPr/>
        </p:nvSpPr>
        <p:spPr>
          <a:xfrm>
            <a:off x="1496010" y="2874982"/>
            <a:ext cx="553051" cy="215444"/>
          </a:xfrm>
          <a:prstGeom prst="rect">
            <a:avLst/>
          </a:prstGeom>
          <a:solidFill>
            <a:srgbClr val="8064A2">
              <a:lumMod val="20000"/>
              <a:lumOff val="80000"/>
              <a:alpha val="30000"/>
            </a:srgbClr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[2] Mixer(+) </a:t>
            </a:r>
          </a:p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#1 / #2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72F74DD4-B4B9-DC04-70B7-473342C30742}"/>
              </a:ext>
            </a:extLst>
          </p:cNvPr>
          <p:cNvCxnSpPr>
            <a:cxnSpLocks/>
          </p:cNvCxnSpPr>
          <p:nvPr/>
        </p:nvCxnSpPr>
        <p:spPr>
          <a:xfrm flipV="1">
            <a:off x="2795794" y="3395174"/>
            <a:ext cx="0" cy="368637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headEnd type="none" w="med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FDFE4C46-871B-D92D-0241-FB6BF2348A48}"/>
              </a:ext>
            </a:extLst>
          </p:cNvPr>
          <p:cNvSpPr/>
          <p:nvPr/>
        </p:nvSpPr>
        <p:spPr>
          <a:xfrm>
            <a:off x="2965009" y="3553692"/>
            <a:ext cx="377780" cy="140918"/>
          </a:xfrm>
          <a:prstGeom prst="rect">
            <a:avLst/>
          </a:prstGeom>
          <a:solidFill>
            <a:srgbClr val="92D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D26EB610-957F-67CB-1E62-721A2871543D}"/>
              </a:ext>
            </a:extLst>
          </p:cNvPr>
          <p:cNvSpPr/>
          <p:nvPr/>
        </p:nvSpPr>
        <p:spPr>
          <a:xfrm>
            <a:off x="3436731" y="3274332"/>
            <a:ext cx="474541" cy="140918"/>
          </a:xfrm>
          <a:prstGeom prst="rect">
            <a:avLst/>
          </a:prstGeom>
          <a:solidFill>
            <a:srgbClr val="92D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23B093A9-70E6-F1A2-1CCE-6EC60DAAD228}"/>
              </a:ext>
            </a:extLst>
          </p:cNvPr>
          <p:cNvCxnSpPr>
            <a:cxnSpLocks/>
          </p:cNvCxnSpPr>
          <p:nvPr/>
        </p:nvCxnSpPr>
        <p:spPr>
          <a:xfrm>
            <a:off x="3450735" y="3438159"/>
            <a:ext cx="0" cy="252000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headEnd type="none" w="med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6CFFA4D2-718C-D389-BA43-D21772E77809}"/>
              </a:ext>
            </a:extLst>
          </p:cNvPr>
          <p:cNvCxnSpPr>
            <a:cxnSpLocks/>
          </p:cNvCxnSpPr>
          <p:nvPr/>
        </p:nvCxnSpPr>
        <p:spPr>
          <a:xfrm flipH="1">
            <a:off x="2940325" y="3689517"/>
            <a:ext cx="503106" cy="0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E9FD4521-07F9-03A6-0ACC-EE7109B643FA}"/>
              </a:ext>
            </a:extLst>
          </p:cNvPr>
          <p:cNvCxnSpPr>
            <a:cxnSpLocks/>
          </p:cNvCxnSpPr>
          <p:nvPr/>
        </p:nvCxnSpPr>
        <p:spPr>
          <a:xfrm flipH="1">
            <a:off x="3397293" y="3227924"/>
            <a:ext cx="648000" cy="0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headEnd type="none" w="med" len="sm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6EA31A16-95B6-B3D1-5E06-7B76C37E7441}"/>
              </a:ext>
            </a:extLst>
          </p:cNvPr>
          <p:cNvSpPr txBox="1"/>
          <p:nvPr/>
        </p:nvSpPr>
        <p:spPr>
          <a:xfrm>
            <a:off x="2888448" y="3532802"/>
            <a:ext cx="5072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[5] </a:t>
            </a:r>
            <a:r>
              <a:rPr lang="en-US" altLang="ko-KR" sz="700" b="1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R/P</a:t>
            </a:r>
            <a:r>
              <a:rPr lang="ko-KR" altLang="en-US" sz="700" b="1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700" b="1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#1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9BDF9547-6D68-2839-5A00-D0D5946CFD66}"/>
              </a:ext>
            </a:extLst>
          </p:cNvPr>
          <p:cNvCxnSpPr>
            <a:cxnSpLocks/>
          </p:cNvCxnSpPr>
          <p:nvPr/>
        </p:nvCxnSpPr>
        <p:spPr>
          <a:xfrm>
            <a:off x="2925249" y="3496663"/>
            <a:ext cx="0" cy="180000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CFA03080-97B9-C913-90A0-6CA97B272ED4}"/>
              </a:ext>
            </a:extLst>
          </p:cNvPr>
          <p:cNvCxnSpPr>
            <a:cxnSpLocks/>
          </p:cNvCxnSpPr>
          <p:nvPr/>
        </p:nvCxnSpPr>
        <p:spPr>
          <a:xfrm>
            <a:off x="2917933" y="3496663"/>
            <a:ext cx="503112" cy="0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960E61DC-41ED-3477-0EE7-D0C086C3DB31}"/>
              </a:ext>
            </a:extLst>
          </p:cNvPr>
          <p:cNvSpPr txBox="1"/>
          <p:nvPr/>
        </p:nvSpPr>
        <p:spPr>
          <a:xfrm>
            <a:off x="3443431" y="3275459"/>
            <a:ext cx="5072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[6] N&amp;D(+) #1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6B515E9C-9BB3-8657-EC9A-77E2E9834934}"/>
              </a:ext>
            </a:extLst>
          </p:cNvPr>
          <p:cNvCxnSpPr>
            <a:cxnSpLocks/>
          </p:cNvCxnSpPr>
          <p:nvPr/>
        </p:nvCxnSpPr>
        <p:spPr>
          <a:xfrm flipV="1">
            <a:off x="3929847" y="3459661"/>
            <a:ext cx="0" cy="293381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headEnd type="none" w="med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5B85F33C-7725-5485-A520-FA561A5628A2}"/>
              </a:ext>
            </a:extLst>
          </p:cNvPr>
          <p:cNvCxnSpPr>
            <a:cxnSpLocks/>
          </p:cNvCxnSpPr>
          <p:nvPr/>
        </p:nvCxnSpPr>
        <p:spPr>
          <a:xfrm>
            <a:off x="4057273" y="3822370"/>
            <a:ext cx="792000" cy="0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05B02F5-4247-8BA4-6DC6-35F53A996A88}"/>
              </a:ext>
            </a:extLst>
          </p:cNvPr>
          <p:cNvCxnSpPr>
            <a:cxnSpLocks/>
          </p:cNvCxnSpPr>
          <p:nvPr/>
        </p:nvCxnSpPr>
        <p:spPr>
          <a:xfrm>
            <a:off x="2739179" y="3177285"/>
            <a:ext cx="0" cy="612000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headEnd type="none" w="med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A175250-58AF-F1DB-62E2-7129B4FC6D3D}"/>
              </a:ext>
            </a:extLst>
          </p:cNvPr>
          <p:cNvCxnSpPr>
            <a:cxnSpLocks/>
          </p:cNvCxnSpPr>
          <p:nvPr/>
        </p:nvCxnSpPr>
        <p:spPr>
          <a:xfrm>
            <a:off x="3392411" y="3226828"/>
            <a:ext cx="0" cy="252000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8CC2CE18-D8BD-219E-673C-1395DC36602D}"/>
              </a:ext>
            </a:extLst>
          </p:cNvPr>
          <p:cNvCxnSpPr>
            <a:cxnSpLocks/>
          </p:cNvCxnSpPr>
          <p:nvPr/>
        </p:nvCxnSpPr>
        <p:spPr>
          <a:xfrm>
            <a:off x="3458398" y="3450878"/>
            <a:ext cx="468000" cy="0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headEnd type="none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129942A-852F-2B21-A0F9-0B962D10D7F8}"/>
              </a:ext>
            </a:extLst>
          </p:cNvPr>
          <p:cNvSpPr txBox="1"/>
          <p:nvPr/>
        </p:nvSpPr>
        <p:spPr>
          <a:xfrm>
            <a:off x="1551071" y="2207652"/>
            <a:ext cx="752760" cy="107722"/>
          </a:xfrm>
          <a:prstGeom prst="rect">
            <a:avLst/>
          </a:prstGeom>
          <a:solidFill>
            <a:srgbClr val="8064A2">
              <a:lumMod val="20000"/>
              <a:lumOff val="80000"/>
              <a:alpha val="30000"/>
            </a:srgbClr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[3] Coater(+) #1/#2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1A990D77-9FBE-CFE3-8F03-6F641DD4FF06}"/>
              </a:ext>
            </a:extLst>
          </p:cNvPr>
          <p:cNvCxnSpPr>
            <a:cxnSpLocks/>
          </p:cNvCxnSpPr>
          <p:nvPr/>
        </p:nvCxnSpPr>
        <p:spPr>
          <a:xfrm>
            <a:off x="4050487" y="3225057"/>
            <a:ext cx="0" cy="612000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headEnd type="none" w="med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8D1B3B4-5840-E7AF-37DD-BC3F3E7E94E2}"/>
              </a:ext>
            </a:extLst>
          </p:cNvPr>
          <p:cNvSpPr txBox="1"/>
          <p:nvPr/>
        </p:nvSpPr>
        <p:spPr>
          <a:xfrm>
            <a:off x="7225470" y="4670214"/>
            <a:ext cx="522928" cy="107722"/>
          </a:xfrm>
          <a:prstGeom prst="rect">
            <a:avLst/>
          </a:prstGeom>
          <a:solidFill>
            <a:srgbClr val="8064A2">
              <a:lumMod val="20000"/>
              <a:lumOff val="80000"/>
              <a:alpha val="30000"/>
            </a:srgbClr>
          </a:solidFill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 b="1" kern="0">
                <a:solidFill>
                  <a:srgbClr val="00206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EOL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BA7DE3-BDCB-5AC8-37D4-CBD4B07A0A8F}"/>
              </a:ext>
            </a:extLst>
          </p:cNvPr>
          <p:cNvSpPr txBox="1"/>
          <p:nvPr/>
        </p:nvSpPr>
        <p:spPr>
          <a:xfrm>
            <a:off x="6424277" y="5480920"/>
            <a:ext cx="522928" cy="107722"/>
          </a:xfrm>
          <a:prstGeom prst="rect">
            <a:avLst/>
          </a:prstGeom>
          <a:solidFill>
            <a:srgbClr val="8064A2">
              <a:lumMod val="20000"/>
              <a:lumOff val="80000"/>
              <a:alpha val="30000"/>
            </a:srgbClr>
          </a:solidFill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 b="1" kern="0">
                <a:solidFill>
                  <a:srgbClr val="00206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DGS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CD58FA-19EA-5E3A-F5E3-61E84BED5BA4}"/>
              </a:ext>
            </a:extLst>
          </p:cNvPr>
          <p:cNvSpPr txBox="1"/>
          <p:nvPr/>
        </p:nvSpPr>
        <p:spPr>
          <a:xfrm>
            <a:off x="5713437" y="5222364"/>
            <a:ext cx="522928" cy="107722"/>
          </a:xfrm>
          <a:prstGeom prst="rect">
            <a:avLst/>
          </a:prstGeom>
          <a:solidFill>
            <a:srgbClr val="8064A2">
              <a:lumMod val="20000"/>
              <a:lumOff val="80000"/>
              <a:alpha val="30000"/>
            </a:srgbClr>
          </a:solidFill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 b="1" kern="0">
                <a:solidFill>
                  <a:srgbClr val="00206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RT/HT Aging</a:t>
            </a:r>
            <a:endParaRPr lang="ko-KR" altLang="en-US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205CA626-AF74-9AEE-1A34-0A8365D6A917}"/>
              </a:ext>
            </a:extLst>
          </p:cNvPr>
          <p:cNvSpPr/>
          <p:nvPr/>
        </p:nvSpPr>
        <p:spPr>
          <a:xfrm>
            <a:off x="8485148" y="3735280"/>
            <a:ext cx="144000" cy="1440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0BA146-4B21-4BB9-44B5-A7D7CFA5A7D2}"/>
              </a:ext>
            </a:extLst>
          </p:cNvPr>
          <p:cNvSpPr txBox="1"/>
          <p:nvPr/>
        </p:nvSpPr>
        <p:spPr>
          <a:xfrm>
            <a:off x="8587041" y="3739935"/>
            <a:ext cx="349455" cy="4154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1" kern="0" dirty="0">
                <a:solidFill>
                  <a:srgbClr val="00206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승차</a:t>
            </a:r>
            <a:endParaRPr lang="en-US" altLang="ko-KR" sz="900" b="1" kern="0" dirty="0">
              <a:solidFill>
                <a:srgbClr val="00206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(Cell</a:t>
            </a:r>
          </a:p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→모듈</a:t>
            </a: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914E3A57-E58B-90B2-B0C3-02BC82E1F5CF}"/>
              </a:ext>
            </a:extLst>
          </p:cNvPr>
          <p:cNvSpPr/>
          <p:nvPr/>
        </p:nvSpPr>
        <p:spPr>
          <a:xfrm>
            <a:off x="6401287" y="3450072"/>
            <a:ext cx="144000" cy="144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8ECB8A-F1C7-CEA7-6C6F-3B9B9BBF802C}"/>
              </a:ext>
            </a:extLst>
          </p:cNvPr>
          <p:cNvSpPr txBox="1"/>
          <p:nvPr/>
        </p:nvSpPr>
        <p:spPr>
          <a:xfrm>
            <a:off x="6583227" y="3444642"/>
            <a:ext cx="201978" cy="1384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1" kern="0" dirty="0">
                <a:solidFill>
                  <a:srgbClr val="00206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하차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53F8FAE8-23F8-7FA4-BEE1-43CD55CCEEA2}"/>
              </a:ext>
            </a:extLst>
          </p:cNvPr>
          <p:cNvCxnSpPr>
            <a:cxnSpLocks/>
          </p:cNvCxnSpPr>
          <p:nvPr/>
        </p:nvCxnSpPr>
        <p:spPr>
          <a:xfrm flipH="1" flipV="1">
            <a:off x="8569378" y="3496663"/>
            <a:ext cx="0" cy="216000"/>
          </a:xfrm>
          <a:prstGeom prst="line">
            <a:avLst/>
          </a:prstGeom>
          <a:ln w="15875">
            <a:solidFill>
              <a:srgbClr val="C00000"/>
            </a:solidFill>
            <a:prstDash val="sysDash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EF077B29-7A16-43D0-B27F-72B1CA95F206}"/>
              </a:ext>
            </a:extLst>
          </p:cNvPr>
          <p:cNvCxnSpPr>
            <a:cxnSpLocks/>
          </p:cNvCxnSpPr>
          <p:nvPr/>
        </p:nvCxnSpPr>
        <p:spPr>
          <a:xfrm flipH="1" flipV="1">
            <a:off x="6799148" y="3505851"/>
            <a:ext cx="1764000" cy="0"/>
          </a:xfrm>
          <a:prstGeom prst="line">
            <a:avLst/>
          </a:prstGeom>
          <a:ln w="15875">
            <a:solidFill>
              <a:srgbClr val="C00000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">
            <a:extLst>
              <a:ext uri="{FF2B5EF4-FFF2-40B4-BE49-F238E27FC236}">
                <a16:creationId xmlns:a16="http://schemas.microsoft.com/office/drawing/2014/main" id="{74FCB257-A297-0C77-C160-99D768AD0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22413" y="1369558"/>
            <a:ext cx="3230720" cy="2062716"/>
          </a:xfrm>
          <a:prstGeom prst="rect">
            <a:avLst/>
          </a:prstGeom>
          <a:noFill/>
          <a:ln w="15875">
            <a:solidFill>
              <a:srgbClr val="C00000"/>
            </a:solidFill>
            <a:prstDash val="sysDot"/>
            <a:miter lim="800000"/>
            <a:headEnd/>
            <a:tailEnd/>
          </a:ln>
          <a:effectLst>
            <a:outerShdw blurRad="1270000" dist="35921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00E08CF-CD0A-53DC-74AF-060B5198C40E}"/>
              </a:ext>
            </a:extLst>
          </p:cNvPr>
          <p:cNvSpPr txBox="1"/>
          <p:nvPr/>
        </p:nvSpPr>
        <p:spPr>
          <a:xfrm>
            <a:off x="6993134" y="1652872"/>
            <a:ext cx="403957" cy="18466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kern="0" dirty="0" err="1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모듈동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1363084E-8EC7-EC67-8802-BB6EE6AD8155}"/>
              </a:ext>
            </a:extLst>
          </p:cNvPr>
          <p:cNvCxnSpPr>
            <a:cxnSpLocks/>
          </p:cNvCxnSpPr>
          <p:nvPr/>
        </p:nvCxnSpPr>
        <p:spPr>
          <a:xfrm flipV="1">
            <a:off x="6492335" y="2147978"/>
            <a:ext cx="0" cy="1267272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B8394C7E-5CB7-8068-D223-241F95892569}"/>
              </a:ext>
            </a:extLst>
          </p:cNvPr>
          <p:cNvCxnSpPr>
            <a:cxnSpLocks/>
          </p:cNvCxnSpPr>
          <p:nvPr/>
        </p:nvCxnSpPr>
        <p:spPr>
          <a:xfrm flipH="1">
            <a:off x="4887644" y="2159192"/>
            <a:ext cx="1584000" cy="0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C7102D51-B23E-062D-3DA3-F3852AC9315A}"/>
              </a:ext>
            </a:extLst>
          </p:cNvPr>
          <p:cNvCxnSpPr>
            <a:cxnSpLocks/>
          </p:cNvCxnSpPr>
          <p:nvPr/>
        </p:nvCxnSpPr>
        <p:spPr>
          <a:xfrm>
            <a:off x="4931332" y="2420207"/>
            <a:ext cx="1512000" cy="0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A9ACAA80-42FE-6210-DD12-C068E8AD0264}"/>
              </a:ext>
            </a:extLst>
          </p:cNvPr>
          <p:cNvCxnSpPr>
            <a:cxnSpLocks/>
          </p:cNvCxnSpPr>
          <p:nvPr/>
        </p:nvCxnSpPr>
        <p:spPr>
          <a:xfrm flipV="1">
            <a:off x="4917467" y="2181127"/>
            <a:ext cx="0" cy="244212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7D79BEAD-DF88-00BB-0120-1E353758FC27}"/>
              </a:ext>
            </a:extLst>
          </p:cNvPr>
          <p:cNvCxnSpPr>
            <a:cxnSpLocks/>
          </p:cNvCxnSpPr>
          <p:nvPr/>
        </p:nvCxnSpPr>
        <p:spPr>
          <a:xfrm>
            <a:off x="6424768" y="2433389"/>
            <a:ext cx="0" cy="936000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타원 64">
            <a:extLst>
              <a:ext uri="{FF2B5EF4-FFF2-40B4-BE49-F238E27FC236}">
                <a16:creationId xmlns:a16="http://schemas.microsoft.com/office/drawing/2014/main" id="{E709905F-FBC2-93F6-8273-FDD4AB25F591}"/>
              </a:ext>
            </a:extLst>
          </p:cNvPr>
          <p:cNvSpPr/>
          <p:nvPr/>
        </p:nvSpPr>
        <p:spPr>
          <a:xfrm>
            <a:off x="6399157" y="3615394"/>
            <a:ext cx="144000" cy="1440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D5D25DC-9B85-1ADA-38E7-8511A24A87A6}"/>
              </a:ext>
            </a:extLst>
          </p:cNvPr>
          <p:cNvSpPr txBox="1"/>
          <p:nvPr/>
        </p:nvSpPr>
        <p:spPr>
          <a:xfrm>
            <a:off x="6593064" y="3620049"/>
            <a:ext cx="912109" cy="1384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1" kern="0" dirty="0">
                <a:solidFill>
                  <a:srgbClr val="00206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승차 </a:t>
            </a:r>
            <a:r>
              <a:rPr lang="en-US" altLang="ko-KR" sz="900" b="1" kern="0" dirty="0">
                <a:solidFill>
                  <a:srgbClr val="00206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900" b="1" kern="0" dirty="0" err="1">
                <a:solidFill>
                  <a:srgbClr val="00206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모듈→사무실</a:t>
            </a:r>
            <a:r>
              <a:rPr lang="en-US" altLang="ko-KR" sz="900" b="1" kern="0" dirty="0">
                <a:solidFill>
                  <a:srgbClr val="00206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CA8203C6-DC84-7997-3459-CCFAF1310790}"/>
              </a:ext>
            </a:extLst>
          </p:cNvPr>
          <p:cNvCxnSpPr>
            <a:cxnSpLocks/>
          </p:cNvCxnSpPr>
          <p:nvPr/>
        </p:nvCxnSpPr>
        <p:spPr>
          <a:xfrm>
            <a:off x="6830858" y="3610502"/>
            <a:ext cx="2124000" cy="0"/>
          </a:xfrm>
          <a:prstGeom prst="line">
            <a:avLst/>
          </a:prstGeom>
          <a:ln w="15875">
            <a:solidFill>
              <a:srgbClr val="C00000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943A02CD-3B38-805D-B191-C18FAFA91148}"/>
              </a:ext>
            </a:extLst>
          </p:cNvPr>
          <p:cNvCxnSpPr>
            <a:cxnSpLocks/>
          </p:cNvCxnSpPr>
          <p:nvPr/>
        </p:nvCxnSpPr>
        <p:spPr>
          <a:xfrm flipH="1" flipV="1">
            <a:off x="8937513" y="3611174"/>
            <a:ext cx="0" cy="2844000"/>
          </a:xfrm>
          <a:prstGeom prst="line">
            <a:avLst/>
          </a:prstGeom>
          <a:ln w="15875">
            <a:solidFill>
              <a:srgbClr val="C00000"/>
            </a:solidFill>
            <a:prstDash val="sysDash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0C505990-0C1F-1F78-9B51-41BC49E18B69}"/>
              </a:ext>
            </a:extLst>
          </p:cNvPr>
          <p:cNvCxnSpPr>
            <a:cxnSpLocks/>
          </p:cNvCxnSpPr>
          <p:nvPr/>
        </p:nvCxnSpPr>
        <p:spPr>
          <a:xfrm flipH="1" flipV="1">
            <a:off x="4964717" y="6428762"/>
            <a:ext cx="3990141" cy="30176"/>
          </a:xfrm>
          <a:prstGeom prst="line">
            <a:avLst/>
          </a:prstGeom>
          <a:ln w="15875">
            <a:solidFill>
              <a:srgbClr val="C00000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타원 76">
            <a:extLst>
              <a:ext uri="{FF2B5EF4-FFF2-40B4-BE49-F238E27FC236}">
                <a16:creationId xmlns:a16="http://schemas.microsoft.com/office/drawing/2014/main" id="{5DF8830D-E656-42A6-3C33-591723A65787}"/>
              </a:ext>
            </a:extLst>
          </p:cNvPr>
          <p:cNvSpPr/>
          <p:nvPr/>
        </p:nvSpPr>
        <p:spPr>
          <a:xfrm>
            <a:off x="4812093" y="6359015"/>
            <a:ext cx="144000" cy="144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20AA90B-A960-9F3B-C6B9-E60D653D1F63}"/>
              </a:ext>
            </a:extLst>
          </p:cNvPr>
          <p:cNvSpPr txBox="1"/>
          <p:nvPr/>
        </p:nvSpPr>
        <p:spPr>
          <a:xfrm>
            <a:off x="4553969" y="6361171"/>
            <a:ext cx="201978" cy="1384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1" kern="0" dirty="0">
                <a:solidFill>
                  <a:srgbClr val="00206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하차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3AA8E511-D232-AEEF-49A1-407E81492D95}"/>
              </a:ext>
            </a:extLst>
          </p:cNvPr>
          <p:cNvCxnSpPr>
            <a:cxnSpLocks/>
          </p:cNvCxnSpPr>
          <p:nvPr/>
        </p:nvCxnSpPr>
        <p:spPr>
          <a:xfrm flipV="1">
            <a:off x="4876772" y="5967299"/>
            <a:ext cx="0" cy="347760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headEnd type="none" w="med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A08593FB-897B-1AF2-7CED-C942AB8E61DA}"/>
              </a:ext>
            </a:extLst>
          </p:cNvPr>
          <p:cNvCxnSpPr>
            <a:cxnSpLocks/>
          </p:cNvCxnSpPr>
          <p:nvPr/>
        </p:nvCxnSpPr>
        <p:spPr>
          <a:xfrm flipH="1">
            <a:off x="7748398" y="1002562"/>
            <a:ext cx="360000" cy="0"/>
          </a:xfrm>
          <a:prstGeom prst="line">
            <a:avLst/>
          </a:prstGeom>
          <a:ln w="15875">
            <a:solidFill>
              <a:srgbClr val="0070C0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FC782BF9-820F-16D1-39EC-0EE000B1942E}"/>
              </a:ext>
            </a:extLst>
          </p:cNvPr>
          <p:cNvCxnSpPr>
            <a:cxnSpLocks/>
          </p:cNvCxnSpPr>
          <p:nvPr/>
        </p:nvCxnSpPr>
        <p:spPr>
          <a:xfrm flipH="1" flipV="1">
            <a:off x="7748398" y="1132330"/>
            <a:ext cx="360000" cy="0"/>
          </a:xfrm>
          <a:prstGeom prst="line">
            <a:avLst/>
          </a:prstGeom>
          <a:ln w="15875">
            <a:solidFill>
              <a:srgbClr val="C00000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1D7DEAA9-F736-A45F-1606-88ADE2AA7536}"/>
              </a:ext>
            </a:extLst>
          </p:cNvPr>
          <p:cNvSpPr txBox="1"/>
          <p:nvPr/>
        </p:nvSpPr>
        <p:spPr>
          <a:xfrm>
            <a:off x="8704461" y="3630608"/>
            <a:ext cx="45059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[10]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ECCB30F-EA7A-679D-7C4F-291D3F234906}"/>
              </a:ext>
            </a:extLst>
          </p:cNvPr>
          <p:cNvSpPr txBox="1"/>
          <p:nvPr/>
        </p:nvSpPr>
        <p:spPr>
          <a:xfrm>
            <a:off x="5391236" y="2488678"/>
            <a:ext cx="898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[11] JF Pack Line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2768599-8C42-7A1D-1DDC-092CB2BC59D6}"/>
              </a:ext>
            </a:extLst>
          </p:cNvPr>
          <p:cNvSpPr txBox="1"/>
          <p:nvPr/>
        </p:nvSpPr>
        <p:spPr>
          <a:xfrm>
            <a:off x="6234486" y="3641965"/>
            <a:ext cx="45059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[12]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7" name="텍스트 개체 틀 23">
            <a:extLst>
              <a:ext uri="{FF2B5EF4-FFF2-40B4-BE49-F238E27FC236}">
                <a16:creationId xmlns:a16="http://schemas.microsoft.com/office/drawing/2014/main" id="{C8BD65A2-5316-57DC-A759-4555573E15F5}"/>
              </a:ext>
            </a:extLst>
          </p:cNvPr>
          <p:cNvSpPr txBox="1">
            <a:spLocks/>
          </p:cNvSpPr>
          <p:nvPr/>
        </p:nvSpPr>
        <p:spPr>
          <a:xfrm>
            <a:off x="8084986" y="892182"/>
            <a:ext cx="800323" cy="227893"/>
          </a:xfrm>
          <a:prstGeom prst="rect">
            <a:avLst/>
          </a:prstGeom>
        </p:spPr>
        <p:txBody>
          <a:bodyPr/>
          <a:lstStyle>
            <a:lvl1pPr marL="0" indent="0" algn="l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sz="1800" b="1" baseline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defRPr>
            </a:lvl1pPr>
            <a:lvl2pPr marL="457200" indent="0" algn="l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l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l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ko-KR" altLang="en-US" sz="800" b="0" dirty="0">
                <a:solidFill>
                  <a:srgbClr val="0033CC"/>
                </a:solidFill>
                <a:latin typeface="Arial Narrow" panose="020B0606020202030204" pitchFamily="34" charset="0"/>
              </a:rPr>
              <a:t>도보 동선</a:t>
            </a:r>
            <a:endParaRPr lang="en-US" altLang="ko-KR" sz="800" b="0" kern="0" dirty="0">
              <a:solidFill>
                <a:srgbClr val="0033CC"/>
              </a:solidFill>
              <a:latin typeface="Arial Narrow" panose="020B0606020202030204" pitchFamily="34" charset="0"/>
              <a:cs typeface="Arial" charset="0"/>
            </a:endParaRPr>
          </a:p>
        </p:txBody>
      </p:sp>
      <p:sp>
        <p:nvSpPr>
          <p:cNvPr id="98" name="텍스트 개체 틀 23">
            <a:extLst>
              <a:ext uri="{FF2B5EF4-FFF2-40B4-BE49-F238E27FC236}">
                <a16:creationId xmlns:a16="http://schemas.microsoft.com/office/drawing/2014/main" id="{8BE71BCE-BB52-AD49-1D58-F6E0606E2B6B}"/>
              </a:ext>
            </a:extLst>
          </p:cNvPr>
          <p:cNvSpPr txBox="1">
            <a:spLocks/>
          </p:cNvSpPr>
          <p:nvPr/>
        </p:nvSpPr>
        <p:spPr>
          <a:xfrm>
            <a:off x="8089735" y="1028911"/>
            <a:ext cx="800323" cy="227893"/>
          </a:xfrm>
          <a:prstGeom prst="rect">
            <a:avLst/>
          </a:prstGeom>
        </p:spPr>
        <p:txBody>
          <a:bodyPr/>
          <a:lstStyle>
            <a:lvl1pPr marL="0" indent="0" algn="l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sz="1800" b="1" baseline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defRPr>
            </a:lvl1pPr>
            <a:lvl2pPr marL="457200" indent="0" algn="l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l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l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ko-KR" altLang="en-US" sz="800" b="0" dirty="0">
                <a:solidFill>
                  <a:srgbClr val="C00000"/>
                </a:solidFill>
                <a:latin typeface="Arial Narrow" panose="020B0606020202030204" pitchFamily="34" charset="0"/>
              </a:rPr>
              <a:t>차량 동선</a:t>
            </a:r>
            <a:endParaRPr lang="en-US" altLang="ko-KR" sz="800" b="0" kern="0" dirty="0">
              <a:solidFill>
                <a:srgbClr val="C00000"/>
              </a:solidFill>
              <a:latin typeface="Arial Narrow" panose="020B0606020202030204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58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6104D2A-B5F3-4420-A43C-6F3BC9D6456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866507"/>
            <a:ext cx="9143705" cy="4652798"/>
          </a:xfrm>
          <a:prstGeom prst="rect">
            <a:avLst/>
          </a:prstGeom>
        </p:spPr>
      </p:pic>
      <p:sp>
        <p:nvSpPr>
          <p:cNvPr id="3" name="자유형 2">
            <a:extLst>
              <a:ext uri="{FF2B5EF4-FFF2-40B4-BE49-F238E27FC236}">
                <a16:creationId xmlns:a16="http://schemas.microsoft.com/office/drawing/2014/main" id="{C4737C5C-D5EA-5B45-04BD-913CEFF7A110}"/>
              </a:ext>
            </a:extLst>
          </p:cNvPr>
          <p:cNvSpPr/>
          <p:nvPr/>
        </p:nvSpPr>
        <p:spPr>
          <a:xfrm>
            <a:off x="0" y="4580860"/>
            <a:ext cx="9144000" cy="1419890"/>
          </a:xfrm>
          <a:custGeom>
            <a:avLst/>
            <a:gdLst>
              <a:gd name="connsiteX0" fmla="*/ 0 w 12192000"/>
              <a:gd name="connsiteY0" fmla="*/ 0 h 1893186"/>
              <a:gd name="connsiteX1" fmla="*/ 581062 w 12192000"/>
              <a:gd name="connsiteY1" fmla="*/ 0 h 1893186"/>
              <a:gd name="connsiteX2" fmla="*/ 1841674 w 12192000"/>
              <a:gd name="connsiteY2" fmla="*/ 525547 h 1893186"/>
              <a:gd name="connsiteX3" fmla="*/ 1841674 w 12192000"/>
              <a:gd name="connsiteY3" fmla="*/ 0 h 1893186"/>
              <a:gd name="connsiteX4" fmla="*/ 12192000 w 12192000"/>
              <a:gd name="connsiteY4" fmla="*/ 0 h 1893186"/>
              <a:gd name="connsiteX5" fmla="*/ 12192000 w 12192000"/>
              <a:gd name="connsiteY5" fmla="*/ 1893186 h 1893186"/>
              <a:gd name="connsiteX6" fmla="*/ 0 w 12192000"/>
              <a:gd name="connsiteY6" fmla="*/ 1893186 h 1893186"/>
              <a:gd name="connsiteX7" fmla="*/ 0 w 12192000"/>
              <a:gd name="connsiteY7" fmla="*/ 0 h 1893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893186">
                <a:moveTo>
                  <a:pt x="0" y="0"/>
                </a:moveTo>
                <a:lnTo>
                  <a:pt x="581062" y="0"/>
                </a:lnTo>
                <a:lnTo>
                  <a:pt x="1841674" y="525547"/>
                </a:lnTo>
                <a:lnTo>
                  <a:pt x="1841674" y="0"/>
                </a:lnTo>
                <a:lnTo>
                  <a:pt x="12192000" y="0"/>
                </a:lnTo>
                <a:lnTo>
                  <a:pt x="12192000" y="1893186"/>
                </a:lnTo>
                <a:lnTo>
                  <a:pt x="0" y="189318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l"/>
            <a:endParaRPr kumimoji="1" lang="ko-Kore-KR" altLang="en-US" sz="1350" dirty="0">
              <a:latin typeface="Montserrat Medium" pitchFamily="2" charset="0"/>
            </a:endParaRPr>
          </a:p>
        </p:txBody>
      </p:sp>
      <p:sp>
        <p:nvSpPr>
          <p:cNvPr id="6" name="그래픽 4">
            <a:extLst>
              <a:ext uri="{FF2B5EF4-FFF2-40B4-BE49-F238E27FC236}">
                <a16:creationId xmlns:a16="http://schemas.microsoft.com/office/drawing/2014/main" id="{CB3C853F-85F0-6B7F-7667-DC81E8D0300E}"/>
              </a:ext>
            </a:extLst>
          </p:cNvPr>
          <p:cNvSpPr>
            <a:spLocks noChangeAspect="1"/>
          </p:cNvSpPr>
          <p:nvPr/>
        </p:nvSpPr>
        <p:spPr>
          <a:xfrm>
            <a:off x="0" y="866507"/>
            <a:ext cx="9144900" cy="4117770"/>
          </a:xfrm>
          <a:custGeom>
            <a:avLst/>
            <a:gdLst>
              <a:gd name="connsiteX0" fmla="*/ 0 w 12190407"/>
              <a:gd name="connsiteY0" fmla="*/ 4963676 h 5489102"/>
              <a:gd name="connsiteX1" fmla="*/ 580930 w 12190407"/>
              <a:gd name="connsiteY1" fmla="*/ 4963676 h 5489102"/>
              <a:gd name="connsiteX2" fmla="*/ 1841253 w 12190407"/>
              <a:gd name="connsiteY2" fmla="*/ 5489103 h 5489102"/>
              <a:gd name="connsiteX3" fmla="*/ 1841253 w 12190407"/>
              <a:gd name="connsiteY3" fmla="*/ 4963676 h 5489102"/>
              <a:gd name="connsiteX4" fmla="*/ 12190407 w 12190407"/>
              <a:gd name="connsiteY4" fmla="*/ 4963676 h 5489102"/>
              <a:gd name="connsiteX5" fmla="*/ 12190407 w 12190407"/>
              <a:gd name="connsiteY5" fmla="*/ 0 h 5489102"/>
              <a:gd name="connsiteX6" fmla="*/ 0 w 12190407"/>
              <a:gd name="connsiteY6" fmla="*/ 0 h 5489102"/>
              <a:gd name="connsiteX7" fmla="*/ 0 w 12190407"/>
              <a:gd name="connsiteY7" fmla="*/ 4963676 h 5489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0407" h="5489102">
                <a:moveTo>
                  <a:pt x="0" y="4963676"/>
                </a:moveTo>
                <a:lnTo>
                  <a:pt x="580930" y="4963676"/>
                </a:lnTo>
                <a:lnTo>
                  <a:pt x="1841253" y="5489103"/>
                </a:lnTo>
                <a:lnTo>
                  <a:pt x="1841253" y="4963676"/>
                </a:lnTo>
                <a:lnTo>
                  <a:pt x="12190407" y="4963676"/>
                </a:lnTo>
                <a:lnTo>
                  <a:pt x="12190407" y="0"/>
                </a:lnTo>
                <a:lnTo>
                  <a:pt x="0" y="0"/>
                </a:lnTo>
                <a:lnTo>
                  <a:pt x="0" y="4963676"/>
                </a:lnTo>
                <a:close/>
              </a:path>
            </a:pathLst>
          </a:cu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b="1665"/>
            </a:stretch>
          </a:blip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ko-Kore-KR" altLang="en-US" sz="1350" dirty="0">
              <a:latin typeface="Montserrat Medium" pitchFamily="2" charset="0"/>
            </a:endParaRPr>
          </a:p>
        </p:txBody>
      </p:sp>
      <p:sp>
        <p:nvSpPr>
          <p:cNvPr id="7" name="그래픽 7">
            <a:extLst>
              <a:ext uri="{FF2B5EF4-FFF2-40B4-BE49-F238E27FC236}">
                <a16:creationId xmlns:a16="http://schemas.microsoft.com/office/drawing/2014/main" id="{C8B4F9B9-5FCB-9D1E-8F16-3E10C081C8D9}"/>
              </a:ext>
            </a:extLst>
          </p:cNvPr>
          <p:cNvSpPr/>
          <p:nvPr/>
        </p:nvSpPr>
        <p:spPr>
          <a:xfrm>
            <a:off x="1" y="4589244"/>
            <a:ext cx="9143705" cy="384833"/>
          </a:xfrm>
          <a:custGeom>
            <a:avLst/>
            <a:gdLst>
              <a:gd name="connsiteX0" fmla="*/ 12191607 w 12191607"/>
              <a:gd name="connsiteY0" fmla="*/ 0 h 513111"/>
              <a:gd name="connsiteX1" fmla="*/ 1841434 w 12191607"/>
              <a:gd name="connsiteY1" fmla="*/ 0 h 513111"/>
              <a:gd name="connsiteX2" fmla="*/ 1841434 w 12191607"/>
              <a:gd name="connsiteY2" fmla="*/ 513111 h 513111"/>
              <a:gd name="connsiteX3" fmla="*/ 580987 w 12191607"/>
              <a:gd name="connsiteY3" fmla="*/ 0 h 513111"/>
              <a:gd name="connsiteX4" fmla="*/ 0 w 12191607"/>
              <a:gd name="connsiteY4" fmla="*/ 0 h 513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1607" h="513111">
                <a:moveTo>
                  <a:pt x="12191607" y="0"/>
                </a:moveTo>
                <a:lnTo>
                  <a:pt x="1841434" y="0"/>
                </a:lnTo>
                <a:lnTo>
                  <a:pt x="1841434" y="513111"/>
                </a:lnTo>
                <a:lnTo>
                  <a:pt x="580987" y="0"/>
                </a:lnTo>
                <a:lnTo>
                  <a:pt x="0" y="0"/>
                </a:lnTo>
              </a:path>
            </a:pathLst>
          </a:custGeom>
          <a:noFill/>
          <a:ln w="50800" cap="flat">
            <a:solidFill>
              <a:srgbClr val="3CC1CF"/>
            </a:solidFill>
            <a:prstDash val="solid"/>
            <a:miter/>
          </a:ln>
        </p:spPr>
        <p:txBody>
          <a:bodyPr rtlCol="0" anchor="ctr"/>
          <a:lstStyle/>
          <a:p>
            <a:endParaRPr lang="ko-Kore-KR" altLang="en-US" sz="1350" dirty="0">
              <a:latin typeface="Montserrat Medium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BB2646-DE97-96B7-874B-CE006CBD15BE}"/>
              </a:ext>
            </a:extLst>
          </p:cNvPr>
          <p:cNvSpPr txBox="1"/>
          <p:nvPr/>
        </p:nvSpPr>
        <p:spPr>
          <a:xfrm>
            <a:off x="386255" y="3132883"/>
            <a:ext cx="5415455" cy="622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</a:pPr>
            <a:r>
              <a:rPr kumimoji="1" lang="en-US" altLang="ko-Kore-KR" sz="405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ESOT </a:t>
            </a:r>
            <a:r>
              <a:rPr kumimoji="1" lang="ko-KR" altLang="en-US" sz="405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업무 보고 </a:t>
            </a:r>
            <a:r>
              <a:rPr kumimoji="1" lang="en-US" altLang="ko-KR" sz="405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kumimoji="1" lang="ko-KR" altLang="en-US" sz="405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전극 </a:t>
            </a:r>
            <a:r>
              <a:rPr kumimoji="1" lang="en-US" altLang="ko-KR" sz="405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kumimoji="1" lang="ko-KR" altLang="en-US" sz="405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셀</a:t>
            </a:r>
            <a:r>
              <a:rPr kumimoji="1" lang="en-US" altLang="ko-KR" sz="405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kumimoji="1" lang="ko-Kore-KR" altLang="en-US" sz="405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80FE43-D27F-7BE1-4EF1-DEC32097096E}"/>
              </a:ext>
            </a:extLst>
          </p:cNvPr>
          <p:cNvSpPr txBox="1"/>
          <p:nvPr/>
        </p:nvSpPr>
        <p:spPr>
          <a:xfrm>
            <a:off x="1513804" y="4723001"/>
            <a:ext cx="29166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1200" dirty="0">
                <a:solidFill>
                  <a:srgbClr val="6B6B6B"/>
                </a:solidFill>
                <a:latin typeface="Arial Narrow" panose="020B0606020202030204" pitchFamily="34" charset="0"/>
              </a:rPr>
              <a:t>2026.04.10 (</a:t>
            </a:r>
            <a:r>
              <a:rPr kumimoji="1" lang="ko-KR" altLang="en-US" sz="1200" dirty="0">
                <a:solidFill>
                  <a:srgbClr val="6B6B6B"/>
                </a:solidFill>
                <a:latin typeface="Arial Narrow" panose="020B0606020202030204" pitchFamily="34" charset="0"/>
              </a:rPr>
              <a:t>금</a:t>
            </a:r>
            <a:r>
              <a:rPr kumimoji="1" lang="en-US" altLang="ko-KR" sz="1200" dirty="0">
                <a:solidFill>
                  <a:srgbClr val="6B6B6B"/>
                </a:solidFill>
                <a:latin typeface="Arial Narrow" panose="020B0606020202030204" pitchFamily="34" charset="0"/>
              </a:rPr>
              <a:t>)</a:t>
            </a:r>
            <a:endParaRPr kumimoji="1" lang="ko-Kore-KR" altLang="en-US" sz="1200" dirty="0">
              <a:solidFill>
                <a:srgbClr val="6B6B6B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2" name="그래픽 7">
            <a:extLst>
              <a:ext uri="{FF2B5EF4-FFF2-40B4-BE49-F238E27FC236}">
                <a16:creationId xmlns:a16="http://schemas.microsoft.com/office/drawing/2014/main" id="{69DB6E0C-E7B3-738C-7A47-A70E49DA486A}"/>
              </a:ext>
            </a:extLst>
          </p:cNvPr>
          <p:cNvGrpSpPr/>
          <p:nvPr/>
        </p:nvGrpSpPr>
        <p:grpSpPr>
          <a:xfrm>
            <a:off x="6945908" y="5833924"/>
            <a:ext cx="1906409" cy="387234"/>
            <a:chOff x="2405992" y="5327480"/>
            <a:chExt cx="1906409" cy="387234"/>
          </a:xfrm>
          <a:solidFill>
            <a:schemeClr val="tx1"/>
          </a:solidFill>
        </p:grpSpPr>
        <p:grpSp>
          <p:nvGrpSpPr>
            <p:cNvPr id="4" name="그래픽 7">
              <a:extLst>
                <a:ext uri="{FF2B5EF4-FFF2-40B4-BE49-F238E27FC236}">
                  <a16:creationId xmlns:a16="http://schemas.microsoft.com/office/drawing/2014/main" id="{2F2C24EC-57EB-84AC-9768-BC79FCA9B6F9}"/>
                </a:ext>
              </a:extLst>
            </p:cNvPr>
            <p:cNvGrpSpPr/>
            <p:nvPr/>
          </p:nvGrpSpPr>
          <p:grpSpPr>
            <a:xfrm>
              <a:off x="3111808" y="5327480"/>
              <a:ext cx="1200593" cy="387234"/>
              <a:chOff x="3111808" y="5327480"/>
              <a:chExt cx="1200593" cy="387234"/>
            </a:xfrm>
            <a:grpFill/>
          </p:grpSpPr>
          <p:sp>
            <p:nvSpPr>
              <p:cNvPr id="11" name="자유형 32">
                <a:extLst>
                  <a:ext uri="{FF2B5EF4-FFF2-40B4-BE49-F238E27FC236}">
                    <a16:creationId xmlns:a16="http://schemas.microsoft.com/office/drawing/2014/main" id="{024B4C2D-5BFC-7501-842A-CA1C7730F9FD}"/>
                  </a:ext>
                </a:extLst>
              </p:cNvPr>
              <p:cNvSpPr/>
              <p:nvPr/>
            </p:nvSpPr>
            <p:spPr>
              <a:xfrm>
                <a:off x="3111875" y="5332938"/>
                <a:ext cx="153470" cy="159406"/>
              </a:xfrm>
              <a:custGeom>
                <a:avLst/>
                <a:gdLst>
                  <a:gd name="connsiteX0" fmla="*/ 27305 w 153470"/>
                  <a:gd name="connsiteY0" fmla="*/ 0 h 159406"/>
                  <a:gd name="connsiteX1" fmla="*/ 123005 w 153470"/>
                  <a:gd name="connsiteY1" fmla="*/ 111218 h 159406"/>
                  <a:gd name="connsiteX2" fmla="*/ 123005 w 153470"/>
                  <a:gd name="connsiteY2" fmla="*/ 0 h 159406"/>
                  <a:gd name="connsiteX3" fmla="*/ 153470 w 153470"/>
                  <a:gd name="connsiteY3" fmla="*/ 0 h 159406"/>
                  <a:gd name="connsiteX4" fmla="*/ 153470 w 153470"/>
                  <a:gd name="connsiteY4" fmla="*/ 159406 h 159406"/>
                  <a:gd name="connsiteX5" fmla="*/ 126704 w 153470"/>
                  <a:gd name="connsiteY5" fmla="*/ 159406 h 159406"/>
                  <a:gd name="connsiteX6" fmla="*/ 30465 w 153470"/>
                  <a:gd name="connsiteY6" fmla="*/ 46324 h 159406"/>
                  <a:gd name="connsiteX7" fmla="*/ 30465 w 153470"/>
                  <a:gd name="connsiteY7" fmla="*/ 159406 h 159406"/>
                  <a:gd name="connsiteX8" fmla="*/ 0 w 153470"/>
                  <a:gd name="connsiteY8" fmla="*/ 159406 h 159406"/>
                  <a:gd name="connsiteX9" fmla="*/ 0 w 153470"/>
                  <a:gd name="connsiteY9" fmla="*/ 0 h 159406"/>
                  <a:gd name="connsiteX10" fmla="*/ 27305 w 153470"/>
                  <a:gd name="connsiteY10" fmla="*/ 0 h 159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3470" h="159406">
                    <a:moveTo>
                      <a:pt x="27305" y="0"/>
                    </a:moveTo>
                    <a:lnTo>
                      <a:pt x="123005" y="111218"/>
                    </a:lnTo>
                    <a:lnTo>
                      <a:pt x="123005" y="0"/>
                    </a:lnTo>
                    <a:lnTo>
                      <a:pt x="153470" y="0"/>
                    </a:lnTo>
                    <a:lnTo>
                      <a:pt x="153470" y="159406"/>
                    </a:lnTo>
                    <a:lnTo>
                      <a:pt x="126704" y="159406"/>
                    </a:lnTo>
                    <a:lnTo>
                      <a:pt x="30465" y="46324"/>
                    </a:lnTo>
                    <a:lnTo>
                      <a:pt x="30465" y="159406"/>
                    </a:lnTo>
                    <a:lnTo>
                      <a:pt x="0" y="159406"/>
                    </a:lnTo>
                    <a:lnTo>
                      <a:pt x="0" y="0"/>
                    </a:lnTo>
                    <a:lnTo>
                      <a:pt x="27305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ore-KR" altLang="en-US"/>
              </a:p>
            </p:txBody>
          </p:sp>
          <p:sp>
            <p:nvSpPr>
              <p:cNvPr id="14" name="자유형 33">
                <a:extLst>
                  <a:ext uri="{FF2B5EF4-FFF2-40B4-BE49-F238E27FC236}">
                    <a16:creationId xmlns:a16="http://schemas.microsoft.com/office/drawing/2014/main" id="{CFBDEED6-8C3D-3E8F-872F-B37F3C81401E}"/>
                  </a:ext>
                </a:extLst>
              </p:cNvPr>
              <p:cNvSpPr/>
              <p:nvPr/>
            </p:nvSpPr>
            <p:spPr>
              <a:xfrm>
                <a:off x="3298299" y="5332938"/>
                <a:ext cx="105721" cy="159472"/>
              </a:xfrm>
              <a:custGeom>
                <a:avLst/>
                <a:gdLst>
                  <a:gd name="connsiteX0" fmla="*/ 105721 w 105721"/>
                  <a:gd name="connsiteY0" fmla="*/ 0 h 159472"/>
                  <a:gd name="connsiteX1" fmla="*/ 105721 w 105721"/>
                  <a:gd name="connsiteY1" fmla="*/ 24094 h 159472"/>
                  <a:gd name="connsiteX2" fmla="*/ 31138 w 105721"/>
                  <a:gd name="connsiteY2" fmla="*/ 24094 h 159472"/>
                  <a:gd name="connsiteX3" fmla="*/ 31138 w 105721"/>
                  <a:gd name="connsiteY3" fmla="*/ 65959 h 159472"/>
                  <a:gd name="connsiteX4" fmla="*/ 105721 w 105721"/>
                  <a:gd name="connsiteY4" fmla="*/ 65959 h 159472"/>
                  <a:gd name="connsiteX5" fmla="*/ 105721 w 105721"/>
                  <a:gd name="connsiteY5" fmla="*/ 90053 h 159472"/>
                  <a:gd name="connsiteX6" fmla="*/ 31138 w 105721"/>
                  <a:gd name="connsiteY6" fmla="*/ 90053 h 159472"/>
                  <a:gd name="connsiteX7" fmla="*/ 31138 w 105721"/>
                  <a:gd name="connsiteY7" fmla="*/ 135379 h 159472"/>
                  <a:gd name="connsiteX8" fmla="*/ 105721 w 105721"/>
                  <a:gd name="connsiteY8" fmla="*/ 135379 h 159472"/>
                  <a:gd name="connsiteX9" fmla="*/ 105721 w 105721"/>
                  <a:gd name="connsiteY9" fmla="*/ 159473 h 159472"/>
                  <a:gd name="connsiteX10" fmla="*/ 0 w 105721"/>
                  <a:gd name="connsiteY10" fmla="*/ 159473 h 159472"/>
                  <a:gd name="connsiteX11" fmla="*/ 0 w 105721"/>
                  <a:gd name="connsiteY11" fmla="*/ 0 h 159472"/>
                  <a:gd name="connsiteX12" fmla="*/ 105721 w 105721"/>
                  <a:gd name="connsiteY12" fmla="*/ 0 h 159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5721" h="159472">
                    <a:moveTo>
                      <a:pt x="105721" y="0"/>
                    </a:moveTo>
                    <a:lnTo>
                      <a:pt x="105721" y="24094"/>
                    </a:lnTo>
                    <a:lnTo>
                      <a:pt x="31138" y="24094"/>
                    </a:lnTo>
                    <a:lnTo>
                      <a:pt x="31138" y="65959"/>
                    </a:lnTo>
                    <a:lnTo>
                      <a:pt x="105721" y="65959"/>
                    </a:lnTo>
                    <a:lnTo>
                      <a:pt x="105721" y="90053"/>
                    </a:lnTo>
                    <a:lnTo>
                      <a:pt x="31138" y="90053"/>
                    </a:lnTo>
                    <a:lnTo>
                      <a:pt x="31138" y="135379"/>
                    </a:lnTo>
                    <a:lnTo>
                      <a:pt x="105721" y="135379"/>
                    </a:lnTo>
                    <a:lnTo>
                      <a:pt x="105721" y="159473"/>
                    </a:lnTo>
                    <a:lnTo>
                      <a:pt x="0" y="159473"/>
                    </a:lnTo>
                    <a:lnTo>
                      <a:pt x="0" y="0"/>
                    </a:lnTo>
                    <a:lnTo>
                      <a:pt x="105721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ore-KR" altLang="en-US"/>
              </a:p>
            </p:txBody>
          </p:sp>
          <p:sp>
            <p:nvSpPr>
              <p:cNvPr id="15" name="자유형 34">
                <a:extLst>
                  <a:ext uri="{FF2B5EF4-FFF2-40B4-BE49-F238E27FC236}">
                    <a16:creationId xmlns:a16="http://schemas.microsoft.com/office/drawing/2014/main" id="{78969B57-ED19-9F7B-4882-9EE62290FB2F}"/>
                  </a:ext>
                </a:extLst>
              </p:cNvPr>
              <p:cNvSpPr/>
              <p:nvPr/>
            </p:nvSpPr>
            <p:spPr>
              <a:xfrm>
                <a:off x="3417135" y="5332938"/>
                <a:ext cx="176403" cy="159339"/>
              </a:xfrm>
              <a:custGeom>
                <a:avLst/>
                <a:gdLst>
                  <a:gd name="connsiteX0" fmla="*/ 43714 w 176403"/>
                  <a:gd name="connsiteY0" fmla="*/ 0 h 159339"/>
                  <a:gd name="connsiteX1" fmla="*/ 88101 w 176403"/>
                  <a:gd name="connsiteY1" fmla="*/ 53978 h 159339"/>
                  <a:gd name="connsiteX2" fmla="*/ 131815 w 176403"/>
                  <a:gd name="connsiteY2" fmla="*/ 0 h 159339"/>
                  <a:gd name="connsiteX3" fmla="*/ 170553 w 176403"/>
                  <a:gd name="connsiteY3" fmla="*/ 0 h 159339"/>
                  <a:gd name="connsiteX4" fmla="*/ 107470 w 176403"/>
                  <a:gd name="connsiteY4" fmla="*/ 76874 h 159339"/>
                  <a:gd name="connsiteX5" fmla="*/ 176404 w 176403"/>
                  <a:gd name="connsiteY5" fmla="*/ 159340 h 159339"/>
                  <a:gd name="connsiteX6" fmla="*/ 136994 w 176403"/>
                  <a:gd name="connsiteY6" fmla="*/ 159340 h 159339"/>
                  <a:gd name="connsiteX7" fmla="*/ 88101 w 176403"/>
                  <a:gd name="connsiteY7" fmla="*/ 99770 h 159339"/>
                  <a:gd name="connsiteX8" fmla="*/ 39208 w 176403"/>
                  <a:gd name="connsiteY8" fmla="*/ 159340 h 159339"/>
                  <a:gd name="connsiteX9" fmla="*/ 0 w 176403"/>
                  <a:gd name="connsiteY9" fmla="*/ 159340 h 159339"/>
                  <a:gd name="connsiteX10" fmla="*/ 68261 w 176403"/>
                  <a:gd name="connsiteY10" fmla="*/ 76874 h 159339"/>
                  <a:gd name="connsiteX11" fmla="*/ 4506 w 176403"/>
                  <a:gd name="connsiteY11" fmla="*/ 0 h 159339"/>
                  <a:gd name="connsiteX12" fmla="*/ 43714 w 176403"/>
                  <a:gd name="connsiteY12" fmla="*/ 0 h 159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6403" h="159339">
                    <a:moveTo>
                      <a:pt x="43714" y="0"/>
                    </a:moveTo>
                    <a:lnTo>
                      <a:pt x="88101" y="53978"/>
                    </a:lnTo>
                    <a:lnTo>
                      <a:pt x="131815" y="0"/>
                    </a:lnTo>
                    <a:lnTo>
                      <a:pt x="170553" y="0"/>
                    </a:lnTo>
                    <a:lnTo>
                      <a:pt x="107470" y="76874"/>
                    </a:lnTo>
                    <a:lnTo>
                      <a:pt x="176404" y="159340"/>
                    </a:lnTo>
                    <a:lnTo>
                      <a:pt x="136994" y="159340"/>
                    </a:lnTo>
                    <a:lnTo>
                      <a:pt x="88101" y="99770"/>
                    </a:lnTo>
                    <a:lnTo>
                      <a:pt x="39208" y="159340"/>
                    </a:lnTo>
                    <a:lnTo>
                      <a:pt x="0" y="159340"/>
                    </a:lnTo>
                    <a:lnTo>
                      <a:pt x="68261" y="76874"/>
                    </a:lnTo>
                    <a:lnTo>
                      <a:pt x="4506" y="0"/>
                    </a:lnTo>
                    <a:lnTo>
                      <a:pt x="43714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ore-KR" altLang="en-US"/>
              </a:p>
            </p:txBody>
          </p:sp>
          <p:sp>
            <p:nvSpPr>
              <p:cNvPr id="16" name="자유형 35">
                <a:extLst>
                  <a:ext uri="{FF2B5EF4-FFF2-40B4-BE49-F238E27FC236}">
                    <a16:creationId xmlns:a16="http://schemas.microsoft.com/office/drawing/2014/main" id="{50AA7E98-7F27-C66A-33AB-E4144CFE4802}"/>
                  </a:ext>
                </a:extLst>
              </p:cNvPr>
              <p:cNvSpPr/>
              <p:nvPr/>
            </p:nvSpPr>
            <p:spPr>
              <a:xfrm>
                <a:off x="3591991" y="5332938"/>
                <a:ext cx="145467" cy="159406"/>
              </a:xfrm>
              <a:custGeom>
                <a:avLst/>
                <a:gdLst>
                  <a:gd name="connsiteX0" fmla="*/ 145467 w 145467"/>
                  <a:gd name="connsiteY0" fmla="*/ 0 h 159406"/>
                  <a:gd name="connsiteX1" fmla="*/ 145467 w 145467"/>
                  <a:gd name="connsiteY1" fmla="*/ 24094 h 159406"/>
                  <a:gd name="connsiteX2" fmla="*/ 88303 w 145467"/>
                  <a:gd name="connsiteY2" fmla="*/ 24094 h 159406"/>
                  <a:gd name="connsiteX3" fmla="*/ 88303 w 145467"/>
                  <a:gd name="connsiteY3" fmla="*/ 159406 h 159406"/>
                  <a:gd name="connsiteX4" fmla="*/ 57165 w 145467"/>
                  <a:gd name="connsiteY4" fmla="*/ 159406 h 159406"/>
                  <a:gd name="connsiteX5" fmla="*/ 57165 w 145467"/>
                  <a:gd name="connsiteY5" fmla="*/ 24094 h 159406"/>
                  <a:gd name="connsiteX6" fmla="*/ 0 w 145467"/>
                  <a:gd name="connsiteY6" fmla="*/ 24094 h 159406"/>
                  <a:gd name="connsiteX7" fmla="*/ 0 w 145467"/>
                  <a:gd name="connsiteY7" fmla="*/ 0 h 159406"/>
                  <a:gd name="connsiteX8" fmla="*/ 145467 w 145467"/>
                  <a:gd name="connsiteY8" fmla="*/ 0 h 159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5467" h="159406">
                    <a:moveTo>
                      <a:pt x="145467" y="0"/>
                    </a:moveTo>
                    <a:lnTo>
                      <a:pt x="145467" y="24094"/>
                    </a:lnTo>
                    <a:lnTo>
                      <a:pt x="88303" y="24094"/>
                    </a:lnTo>
                    <a:lnTo>
                      <a:pt x="88303" y="159406"/>
                    </a:lnTo>
                    <a:lnTo>
                      <a:pt x="57165" y="159406"/>
                    </a:lnTo>
                    <a:lnTo>
                      <a:pt x="57165" y="24094"/>
                    </a:lnTo>
                    <a:lnTo>
                      <a:pt x="0" y="24094"/>
                    </a:lnTo>
                    <a:lnTo>
                      <a:pt x="0" y="0"/>
                    </a:lnTo>
                    <a:lnTo>
                      <a:pt x="145467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ore-KR" altLang="en-US"/>
              </a:p>
            </p:txBody>
          </p:sp>
          <p:sp>
            <p:nvSpPr>
              <p:cNvPr id="17" name="자유형 36">
                <a:extLst>
                  <a:ext uri="{FF2B5EF4-FFF2-40B4-BE49-F238E27FC236}">
                    <a16:creationId xmlns:a16="http://schemas.microsoft.com/office/drawing/2014/main" id="{A7689A46-F455-2789-6F40-B439ED14393A}"/>
                  </a:ext>
                </a:extLst>
              </p:cNvPr>
              <p:cNvSpPr/>
              <p:nvPr/>
            </p:nvSpPr>
            <p:spPr>
              <a:xfrm>
                <a:off x="3746874" y="5327480"/>
                <a:ext cx="109890" cy="167592"/>
              </a:xfrm>
              <a:custGeom>
                <a:avLst/>
                <a:gdLst>
                  <a:gd name="connsiteX0" fmla="*/ 56290 w 109890"/>
                  <a:gd name="connsiteY0" fmla="*/ 133 h 167592"/>
                  <a:gd name="connsiteX1" fmla="*/ 102695 w 109890"/>
                  <a:gd name="connsiteY1" fmla="*/ 12047 h 167592"/>
                  <a:gd name="connsiteX2" fmla="*/ 102695 w 109890"/>
                  <a:gd name="connsiteY2" fmla="*/ 40134 h 167592"/>
                  <a:gd name="connsiteX3" fmla="*/ 57232 w 109890"/>
                  <a:gd name="connsiteY3" fmla="*/ 24826 h 167592"/>
                  <a:gd name="connsiteX4" fmla="*/ 38401 w 109890"/>
                  <a:gd name="connsiteY4" fmla="*/ 29419 h 167592"/>
                  <a:gd name="connsiteX5" fmla="*/ 31609 w 109890"/>
                  <a:gd name="connsiteY5" fmla="*/ 41732 h 167592"/>
                  <a:gd name="connsiteX6" fmla="*/ 44252 w 109890"/>
                  <a:gd name="connsiteY6" fmla="*/ 58771 h 167592"/>
                  <a:gd name="connsiteX7" fmla="*/ 71557 w 109890"/>
                  <a:gd name="connsiteY7" fmla="*/ 71883 h 167592"/>
                  <a:gd name="connsiteX8" fmla="*/ 100879 w 109890"/>
                  <a:gd name="connsiteY8" fmla="*/ 92915 h 167592"/>
                  <a:gd name="connsiteX9" fmla="*/ 109891 w 109890"/>
                  <a:gd name="connsiteY9" fmla="*/ 120736 h 167592"/>
                  <a:gd name="connsiteX10" fmla="*/ 94557 w 109890"/>
                  <a:gd name="connsiteY10" fmla="*/ 154681 h 167592"/>
                  <a:gd name="connsiteX11" fmla="*/ 54945 w 109890"/>
                  <a:gd name="connsiteY11" fmla="*/ 167593 h 167592"/>
                  <a:gd name="connsiteX12" fmla="*/ 27708 w 109890"/>
                  <a:gd name="connsiteY12" fmla="*/ 164132 h 167592"/>
                  <a:gd name="connsiteX13" fmla="*/ 2152 w 109890"/>
                  <a:gd name="connsiteY13" fmla="*/ 152285 h 167592"/>
                  <a:gd name="connsiteX14" fmla="*/ 2152 w 109890"/>
                  <a:gd name="connsiteY14" fmla="*/ 121202 h 167592"/>
                  <a:gd name="connsiteX15" fmla="*/ 51986 w 109890"/>
                  <a:gd name="connsiteY15" fmla="*/ 142966 h 167592"/>
                  <a:gd name="connsiteX16" fmla="*/ 70884 w 109890"/>
                  <a:gd name="connsiteY16" fmla="*/ 137908 h 167592"/>
                  <a:gd name="connsiteX17" fmla="*/ 78080 w 109890"/>
                  <a:gd name="connsiteY17" fmla="*/ 124596 h 167592"/>
                  <a:gd name="connsiteX18" fmla="*/ 65571 w 109890"/>
                  <a:gd name="connsiteY18" fmla="*/ 106093 h 167592"/>
                  <a:gd name="connsiteX19" fmla="*/ 38737 w 109890"/>
                  <a:gd name="connsiteY19" fmla="*/ 92649 h 167592"/>
                  <a:gd name="connsiteX20" fmla="*/ 9617 w 109890"/>
                  <a:gd name="connsiteY20" fmla="*/ 72215 h 167592"/>
                  <a:gd name="connsiteX21" fmla="*/ 0 w 109890"/>
                  <a:gd name="connsiteY21" fmla="*/ 45060 h 167592"/>
                  <a:gd name="connsiteX22" fmla="*/ 15468 w 109890"/>
                  <a:gd name="connsiteY22" fmla="*/ 12247 h 167592"/>
                  <a:gd name="connsiteX23" fmla="*/ 56358 w 109890"/>
                  <a:gd name="connsiteY23" fmla="*/ 0 h 167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09890" h="167592">
                    <a:moveTo>
                      <a:pt x="56290" y="133"/>
                    </a:moveTo>
                    <a:cubicBezTo>
                      <a:pt x="72364" y="133"/>
                      <a:pt x="87832" y="4127"/>
                      <a:pt x="102695" y="12047"/>
                    </a:cubicBezTo>
                    <a:lnTo>
                      <a:pt x="102695" y="40134"/>
                    </a:lnTo>
                    <a:cubicBezTo>
                      <a:pt x="85613" y="29951"/>
                      <a:pt x="70413" y="24826"/>
                      <a:pt x="57232" y="24826"/>
                    </a:cubicBezTo>
                    <a:cubicBezTo>
                      <a:pt x="49162" y="24826"/>
                      <a:pt x="42907" y="26357"/>
                      <a:pt x="38401" y="29419"/>
                    </a:cubicBezTo>
                    <a:cubicBezTo>
                      <a:pt x="33895" y="32480"/>
                      <a:pt x="31609" y="36607"/>
                      <a:pt x="31609" y="41732"/>
                    </a:cubicBezTo>
                    <a:cubicBezTo>
                      <a:pt x="31609" y="47855"/>
                      <a:pt x="35846" y="53579"/>
                      <a:pt x="44252" y="58771"/>
                    </a:cubicBezTo>
                    <a:cubicBezTo>
                      <a:pt x="46606" y="60301"/>
                      <a:pt x="55685" y="64694"/>
                      <a:pt x="71557" y="71883"/>
                    </a:cubicBezTo>
                    <a:cubicBezTo>
                      <a:pt x="85075" y="78206"/>
                      <a:pt x="94893" y="85194"/>
                      <a:pt x="100879" y="92915"/>
                    </a:cubicBezTo>
                    <a:cubicBezTo>
                      <a:pt x="106864" y="100636"/>
                      <a:pt x="109891" y="109887"/>
                      <a:pt x="109891" y="120736"/>
                    </a:cubicBezTo>
                    <a:cubicBezTo>
                      <a:pt x="109891" y="134780"/>
                      <a:pt x="104780" y="146095"/>
                      <a:pt x="94557" y="154681"/>
                    </a:cubicBezTo>
                    <a:cubicBezTo>
                      <a:pt x="84335" y="163267"/>
                      <a:pt x="71153" y="167593"/>
                      <a:pt x="54945" y="167593"/>
                    </a:cubicBezTo>
                    <a:cubicBezTo>
                      <a:pt x="44387" y="167593"/>
                      <a:pt x="35308" y="166461"/>
                      <a:pt x="27708" y="164132"/>
                    </a:cubicBezTo>
                    <a:cubicBezTo>
                      <a:pt x="20108" y="161802"/>
                      <a:pt x="11567" y="157875"/>
                      <a:pt x="2152" y="152285"/>
                    </a:cubicBezTo>
                    <a:lnTo>
                      <a:pt x="2152" y="121202"/>
                    </a:lnTo>
                    <a:cubicBezTo>
                      <a:pt x="19772" y="135712"/>
                      <a:pt x="36384" y="142966"/>
                      <a:pt x="51986" y="142966"/>
                    </a:cubicBezTo>
                    <a:cubicBezTo>
                      <a:pt x="59788" y="142966"/>
                      <a:pt x="66109" y="141302"/>
                      <a:pt x="70884" y="137908"/>
                    </a:cubicBezTo>
                    <a:cubicBezTo>
                      <a:pt x="75659" y="134580"/>
                      <a:pt x="78080" y="130121"/>
                      <a:pt x="78080" y="124596"/>
                    </a:cubicBezTo>
                    <a:cubicBezTo>
                      <a:pt x="78080" y="117009"/>
                      <a:pt x="73911" y="110886"/>
                      <a:pt x="65571" y="106093"/>
                    </a:cubicBezTo>
                    <a:cubicBezTo>
                      <a:pt x="58644" y="102366"/>
                      <a:pt x="49700" y="97840"/>
                      <a:pt x="38737" y="92649"/>
                    </a:cubicBezTo>
                    <a:cubicBezTo>
                      <a:pt x="25758" y="86792"/>
                      <a:pt x="16006" y="80003"/>
                      <a:pt x="9617" y="72215"/>
                    </a:cubicBezTo>
                    <a:cubicBezTo>
                      <a:pt x="3228" y="64428"/>
                      <a:pt x="0" y="55376"/>
                      <a:pt x="0" y="45060"/>
                    </a:cubicBezTo>
                    <a:cubicBezTo>
                      <a:pt x="0" y="31349"/>
                      <a:pt x="5178" y="20433"/>
                      <a:pt x="15468" y="12247"/>
                    </a:cubicBezTo>
                    <a:cubicBezTo>
                      <a:pt x="25758" y="4127"/>
                      <a:pt x="39410" y="0"/>
                      <a:pt x="56358" y="0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ore-KR" altLang="en-US"/>
              </a:p>
            </p:txBody>
          </p:sp>
          <p:sp>
            <p:nvSpPr>
              <p:cNvPr id="18" name="자유형 37">
                <a:extLst>
                  <a:ext uri="{FF2B5EF4-FFF2-40B4-BE49-F238E27FC236}">
                    <a16:creationId xmlns:a16="http://schemas.microsoft.com/office/drawing/2014/main" id="{A4EF24A7-2388-D563-3FB1-7A79F8FD1596}"/>
                  </a:ext>
                </a:extLst>
              </p:cNvPr>
              <p:cNvSpPr/>
              <p:nvPr/>
            </p:nvSpPr>
            <p:spPr>
              <a:xfrm>
                <a:off x="3863557" y="5332938"/>
                <a:ext cx="145467" cy="159406"/>
              </a:xfrm>
              <a:custGeom>
                <a:avLst/>
                <a:gdLst>
                  <a:gd name="connsiteX0" fmla="*/ 145467 w 145467"/>
                  <a:gd name="connsiteY0" fmla="*/ 0 h 159406"/>
                  <a:gd name="connsiteX1" fmla="*/ 145467 w 145467"/>
                  <a:gd name="connsiteY1" fmla="*/ 24094 h 159406"/>
                  <a:gd name="connsiteX2" fmla="*/ 88303 w 145467"/>
                  <a:gd name="connsiteY2" fmla="*/ 24094 h 159406"/>
                  <a:gd name="connsiteX3" fmla="*/ 88303 w 145467"/>
                  <a:gd name="connsiteY3" fmla="*/ 159406 h 159406"/>
                  <a:gd name="connsiteX4" fmla="*/ 57165 w 145467"/>
                  <a:gd name="connsiteY4" fmla="*/ 159406 h 159406"/>
                  <a:gd name="connsiteX5" fmla="*/ 57165 w 145467"/>
                  <a:gd name="connsiteY5" fmla="*/ 24094 h 159406"/>
                  <a:gd name="connsiteX6" fmla="*/ 0 w 145467"/>
                  <a:gd name="connsiteY6" fmla="*/ 24094 h 159406"/>
                  <a:gd name="connsiteX7" fmla="*/ 0 w 145467"/>
                  <a:gd name="connsiteY7" fmla="*/ 0 h 159406"/>
                  <a:gd name="connsiteX8" fmla="*/ 145467 w 145467"/>
                  <a:gd name="connsiteY8" fmla="*/ 0 h 159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5467" h="159406">
                    <a:moveTo>
                      <a:pt x="145467" y="0"/>
                    </a:moveTo>
                    <a:lnTo>
                      <a:pt x="145467" y="24094"/>
                    </a:lnTo>
                    <a:lnTo>
                      <a:pt x="88303" y="24094"/>
                    </a:lnTo>
                    <a:lnTo>
                      <a:pt x="88303" y="159406"/>
                    </a:lnTo>
                    <a:lnTo>
                      <a:pt x="57165" y="159406"/>
                    </a:lnTo>
                    <a:lnTo>
                      <a:pt x="57165" y="24094"/>
                    </a:lnTo>
                    <a:lnTo>
                      <a:pt x="0" y="24094"/>
                    </a:lnTo>
                    <a:lnTo>
                      <a:pt x="0" y="0"/>
                    </a:lnTo>
                    <a:lnTo>
                      <a:pt x="145467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ore-KR" altLang="en-US"/>
              </a:p>
            </p:txBody>
          </p:sp>
          <p:sp>
            <p:nvSpPr>
              <p:cNvPr id="19" name="자유형 38">
                <a:extLst>
                  <a:ext uri="{FF2B5EF4-FFF2-40B4-BE49-F238E27FC236}">
                    <a16:creationId xmlns:a16="http://schemas.microsoft.com/office/drawing/2014/main" id="{203CD619-1864-6752-BAA2-91BF3B7BFF33}"/>
                  </a:ext>
                </a:extLst>
              </p:cNvPr>
              <p:cNvSpPr/>
              <p:nvPr/>
            </p:nvSpPr>
            <p:spPr>
              <a:xfrm>
                <a:off x="3994835" y="5332938"/>
                <a:ext cx="169342" cy="159406"/>
              </a:xfrm>
              <a:custGeom>
                <a:avLst/>
                <a:gdLst>
                  <a:gd name="connsiteX0" fmla="*/ 98189 w 169342"/>
                  <a:gd name="connsiteY0" fmla="*/ 0 h 159406"/>
                  <a:gd name="connsiteX1" fmla="*/ 169342 w 169342"/>
                  <a:gd name="connsiteY1" fmla="*/ 159406 h 159406"/>
                  <a:gd name="connsiteX2" fmla="*/ 136523 w 169342"/>
                  <a:gd name="connsiteY2" fmla="*/ 159406 h 159406"/>
                  <a:gd name="connsiteX3" fmla="*/ 119777 w 169342"/>
                  <a:gd name="connsiteY3" fmla="*/ 120603 h 159406"/>
                  <a:gd name="connsiteX4" fmla="*/ 48220 w 169342"/>
                  <a:gd name="connsiteY4" fmla="*/ 120603 h 159406"/>
                  <a:gd name="connsiteX5" fmla="*/ 32618 w 169342"/>
                  <a:gd name="connsiteY5" fmla="*/ 159406 h 159406"/>
                  <a:gd name="connsiteX6" fmla="*/ 0 w 169342"/>
                  <a:gd name="connsiteY6" fmla="*/ 159406 h 159406"/>
                  <a:gd name="connsiteX7" fmla="*/ 66378 w 169342"/>
                  <a:gd name="connsiteY7" fmla="*/ 0 h 159406"/>
                  <a:gd name="connsiteX8" fmla="*/ 98189 w 169342"/>
                  <a:gd name="connsiteY8" fmla="*/ 0 h 159406"/>
                  <a:gd name="connsiteX9" fmla="*/ 57636 w 169342"/>
                  <a:gd name="connsiteY9" fmla="*/ 97175 h 159406"/>
                  <a:gd name="connsiteX10" fmla="*/ 109622 w 169342"/>
                  <a:gd name="connsiteY10" fmla="*/ 97175 h 159406"/>
                  <a:gd name="connsiteX11" fmla="*/ 82384 w 169342"/>
                  <a:gd name="connsiteY11" fmla="*/ 34078 h 159406"/>
                  <a:gd name="connsiteX12" fmla="*/ 57568 w 169342"/>
                  <a:gd name="connsiteY12" fmla="*/ 97175 h 159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9342" h="159406">
                    <a:moveTo>
                      <a:pt x="98189" y="0"/>
                    </a:moveTo>
                    <a:lnTo>
                      <a:pt x="169342" y="159406"/>
                    </a:lnTo>
                    <a:lnTo>
                      <a:pt x="136523" y="159406"/>
                    </a:lnTo>
                    <a:lnTo>
                      <a:pt x="119777" y="120603"/>
                    </a:lnTo>
                    <a:lnTo>
                      <a:pt x="48220" y="120603"/>
                    </a:lnTo>
                    <a:lnTo>
                      <a:pt x="32618" y="159406"/>
                    </a:lnTo>
                    <a:lnTo>
                      <a:pt x="0" y="159406"/>
                    </a:lnTo>
                    <a:lnTo>
                      <a:pt x="66378" y="0"/>
                    </a:lnTo>
                    <a:lnTo>
                      <a:pt x="98189" y="0"/>
                    </a:lnTo>
                    <a:close/>
                    <a:moveTo>
                      <a:pt x="57636" y="97175"/>
                    </a:moveTo>
                    <a:lnTo>
                      <a:pt x="109622" y="97175"/>
                    </a:lnTo>
                    <a:lnTo>
                      <a:pt x="82384" y="34078"/>
                    </a:lnTo>
                    <a:lnTo>
                      <a:pt x="57568" y="97175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ore-KR" altLang="en-US"/>
              </a:p>
            </p:txBody>
          </p:sp>
          <p:sp>
            <p:nvSpPr>
              <p:cNvPr id="20" name="자유형 39">
                <a:extLst>
                  <a:ext uri="{FF2B5EF4-FFF2-40B4-BE49-F238E27FC236}">
                    <a16:creationId xmlns:a16="http://schemas.microsoft.com/office/drawing/2014/main" id="{63EEC7FC-4C07-89B3-7B0B-F4C04F94D22F}"/>
                  </a:ext>
                </a:extLst>
              </p:cNvPr>
              <p:cNvSpPr/>
              <p:nvPr/>
            </p:nvSpPr>
            <p:spPr>
              <a:xfrm>
                <a:off x="4180788" y="5332938"/>
                <a:ext cx="131613" cy="159406"/>
              </a:xfrm>
              <a:custGeom>
                <a:avLst/>
                <a:gdLst>
                  <a:gd name="connsiteX0" fmla="*/ 57905 w 131613"/>
                  <a:gd name="connsiteY0" fmla="*/ 0 h 159406"/>
                  <a:gd name="connsiteX1" fmla="*/ 94894 w 131613"/>
                  <a:gd name="connsiteY1" fmla="*/ 12446 h 159406"/>
                  <a:gd name="connsiteX2" fmla="*/ 109218 w 131613"/>
                  <a:gd name="connsiteY2" fmla="*/ 44860 h 159406"/>
                  <a:gd name="connsiteX3" fmla="*/ 102157 w 131613"/>
                  <a:gd name="connsiteY3" fmla="*/ 68555 h 159406"/>
                  <a:gd name="connsiteX4" fmla="*/ 81107 w 131613"/>
                  <a:gd name="connsiteY4" fmla="*/ 84462 h 159406"/>
                  <a:gd name="connsiteX5" fmla="*/ 94826 w 131613"/>
                  <a:gd name="connsiteY5" fmla="*/ 95644 h 159406"/>
                  <a:gd name="connsiteX6" fmla="*/ 109689 w 131613"/>
                  <a:gd name="connsiteY6" fmla="*/ 119471 h 159406"/>
                  <a:gd name="connsiteX7" fmla="*/ 131613 w 131613"/>
                  <a:gd name="connsiteY7" fmla="*/ 159406 h 159406"/>
                  <a:gd name="connsiteX8" fmla="*/ 96911 w 131613"/>
                  <a:gd name="connsiteY8" fmla="*/ 159406 h 159406"/>
                  <a:gd name="connsiteX9" fmla="*/ 87227 w 131613"/>
                  <a:gd name="connsiteY9" fmla="*/ 142634 h 159406"/>
                  <a:gd name="connsiteX10" fmla="*/ 67656 w 131613"/>
                  <a:gd name="connsiteY10" fmla="*/ 108356 h 159406"/>
                  <a:gd name="connsiteX11" fmla="*/ 55685 w 131613"/>
                  <a:gd name="connsiteY11" fmla="*/ 95777 h 159406"/>
                  <a:gd name="connsiteX12" fmla="*/ 42436 w 131613"/>
                  <a:gd name="connsiteY12" fmla="*/ 92050 h 159406"/>
                  <a:gd name="connsiteX13" fmla="*/ 31138 w 131613"/>
                  <a:gd name="connsiteY13" fmla="*/ 92050 h 159406"/>
                  <a:gd name="connsiteX14" fmla="*/ 31138 w 131613"/>
                  <a:gd name="connsiteY14" fmla="*/ 159340 h 159406"/>
                  <a:gd name="connsiteX15" fmla="*/ 0 w 131613"/>
                  <a:gd name="connsiteY15" fmla="*/ 159340 h 159406"/>
                  <a:gd name="connsiteX16" fmla="*/ 0 w 131613"/>
                  <a:gd name="connsiteY16" fmla="*/ 0 h 159406"/>
                  <a:gd name="connsiteX17" fmla="*/ 57972 w 131613"/>
                  <a:gd name="connsiteY17" fmla="*/ 0 h 159406"/>
                  <a:gd name="connsiteX18" fmla="*/ 50910 w 131613"/>
                  <a:gd name="connsiteY18" fmla="*/ 68022 h 159406"/>
                  <a:gd name="connsiteX19" fmla="*/ 70077 w 131613"/>
                  <a:gd name="connsiteY19" fmla="*/ 61965 h 159406"/>
                  <a:gd name="connsiteX20" fmla="*/ 77071 w 131613"/>
                  <a:gd name="connsiteY20" fmla="*/ 45393 h 159406"/>
                  <a:gd name="connsiteX21" fmla="*/ 70144 w 131613"/>
                  <a:gd name="connsiteY21" fmla="*/ 29019 h 159406"/>
                  <a:gd name="connsiteX22" fmla="*/ 50439 w 131613"/>
                  <a:gd name="connsiteY22" fmla="*/ 23628 h 159406"/>
                  <a:gd name="connsiteX23" fmla="*/ 31071 w 131613"/>
                  <a:gd name="connsiteY23" fmla="*/ 23628 h 159406"/>
                  <a:gd name="connsiteX24" fmla="*/ 31071 w 131613"/>
                  <a:gd name="connsiteY24" fmla="*/ 68022 h 159406"/>
                  <a:gd name="connsiteX25" fmla="*/ 50910 w 131613"/>
                  <a:gd name="connsiteY25" fmla="*/ 68022 h 159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31613" h="159406">
                    <a:moveTo>
                      <a:pt x="57905" y="0"/>
                    </a:moveTo>
                    <a:cubicBezTo>
                      <a:pt x="73036" y="0"/>
                      <a:pt x="85411" y="4127"/>
                      <a:pt x="94894" y="12446"/>
                    </a:cubicBezTo>
                    <a:cubicBezTo>
                      <a:pt x="104443" y="20766"/>
                      <a:pt x="109218" y="31548"/>
                      <a:pt x="109218" y="44860"/>
                    </a:cubicBezTo>
                    <a:cubicBezTo>
                      <a:pt x="109218" y="53912"/>
                      <a:pt x="106865" y="61832"/>
                      <a:pt x="102157" y="68555"/>
                    </a:cubicBezTo>
                    <a:cubicBezTo>
                      <a:pt x="97449" y="75277"/>
                      <a:pt x="90388" y="80602"/>
                      <a:pt x="81107" y="84462"/>
                    </a:cubicBezTo>
                    <a:cubicBezTo>
                      <a:pt x="86285" y="87191"/>
                      <a:pt x="90858" y="90918"/>
                      <a:pt x="94826" y="95644"/>
                    </a:cubicBezTo>
                    <a:cubicBezTo>
                      <a:pt x="98794" y="100369"/>
                      <a:pt x="103771" y="108290"/>
                      <a:pt x="109689" y="119471"/>
                    </a:cubicBezTo>
                    <a:cubicBezTo>
                      <a:pt x="119508" y="138773"/>
                      <a:pt x="126839" y="152085"/>
                      <a:pt x="131613" y="159406"/>
                    </a:cubicBezTo>
                    <a:lnTo>
                      <a:pt x="96911" y="159406"/>
                    </a:lnTo>
                    <a:cubicBezTo>
                      <a:pt x="94557" y="155879"/>
                      <a:pt x="91329" y="150288"/>
                      <a:pt x="87227" y="142634"/>
                    </a:cubicBezTo>
                    <a:cubicBezTo>
                      <a:pt x="78282" y="125661"/>
                      <a:pt x="71759" y="114213"/>
                      <a:pt x="67656" y="108356"/>
                    </a:cubicBezTo>
                    <a:cubicBezTo>
                      <a:pt x="63486" y="102433"/>
                      <a:pt x="59519" y="98306"/>
                      <a:pt x="55685" y="95777"/>
                    </a:cubicBezTo>
                    <a:cubicBezTo>
                      <a:pt x="51852" y="93314"/>
                      <a:pt x="47413" y="92050"/>
                      <a:pt x="42436" y="92050"/>
                    </a:cubicBezTo>
                    <a:lnTo>
                      <a:pt x="31138" y="92050"/>
                    </a:lnTo>
                    <a:lnTo>
                      <a:pt x="31138" y="159340"/>
                    </a:lnTo>
                    <a:lnTo>
                      <a:pt x="0" y="159340"/>
                    </a:lnTo>
                    <a:lnTo>
                      <a:pt x="0" y="0"/>
                    </a:lnTo>
                    <a:lnTo>
                      <a:pt x="57972" y="0"/>
                    </a:lnTo>
                    <a:close/>
                    <a:moveTo>
                      <a:pt x="50910" y="68022"/>
                    </a:moveTo>
                    <a:cubicBezTo>
                      <a:pt x="59048" y="68022"/>
                      <a:pt x="65437" y="66025"/>
                      <a:pt x="70077" y="61965"/>
                    </a:cubicBezTo>
                    <a:cubicBezTo>
                      <a:pt x="74718" y="57905"/>
                      <a:pt x="77071" y="52448"/>
                      <a:pt x="77071" y="45393"/>
                    </a:cubicBezTo>
                    <a:cubicBezTo>
                      <a:pt x="77071" y="38337"/>
                      <a:pt x="74785" y="32613"/>
                      <a:pt x="70144" y="29019"/>
                    </a:cubicBezTo>
                    <a:cubicBezTo>
                      <a:pt x="65504" y="25425"/>
                      <a:pt x="58981" y="23628"/>
                      <a:pt x="50439" y="23628"/>
                    </a:cubicBezTo>
                    <a:lnTo>
                      <a:pt x="31071" y="23628"/>
                    </a:lnTo>
                    <a:lnTo>
                      <a:pt x="31071" y="68022"/>
                    </a:lnTo>
                    <a:lnTo>
                      <a:pt x="50910" y="68022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ore-KR" altLang="en-US"/>
              </a:p>
            </p:txBody>
          </p:sp>
          <p:sp>
            <p:nvSpPr>
              <p:cNvPr id="21" name="자유형 40">
                <a:extLst>
                  <a:ext uri="{FF2B5EF4-FFF2-40B4-BE49-F238E27FC236}">
                    <a16:creationId xmlns:a16="http://schemas.microsoft.com/office/drawing/2014/main" id="{61CC131C-E2F1-BA93-54C8-EA0E45F001D6}"/>
                  </a:ext>
                </a:extLst>
              </p:cNvPr>
              <p:cNvSpPr/>
              <p:nvPr/>
            </p:nvSpPr>
            <p:spPr>
              <a:xfrm>
                <a:off x="3111808" y="5553378"/>
                <a:ext cx="105721" cy="159406"/>
              </a:xfrm>
              <a:custGeom>
                <a:avLst/>
                <a:gdLst>
                  <a:gd name="connsiteX0" fmla="*/ 105721 w 105721"/>
                  <a:gd name="connsiteY0" fmla="*/ 0 h 159406"/>
                  <a:gd name="connsiteX1" fmla="*/ 105721 w 105721"/>
                  <a:gd name="connsiteY1" fmla="*/ 24094 h 159406"/>
                  <a:gd name="connsiteX2" fmla="*/ 31138 w 105721"/>
                  <a:gd name="connsiteY2" fmla="*/ 24094 h 159406"/>
                  <a:gd name="connsiteX3" fmla="*/ 31138 w 105721"/>
                  <a:gd name="connsiteY3" fmla="*/ 65959 h 159406"/>
                  <a:gd name="connsiteX4" fmla="*/ 105721 w 105721"/>
                  <a:gd name="connsiteY4" fmla="*/ 65959 h 159406"/>
                  <a:gd name="connsiteX5" fmla="*/ 105721 w 105721"/>
                  <a:gd name="connsiteY5" fmla="*/ 90053 h 159406"/>
                  <a:gd name="connsiteX6" fmla="*/ 31138 w 105721"/>
                  <a:gd name="connsiteY6" fmla="*/ 90053 h 159406"/>
                  <a:gd name="connsiteX7" fmla="*/ 31138 w 105721"/>
                  <a:gd name="connsiteY7" fmla="*/ 135312 h 159406"/>
                  <a:gd name="connsiteX8" fmla="*/ 105721 w 105721"/>
                  <a:gd name="connsiteY8" fmla="*/ 135312 h 159406"/>
                  <a:gd name="connsiteX9" fmla="*/ 105721 w 105721"/>
                  <a:gd name="connsiteY9" fmla="*/ 159406 h 159406"/>
                  <a:gd name="connsiteX10" fmla="*/ 0 w 105721"/>
                  <a:gd name="connsiteY10" fmla="*/ 159406 h 159406"/>
                  <a:gd name="connsiteX11" fmla="*/ 0 w 105721"/>
                  <a:gd name="connsiteY11" fmla="*/ 0 h 159406"/>
                  <a:gd name="connsiteX12" fmla="*/ 105721 w 105721"/>
                  <a:gd name="connsiteY12" fmla="*/ 0 h 159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5721" h="159406">
                    <a:moveTo>
                      <a:pt x="105721" y="0"/>
                    </a:moveTo>
                    <a:lnTo>
                      <a:pt x="105721" y="24094"/>
                    </a:lnTo>
                    <a:lnTo>
                      <a:pt x="31138" y="24094"/>
                    </a:lnTo>
                    <a:lnTo>
                      <a:pt x="31138" y="65959"/>
                    </a:lnTo>
                    <a:lnTo>
                      <a:pt x="105721" y="65959"/>
                    </a:lnTo>
                    <a:lnTo>
                      <a:pt x="105721" y="90053"/>
                    </a:lnTo>
                    <a:lnTo>
                      <a:pt x="31138" y="90053"/>
                    </a:lnTo>
                    <a:lnTo>
                      <a:pt x="31138" y="135312"/>
                    </a:lnTo>
                    <a:lnTo>
                      <a:pt x="105721" y="135312"/>
                    </a:lnTo>
                    <a:lnTo>
                      <a:pt x="105721" y="159406"/>
                    </a:lnTo>
                    <a:lnTo>
                      <a:pt x="0" y="159406"/>
                    </a:lnTo>
                    <a:lnTo>
                      <a:pt x="0" y="0"/>
                    </a:lnTo>
                    <a:lnTo>
                      <a:pt x="105721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ore-KR" altLang="en-US"/>
              </a:p>
            </p:txBody>
          </p:sp>
          <p:sp>
            <p:nvSpPr>
              <p:cNvPr id="22" name="자유형 41">
                <a:extLst>
                  <a:ext uri="{FF2B5EF4-FFF2-40B4-BE49-F238E27FC236}">
                    <a16:creationId xmlns:a16="http://schemas.microsoft.com/office/drawing/2014/main" id="{9ACD0831-0596-B203-DB9A-EEA647528F7F}"/>
                  </a:ext>
                </a:extLst>
              </p:cNvPr>
              <p:cNvSpPr/>
              <p:nvPr/>
            </p:nvSpPr>
            <p:spPr>
              <a:xfrm>
                <a:off x="3246313" y="5553378"/>
                <a:ext cx="153470" cy="159406"/>
              </a:xfrm>
              <a:custGeom>
                <a:avLst/>
                <a:gdLst>
                  <a:gd name="connsiteX0" fmla="*/ 27372 w 153470"/>
                  <a:gd name="connsiteY0" fmla="*/ 0 h 159406"/>
                  <a:gd name="connsiteX1" fmla="*/ 123072 w 153470"/>
                  <a:gd name="connsiteY1" fmla="*/ 111218 h 159406"/>
                  <a:gd name="connsiteX2" fmla="*/ 123072 w 153470"/>
                  <a:gd name="connsiteY2" fmla="*/ 0 h 159406"/>
                  <a:gd name="connsiteX3" fmla="*/ 153471 w 153470"/>
                  <a:gd name="connsiteY3" fmla="*/ 0 h 159406"/>
                  <a:gd name="connsiteX4" fmla="*/ 153471 w 153470"/>
                  <a:gd name="connsiteY4" fmla="*/ 159406 h 159406"/>
                  <a:gd name="connsiteX5" fmla="*/ 126704 w 153470"/>
                  <a:gd name="connsiteY5" fmla="*/ 159406 h 159406"/>
                  <a:gd name="connsiteX6" fmla="*/ 30465 w 153470"/>
                  <a:gd name="connsiteY6" fmla="*/ 46324 h 159406"/>
                  <a:gd name="connsiteX7" fmla="*/ 30465 w 153470"/>
                  <a:gd name="connsiteY7" fmla="*/ 159406 h 159406"/>
                  <a:gd name="connsiteX8" fmla="*/ 0 w 153470"/>
                  <a:gd name="connsiteY8" fmla="*/ 159406 h 159406"/>
                  <a:gd name="connsiteX9" fmla="*/ 0 w 153470"/>
                  <a:gd name="connsiteY9" fmla="*/ 0 h 159406"/>
                  <a:gd name="connsiteX10" fmla="*/ 27305 w 153470"/>
                  <a:gd name="connsiteY10" fmla="*/ 0 h 159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3470" h="159406">
                    <a:moveTo>
                      <a:pt x="27372" y="0"/>
                    </a:moveTo>
                    <a:lnTo>
                      <a:pt x="123072" y="111218"/>
                    </a:lnTo>
                    <a:lnTo>
                      <a:pt x="123072" y="0"/>
                    </a:lnTo>
                    <a:lnTo>
                      <a:pt x="153471" y="0"/>
                    </a:lnTo>
                    <a:lnTo>
                      <a:pt x="153471" y="159406"/>
                    </a:lnTo>
                    <a:lnTo>
                      <a:pt x="126704" y="159406"/>
                    </a:lnTo>
                    <a:lnTo>
                      <a:pt x="30465" y="46324"/>
                    </a:lnTo>
                    <a:lnTo>
                      <a:pt x="30465" y="159406"/>
                    </a:lnTo>
                    <a:lnTo>
                      <a:pt x="0" y="159406"/>
                    </a:lnTo>
                    <a:lnTo>
                      <a:pt x="0" y="0"/>
                    </a:lnTo>
                    <a:lnTo>
                      <a:pt x="27305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ore-KR" altLang="en-US"/>
              </a:p>
            </p:txBody>
          </p:sp>
          <p:sp>
            <p:nvSpPr>
              <p:cNvPr id="23" name="자유형 42">
                <a:extLst>
                  <a:ext uri="{FF2B5EF4-FFF2-40B4-BE49-F238E27FC236}">
                    <a16:creationId xmlns:a16="http://schemas.microsoft.com/office/drawing/2014/main" id="{70FA6D9C-C819-6C40-7918-412F0F0C0548}"/>
                  </a:ext>
                </a:extLst>
              </p:cNvPr>
              <p:cNvSpPr/>
              <p:nvPr/>
            </p:nvSpPr>
            <p:spPr>
              <a:xfrm>
                <a:off x="3431459" y="5553378"/>
                <a:ext cx="105721" cy="159406"/>
              </a:xfrm>
              <a:custGeom>
                <a:avLst/>
                <a:gdLst>
                  <a:gd name="connsiteX0" fmla="*/ 105721 w 105721"/>
                  <a:gd name="connsiteY0" fmla="*/ 0 h 159406"/>
                  <a:gd name="connsiteX1" fmla="*/ 105721 w 105721"/>
                  <a:gd name="connsiteY1" fmla="*/ 24094 h 159406"/>
                  <a:gd name="connsiteX2" fmla="*/ 31138 w 105721"/>
                  <a:gd name="connsiteY2" fmla="*/ 24094 h 159406"/>
                  <a:gd name="connsiteX3" fmla="*/ 31138 w 105721"/>
                  <a:gd name="connsiteY3" fmla="*/ 65959 h 159406"/>
                  <a:gd name="connsiteX4" fmla="*/ 105721 w 105721"/>
                  <a:gd name="connsiteY4" fmla="*/ 65959 h 159406"/>
                  <a:gd name="connsiteX5" fmla="*/ 105721 w 105721"/>
                  <a:gd name="connsiteY5" fmla="*/ 90053 h 159406"/>
                  <a:gd name="connsiteX6" fmla="*/ 31138 w 105721"/>
                  <a:gd name="connsiteY6" fmla="*/ 90053 h 159406"/>
                  <a:gd name="connsiteX7" fmla="*/ 31138 w 105721"/>
                  <a:gd name="connsiteY7" fmla="*/ 135312 h 159406"/>
                  <a:gd name="connsiteX8" fmla="*/ 105721 w 105721"/>
                  <a:gd name="connsiteY8" fmla="*/ 135312 h 159406"/>
                  <a:gd name="connsiteX9" fmla="*/ 105721 w 105721"/>
                  <a:gd name="connsiteY9" fmla="*/ 159406 h 159406"/>
                  <a:gd name="connsiteX10" fmla="*/ 0 w 105721"/>
                  <a:gd name="connsiteY10" fmla="*/ 159406 h 159406"/>
                  <a:gd name="connsiteX11" fmla="*/ 0 w 105721"/>
                  <a:gd name="connsiteY11" fmla="*/ 0 h 159406"/>
                  <a:gd name="connsiteX12" fmla="*/ 105721 w 105721"/>
                  <a:gd name="connsiteY12" fmla="*/ 0 h 159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5721" h="159406">
                    <a:moveTo>
                      <a:pt x="105721" y="0"/>
                    </a:moveTo>
                    <a:lnTo>
                      <a:pt x="105721" y="24094"/>
                    </a:lnTo>
                    <a:lnTo>
                      <a:pt x="31138" y="24094"/>
                    </a:lnTo>
                    <a:lnTo>
                      <a:pt x="31138" y="65959"/>
                    </a:lnTo>
                    <a:lnTo>
                      <a:pt x="105721" y="65959"/>
                    </a:lnTo>
                    <a:lnTo>
                      <a:pt x="105721" y="90053"/>
                    </a:lnTo>
                    <a:lnTo>
                      <a:pt x="31138" y="90053"/>
                    </a:lnTo>
                    <a:lnTo>
                      <a:pt x="31138" y="135312"/>
                    </a:lnTo>
                    <a:lnTo>
                      <a:pt x="105721" y="135312"/>
                    </a:lnTo>
                    <a:lnTo>
                      <a:pt x="105721" y="159406"/>
                    </a:lnTo>
                    <a:lnTo>
                      <a:pt x="0" y="159406"/>
                    </a:lnTo>
                    <a:lnTo>
                      <a:pt x="0" y="0"/>
                    </a:lnTo>
                    <a:lnTo>
                      <a:pt x="105721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ore-KR" altLang="en-US"/>
              </a:p>
            </p:txBody>
          </p:sp>
          <p:sp>
            <p:nvSpPr>
              <p:cNvPr id="24" name="자유형 43">
                <a:extLst>
                  <a:ext uri="{FF2B5EF4-FFF2-40B4-BE49-F238E27FC236}">
                    <a16:creationId xmlns:a16="http://schemas.microsoft.com/office/drawing/2014/main" id="{82D9DB92-2785-13D7-572F-C6C5C2953765}"/>
                  </a:ext>
                </a:extLst>
              </p:cNvPr>
              <p:cNvSpPr/>
              <p:nvPr/>
            </p:nvSpPr>
            <p:spPr>
              <a:xfrm>
                <a:off x="3566772" y="5553311"/>
                <a:ext cx="131613" cy="159472"/>
              </a:xfrm>
              <a:custGeom>
                <a:avLst/>
                <a:gdLst>
                  <a:gd name="connsiteX0" fmla="*/ 57972 w 131613"/>
                  <a:gd name="connsiteY0" fmla="*/ 67 h 159472"/>
                  <a:gd name="connsiteX1" fmla="*/ 94961 w 131613"/>
                  <a:gd name="connsiteY1" fmla="*/ 12513 h 159472"/>
                  <a:gd name="connsiteX2" fmla="*/ 109218 w 131613"/>
                  <a:gd name="connsiteY2" fmla="*/ 44927 h 159472"/>
                  <a:gd name="connsiteX3" fmla="*/ 102157 w 131613"/>
                  <a:gd name="connsiteY3" fmla="*/ 68621 h 159472"/>
                  <a:gd name="connsiteX4" fmla="*/ 81107 w 131613"/>
                  <a:gd name="connsiteY4" fmla="*/ 84529 h 159472"/>
                  <a:gd name="connsiteX5" fmla="*/ 94826 w 131613"/>
                  <a:gd name="connsiteY5" fmla="*/ 95710 h 159472"/>
                  <a:gd name="connsiteX6" fmla="*/ 109689 w 131613"/>
                  <a:gd name="connsiteY6" fmla="*/ 119538 h 159472"/>
                  <a:gd name="connsiteX7" fmla="*/ 131613 w 131613"/>
                  <a:gd name="connsiteY7" fmla="*/ 159473 h 159472"/>
                  <a:gd name="connsiteX8" fmla="*/ 96911 w 131613"/>
                  <a:gd name="connsiteY8" fmla="*/ 159473 h 159472"/>
                  <a:gd name="connsiteX9" fmla="*/ 87227 w 131613"/>
                  <a:gd name="connsiteY9" fmla="*/ 142700 h 159472"/>
                  <a:gd name="connsiteX10" fmla="*/ 67656 w 131613"/>
                  <a:gd name="connsiteY10" fmla="*/ 108423 h 159472"/>
                  <a:gd name="connsiteX11" fmla="*/ 55685 w 131613"/>
                  <a:gd name="connsiteY11" fmla="*/ 95843 h 159472"/>
                  <a:gd name="connsiteX12" fmla="*/ 42436 w 131613"/>
                  <a:gd name="connsiteY12" fmla="*/ 92116 h 159472"/>
                  <a:gd name="connsiteX13" fmla="*/ 31138 w 131613"/>
                  <a:gd name="connsiteY13" fmla="*/ 92116 h 159472"/>
                  <a:gd name="connsiteX14" fmla="*/ 31138 w 131613"/>
                  <a:gd name="connsiteY14" fmla="*/ 159406 h 159472"/>
                  <a:gd name="connsiteX15" fmla="*/ 0 w 131613"/>
                  <a:gd name="connsiteY15" fmla="*/ 159406 h 159472"/>
                  <a:gd name="connsiteX16" fmla="*/ 0 w 131613"/>
                  <a:gd name="connsiteY16" fmla="*/ 0 h 159472"/>
                  <a:gd name="connsiteX17" fmla="*/ 57972 w 131613"/>
                  <a:gd name="connsiteY17" fmla="*/ 0 h 159472"/>
                  <a:gd name="connsiteX18" fmla="*/ 50977 w 131613"/>
                  <a:gd name="connsiteY18" fmla="*/ 68089 h 159472"/>
                  <a:gd name="connsiteX19" fmla="*/ 70144 w 131613"/>
                  <a:gd name="connsiteY19" fmla="*/ 62032 h 159472"/>
                  <a:gd name="connsiteX20" fmla="*/ 77139 w 131613"/>
                  <a:gd name="connsiteY20" fmla="*/ 45459 h 159472"/>
                  <a:gd name="connsiteX21" fmla="*/ 70212 w 131613"/>
                  <a:gd name="connsiteY21" fmla="*/ 29086 h 159472"/>
                  <a:gd name="connsiteX22" fmla="*/ 50507 w 131613"/>
                  <a:gd name="connsiteY22" fmla="*/ 23695 h 159472"/>
                  <a:gd name="connsiteX23" fmla="*/ 31138 w 131613"/>
                  <a:gd name="connsiteY23" fmla="*/ 23695 h 159472"/>
                  <a:gd name="connsiteX24" fmla="*/ 31138 w 131613"/>
                  <a:gd name="connsiteY24" fmla="*/ 68089 h 159472"/>
                  <a:gd name="connsiteX25" fmla="*/ 50977 w 131613"/>
                  <a:gd name="connsiteY25" fmla="*/ 68089 h 159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31613" h="159472">
                    <a:moveTo>
                      <a:pt x="57972" y="67"/>
                    </a:moveTo>
                    <a:cubicBezTo>
                      <a:pt x="73104" y="67"/>
                      <a:pt x="85478" y="4193"/>
                      <a:pt x="94961" y="12513"/>
                    </a:cubicBezTo>
                    <a:cubicBezTo>
                      <a:pt x="104511" y="20833"/>
                      <a:pt x="109218" y="31615"/>
                      <a:pt x="109218" y="44927"/>
                    </a:cubicBezTo>
                    <a:cubicBezTo>
                      <a:pt x="109218" y="53978"/>
                      <a:pt x="106864" y="61899"/>
                      <a:pt x="102157" y="68621"/>
                    </a:cubicBezTo>
                    <a:cubicBezTo>
                      <a:pt x="97449" y="75344"/>
                      <a:pt x="90387" y="80668"/>
                      <a:pt x="81107" y="84529"/>
                    </a:cubicBezTo>
                    <a:cubicBezTo>
                      <a:pt x="86285" y="87257"/>
                      <a:pt x="90858" y="90985"/>
                      <a:pt x="94826" y="95710"/>
                    </a:cubicBezTo>
                    <a:cubicBezTo>
                      <a:pt x="98794" y="100436"/>
                      <a:pt x="103771" y="108356"/>
                      <a:pt x="109689" y="119538"/>
                    </a:cubicBezTo>
                    <a:cubicBezTo>
                      <a:pt x="119508" y="138840"/>
                      <a:pt x="126838" y="152151"/>
                      <a:pt x="131613" y="159473"/>
                    </a:cubicBezTo>
                    <a:lnTo>
                      <a:pt x="96911" y="159473"/>
                    </a:lnTo>
                    <a:cubicBezTo>
                      <a:pt x="94557" y="155945"/>
                      <a:pt x="91329" y="150354"/>
                      <a:pt x="87227" y="142700"/>
                    </a:cubicBezTo>
                    <a:cubicBezTo>
                      <a:pt x="78282" y="125728"/>
                      <a:pt x="71759" y="114280"/>
                      <a:pt x="67656" y="108423"/>
                    </a:cubicBezTo>
                    <a:cubicBezTo>
                      <a:pt x="63486" y="102499"/>
                      <a:pt x="59519" y="98373"/>
                      <a:pt x="55685" y="95843"/>
                    </a:cubicBezTo>
                    <a:cubicBezTo>
                      <a:pt x="51852" y="93381"/>
                      <a:pt x="47413" y="92116"/>
                      <a:pt x="42436" y="92116"/>
                    </a:cubicBezTo>
                    <a:lnTo>
                      <a:pt x="31138" y="92116"/>
                    </a:lnTo>
                    <a:lnTo>
                      <a:pt x="31138" y="159406"/>
                    </a:lnTo>
                    <a:lnTo>
                      <a:pt x="0" y="159406"/>
                    </a:lnTo>
                    <a:lnTo>
                      <a:pt x="0" y="0"/>
                    </a:lnTo>
                    <a:lnTo>
                      <a:pt x="57972" y="0"/>
                    </a:lnTo>
                    <a:close/>
                    <a:moveTo>
                      <a:pt x="50977" y="68089"/>
                    </a:moveTo>
                    <a:cubicBezTo>
                      <a:pt x="59115" y="68089"/>
                      <a:pt x="65504" y="66092"/>
                      <a:pt x="70144" y="62032"/>
                    </a:cubicBezTo>
                    <a:cubicBezTo>
                      <a:pt x="74785" y="57972"/>
                      <a:pt x="77139" y="52514"/>
                      <a:pt x="77139" y="45459"/>
                    </a:cubicBezTo>
                    <a:cubicBezTo>
                      <a:pt x="77139" y="38404"/>
                      <a:pt x="74852" y="32680"/>
                      <a:pt x="70212" y="29086"/>
                    </a:cubicBezTo>
                    <a:cubicBezTo>
                      <a:pt x="65571" y="25492"/>
                      <a:pt x="59048" y="23695"/>
                      <a:pt x="50507" y="23695"/>
                    </a:cubicBezTo>
                    <a:lnTo>
                      <a:pt x="31138" y="23695"/>
                    </a:lnTo>
                    <a:lnTo>
                      <a:pt x="31138" y="68089"/>
                    </a:lnTo>
                    <a:lnTo>
                      <a:pt x="50977" y="68089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ore-KR" altLang="en-US"/>
              </a:p>
            </p:txBody>
          </p:sp>
          <p:sp>
            <p:nvSpPr>
              <p:cNvPr id="25" name="자유형 44">
                <a:extLst>
                  <a:ext uri="{FF2B5EF4-FFF2-40B4-BE49-F238E27FC236}">
                    <a16:creationId xmlns:a16="http://schemas.microsoft.com/office/drawing/2014/main" id="{AFBABE35-0095-C6C1-9A78-9F6BC5689779}"/>
                  </a:ext>
                </a:extLst>
              </p:cNvPr>
              <p:cNvSpPr/>
              <p:nvPr/>
            </p:nvSpPr>
            <p:spPr>
              <a:xfrm>
                <a:off x="3703093" y="5551248"/>
                <a:ext cx="153201" cy="163466"/>
              </a:xfrm>
              <a:custGeom>
                <a:avLst/>
                <a:gdLst>
                  <a:gd name="connsiteX0" fmla="*/ 90858 w 153201"/>
                  <a:gd name="connsiteY0" fmla="*/ 67 h 163466"/>
                  <a:gd name="connsiteX1" fmla="*/ 149906 w 153201"/>
                  <a:gd name="connsiteY1" fmla="*/ 13178 h 163466"/>
                  <a:gd name="connsiteX2" fmla="*/ 149906 w 153201"/>
                  <a:gd name="connsiteY2" fmla="*/ 41332 h 163466"/>
                  <a:gd name="connsiteX3" fmla="*/ 92271 w 153201"/>
                  <a:gd name="connsiteY3" fmla="*/ 26623 h 163466"/>
                  <a:gd name="connsiteX4" fmla="*/ 60931 w 153201"/>
                  <a:gd name="connsiteY4" fmla="*/ 33612 h 163466"/>
                  <a:gd name="connsiteX5" fmla="*/ 39679 w 153201"/>
                  <a:gd name="connsiteY5" fmla="*/ 53646 h 163466"/>
                  <a:gd name="connsiteX6" fmla="*/ 32147 w 153201"/>
                  <a:gd name="connsiteY6" fmla="*/ 82798 h 163466"/>
                  <a:gd name="connsiteX7" fmla="*/ 48556 w 153201"/>
                  <a:gd name="connsiteY7" fmla="*/ 122067 h 163466"/>
                  <a:gd name="connsiteX8" fmla="*/ 91867 w 153201"/>
                  <a:gd name="connsiteY8" fmla="*/ 136976 h 163466"/>
                  <a:gd name="connsiteX9" fmla="*/ 105990 w 153201"/>
                  <a:gd name="connsiteY9" fmla="*/ 135712 h 163466"/>
                  <a:gd name="connsiteX10" fmla="*/ 122064 w 153201"/>
                  <a:gd name="connsiteY10" fmla="*/ 130919 h 163466"/>
                  <a:gd name="connsiteX11" fmla="*/ 122064 w 153201"/>
                  <a:gd name="connsiteY11" fmla="*/ 104429 h 163466"/>
                  <a:gd name="connsiteX12" fmla="*/ 95431 w 153201"/>
                  <a:gd name="connsiteY12" fmla="*/ 104429 h 163466"/>
                  <a:gd name="connsiteX13" fmla="*/ 95431 w 153201"/>
                  <a:gd name="connsiteY13" fmla="*/ 80335 h 163466"/>
                  <a:gd name="connsiteX14" fmla="*/ 153201 w 153201"/>
                  <a:gd name="connsiteY14" fmla="*/ 80335 h 163466"/>
                  <a:gd name="connsiteX15" fmla="*/ 153201 w 153201"/>
                  <a:gd name="connsiteY15" fmla="*/ 146028 h 163466"/>
                  <a:gd name="connsiteX16" fmla="*/ 124686 w 153201"/>
                  <a:gd name="connsiteY16" fmla="*/ 158874 h 163466"/>
                  <a:gd name="connsiteX17" fmla="*/ 90051 w 153201"/>
                  <a:gd name="connsiteY17" fmla="*/ 163466 h 163466"/>
                  <a:gd name="connsiteX18" fmla="*/ 43849 w 153201"/>
                  <a:gd name="connsiteY18" fmla="*/ 153083 h 163466"/>
                  <a:gd name="connsiteX19" fmla="*/ 11567 w 153201"/>
                  <a:gd name="connsiteY19" fmla="*/ 123997 h 163466"/>
                  <a:gd name="connsiteX20" fmla="*/ 0 w 153201"/>
                  <a:gd name="connsiteY20" fmla="*/ 82266 h 163466"/>
                  <a:gd name="connsiteX21" fmla="*/ 11702 w 153201"/>
                  <a:gd name="connsiteY21" fmla="*/ 39935 h 163466"/>
                  <a:gd name="connsiteX22" fmla="*/ 44320 w 153201"/>
                  <a:gd name="connsiteY22" fmla="*/ 10516 h 163466"/>
                  <a:gd name="connsiteX23" fmla="*/ 90926 w 153201"/>
                  <a:gd name="connsiteY23" fmla="*/ 0 h 163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53201" h="163466">
                    <a:moveTo>
                      <a:pt x="90858" y="67"/>
                    </a:moveTo>
                    <a:cubicBezTo>
                      <a:pt x="110698" y="67"/>
                      <a:pt x="130336" y="4459"/>
                      <a:pt x="149906" y="13178"/>
                    </a:cubicBezTo>
                    <a:lnTo>
                      <a:pt x="149906" y="41332"/>
                    </a:lnTo>
                    <a:cubicBezTo>
                      <a:pt x="130403" y="31548"/>
                      <a:pt x="111169" y="26623"/>
                      <a:pt x="92271" y="26623"/>
                    </a:cubicBezTo>
                    <a:cubicBezTo>
                      <a:pt x="80501" y="26623"/>
                      <a:pt x="70077" y="28953"/>
                      <a:pt x="60931" y="33612"/>
                    </a:cubicBezTo>
                    <a:cubicBezTo>
                      <a:pt x="51785" y="38271"/>
                      <a:pt x="44723" y="44927"/>
                      <a:pt x="39679" y="53646"/>
                    </a:cubicBezTo>
                    <a:cubicBezTo>
                      <a:pt x="34635" y="62365"/>
                      <a:pt x="32147" y="72082"/>
                      <a:pt x="32147" y="82798"/>
                    </a:cubicBezTo>
                    <a:cubicBezTo>
                      <a:pt x="32147" y="99105"/>
                      <a:pt x="37594" y="112150"/>
                      <a:pt x="48556" y="122067"/>
                    </a:cubicBezTo>
                    <a:cubicBezTo>
                      <a:pt x="59519" y="131984"/>
                      <a:pt x="73911" y="136976"/>
                      <a:pt x="91867" y="136976"/>
                    </a:cubicBezTo>
                    <a:cubicBezTo>
                      <a:pt x="96777" y="136976"/>
                      <a:pt x="101484" y="136577"/>
                      <a:pt x="105990" y="135712"/>
                    </a:cubicBezTo>
                    <a:cubicBezTo>
                      <a:pt x="110496" y="134846"/>
                      <a:pt x="115876" y="133249"/>
                      <a:pt x="122064" y="130919"/>
                    </a:cubicBezTo>
                    <a:lnTo>
                      <a:pt x="122064" y="104429"/>
                    </a:lnTo>
                    <a:lnTo>
                      <a:pt x="95431" y="104429"/>
                    </a:lnTo>
                    <a:lnTo>
                      <a:pt x="95431" y="80335"/>
                    </a:lnTo>
                    <a:lnTo>
                      <a:pt x="153201" y="80335"/>
                    </a:lnTo>
                    <a:lnTo>
                      <a:pt x="153201" y="146028"/>
                    </a:lnTo>
                    <a:cubicBezTo>
                      <a:pt x="145266" y="151486"/>
                      <a:pt x="135783" y="155812"/>
                      <a:pt x="124686" y="158874"/>
                    </a:cubicBezTo>
                    <a:cubicBezTo>
                      <a:pt x="113590" y="161935"/>
                      <a:pt x="102022" y="163466"/>
                      <a:pt x="90051" y="163466"/>
                    </a:cubicBezTo>
                    <a:cubicBezTo>
                      <a:pt x="73036" y="163466"/>
                      <a:pt x="57703" y="160005"/>
                      <a:pt x="43849" y="153083"/>
                    </a:cubicBezTo>
                    <a:cubicBezTo>
                      <a:pt x="30062" y="146161"/>
                      <a:pt x="19302" y="136444"/>
                      <a:pt x="11567" y="123997"/>
                    </a:cubicBezTo>
                    <a:cubicBezTo>
                      <a:pt x="3833" y="111551"/>
                      <a:pt x="0" y="97574"/>
                      <a:pt x="0" y="82266"/>
                    </a:cubicBezTo>
                    <a:cubicBezTo>
                      <a:pt x="0" y="66957"/>
                      <a:pt x="3901" y="52581"/>
                      <a:pt x="11702" y="39935"/>
                    </a:cubicBezTo>
                    <a:cubicBezTo>
                      <a:pt x="19503" y="27289"/>
                      <a:pt x="30398" y="17505"/>
                      <a:pt x="44320" y="10516"/>
                    </a:cubicBezTo>
                    <a:cubicBezTo>
                      <a:pt x="58241" y="3528"/>
                      <a:pt x="73843" y="0"/>
                      <a:pt x="90926" y="0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ore-KR" altLang="en-US"/>
              </a:p>
            </p:txBody>
          </p:sp>
          <p:sp>
            <p:nvSpPr>
              <p:cNvPr id="26" name="자유형 45">
                <a:extLst>
                  <a:ext uri="{FF2B5EF4-FFF2-40B4-BE49-F238E27FC236}">
                    <a16:creationId xmlns:a16="http://schemas.microsoft.com/office/drawing/2014/main" id="{D99A2803-DA8C-7B6B-EF3D-42E060F88598}"/>
                  </a:ext>
                </a:extLst>
              </p:cNvPr>
              <p:cNvSpPr/>
              <p:nvPr/>
            </p:nvSpPr>
            <p:spPr>
              <a:xfrm>
                <a:off x="3865373" y="5553311"/>
                <a:ext cx="153201" cy="159406"/>
              </a:xfrm>
              <a:custGeom>
                <a:avLst/>
                <a:gdLst>
                  <a:gd name="connsiteX0" fmla="*/ 37863 w 153201"/>
                  <a:gd name="connsiteY0" fmla="*/ 67 h 159406"/>
                  <a:gd name="connsiteX1" fmla="*/ 76802 w 153201"/>
                  <a:gd name="connsiteY1" fmla="*/ 53379 h 159406"/>
                  <a:gd name="connsiteX2" fmla="*/ 116213 w 153201"/>
                  <a:gd name="connsiteY2" fmla="*/ 67 h 159406"/>
                  <a:gd name="connsiteX3" fmla="*/ 153201 w 153201"/>
                  <a:gd name="connsiteY3" fmla="*/ 67 h 159406"/>
                  <a:gd name="connsiteX4" fmla="*/ 92338 w 153201"/>
                  <a:gd name="connsiteY4" fmla="*/ 80469 h 159406"/>
                  <a:gd name="connsiteX5" fmla="*/ 92338 w 153201"/>
                  <a:gd name="connsiteY5" fmla="*/ 159406 h 159406"/>
                  <a:gd name="connsiteX6" fmla="*/ 61200 w 153201"/>
                  <a:gd name="connsiteY6" fmla="*/ 159406 h 159406"/>
                  <a:gd name="connsiteX7" fmla="*/ 61200 w 153201"/>
                  <a:gd name="connsiteY7" fmla="*/ 80202 h 159406"/>
                  <a:gd name="connsiteX8" fmla="*/ 0 w 153201"/>
                  <a:gd name="connsiteY8" fmla="*/ 0 h 159406"/>
                  <a:gd name="connsiteX9" fmla="*/ 37796 w 153201"/>
                  <a:gd name="connsiteY9" fmla="*/ 0 h 159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3201" h="159406">
                    <a:moveTo>
                      <a:pt x="37863" y="67"/>
                    </a:moveTo>
                    <a:lnTo>
                      <a:pt x="76802" y="53379"/>
                    </a:lnTo>
                    <a:lnTo>
                      <a:pt x="116213" y="67"/>
                    </a:lnTo>
                    <a:lnTo>
                      <a:pt x="153201" y="67"/>
                    </a:lnTo>
                    <a:lnTo>
                      <a:pt x="92338" y="80469"/>
                    </a:lnTo>
                    <a:lnTo>
                      <a:pt x="92338" y="159406"/>
                    </a:lnTo>
                    <a:lnTo>
                      <a:pt x="61200" y="159406"/>
                    </a:lnTo>
                    <a:lnTo>
                      <a:pt x="61200" y="80202"/>
                    </a:lnTo>
                    <a:lnTo>
                      <a:pt x="0" y="0"/>
                    </a:lnTo>
                    <a:lnTo>
                      <a:pt x="37796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ore-KR" altLang="en-US"/>
              </a:p>
            </p:txBody>
          </p:sp>
        </p:grpSp>
        <p:grpSp>
          <p:nvGrpSpPr>
            <p:cNvPr id="8" name="그래픽 7">
              <a:extLst>
                <a:ext uri="{FF2B5EF4-FFF2-40B4-BE49-F238E27FC236}">
                  <a16:creationId xmlns:a16="http://schemas.microsoft.com/office/drawing/2014/main" id="{4720E0DB-5297-5447-D46B-99F92F79D9FF}"/>
                </a:ext>
              </a:extLst>
            </p:cNvPr>
            <p:cNvGrpSpPr/>
            <p:nvPr/>
          </p:nvGrpSpPr>
          <p:grpSpPr>
            <a:xfrm>
              <a:off x="2405992" y="5333005"/>
              <a:ext cx="576220" cy="380178"/>
              <a:chOff x="2405992" y="5333005"/>
              <a:chExt cx="576220" cy="380178"/>
            </a:xfrm>
            <a:grpFill/>
          </p:grpSpPr>
          <p:sp>
            <p:nvSpPr>
              <p:cNvPr id="9" name="자유형 47">
                <a:extLst>
                  <a:ext uri="{FF2B5EF4-FFF2-40B4-BE49-F238E27FC236}">
                    <a16:creationId xmlns:a16="http://schemas.microsoft.com/office/drawing/2014/main" id="{03F4D290-BFF2-DE2B-C5E8-BFD34C286D17}"/>
                  </a:ext>
                </a:extLst>
              </p:cNvPr>
              <p:cNvSpPr/>
              <p:nvPr/>
            </p:nvSpPr>
            <p:spPr>
              <a:xfrm>
                <a:off x="2405992" y="5523161"/>
                <a:ext cx="576220" cy="190022"/>
              </a:xfrm>
              <a:custGeom>
                <a:avLst/>
                <a:gdLst>
                  <a:gd name="connsiteX0" fmla="*/ 576220 w 576220"/>
                  <a:gd name="connsiteY0" fmla="*/ 94978 h 190022"/>
                  <a:gd name="connsiteX1" fmla="*/ 576220 w 576220"/>
                  <a:gd name="connsiteY1" fmla="*/ 190023 h 190022"/>
                  <a:gd name="connsiteX2" fmla="*/ 345678 w 576220"/>
                  <a:gd name="connsiteY2" fmla="*/ 190023 h 190022"/>
                  <a:gd name="connsiteX3" fmla="*/ 230542 w 576220"/>
                  <a:gd name="connsiteY3" fmla="*/ 142501 h 190022"/>
                  <a:gd name="connsiteX4" fmla="*/ 230542 w 576220"/>
                  <a:gd name="connsiteY4" fmla="*/ 190023 h 190022"/>
                  <a:gd name="connsiteX5" fmla="*/ 0 w 576220"/>
                  <a:gd name="connsiteY5" fmla="*/ 190023 h 190022"/>
                  <a:gd name="connsiteX6" fmla="*/ 0 w 576220"/>
                  <a:gd name="connsiteY6" fmla="*/ 94978 h 190022"/>
                  <a:gd name="connsiteX7" fmla="*/ 115271 w 576220"/>
                  <a:gd name="connsiteY7" fmla="*/ 94978 h 190022"/>
                  <a:gd name="connsiteX8" fmla="*/ 115271 w 576220"/>
                  <a:gd name="connsiteY8" fmla="*/ 0 h 190022"/>
                  <a:gd name="connsiteX9" fmla="*/ 345678 w 576220"/>
                  <a:gd name="connsiteY9" fmla="*/ 94978 h 190022"/>
                  <a:gd name="connsiteX10" fmla="*/ 576220 w 576220"/>
                  <a:gd name="connsiteY10" fmla="*/ 94978 h 190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76220" h="190022">
                    <a:moveTo>
                      <a:pt x="576220" y="94978"/>
                    </a:moveTo>
                    <a:lnTo>
                      <a:pt x="576220" y="190023"/>
                    </a:lnTo>
                    <a:lnTo>
                      <a:pt x="345678" y="190023"/>
                    </a:lnTo>
                    <a:lnTo>
                      <a:pt x="230542" y="142501"/>
                    </a:lnTo>
                    <a:lnTo>
                      <a:pt x="230542" y="190023"/>
                    </a:lnTo>
                    <a:lnTo>
                      <a:pt x="0" y="190023"/>
                    </a:lnTo>
                    <a:lnTo>
                      <a:pt x="0" y="94978"/>
                    </a:lnTo>
                    <a:lnTo>
                      <a:pt x="115271" y="94978"/>
                    </a:lnTo>
                    <a:lnTo>
                      <a:pt x="115271" y="0"/>
                    </a:lnTo>
                    <a:lnTo>
                      <a:pt x="345678" y="94978"/>
                    </a:lnTo>
                    <a:lnTo>
                      <a:pt x="576220" y="9497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ore-KR" altLang="en-US"/>
              </a:p>
            </p:txBody>
          </p:sp>
          <p:sp>
            <p:nvSpPr>
              <p:cNvPr id="10" name="자유형 48">
                <a:extLst>
                  <a:ext uri="{FF2B5EF4-FFF2-40B4-BE49-F238E27FC236}">
                    <a16:creationId xmlns:a16="http://schemas.microsoft.com/office/drawing/2014/main" id="{36FAB7E1-CC76-2701-2112-1E537E87E3C3}"/>
                  </a:ext>
                </a:extLst>
              </p:cNvPr>
              <p:cNvSpPr/>
              <p:nvPr/>
            </p:nvSpPr>
            <p:spPr>
              <a:xfrm>
                <a:off x="2405992" y="5333005"/>
                <a:ext cx="576220" cy="190156"/>
              </a:xfrm>
              <a:custGeom>
                <a:avLst/>
                <a:gdLst>
                  <a:gd name="connsiteX0" fmla="*/ 576220 w 576220"/>
                  <a:gd name="connsiteY0" fmla="*/ 0 h 190156"/>
                  <a:gd name="connsiteX1" fmla="*/ 576220 w 576220"/>
                  <a:gd name="connsiteY1" fmla="*/ 95045 h 190156"/>
                  <a:gd name="connsiteX2" fmla="*/ 345678 w 576220"/>
                  <a:gd name="connsiteY2" fmla="*/ 95045 h 190156"/>
                  <a:gd name="connsiteX3" fmla="*/ 345678 w 576220"/>
                  <a:gd name="connsiteY3" fmla="*/ 190156 h 190156"/>
                  <a:gd name="connsiteX4" fmla="*/ 115271 w 576220"/>
                  <a:gd name="connsiteY4" fmla="*/ 95045 h 190156"/>
                  <a:gd name="connsiteX5" fmla="*/ 0 w 576220"/>
                  <a:gd name="connsiteY5" fmla="*/ 95045 h 190156"/>
                  <a:gd name="connsiteX6" fmla="*/ 0 w 576220"/>
                  <a:gd name="connsiteY6" fmla="*/ 0 h 190156"/>
                  <a:gd name="connsiteX7" fmla="*/ 115271 w 576220"/>
                  <a:gd name="connsiteY7" fmla="*/ 0 h 190156"/>
                  <a:gd name="connsiteX8" fmla="*/ 230542 w 576220"/>
                  <a:gd name="connsiteY8" fmla="*/ 47522 h 190156"/>
                  <a:gd name="connsiteX9" fmla="*/ 230542 w 576220"/>
                  <a:gd name="connsiteY9" fmla="*/ 0 h 190156"/>
                  <a:gd name="connsiteX10" fmla="*/ 576220 w 576220"/>
                  <a:gd name="connsiteY10" fmla="*/ 0 h 190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76220" h="190156">
                    <a:moveTo>
                      <a:pt x="576220" y="0"/>
                    </a:moveTo>
                    <a:lnTo>
                      <a:pt x="576220" y="95045"/>
                    </a:lnTo>
                    <a:lnTo>
                      <a:pt x="345678" y="95045"/>
                    </a:lnTo>
                    <a:lnTo>
                      <a:pt x="345678" y="190156"/>
                    </a:lnTo>
                    <a:lnTo>
                      <a:pt x="115271" y="95045"/>
                    </a:lnTo>
                    <a:lnTo>
                      <a:pt x="0" y="95045"/>
                    </a:lnTo>
                    <a:lnTo>
                      <a:pt x="0" y="0"/>
                    </a:lnTo>
                    <a:lnTo>
                      <a:pt x="115271" y="0"/>
                    </a:lnTo>
                    <a:lnTo>
                      <a:pt x="230542" y="47522"/>
                    </a:lnTo>
                    <a:lnTo>
                      <a:pt x="230542" y="0"/>
                    </a:lnTo>
                    <a:lnTo>
                      <a:pt x="576220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ore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20280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FD469FA4-5D4F-4C99-A54E-23C5C34990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1724" y="263769"/>
            <a:ext cx="8812609" cy="5624184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308AE987-1CF7-484C-95E4-2C5DC385A3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2497" y="701187"/>
            <a:ext cx="2318281" cy="3566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385B38-D936-42D0-9A26-2E7B4F83A2A6}"/>
              </a:ext>
            </a:extLst>
          </p:cNvPr>
          <p:cNvSpPr txBox="1"/>
          <p:nvPr/>
        </p:nvSpPr>
        <p:spPr>
          <a:xfrm>
            <a:off x="642478" y="2275779"/>
            <a:ext cx="6867713" cy="546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954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’26. 4</a:t>
            </a:r>
            <a:r>
              <a:rPr lang="ko-KR" altLang="en-US" sz="2954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월 </a:t>
            </a:r>
            <a:r>
              <a:rPr lang="en-US" altLang="ko-KR" sz="2954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ESOT </a:t>
            </a:r>
            <a:r>
              <a:rPr lang="ko-KR" altLang="en-US" sz="2954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업무 보고 </a:t>
            </a:r>
            <a:r>
              <a:rPr lang="en-US" altLang="ko-KR" sz="2954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lang="ko-KR" altLang="en-US" sz="2954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전극</a:t>
            </a:r>
            <a:r>
              <a:rPr lang="en-US" altLang="ko-KR" sz="2954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lang="ko-KR" altLang="en-US" sz="2954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셀</a:t>
            </a:r>
            <a:r>
              <a:rPr lang="en-US" altLang="ko-KR" sz="2954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  <a:endParaRPr lang="ko-KR" altLang="en-US" sz="2954" b="1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B5F7FF-9CB0-C9D8-681C-D7DCA231C642}"/>
              </a:ext>
            </a:extLst>
          </p:cNvPr>
          <p:cNvSpPr txBox="1"/>
          <p:nvPr/>
        </p:nvSpPr>
        <p:spPr>
          <a:xfrm>
            <a:off x="7076505" y="4572424"/>
            <a:ext cx="1352406" cy="369282"/>
          </a:xfrm>
          <a:prstGeom prst="rect">
            <a:avLst/>
          </a:prstGeom>
          <a:noFill/>
        </p:spPr>
        <p:txBody>
          <a:bodyPr wrap="square" lIns="84406" tIns="42203" rIns="84406" bIns="42203" rtlCol="0" anchor="t">
            <a:spAutoFit/>
          </a:bodyPr>
          <a:lstStyle/>
          <a:p>
            <a:pPr algn="ctr"/>
            <a:r>
              <a:rPr lang="en-US" altLang="ko-KR" sz="1846" b="1" dirty="0">
                <a:latin typeface="Arial narrow"/>
                <a:ea typeface="LG스마트체 Regular"/>
              </a:rPr>
              <a:t>2026.04.10</a:t>
            </a:r>
            <a:endParaRPr lang="ko-KR" altLang="en-US" sz="1846" b="1" dirty="0">
              <a:latin typeface="Arial narrow"/>
              <a:ea typeface="LG스마트체 Regula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5BD235-1136-6635-9086-C28270B0F4B4}"/>
              </a:ext>
            </a:extLst>
          </p:cNvPr>
          <p:cNvSpPr txBox="1"/>
          <p:nvPr/>
        </p:nvSpPr>
        <p:spPr>
          <a:xfrm>
            <a:off x="715089" y="3003932"/>
            <a:ext cx="5075330" cy="1115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62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1. JF2 </a:t>
            </a:r>
            <a:r>
              <a:rPr lang="ko-KR" altLang="en-US" sz="1662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생산 실적 </a:t>
            </a:r>
            <a:r>
              <a:rPr lang="en-US" altLang="ko-KR" sz="1662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Summary</a:t>
            </a:r>
          </a:p>
          <a:p>
            <a:r>
              <a:rPr lang="en-US" altLang="ko-KR" sz="1662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2. </a:t>
            </a:r>
            <a:r>
              <a:rPr lang="ko-KR" altLang="en-US" sz="1662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공정 별 </a:t>
            </a:r>
            <a:r>
              <a:rPr lang="ko-KR" altLang="en-US" sz="1662" b="1" dirty="0" err="1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수율</a:t>
            </a:r>
            <a:r>
              <a:rPr lang="en-US" altLang="ko-KR" sz="1662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lang="ko-KR" altLang="en-US" sz="1662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가동률 실적</a:t>
            </a:r>
          </a:p>
          <a:p>
            <a:r>
              <a:rPr lang="en-US" altLang="ko-KR" sz="1662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3. </a:t>
            </a:r>
            <a:r>
              <a:rPr lang="ko-KR" altLang="en-US" sz="1662" b="1" dirty="0" err="1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저전압</a:t>
            </a:r>
            <a:r>
              <a:rPr lang="ko-KR" altLang="en-US" sz="1662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현황 및 개선방안</a:t>
            </a:r>
          </a:p>
          <a:p>
            <a:r>
              <a:rPr lang="en-US" altLang="ko-KR" sz="1662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4. DX </a:t>
            </a:r>
            <a:r>
              <a:rPr lang="ko-KR" altLang="en-US" sz="1662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과제 진행 현황</a:t>
            </a:r>
          </a:p>
        </p:txBody>
      </p:sp>
    </p:spTree>
    <p:extLst>
      <p:ext uri="{BB962C8B-B14F-4D97-AF65-F5344CB8AC3E}">
        <p14:creationId xmlns:p14="http://schemas.microsoft.com/office/powerpoint/2010/main" val="421627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25">
            <a:extLst>
              <a:ext uri="{FF2B5EF4-FFF2-40B4-BE49-F238E27FC236}">
                <a16:creationId xmlns:a16="http://schemas.microsoft.com/office/drawing/2014/main" id="{C2D4D571-08C7-4A6C-A95A-2EBF7FCC7F38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4A6271C-3F4F-4C02-9FE7-43D2C9B44147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125">
            <a:extLst>
              <a:ext uri="{FF2B5EF4-FFF2-40B4-BE49-F238E27FC236}">
                <a16:creationId xmlns:a16="http://schemas.microsoft.com/office/drawing/2014/main" id="{0F5EEAD9-C2EC-FC50-6ABB-07990996E766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2">
            <a:extLst>
              <a:ext uri="{FF2B5EF4-FFF2-40B4-BE49-F238E27FC236}">
                <a16:creationId xmlns:a16="http://schemas.microsoft.com/office/drawing/2014/main" id="{230E42F6-1183-461C-2DEC-D2CF56F5A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15" y="106985"/>
            <a:ext cx="2375949" cy="31314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3323" tIns="3323" rIns="3323" bIns="3323" anchor="b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1. JF2 </a:t>
            </a:r>
            <a:r>
              <a:rPr kumimoji="1" lang="ko-KR" altLang="en-US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생산 실적 </a:t>
            </a:r>
            <a:r>
              <a:rPr kumimoji="1" lang="en-US" altLang="ko-KR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Summary</a:t>
            </a:r>
            <a:endParaRPr kumimoji="1" lang="ko-KR" altLang="en-US" b="1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cxnSp>
        <p:nvCxnSpPr>
          <p:cNvPr id="123" name="직선 연결선 125">
            <a:extLst>
              <a:ext uri="{FF2B5EF4-FFF2-40B4-BE49-F238E27FC236}">
                <a16:creationId xmlns:a16="http://schemas.microsoft.com/office/drawing/2014/main" id="{C2D4D571-08C7-4A6C-A95A-2EBF7FCC7F38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F4A6271C-3F4F-4C02-9FE7-43D2C9B44147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5">
            <a:extLst>
              <a:ext uri="{FF2B5EF4-FFF2-40B4-BE49-F238E27FC236}">
                <a16:creationId xmlns:a16="http://schemas.microsoft.com/office/drawing/2014/main" id="{0F5EEAD9-C2EC-FC50-6ABB-07990996E766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725444E-88B9-3B1C-BAC0-4A489C70498F}"/>
              </a:ext>
            </a:extLst>
          </p:cNvPr>
          <p:cNvSpPr txBox="1"/>
          <p:nvPr/>
        </p:nvSpPr>
        <p:spPr>
          <a:xfrm>
            <a:off x="177367" y="717612"/>
            <a:ext cx="42458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1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■ 생산실적 </a:t>
            </a:r>
            <a:r>
              <a:rPr kumimoji="1" lang="en-US" altLang="ko-KR" sz="11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Trend</a:t>
            </a:r>
            <a:endParaRPr lang="en-US" altLang="ko-KR" sz="11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0386C9-B265-6586-D85F-7C23F18BF173}"/>
              </a:ext>
            </a:extLst>
          </p:cNvPr>
          <p:cNvSpPr txBox="1"/>
          <p:nvPr/>
        </p:nvSpPr>
        <p:spPr>
          <a:xfrm>
            <a:off x="177367" y="2455367"/>
            <a:ext cx="42458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1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■ 수율 실적 </a:t>
            </a:r>
            <a:r>
              <a:rPr kumimoji="1" lang="en-US" altLang="ko-KR" sz="11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Trend</a:t>
            </a:r>
            <a:endParaRPr lang="en-US" altLang="ko-KR" sz="11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525118-A6FB-3393-DA72-958AA101CEEC}"/>
              </a:ext>
            </a:extLst>
          </p:cNvPr>
          <p:cNvSpPr txBox="1"/>
          <p:nvPr/>
        </p:nvSpPr>
        <p:spPr>
          <a:xfrm>
            <a:off x="177367" y="4533500"/>
            <a:ext cx="42458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1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■ </a:t>
            </a:r>
            <a:r>
              <a:rPr kumimoji="1" lang="en-US" altLang="ko-KR" sz="11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POR</a:t>
            </a:r>
            <a:r>
              <a:rPr kumimoji="1" lang="ko-KR" altLang="en-US" sz="11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실적 </a:t>
            </a:r>
            <a:r>
              <a:rPr kumimoji="1" lang="en-US" altLang="ko-KR" sz="11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Trend</a:t>
            </a:r>
            <a:endParaRPr lang="en-US" altLang="ko-KR" sz="11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7A609790-6C72-3AF5-35AB-6348FAE5B5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0887441"/>
              </p:ext>
            </p:extLst>
          </p:nvPr>
        </p:nvGraphicFramePr>
        <p:xfrm>
          <a:off x="281543" y="1014547"/>
          <a:ext cx="2855208" cy="1314450"/>
        </p:xfrm>
        <a:graphic>
          <a:graphicData uri="http://schemas.openxmlformats.org/drawingml/2006/table">
            <a:tbl>
              <a:tblPr/>
              <a:tblGrid>
                <a:gridCol w="475868">
                  <a:extLst>
                    <a:ext uri="{9D8B030D-6E8A-4147-A177-3AD203B41FA5}">
                      <a16:colId xmlns:a16="http://schemas.microsoft.com/office/drawing/2014/main" val="24685582"/>
                    </a:ext>
                  </a:extLst>
                </a:gridCol>
                <a:gridCol w="475868">
                  <a:extLst>
                    <a:ext uri="{9D8B030D-6E8A-4147-A177-3AD203B41FA5}">
                      <a16:colId xmlns:a16="http://schemas.microsoft.com/office/drawing/2014/main" val="1267157668"/>
                    </a:ext>
                  </a:extLst>
                </a:gridCol>
                <a:gridCol w="475868">
                  <a:extLst>
                    <a:ext uri="{9D8B030D-6E8A-4147-A177-3AD203B41FA5}">
                      <a16:colId xmlns:a16="http://schemas.microsoft.com/office/drawing/2014/main" val="352980538"/>
                    </a:ext>
                  </a:extLst>
                </a:gridCol>
                <a:gridCol w="475868">
                  <a:extLst>
                    <a:ext uri="{9D8B030D-6E8A-4147-A177-3AD203B41FA5}">
                      <a16:colId xmlns:a16="http://schemas.microsoft.com/office/drawing/2014/main" val="809818262"/>
                    </a:ext>
                  </a:extLst>
                </a:gridCol>
                <a:gridCol w="475868">
                  <a:extLst>
                    <a:ext uri="{9D8B030D-6E8A-4147-A177-3AD203B41FA5}">
                      <a16:colId xmlns:a16="http://schemas.microsoft.com/office/drawing/2014/main" val="614184105"/>
                    </a:ext>
                  </a:extLst>
                </a:gridCol>
                <a:gridCol w="475868">
                  <a:extLst>
                    <a:ext uri="{9D8B030D-6E8A-4147-A177-3AD203B41FA5}">
                      <a16:colId xmlns:a16="http://schemas.microsoft.com/office/drawing/2014/main" val="396300299"/>
                    </a:ext>
                  </a:extLst>
                </a:gridCol>
              </a:tblGrid>
              <a:tr h="128926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‘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26.1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849127"/>
                  </a:ext>
                </a:extLst>
              </a:tr>
              <a:tr h="128926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코터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(+)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1,092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1,015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162338"/>
                  </a:ext>
                </a:extLst>
              </a:tr>
              <a:tr h="1289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실적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654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1,017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4314852"/>
                  </a:ext>
                </a:extLst>
              </a:tr>
              <a:tr h="1289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Gap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800" b="0" i="0" u="none" strike="noStrike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181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2545516"/>
                  </a:ext>
                </a:extLst>
              </a:tr>
              <a:tr h="128926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L&amp;S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1,007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5783616"/>
                  </a:ext>
                </a:extLst>
              </a:tr>
              <a:tr h="1289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실적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9835291"/>
                  </a:ext>
                </a:extLst>
              </a:tr>
              <a:tr h="1289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Gap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2624202"/>
                  </a:ext>
                </a:extLst>
              </a:tr>
              <a:tr h="128926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PKG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1,006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4353528"/>
                  </a:ext>
                </a:extLst>
              </a:tr>
              <a:tr h="1289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실적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5688851"/>
                  </a:ext>
                </a:extLst>
              </a:tr>
              <a:tr h="1289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Gap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1172818"/>
                  </a:ext>
                </a:extLst>
              </a:tr>
            </a:tbl>
          </a:graphicData>
        </a:graphic>
      </p:graphicFrame>
      <p:sp>
        <p:nvSpPr>
          <p:cNvPr id="24" name="직사각형 23">
            <a:extLst>
              <a:ext uri="{FF2B5EF4-FFF2-40B4-BE49-F238E27FC236}">
                <a16:creationId xmlns:a16="http://schemas.microsoft.com/office/drawing/2014/main" id="{27D012F7-55BA-6E9B-8426-36719875B997}"/>
              </a:ext>
            </a:extLst>
          </p:cNvPr>
          <p:cNvSpPr/>
          <p:nvPr/>
        </p:nvSpPr>
        <p:spPr>
          <a:xfrm>
            <a:off x="3633532" y="1774025"/>
            <a:ext cx="388249" cy="56488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L&amp;S</a:t>
            </a:r>
            <a:endParaRPr lang="ko-KR" altLang="en-US" sz="800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D1F8BEA-C7AA-71FF-6031-C6E050F6F1C9}"/>
              </a:ext>
            </a:extLst>
          </p:cNvPr>
          <p:cNvSpPr/>
          <p:nvPr/>
        </p:nvSpPr>
        <p:spPr>
          <a:xfrm>
            <a:off x="3633532" y="1014547"/>
            <a:ext cx="388249" cy="56488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코터</a:t>
            </a:r>
            <a:endParaRPr lang="en-US" altLang="ko-KR" sz="800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(+)</a:t>
            </a:r>
            <a:endParaRPr lang="ko-KR" altLang="en-US" sz="800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DD1FC9AC-E6E3-51B3-3E20-FD569BCC6207}"/>
              </a:ext>
            </a:extLst>
          </p:cNvPr>
          <p:cNvSpPr/>
          <p:nvPr/>
        </p:nvSpPr>
        <p:spPr>
          <a:xfrm>
            <a:off x="3633532" y="2740080"/>
            <a:ext cx="388249" cy="4486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종합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B78DD6AF-9E2F-4FC2-8505-843421A872DC}"/>
              </a:ext>
            </a:extLst>
          </p:cNvPr>
          <p:cNvSpPr/>
          <p:nvPr/>
        </p:nvSpPr>
        <p:spPr>
          <a:xfrm>
            <a:off x="3633532" y="3309245"/>
            <a:ext cx="388249" cy="4486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전극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732A7833-00D2-F3BD-80D3-3545C5E01F76}"/>
              </a:ext>
            </a:extLst>
          </p:cNvPr>
          <p:cNvSpPr/>
          <p:nvPr/>
        </p:nvSpPr>
        <p:spPr>
          <a:xfrm>
            <a:off x="3633532" y="3913548"/>
            <a:ext cx="388249" cy="4486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셀</a:t>
            </a:r>
          </a:p>
        </p:txBody>
      </p:sp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B4475A42-B4B4-C93B-FF96-91C5741515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5032965"/>
              </p:ext>
            </p:extLst>
          </p:nvPr>
        </p:nvGraphicFramePr>
        <p:xfrm>
          <a:off x="283418" y="2716977"/>
          <a:ext cx="2881356" cy="1651640"/>
        </p:xfrm>
        <a:graphic>
          <a:graphicData uri="http://schemas.openxmlformats.org/drawingml/2006/table">
            <a:tbl>
              <a:tblPr/>
              <a:tblGrid>
                <a:gridCol w="480226">
                  <a:extLst>
                    <a:ext uri="{9D8B030D-6E8A-4147-A177-3AD203B41FA5}">
                      <a16:colId xmlns:a16="http://schemas.microsoft.com/office/drawing/2014/main" val="2574944298"/>
                    </a:ext>
                  </a:extLst>
                </a:gridCol>
                <a:gridCol w="480226">
                  <a:extLst>
                    <a:ext uri="{9D8B030D-6E8A-4147-A177-3AD203B41FA5}">
                      <a16:colId xmlns:a16="http://schemas.microsoft.com/office/drawing/2014/main" val="1463681752"/>
                    </a:ext>
                  </a:extLst>
                </a:gridCol>
                <a:gridCol w="480226">
                  <a:extLst>
                    <a:ext uri="{9D8B030D-6E8A-4147-A177-3AD203B41FA5}">
                      <a16:colId xmlns:a16="http://schemas.microsoft.com/office/drawing/2014/main" val="1233795579"/>
                    </a:ext>
                  </a:extLst>
                </a:gridCol>
                <a:gridCol w="480226">
                  <a:extLst>
                    <a:ext uri="{9D8B030D-6E8A-4147-A177-3AD203B41FA5}">
                      <a16:colId xmlns:a16="http://schemas.microsoft.com/office/drawing/2014/main" val="2254567045"/>
                    </a:ext>
                  </a:extLst>
                </a:gridCol>
                <a:gridCol w="480226">
                  <a:extLst>
                    <a:ext uri="{9D8B030D-6E8A-4147-A177-3AD203B41FA5}">
                      <a16:colId xmlns:a16="http://schemas.microsoft.com/office/drawing/2014/main" val="1228874178"/>
                    </a:ext>
                  </a:extLst>
                </a:gridCol>
                <a:gridCol w="480226">
                  <a:extLst>
                    <a:ext uri="{9D8B030D-6E8A-4147-A177-3AD203B41FA5}">
                      <a16:colId xmlns:a16="http://schemas.microsoft.com/office/drawing/2014/main" val="1204931209"/>
                    </a:ext>
                  </a:extLst>
                </a:gridCol>
              </a:tblGrid>
              <a:tr h="165164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‘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26.1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251496"/>
                  </a:ext>
                </a:extLst>
              </a:tr>
              <a:tr h="165164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종합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854887"/>
                  </a:ext>
                </a:extLst>
              </a:tr>
              <a:tr h="1651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실적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90.2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91.0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056029"/>
                  </a:ext>
                </a:extLst>
              </a:tr>
              <a:tr h="1651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Gap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800" b="0" i="0" u="none" strike="noStrike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1353648"/>
                  </a:ext>
                </a:extLst>
              </a:tr>
              <a:tr h="165164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전극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97.9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97.9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97.9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7399699"/>
                  </a:ext>
                </a:extLst>
              </a:tr>
              <a:tr h="1651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실적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97.5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97.9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6195891"/>
                  </a:ext>
                </a:extLst>
              </a:tr>
              <a:tr h="1651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Gap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362709"/>
                  </a:ext>
                </a:extLst>
              </a:tr>
              <a:tr h="165164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655406"/>
                  </a:ext>
                </a:extLst>
              </a:tr>
              <a:tr h="1651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실적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2831121"/>
                  </a:ext>
                </a:extLst>
              </a:tr>
              <a:tr h="1651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Gap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154868"/>
                  </a:ext>
                </a:extLst>
              </a:tr>
            </a:tbl>
          </a:graphicData>
        </a:graphic>
      </p:graphicFrame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C465EB04-E626-71D6-9BFC-A179BB8998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158403"/>
              </p:ext>
            </p:extLst>
          </p:nvPr>
        </p:nvGraphicFramePr>
        <p:xfrm>
          <a:off x="283418" y="4820003"/>
          <a:ext cx="2881356" cy="1651640"/>
        </p:xfrm>
        <a:graphic>
          <a:graphicData uri="http://schemas.openxmlformats.org/drawingml/2006/table">
            <a:tbl>
              <a:tblPr/>
              <a:tblGrid>
                <a:gridCol w="480226">
                  <a:extLst>
                    <a:ext uri="{9D8B030D-6E8A-4147-A177-3AD203B41FA5}">
                      <a16:colId xmlns:a16="http://schemas.microsoft.com/office/drawing/2014/main" val="2574944298"/>
                    </a:ext>
                  </a:extLst>
                </a:gridCol>
                <a:gridCol w="480226">
                  <a:extLst>
                    <a:ext uri="{9D8B030D-6E8A-4147-A177-3AD203B41FA5}">
                      <a16:colId xmlns:a16="http://schemas.microsoft.com/office/drawing/2014/main" val="1463681752"/>
                    </a:ext>
                  </a:extLst>
                </a:gridCol>
                <a:gridCol w="480226">
                  <a:extLst>
                    <a:ext uri="{9D8B030D-6E8A-4147-A177-3AD203B41FA5}">
                      <a16:colId xmlns:a16="http://schemas.microsoft.com/office/drawing/2014/main" val="1233795579"/>
                    </a:ext>
                  </a:extLst>
                </a:gridCol>
                <a:gridCol w="480226">
                  <a:extLst>
                    <a:ext uri="{9D8B030D-6E8A-4147-A177-3AD203B41FA5}">
                      <a16:colId xmlns:a16="http://schemas.microsoft.com/office/drawing/2014/main" val="2254567045"/>
                    </a:ext>
                  </a:extLst>
                </a:gridCol>
                <a:gridCol w="480226">
                  <a:extLst>
                    <a:ext uri="{9D8B030D-6E8A-4147-A177-3AD203B41FA5}">
                      <a16:colId xmlns:a16="http://schemas.microsoft.com/office/drawing/2014/main" val="1228874178"/>
                    </a:ext>
                  </a:extLst>
                </a:gridCol>
                <a:gridCol w="480226">
                  <a:extLst>
                    <a:ext uri="{9D8B030D-6E8A-4147-A177-3AD203B41FA5}">
                      <a16:colId xmlns:a16="http://schemas.microsoft.com/office/drawing/2014/main" val="1204931209"/>
                    </a:ext>
                  </a:extLst>
                </a:gridCol>
              </a:tblGrid>
              <a:tr h="165164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‘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26.1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251496"/>
                  </a:ext>
                </a:extLst>
              </a:tr>
              <a:tr h="165164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코터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(+)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854887"/>
                  </a:ext>
                </a:extLst>
              </a:tr>
              <a:tr h="1651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실적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86.2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78.3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88.1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056029"/>
                  </a:ext>
                </a:extLst>
              </a:tr>
              <a:tr h="1651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Gap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800" b="0" i="0" u="none" strike="noStrike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14.8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1353648"/>
                  </a:ext>
                </a:extLst>
              </a:tr>
              <a:tr h="165164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N&amp;D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54.8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59.8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64.3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60.9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7399699"/>
                  </a:ext>
                </a:extLst>
              </a:tr>
              <a:tr h="1651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실적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54.3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64.6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76.4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6195891"/>
                  </a:ext>
                </a:extLst>
              </a:tr>
              <a:tr h="1651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Gap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12.1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362709"/>
                  </a:ext>
                </a:extLst>
              </a:tr>
              <a:tr h="165164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L&amp;S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59.2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66.6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70.3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71.1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655406"/>
                  </a:ext>
                </a:extLst>
              </a:tr>
              <a:tr h="1651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실적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59.2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60.1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72.4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2831121"/>
                  </a:ext>
                </a:extLst>
              </a:tr>
              <a:tr h="1651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Gap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154868"/>
                  </a:ext>
                </a:extLst>
              </a:tr>
            </a:tbl>
          </a:graphicData>
        </a:graphic>
      </p:graphicFrame>
      <p:sp>
        <p:nvSpPr>
          <p:cNvPr id="63" name="직사각형 62">
            <a:extLst>
              <a:ext uri="{FF2B5EF4-FFF2-40B4-BE49-F238E27FC236}">
                <a16:creationId xmlns:a16="http://schemas.microsoft.com/office/drawing/2014/main" id="{78A4797D-E7EF-C7C9-2D89-CFF78A8E74BC}"/>
              </a:ext>
            </a:extLst>
          </p:cNvPr>
          <p:cNvSpPr/>
          <p:nvPr/>
        </p:nvSpPr>
        <p:spPr>
          <a:xfrm>
            <a:off x="3633532" y="4810054"/>
            <a:ext cx="388249" cy="4486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코터</a:t>
            </a:r>
            <a:endParaRPr lang="en-US" altLang="ko-KR" sz="800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(+)</a:t>
            </a:r>
            <a:endParaRPr lang="ko-KR" altLang="en-US" sz="800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8F7F515E-5AA6-CC27-A410-57ADD4E4D89F}"/>
              </a:ext>
            </a:extLst>
          </p:cNvPr>
          <p:cNvSpPr/>
          <p:nvPr/>
        </p:nvSpPr>
        <p:spPr>
          <a:xfrm>
            <a:off x="3633532" y="5379219"/>
            <a:ext cx="388249" cy="4486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N&amp;D</a:t>
            </a:r>
            <a:endParaRPr lang="ko-KR" altLang="en-US" sz="800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00ABA435-A136-1532-CDC2-C4B72989FD73}"/>
              </a:ext>
            </a:extLst>
          </p:cNvPr>
          <p:cNvSpPr/>
          <p:nvPr/>
        </p:nvSpPr>
        <p:spPr>
          <a:xfrm>
            <a:off x="3633532" y="5983522"/>
            <a:ext cx="388249" cy="4486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L&amp;S</a:t>
            </a:r>
            <a:endParaRPr lang="ko-KR" altLang="en-US" sz="800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85712119-6AB5-9E58-9A20-56963633FD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1225871"/>
              </p:ext>
            </p:extLst>
          </p:nvPr>
        </p:nvGraphicFramePr>
        <p:xfrm>
          <a:off x="3983681" y="968405"/>
          <a:ext cx="5039840" cy="7582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E22E18F5-AB30-4225-9F7B-39563DCCF1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8648890"/>
              </p:ext>
            </p:extLst>
          </p:nvPr>
        </p:nvGraphicFramePr>
        <p:xfrm>
          <a:off x="3983681" y="1717014"/>
          <a:ext cx="5039840" cy="8557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3341BF98-4476-C707-7CA2-81672959D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4565" y="1001664"/>
            <a:ext cx="380211" cy="14296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3323" tIns="3323" rIns="3323" bIns="3323" anchor="b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~4/9 </a:t>
            </a:r>
            <a:r>
              <a:rPr kumimoji="1"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누적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C6DBE594-BA67-3CE3-1F45-263C39C6BB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105095"/>
              </p:ext>
            </p:extLst>
          </p:nvPr>
        </p:nvGraphicFramePr>
        <p:xfrm>
          <a:off x="3097776" y="1150569"/>
          <a:ext cx="475868" cy="1183005"/>
        </p:xfrm>
        <a:graphic>
          <a:graphicData uri="http://schemas.openxmlformats.org/drawingml/2006/table">
            <a:tbl>
              <a:tblPr/>
              <a:tblGrid>
                <a:gridCol w="475868">
                  <a:extLst>
                    <a:ext uri="{9D8B030D-6E8A-4147-A177-3AD203B41FA5}">
                      <a16:colId xmlns:a16="http://schemas.microsoft.com/office/drawing/2014/main" val="901241510"/>
                    </a:ext>
                  </a:extLst>
                </a:gridCol>
              </a:tblGrid>
              <a:tr h="1289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278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658449"/>
                  </a:ext>
                </a:extLst>
              </a:tr>
              <a:tr h="1289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264</a:t>
                      </a:r>
                      <a:endParaRPr lang="ko-KR" altLang="en-US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492557"/>
                  </a:ext>
                </a:extLst>
              </a:tr>
              <a:tr h="12892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14</a:t>
                      </a:r>
                      <a:endParaRPr lang="ko-KR" altLang="en-US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2000691"/>
                  </a:ext>
                </a:extLst>
              </a:tr>
              <a:tr h="1289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227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798463"/>
                  </a:ext>
                </a:extLst>
              </a:tr>
              <a:tr h="1289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235</a:t>
                      </a:r>
                      <a:endParaRPr lang="ko-KR" altLang="en-US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0302919"/>
                  </a:ext>
                </a:extLst>
              </a:tr>
              <a:tr h="1289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228496"/>
                  </a:ext>
                </a:extLst>
              </a:tr>
              <a:tr h="1289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227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5308068"/>
                  </a:ext>
                </a:extLst>
              </a:tr>
              <a:tr h="1289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236</a:t>
                      </a:r>
                      <a:endParaRPr lang="ko-KR" altLang="en-US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187757"/>
                  </a:ext>
                </a:extLst>
              </a:tr>
              <a:tr h="1289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253629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16DFA74-B4B0-63FB-C0A3-0380390CAD2B}"/>
              </a:ext>
            </a:extLst>
          </p:cNvPr>
          <p:cNvSpPr txBox="1"/>
          <p:nvPr/>
        </p:nvSpPr>
        <p:spPr>
          <a:xfrm>
            <a:off x="1482931" y="3155264"/>
            <a:ext cx="51152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ctr"/>
            <a:endParaRPr lang="en-US" altLang="ko-KR" sz="1800" b="0" i="0" u="none" strike="noStrike" dirty="0">
              <a:solidFill>
                <a:srgbClr val="000000"/>
              </a:solidFill>
              <a:effectLst/>
              <a:latin typeface="Arial Narrow" panose="020B0606020202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3E4BEE5E-E38C-53BC-706E-D7B482AD71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2438" y="2723274"/>
            <a:ext cx="380211" cy="14296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3323" tIns="3323" rIns="3323" bIns="3323" anchor="b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~4/9 </a:t>
            </a:r>
            <a:r>
              <a:rPr kumimoji="1"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누적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16082129-F199-C455-68B0-B08989B484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8322543"/>
              </p:ext>
            </p:extLst>
          </p:nvPr>
        </p:nvGraphicFramePr>
        <p:xfrm>
          <a:off x="3157355" y="2882141"/>
          <a:ext cx="480226" cy="1486476"/>
        </p:xfrm>
        <a:graphic>
          <a:graphicData uri="http://schemas.openxmlformats.org/drawingml/2006/table">
            <a:tbl>
              <a:tblPr/>
              <a:tblGrid>
                <a:gridCol w="480226">
                  <a:extLst>
                    <a:ext uri="{9D8B030D-6E8A-4147-A177-3AD203B41FA5}">
                      <a16:colId xmlns:a16="http://schemas.microsoft.com/office/drawing/2014/main" val="978122003"/>
                    </a:ext>
                  </a:extLst>
                </a:gridCol>
              </a:tblGrid>
              <a:tr h="1651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700516"/>
                  </a:ext>
                </a:extLst>
              </a:tr>
              <a:tr h="1651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91.7</a:t>
                      </a:r>
                      <a:r>
                        <a:rPr lang="ko-KR" altLang="en-US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207488"/>
                  </a:ext>
                </a:extLst>
              </a:tr>
              <a:tr h="16516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1.4</a:t>
                      </a:r>
                      <a:endParaRPr lang="ko-KR" altLang="en-US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7196002"/>
                  </a:ext>
                </a:extLst>
              </a:tr>
              <a:tr h="1651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97.9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409345"/>
                  </a:ext>
                </a:extLst>
              </a:tr>
              <a:tr h="1651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98.6</a:t>
                      </a:r>
                      <a:endParaRPr lang="ko-KR" altLang="en-US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9115105"/>
                  </a:ext>
                </a:extLst>
              </a:tr>
              <a:tr h="1651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0.7</a:t>
                      </a:r>
                      <a:endParaRPr lang="ko-KR" altLang="en-US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450575"/>
                  </a:ext>
                </a:extLst>
              </a:tr>
              <a:tr h="1651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2110243"/>
                  </a:ext>
                </a:extLst>
              </a:tr>
              <a:tr h="1651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92.9</a:t>
                      </a:r>
                      <a:endParaRPr lang="ko-KR" altLang="en-US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476668"/>
                  </a:ext>
                </a:extLst>
              </a:tr>
              <a:tr h="16516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2,2</a:t>
                      </a:r>
                      <a:endParaRPr lang="ko-KR" altLang="en-US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184241"/>
                  </a:ext>
                </a:extLst>
              </a:tr>
            </a:tbl>
          </a:graphicData>
        </a:graphic>
      </p:graphicFrame>
      <p:sp>
        <p:nvSpPr>
          <p:cNvPr id="18" name="Rectangle 2">
            <a:extLst>
              <a:ext uri="{FF2B5EF4-FFF2-40B4-BE49-F238E27FC236}">
                <a16:creationId xmlns:a16="http://schemas.microsoft.com/office/drawing/2014/main" id="{053761AF-79DA-9FC8-3B99-9E9A3B142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2588" y="4829428"/>
            <a:ext cx="380211" cy="14296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3323" tIns="3323" rIns="3323" bIns="3323" anchor="b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~4/9 </a:t>
            </a:r>
            <a:r>
              <a:rPr kumimoji="1"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누적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3119822E-BA08-F0F3-3FC7-8390A5ECB1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395042"/>
              </p:ext>
            </p:extLst>
          </p:nvPr>
        </p:nvGraphicFramePr>
        <p:xfrm>
          <a:off x="3136751" y="4979556"/>
          <a:ext cx="480226" cy="1486476"/>
        </p:xfrm>
        <a:graphic>
          <a:graphicData uri="http://schemas.openxmlformats.org/drawingml/2006/table">
            <a:tbl>
              <a:tblPr/>
              <a:tblGrid>
                <a:gridCol w="480226">
                  <a:extLst>
                    <a:ext uri="{9D8B030D-6E8A-4147-A177-3AD203B41FA5}">
                      <a16:colId xmlns:a16="http://schemas.microsoft.com/office/drawing/2014/main" val="978122003"/>
                    </a:ext>
                  </a:extLst>
                </a:gridCol>
              </a:tblGrid>
              <a:tr h="1651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700516"/>
                  </a:ext>
                </a:extLst>
              </a:tr>
              <a:tr h="1651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88.3</a:t>
                      </a:r>
                      <a:r>
                        <a:rPr lang="ko-KR" altLang="en-US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207488"/>
                  </a:ext>
                </a:extLst>
              </a:tr>
              <a:tr h="16516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5.0</a:t>
                      </a:r>
                      <a:endParaRPr lang="ko-KR" altLang="en-US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7196002"/>
                  </a:ext>
                </a:extLst>
              </a:tr>
              <a:tr h="1651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60.9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409345"/>
                  </a:ext>
                </a:extLst>
              </a:tr>
              <a:tr h="1651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78.8</a:t>
                      </a:r>
                      <a:endParaRPr lang="ko-KR" altLang="en-US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9115105"/>
                  </a:ext>
                </a:extLst>
              </a:tr>
              <a:tr h="1651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17.9</a:t>
                      </a:r>
                      <a:endParaRPr lang="ko-KR" altLang="en-US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450575"/>
                  </a:ext>
                </a:extLst>
              </a:tr>
              <a:tr h="1651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71.1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2110243"/>
                  </a:ext>
                </a:extLst>
              </a:tr>
              <a:tr h="1651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83.5</a:t>
                      </a:r>
                      <a:endParaRPr lang="ko-KR" altLang="en-US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476668"/>
                  </a:ext>
                </a:extLst>
              </a:tr>
              <a:tr h="1651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12.4</a:t>
                      </a:r>
                      <a:endParaRPr lang="ko-KR" altLang="en-US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184241"/>
                  </a:ext>
                </a:extLst>
              </a:tr>
            </a:tbl>
          </a:graphicData>
        </a:graphic>
      </p:graphicFrame>
      <p:graphicFrame>
        <p:nvGraphicFramePr>
          <p:cNvPr id="23" name="차트 22">
            <a:extLst>
              <a:ext uri="{FF2B5EF4-FFF2-40B4-BE49-F238E27FC236}">
                <a16:creationId xmlns:a16="http://schemas.microsoft.com/office/drawing/2014/main" id="{4DAF6D22-2A99-F9E1-DD18-8C05F68397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8878079"/>
              </p:ext>
            </p:extLst>
          </p:nvPr>
        </p:nvGraphicFramePr>
        <p:xfrm>
          <a:off x="3983681" y="2605256"/>
          <a:ext cx="5040000" cy="7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5" name="차트 24">
            <a:extLst>
              <a:ext uri="{FF2B5EF4-FFF2-40B4-BE49-F238E27FC236}">
                <a16:creationId xmlns:a16="http://schemas.microsoft.com/office/drawing/2014/main" id="{7915FC04-E7E8-4429-8B1D-7D61B21537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8939050"/>
              </p:ext>
            </p:extLst>
          </p:nvPr>
        </p:nvGraphicFramePr>
        <p:xfrm>
          <a:off x="3983681" y="3173414"/>
          <a:ext cx="5040000" cy="7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6" name="차트 25">
            <a:extLst>
              <a:ext uri="{FF2B5EF4-FFF2-40B4-BE49-F238E27FC236}">
                <a16:creationId xmlns:a16="http://schemas.microsoft.com/office/drawing/2014/main" id="{A21DEAE3-66A4-4F7A-8643-8A6B3C5EDB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41864256"/>
              </p:ext>
            </p:extLst>
          </p:nvPr>
        </p:nvGraphicFramePr>
        <p:xfrm>
          <a:off x="3983681" y="3899788"/>
          <a:ext cx="5040000" cy="7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7" name="차트 26">
            <a:extLst>
              <a:ext uri="{FF2B5EF4-FFF2-40B4-BE49-F238E27FC236}">
                <a16:creationId xmlns:a16="http://schemas.microsoft.com/office/drawing/2014/main" id="{8699D216-40D0-0E35-B12A-12978A7D48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8270781"/>
              </p:ext>
            </p:extLst>
          </p:nvPr>
        </p:nvGraphicFramePr>
        <p:xfrm>
          <a:off x="3983681" y="4745608"/>
          <a:ext cx="5040000" cy="6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8" name="차트 27">
            <a:extLst>
              <a:ext uri="{FF2B5EF4-FFF2-40B4-BE49-F238E27FC236}">
                <a16:creationId xmlns:a16="http://schemas.microsoft.com/office/drawing/2014/main" id="{08DC006A-B0C2-4B8D-B2D5-5F54C92D0C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3569577"/>
              </p:ext>
            </p:extLst>
          </p:nvPr>
        </p:nvGraphicFramePr>
        <p:xfrm>
          <a:off x="3983681" y="5240103"/>
          <a:ext cx="5040000" cy="7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9" name="차트 28">
            <a:extLst>
              <a:ext uri="{FF2B5EF4-FFF2-40B4-BE49-F238E27FC236}">
                <a16:creationId xmlns:a16="http://schemas.microsoft.com/office/drawing/2014/main" id="{0EAF2206-D4BB-4C6A-926D-7F6663A9B9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409918"/>
              </p:ext>
            </p:extLst>
          </p:nvPr>
        </p:nvGraphicFramePr>
        <p:xfrm>
          <a:off x="3983681" y="5944548"/>
          <a:ext cx="5040000" cy="79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82D9CD7-3D1F-E135-0D1C-9CBDE4618AC2}"/>
              </a:ext>
            </a:extLst>
          </p:cNvPr>
          <p:cNvSpPr txBox="1"/>
          <p:nvPr/>
        </p:nvSpPr>
        <p:spPr>
          <a:xfrm>
            <a:off x="2466232" y="829238"/>
            <a:ext cx="74214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700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kumimoji="1" lang="ko-KR" altLang="en-US" sz="700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단위 </a:t>
            </a:r>
            <a:r>
              <a:rPr kumimoji="1" lang="en-US" altLang="ko-KR" sz="700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: K Cell]</a:t>
            </a:r>
            <a:endParaRPr lang="en-US" altLang="ko-KR" sz="7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4B436D-2C2E-1D4E-AA24-BDD82A5FE1C2}"/>
              </a:ext>
            </a:extLst>
          </p:cNvPr>
          <p:cNvSpPr txBox="1"/>
          <p:nvPr/>
        </p:nvSpPr>
        <p:spPr>
          <a:xfrm>
            <a:off x="2501619" y="2537214"/>
            <a:ext cx="74214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700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kumimoji="1" lang="ko-KR" altLang="en-US" sz="700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단위 </a:t>
            </a:r>
            <a:r>
              <a:rPr kumimoji="1" lang="en-US" altLang="ko-KR" sz="700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: %]</a:t>
            </a:r>
            <a:endParaRPr lang="en-US" altLang="ko-KR" sz="7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EE00A9-C9AF-BEBE-4D95-C798A2CFF4AA}"/>
              </a:ext>
            </a:extLst>
          </p:cNvPr>
          <p:cNvSpPr txBox="1"/>
          <p:nvPr/>
        </p:nvSpPr>
        <p:spPr>
          <a:xfrm>
            <a:off x="2494925" y="4645580"/>
            <a:ext cx="74214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700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kumimoji="1" lang="ko-KR" altLang="en-US" sz="700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단위 </a:t>
            </a:r>
            <a:r>
              <a:rPr kumimoji="1" lang="en-US" altLang="ko-KR" sz="700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: %]</a:t>
            </a:r>
            <a:endParaRPr lang="en-US" altLang="ko-KR" sz="7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3E7E5417-5748-D296-FACB-BE88F9D407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11034"/>
            <a:ext cx="9144000" cy="14020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3323" tIns="3323" rIns="3323" bIns="3323" anchor="b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&lt; </a:t>
            </a:r>
            <a:r>
              <a:rPr kumimoji="1" lang="en-US" altLang="ko-KR" sz="8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1</a:t>
            </a:r>
            <a:r>
              <a:rPr kumimoji="1" lang="en-US" altLang="ko-KR" sz="7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/ 10 &gt;</a:t>
            </a:r>
            <a:endParaRPr kumimoji="1" lang="ko-KR" altLang="en-US" sz="7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9697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그룹 49">
            <a:extLst>
              <a:ext uri="{FF2B5EF4-FFF2-40B4-BE49-F238E27FC236}">
                <a16:creationId xmlns:a16="http://schemas.microsoft.com/office/drawing/2014/main" id="{39787FDA-4182-EA68-2674-D9D4FECB4A3B}"/>
              </a:ext>
            </a:extLst>
          </p:cNvPr>
          <p:cNvGrpSpPr/>
          <p:nvPr/>
        </p:nvGrpSpPr>
        <p:grpSpPr>
          <a:xfrm>
            <a:off x="4728190" y="4787697"/>
            <a:ext cx="4245894" cy="232376"/>
            <a:chOff x="4763782" y="2009367"/>
            <a:chExt cx="5480251" cy="214633"/>
          </a:xfrm>
        </p:grpSpPr>
        <p:sp>
          <p:nvSpPr>
            <p:cNvPr id="71" name="직사각형 50">
              <a:extLst>
                <a:ext uri="{FF2B5EF4-FFF2-40B4-BE49-F238E27FC236}">
                  <a16:creationId xmlns:a16="http://schemas.microsoft.com/office/drawing/2014/main" id="{773AA4B8-53DF-A724-E861-DEA15404B6BB}"/>
                </a:ext>
              </a:extLst>
            </p:cNvPr>
            <p:cNvSpPr/>
            <p:nvPr/>
          </p:nvSpPr>
          <p:spPr bwMode="auto">
            <a:xfrm>
              <a:off x="5068667" y="2014642"/>
              <a:ext cx="5175366" cy="1932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49846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923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C_</a:t>
              </a:r>
              <a:r>
                <a:rPr lang="ko-KR" altLang="en-US" sz="923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재 조건조정 </a:t>
              </a:r>
              <a:r>
                <a:rPr lang="en-US" altLang="ko-KR" sz="923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0.20%</a:t>
              </a:r>
            </a:p>
          </p:txBody>
        </p:sp>
        <p:sp>
          <p:nvSpPr>
            <p:cNvPr id="72" name="직사각형 51">
              <a:extLst>
                <a:ext uri="{FF2B5EF4-FFF2-40B4-BE49-F238E27FC236}">
                  <a16:creationId xmlns:a16="http://schemas.microsoft.com/office/drawing/2014/main" id="{D6DF943E-8717-BB38-9534-A795B7C34DA3}"/>
                </a:ext>
              </a:extLst>
            </p:cNvPr>
            <p:cNvSpPr/>
            <p:nvPr/>
          </p:nvSpPr>
          <p:spPr bwMode="auto">
            <a:xfrm>
              <a:off x="4763782" y="2009370"/>
              <a:ext cx="298238" cy="214633"/>
            </a:xfrm>
            <a:prstGeom prst="rect">
              <a:avLst/>
            </a:pr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3077" tIns="43200" rIns="83077" bIns="432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923" b="1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3</a:t>
              </a:r>
              <a:endParaRPr lang="ko-KR" altLang="en-US" sz="923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66" name="그룹 49">
            <a:extLst>
              <a:ext uri="{FF2B5EF4-FFF2-40B4-BE49-F238E27FC236}">
                <a16:creationId xmlns:a16="http://schemas.microsoft.com/office/drawing/2014/main" id="{34FB66D4-87D6-7983-A494-D7A18D04F473}"/>
              </a:ext>
            </a:extLst>
          </p:cNvPr>
          <p:cNvGrpSpPr/>
          <p:nvPr/>
        </p:nvGrpSpPr>
        <p:grpSpPr>
          <a:xfrm>
            <a:off x="4728190" y="1064779"/>
            <a:ext cx="4245894" cy="232376"/>
            <a:chOff x="4763782" y="2009367"/>
            <a:chExt cx="5480251" cy="214633"/>
          </a:xfrm>
        </p:grpSpPr>
        <p:sp>
          <p:nvSpPr>
            <p:cNvPr id="67" name="직사각형 50">
              <a:extLst>
                <a:ext uri="{FF2B5EF4-FFF2-40B4-BE49-F238E27FC236}">
                  <a16:creationId xmlns:a16="http://schemas.microsoft.com/office/drawing/2014/main" id="{13F41364-AB9C-3506-6BAC-BBB54C13670D}"/>
                </a:ext>
              </a:extLst>
            </p:cNvPr>
            <p:cNvSpPr/>
            <p:nvPr/>
          </p:nvSpPr>
          <p:spPr bwMode="auto">
            <a:xfrm>
              <a:off x="5068667" y="2014642"/>
              <a:ext cx="5175366" cy="1932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49846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923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L_NG Mark 1.15%</a:t>
              </a:r>
            </a:p>
          </p:txBody>
        </p:sp>
        <p:sp>
          <p:nvSpPr>
            <p:cNvPr id="68" name="직사각형 51">
              <a:extLst>
                <a:ext uri="{FF2B5EF4-FFF2-40B4-BE49-F238E27FC236}">
                  <a16:creationId xmlns:a16="http://schemas.microsoft.com/office/drawing/2014/main" id="{5825C140-59B4-96D2-D047-D60CFC410656}"/>
                </a:ext>
              </a:extLst>
            </p:cNvPr>
            <p:cNvSpPr/>
            <p:nvPr/>
          </p:nvSpPr>
          <p:spPr bwMode="auto">
            <a:xfrm>
              <a:off x="4763782" y="2009370"/>
              <a:ext cx="298238" cy="214633"/>
            </a:xfrm>
            <a:prstGeom prst="rect">
              <a:avLst/>
            </a:pr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3077" tIns="43200" rIns="83077" bIns="432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923" b="1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</a:t>
              </a:r>
              <a:endParaRPr lang="ko-KR" altLang="en-US" sz="923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63" name="그룹 49">
            <a:extLst>
              <a:ext uri="{FF2B5EF4-FFF2-40B4-BE49-F238E27FC236}">
                <a16:creationId xmlns:a16="http://schemas.microsoft.com/office/drawing/2014/main" id="{19815F9C-3E60-5D9E-3C28-F72B4CAF7BC0}"/>
              </a:ext>
            </a:extLst>
          </p:cNvPr>
          <p:cNvGrpSpPr/>
          <p:nvPr/>
        </p:nvGrpSpPr>
        <p:grpSpPr>
          <a:xfrm>
            <a:off x="4728190" y="3567083"/>
            <a:ext cx="4245894" cy="232376"/>
            <a:chOff x="4763782" y="2009367"/>
            <a:chExt cx="5480251" cy="214633"/>
          </a:xfrm>
        </p:grpSpPr>
        <p:sp>
          <p:nvSpPr>
            <p:cNvPr id="64" name="직사각형 50">
              <a:extLst>
                <a:ext uri="{FF2B5EF4-FFF2-40B4-BE49-F238E27FC236}">
                  <a16:creationId xmlns:a16="http://schemas.microsoft.com/office/drawing/2014/main" id="{99512735-A26A-469C-35D1-45F41457220A}"/>
                </a:ext>
              </a:extLst>
            </p:cNvPr>
            <p:cNvSpPr/>
            <p:nvPr/>
          </p:nvSpPr>
          <p:spPr bwMode="auto">
            <a:xfrm>
              <a:off x="5068667" y="2014642"/>
              <a:ext cx="5175366" cy="1932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49846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923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C_</a:t>
              </a:r>
              <a:r>
                <a:rPr lang="ko-KR" altLang="en-US" sz="923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연결 </a:t>
              </a:r>
              <a:r>
                <a:rPr lang="en-US" altLang="ko-KR" sz="923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0.25%</a:t>
              </a:r>
            </a:p>
          </p:txBody>
        </p:sp>
        <p:sp>
          <p:nvSpPr>
            <p:cNvPr id="65" name="직사각형 51">
              <a:extLst>
                <a:ext uri="{FF2B5EF4-FFF2-40B4-BE49-F238E27FC236}">
                  <a16:creationId xmlns:a16="http://schemas.microsoft.com/office/drawing/2014/main" id="{974BA276-1391-9F8F-DD0B-5477FE91DCE4}"/>
                </a:ext>
              </a:extLst>
            </p:cNvPr>
            <p:cNvSpPr/>
            <p:nvPr/>
          </p:nvSpPr>
          <p:spPr bwMode="auto">
            <a:xfrm>
              <a:off x="4763782" y="2009370"/>
              <a:ext cx="298238" cy="214633"/>
            </a:xfrm>
            <a:prstGeom prst="rect">
              <a:avLst/>
            </a:pr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3077" tIns="43200" rIns="83077" bIns="432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923" b="1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2</a:t>
              </a:r>
              <a:endParaRPr lang="ko-KR" altLang="en-US" sz="923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52" name="Rectangle 137">
            <a:extLst>
              <a:ext uri="{FF2B5EF4-FFF2-40B4-BE49-F238E27FC236}">
                <a16:creationId xmlns:a16="http://schemas.microsoft.com/office/drawing/2014/main" id="{BA380A24-357B-53FC-C602-EDCA301F28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111" y="1264462"/>
            <a:ext cx="4468890" cy="2243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</a:t>
            </a: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   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①</a:t>
            </a: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</a:t>
            </a:r>
            <a:r>
              <a:rPr lang="ko-KR" altLang="en-US" sz="100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믹싱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코팅 분화구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_2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월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0.64%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→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월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0.68%</a:t>
            </a:r>
          </a:p>
          <a:p>
            <a:pPr lv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- </a:t>
            </a:r>
            <a:r>
              <a:rPr lang="ko-KR" altLang="en-US" sz="100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믹싱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정상 생산 후 추가 </a:t>
            </a:r>
            <a:r>
              <a:rPr lang="ko-KR" altLang="en-US" sz="100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믹싱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25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분 추가 진행 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3/2</a:t>
            </a: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- Top </a:t>
            </a:r>
            <a:r>
              <a:rPr lang="ko-KR" altLang="en-US" sz="100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코터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배관 변경 낙차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(3.2m → 2.1m)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감소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3/12</a:t>
            </a: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-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믹싱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후 저장 탱크 내 진공 시간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(20 min)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 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3/17</a:t>
            </a: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-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SBR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변경을 위한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DLD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(4/25,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기존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SBR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재고 소진 중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② 양극 포일노출불량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_2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월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0.15%→3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월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0.07% </a:t>
            </a: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-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비전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ROI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및 알고리즘 변경하여 </a:t>
            </a:r>
            <a:r>
              <a:rPr lang="ko-KR" altLang="en-US" sz="100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과검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개선 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3/13</a:t>
            </a: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-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연결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Tape </a:t>
            </a:r>
            <a:r>
              <a:rPr lang="ko-KR" altLang="en-US" sz="100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컷팅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조건 최적화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00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절연이물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최소화로 이물기인 </a:t>
            </a:r>
            <a:r>
              <a:rPr lang="ko-KR" altLang="en-US" sz="100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과검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개선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~4/30</a:t>
            </a: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③ 양극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Pitch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불량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_2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월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0.07%→3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월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0.03%</a:t>
            </a: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-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연결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Tape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일자 </a:t>
            </a:r>
            <a:r>
              <a:rPr lang="ko-KR" altLang="en-US" sz="100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컷팅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수량 감소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(6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탭 →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4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탭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2/21</a:t>
            </a: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      -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 </a:t>
            </a:r>
            <a:r>
              <a:rPr lang="ko-KR" altLang="en-US" sz="100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보정값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초기화 기능 적용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3/20</a:t>
            </a:r>
          </a:p>
        </p:txBody>
      </p:sp>
      <p:cxnSp>
        <p:nvCxnSpPr>
          <p:cNvPr id="15" name="직선 연결선 125">
            <a:extLst>
              <a:ext uri="{FF2B5EF4-FFF2-40B4-BE49-F238E27FC236}">
                <a16:creationId xmlns:a16="http://schemas.microsoft.com/office/drawing/2014/main" id="{C2D4D571-08C7-4A6C-A95A-2EBF7FCC7F38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4A6271C-3F4F-4C02-9FE7-43D2C9B44147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125">
            <a:extLst>
              <a:ext uri="{FF2B5EF4-FFF2-40B4-BE49-F238E27FC236}">
                <a16:creationId xmlns:a16="http://schemas.microsoft.com/office/drawing/2014/main" id="{0F5EEAD9-C2EC-FC50-6ABB-07990996E766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2">
            <a:extLst>
              <a:ext uri="{FF2B5EF4-FFF2-40B4-BE49-F238E27FC236}">
                <a16:creationId xmlns:a16="http://schemas.microsoft.com/office/drawing/2014/main" id="{230E42F6-1183-461C-2DEC-D2CF56F5A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15" y="106985"/>
            <a:ext cx="3522097" cy="31314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3323" tIns="3323" rIns="3323" bIns="3323" anchor="b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2. </a:t>
            </a:r>
            <a:r>
              <a:rPr kumimoji="1" lang="ko-KR" altLang="en-US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공정 별 </a:t>
            </a:r>
            <a:r>
              <a:rPr kumimoji="1" lang="ko-KR" altLang="en-US" b="1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수율</a:t>
            </a:r>
            <a:r>
              <a:rPr kumimoji="1" lang="en-US" altLang="ko-KR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/</a:t>
            </a:r>
            <a:r>
              <a:rPr kumimoji="1" lang="ko-KR" altLang="en-US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가동률 실적 </a:t>
            </a:r>
            <a:r>
              <a:rPr kumimoji="1" lang="en-US" altLang="ko-KR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– </a:t>
            </a:r>
            <a:r>
              <a:rPr kumimoji="1" lang="ko-KR" altLang="en-US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전극 </a:t>
            </a:r>
            <a:r>
              <a:rPr kumimoji="1" lang="ko-KR" altLang="en-US" b="1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수율</a:t>
            </a:r>
            <a:endParaRPr kumimoji="1" lang="ko-KR" altLang="en-US" b="1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cxnSp>
        <p:nvCxnSpPr>
          <p:cNvPr id="123" name="직선 연결선 125">
            <a:extLst>
              <a:ext uri="{FF2B5EF4-FFF2-40B4-BE49-F238E27FC236}">
                <a16:creationId xmlns:a16="http://schemas.microsoft.com/office/drawing/2014/main" id="{C2D4D571-08C7-4A6C-A95A-2EBF7FCC7F38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F4A6271C-3F4F-4C02-9FE7-43D2C9B44147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5">
            <a:extLst>
              <a:ext uri="{FF2B5EF4-FFF2-40B4-BE49-F238E27FC236}">
                <a16:creationId xmlns:a16="http://schemas.microsoft.com/office/drawing/2014/main" id="{0F5EEAD9-C2EC-FC50-6ABB-07990996E766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Action Button: Go Forward or Next 156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36971B5C-B793-B4FB-468F-2BF035AB3967}"/>
              </a:ext>
            </a:extLst>
          </p:cNvPr>
          <p:cNvSpPr/>
          <p:nvPr/>
        </p:nvSpPr>
        <p:spPr>
          <a:xfrm>
            <a:off x="5907314" y="1117733"/>
            <a:ext cx="144000" cy="144000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3" name="직선 연결선 125">
            <a:extLst>
              <a:ext uri="{FF2B5EF4-FFF2-40B4-BE49-F238E27FC236}">
                <a16:creationId xmlns:a16="http://schemas.microsoft.com/office/drawing/2014/main" id="{67DA1F8B-CC2E-E7B0-D075-9AF4026A5C90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D590A47C-4009-547D-92C8-3B6C3D2594FE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25">
            <a:extLst>
              <a:ext uri="{FF2B5EF4-FFF2-40B4-BE49-F238E27FC236}">
                <a16:creationId xmlns:a16="http://schemas.microsoft.com/office/drawing/2014/main" id="{08A10379-D8B1-3BD5-B97D-CA0C6D29994E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25">
            <a:extLst>
              <a:ext uri="{FF2B5EF4-FFF2-40B4-BE49-F238E27FC236}">
                <a16:creationId xmlns:a16="http://schemas.microsoft.com/office/drawing/2014/main" id="{45C1A20B-713A-70C8-8671-6A9E78F6A627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24B44ED-7DFB-E18A-C8E1-5D28019394DB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25">
            <a:extLst>
              <a:ext uri="{FF2B5EF4-FFF2-40B4-BE49-F238E27FC236}">
                <a16:creationId xmlns:a16="http://schemas.microsoft.com/office/drawing/2014/main" id="{B86F8F25-FD16-A3E5-211B-3E7C31942146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BF09A22D-369B-13B2-E8C6-9BE8FD275883}"/>
              </a:ext>
            </a:extLst>
          </p:cNvPr>
          <p:cNvCxnSpPr>
            <a:cxnSpLocks/>
          </p:cNvCxnSpPr>
          <p:nvPr/>
        </p:nvCxnSpPr>
        <p:spPr>
          <a:xfrm>
            <a:off x="225560" y="982875"/>
            <a:ext cx="42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690849C-62EA-D7C3-99EB-3CF8A707184B}"/>
              </a:ext>
            </a:extLst>
          </p:cNvPr>
          <p:cNvSpPr txBox="1"/>
          <p:nvPr/>
        </p:nvSpPr>
        <p:spPr>
          <a:xfrm>
            <a:off x="219652" y="670400"/>
            <a:ext cx="42458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4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수율 실적</a:t>
            </a:r>
            <a:endParaRPr lang="en-US" altLang="ko-KR" sz="14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0E2D29-AA87-5426-D93D-AB65DAAF14ED}"/>
              </a:ext>
            </a:extLst>
          </p:cNvPr>
          <p:cNvSpPr txBox="1"/>
          <p:nvPr/>
        </p:nvSpPr>
        <p:spPr>
          <a:xfrm>
            <a:off x="231165" y="1071405"/>
            <a:ext cx="42458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1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■ 월 별 수율 실적</a:t>
            </a:r>
            <a:endParaRPr lang="en-US" altLang="ko-KR" sz="11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3072BE-D052-1F31-BD15-7D9E9348A050}"/>
              </a:ext>
            </a:extLst>
          </p:cNvPr>
          <p:cNvSpPr txBox="1"/>
          <p:nvPr/>
        </p:nvSpPr>
        <p:spPr>
          <a:xfrm>
            <a:off x="231165" y="2816674"/>
            <a:ext cx="42458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1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■ 전극 </a:t>
            </a:r>
            <a:r>
              <a:rPr kumimoji="1" lang="en-US" altLang="ko-KR" sz="11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Top 10 </a:t>
            </a:r>
            <a:r>
              <a:rPr kumimoji="1" lang="ko-KR" altLang="en-US" sz="11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불량</a:t>
            </a:r>
            <a:endParaRPr lang="en-US" altLang="ko-KR" sz="11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B5822E05-952B-B42C-84A9-D7F3E24B8A55}"/>
              </a:ext>
            </a:extLst>
          </p:cNvPr>
          <p:cNvCxnSpPr>
            <a:cxnSpLocks/>
          </p:cNvCxnSpPr>
          <p:nvPr/>
        </p:nvCxnSpPr>
        <p:spPr>
          <a:xfrm>
            <a:off x="4681018" y="982872"/>
            <a:ext cx="42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CEB1699B-6982-2421-E705-2C54B0FBDD81}"/>
              </a:ext>
            </a:extLst>
          </p:cNvPr>
          <p:cNvSpPr txBox="1"/>
          <p:nvPr/>
        </p:nvSpPr>
        <p:spPr>
          <a:xfrm>
            <a:off x="4675110" y="670397"/>
            <a:ext cx="42458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4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주요 </a:t>
            </a:r>
            <a:r>
              <a:rPr kumimoji="1" lang="en-US" altLang="ko-KR" sz="14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Issue </a:t>
            </a:r>
            <a:r>
              <a:rPr kumimoji="1" lang="ko-KR" altLang="en-US" sz="14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및 개선 방안</a:t>
            </a:r>
            <a:endParaRPr lang="en-US" altLang="ko-KR" sz="14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45" name="차트 44">
            <a:extLst>
              <a:ext uri="{FF2B5EF4-FFF2-40B4-BE49-F238E27FC236}">
                <a16:creationId xmlns:a16="http://schemas.microsoft.com/office/drawing/2014/main" id="{5742358E-17AE-37F4-0B5A-0423C27CF8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1978621"/>
              </p:ext>
            </p:extLst>
          </p:nvPr>
        </p:nvGraphicFramePr>
        <p:xfrm>
          <a:off x="344382" y="3214986"/>
          <a:ext cx="4079598" cy="14144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6" name="표 45">
            <a:extLst>
              <a:ext uri="{FF2B5EF4-FFF2-40B4-BE49-F238E27FC236}">
                <a16:creationId xmlns:a16="http://schemas.microsoft.com/office/drawing/2014/main" id="{5CD6C2D9-EFDF-B705-3ED7-4EFC23B78C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393448"/>
              </p:ext>
            </p:extLst>
          </p:nvPr>
        </p:nvGraphicFramePr>
        <p:xfrm>
          <a:off x="496724" y="2907776"/>
          <a:ext cx="3818560" cy="419100"/>
        </p:xfrm>
        <a:graphic>
          <a:graphicData uri="http://schemas.openxmlformats.org/drawingml/2006/table">
            <a:tbl>
              <a:tblPr/>
              <a:tblGrid>
                <a:gridCol w="381856">
                  <a:extLst>
                    <a:ext uri="{9D8B030D-6E8A-4147-A177-3AD203B41FA5}">
                      <a16:colId xmlns:a16="http://schemas.microsoft.com/office/drawing/2014/main" val="1884392766"/>
                    </a:ext>
                  </a:extLst>
                </a:gridCol>
                <a:gridCol w="381856">
                  <a:extLst>
                    <a:ext uri="{9D8B030D-6E8A-4147-A177-3AD203B41FA5}">
                      <a16:colId xmlns:a16="http://schemas.microsoft.com/office/drawing/2014/main" val="846076921"/>
                    </a:ext>
                  </a:extLst>
                </a:gridCol>
                <a:gridCol w="381856">
                  <a:extLst>
                    <a:ext uri="{9D8B030D-6E8A-4147-A177-3AD203B41FA5}">
                      <a16:colId xmlns:a16="http://schemas.microsoft.com/office/drawing/2014/main" val="375293628"/>
                    </a:ext>
                  </a:extLst>
                </a:gridCol>
                <a:gridCol w="381856">
                  <a:extLst>
                    <a:ext uri="{9D8B030D-6E8A-4147-A177-3AD203B41FA5}">
                      <a16:colId xmlns:a16="http://schemas.microsoft.com/office/drawing/2014/main" val="245623131"/>
                    </a:ext>
                  </a:extLst>
                </a:gridCol>
                <a:gridCol w="381856">
                  <a:extLst>
                    <a:ext uri="{9D8B030D-6E8A-4147-A177-3AD203B41FA5}">
                      <a16:colId xmlns:a16="http://schemas.microsoft.com/office/drawing/2014/main" val="3970769537"/>
                    </a:ext>
                  </a:extLst>
                </a:gridCol>
                <a:gridCol w="381856">
                  <a:extLst>
                    <a:ext uri="{9D8B030D-6E8A-4147-A177-3AD203B41FA5}">
                      <a16:colId xmlns:a16="http://schemas.microsoft.com/office/drawing/2014/main" val="3076585725"/>
                    </a:ext>
                  </a:extLst>
                </a:gridCol>
                <a:gridCol w="381856">
                  <a:extLst>
                    <a:ext uri="{9D8B030D-6E8A-4147-A177-3AD203B41FA5}">
                      <a16:colId xmlns:a16="http://schemas.microsoft.com/office/drawing/2014/main" val="1102353967"/>
                    </a:ext>
                  </a:extLst>
                </a:gridCol>
                <a:gridCol w="381856">
                  <a:extLst>
                    <a:ext uri="{9D8B030D-6E8A-4147-A177-3AD203B41FA5}">
                      <a16:colId xmlns:a16="http://schemas.microsoft.com/office/drawing/2014/main" val="3842106227"/>
                    </a:ext>
                  </a:extLst>
                </a:gridCol>
                <a:gridCol w="381856">
                  <a:extLst>
                    <a:ext uri="{9D8B030D-6E8A-4147-A177-3AD203B41FA5}">
                      <a16:colId xmlns:a16="http://schemas.microsoft.com/office/drawing/2014/main" val="2599966829"/>
                    </a:ext>
                  </a:extLst>
                </a:gridCol>
                <a:gridCol w="381856">
                  <a:extLst>
                    <a:ext uri="{9D8B030D-6E8A-4147-A177-3AD203B41FA5}">
                      <a16:colId xmlns:a16="http://schemas.microsoft.com/office/drawing/2014/main" val="2844962118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50171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1.22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0.46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0.31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0.29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0.18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0.21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0.09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0.16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0.06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0.06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6938545"/>
                  </a:ext>
                </a:extLst>
              </a:tr>
            </a:tbl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87C4E811-53D6-CD16-45B1-AE48B3DB4058}"/>
              </a:ext>
            </a:extLst>
          </p:cNvPr>
          <p:cNvSpPr txBox="1"/>
          <p:nvPr/>
        </p:nvSpPr>
        <p:spPr>
          <a:xfrm>
            <a:off x="35443" y="3119140"/>
            <a:ext cx="424589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800" spc="-28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r>
              <a:rPr kumimoji="1" lang="ko-KR" altLang="en-US" sz="800" spc="-28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 실적</a:t>
            </a:r>
            <a:endParaRPr lang="en-US" altLang="ko-KR" sz="8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4AF0640-664F-1775-C852-B7F85D200330}"/>
              </a:ext>
            </a:extLst>
          </p:cNvPr>
          <p:cNvSpPr txBox="1"/>
          <p:nvPr/>
        </p:nvSpPr>
        <p:spPr>
          <a:xfrm>
            <a:off x="231165" y="4839162"/>
            <a:ext cx="42458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1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■ 주요 불량 </a:t>
            </a:r>
            <a:r>
              <a:rPr kumimoji="1" lang="en-US" altLang="ko-KR" sz="11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Trend</a:t>
            </a:r>
            <a:endParaRPr lang="en-US" altLang="ko-KR" sz="11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49" name="차트 48">
            <a:extLst>
              <a:ext uri="{FF2B5EF4-FFF2-40B4-BE49-F238E27FC236}">
                <a16:creationId xmlns:a16="http://schemas.microsoft.com/office/drawing/2014/main" id="{A8756D25-3438-D2E9-1339-A38EC7757A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0706938"/>
              </p:ext>
            </p:extLst>
          </p:nvPr>
        </p:nvGraphicFramePr>
        <p:xfrm>
          <a:off x="286687" y="5099282"/>
          <a:ext cx="4137293" cy="16240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DA24B122-ED47-1919-727E-04827E64E9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326391"/>
              </p:ext>
            </p:extLst>
          </p:nvPr>
        </p:nvGraphicFramePr>
        <p:xfrm>
          <a:off x="286687" y="1371222"/>
          <a:ext cx="4178860" cy="1111536"/>
        </p:xfrm>
        <a:graphic>
          <a:graphicData uri="http://schemas.openxmlformats.org/drawingml/2006/table">
            <a:tbl>
              <a:tblPr/>
              <a:tblGrid>
                <a:gridCol w="522358">
                  <a:extLst>
                    <a:ext uri="{9D8B030D-6E8A-4147-A177-3AD203B41FA5}">
                      <a16:colId xmlns:a16="http://schemas.microsoft.com/office/drawing/2014/main" val="1404583208"/>
                    </a:ext>
                  </a:extLst>
                </a:gridCol>
                <a:gridCol w="406278">
                  <a:extLst>
                    <a:ext uri="{9D8B030D-6E8A-4147-A177-3AD203B41FA5}">
                      <a16:colId xmlns:a16="http://schemas.microsoft.com/office/drawing/2014/main" val="213461814"/>
                    </a:ext>
                  </a:extLst>
                </a:gridCol>
                <a:gridCol w="406278">
                  <a:extLst>
                    <a:ext uri="{9D8B030D-6E8A-4147-A177-3AD203B41FA5}">
                      <a16:colId xmlns:a16="http://schemas.microsoft.com/office/drawing/2014/main" val="210546928"/>
                    </a:ext>
                  </a:extLst>
                </a:gridCol>
                <a:gridCol w="406278">
                  <a:extLst>
                    <a:ext uri="{9D8B030D-6E8A-4147-A177-3AD203B41FA5}">
                      <a16:colId xmlns:a16="http://schemas.microsoft.com/office/drawing/2014/main" val="871969802"/>
                    </a:ext>
                  </a:extLst>
                </a:gridCol>
                <a:gridCol w="406278">
                  <a:extLst>
                    <a:ext uri="{9D8B030D-6E8A-4147-A177-3AD203B41FA5}">
                      <a16:colId xmlns:a16="http://schemas.microsoft.com/office/drawing/2014/main" val="185338481"/>
                    </a:ext>
                  </a:extLst>
                </a:gridCol>
                <a:gridCol w="406278">
                  <a:extLst>
                    <a:ext uri="{9D8B030D-6E8A-4147-A177-3AD203B41FA5}">
                      <a16:colId xmlns:a16="http://schemas.microsoft.com/office/drawing/2014/main" val="740175904"/>
                    </a:ext>
                  </a:extLst>
                </a:gridCol>
                <a:gridCol w="406278">
                  <a:extLst>
                    <a:ext uri="{9D8B030D-6E8A-4147-A177-3AD203B41FA5}">
                      <a16:colId xmlns:a16="http://schemas.microsoft.com/office/drawing/2014/main" val="681346628"/>
                    </a:ext>
                  </a:extLst>
                </a:gridCol>
                <a:gridCol w="406278">
                  <a:extLst>
                    <a:ext uri="{9D8B030D-6E8A-4147-A177-3AD203B41FA5}">
                      <a16:colId xmlns:a16="http://schemas.microsoft.com/office/drawing/2014/main" val="2287991834"/>
                    </a:ext>
                  </a:extLst>
                </a:gridCol>
                <a:gridCol w="406278">
                  <a:extLst>
                    <a:ext uri="{9D8B030D-6E8A-4147-A177-3AD203B41FA5}">
                      <a16:colId xmlns:a16="http://schemas.microsoft.com/office/drawing/2014/main" val="457973414"/>
                    </a:ext>
                  </a:extLst>
                </a:gridCol>
                <a:gridCol w="406278">
                  <a:extLst>
                    <a:ext uri="{9D8B030D-6E8A-4147-A177-3AD203B41FA5}">
                      <a16:colId xmlns:a16="http://schemas.microsoft.com/office/drawing/2014/main" val="619070543"/>
                    </a:ext>
                  </a:extLst>
                </a:gridCol>
              </a:tblGrid>
              <a:tr h="185256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‘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26.1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7165269"/>
                  </a:ext>
                </a:extLst>
              </a:tr>
              <a:tr h="1852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목표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Gap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목표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목표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4325121"/>
                  </a:ext>
                </a:extLst>
              </a:tr>
              <a:tr h="185256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전극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△</a:t>
                      </a: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0856168"/>
                  </a:ext>
                </a:extLst>
              </a:tr>
              <a:tr h="185256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코터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98.8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△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0.3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98.8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△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98.8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0.4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6176730"/>
                  </a:ext>
                </a:extLst>
              </a:tr>
              <a:tr h="18525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R/P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99.6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99.6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99.6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1256759"/>
                  </a:ext>
                </a:extLst>
              </a:tr>
              <a:tr h="18525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N&amp;D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99.6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△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99.6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129282"/>
                  </a:ext>
                </a:extLst>
              </a:tr>
            </a:tbl>
          </a:graphicData>
        </a:graphic>
      </p:graphicFrame>
      <p:sp>
        <p:nvSpPr>
          <p:cNvPr id="51" name="Rectangle 137">
            <a:extLst>
              <a:ext uri="{FF2B5EF4-FFF2-40B4-BE49-F238E27FC236}">
                <a16:creationId xmlns:a16="http://schemas.microsoft.com/office/drawing/2014/main" id="{6C2E16ED-9A6D-EF05-6E61-6AFD18668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111" y="3779020"/>
            <a:ext cx="4468890" cy="893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lnSpc>
                <a:spcPts val="16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   ① 자동 </a:t>
            </a: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Loss 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실적 반영 개선</a:t>
            </a:r>
            <a:endParaRPr kumimoji="1" lang="en-US" altLang="ko-KR" sz="1000" dirty="0"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  <a:p>
            <a:pPr fontAlgn="base">
              <a:lnSpc>
                <a:spcPts val="16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     - </a:t>
            </a:r>
            <a:r>
              <a:rPr kumimoji="1" lang="ko-KR" altLang="en-US" sz="1000" dirty="0" err="1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웹게이지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기반 자동 </a:t>
            </a: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Loss 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실적 반영   </a:t>
            </a:r>
            <a:r>
              <a:rPr kumimoji="1"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양극 </a:t>
            </a:r>
            <a:r>
              <a:rPr kumimoji="1"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3/18 </a:t>
            </a:r>
            <a:r>
              <a:rPr kumimoji="1"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음극 </a:t>
            </a:r>
            <a:r>
              <a:rPr kumimoji="1"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3/24</a:t>
            </a:r>
          </a:p>
          <a:p>
            <a:pPr fontAlgn="base">
              <a:lnSpc>
                <a:spcPts val="16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       : </a:t>
            </a:r>
            <a:r>
              <a:rPr kumimoji="1" lang="ko-KR" altLang="en-US" sz="1000" dirty="0" err="1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점핑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코팅 안정화 구간 </a:t>
            </a:r>
            <a:r>
              <a:rPr kumimoji="1" lang="ko-KR" altLang="en-US" sz="1000" dirty="0" err="1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정합화를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통한 </a:t>
            </a: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Loss 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감소 </a:t>
            </a:r>
            <a:r>
              <a:rPr kumimoji="1" lang="ko-KR" altLang="en-US" sz="800" dirty="0" err="1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롤맵</a:t>
            </a:r>
            <a:r>
              <a:rPr kumimoji="1"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협업 </a:t>
            </a:r>
            <a:r>
              <a:rPr kumimoji="1"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(3/16~4/7)</a:t>
            </a:r>
          </a:p>
          <a:p>
            <a:pPr fontAlgn="base">
              <a:lnSpc>
                <a:spcPts val="16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     - 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연속 코팅 안정화 구간 </a:t>
            </a:r>
            <a:r>
              <a:rPr kumimoji="1" lang="ko-KR" altLang="en-US" sz="1000" dirty="0" err="1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정합화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</a:t>
            </a:r>
            <a:r>
              <a:rPr kumimoji="1"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4/20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1810A583-CE41-6DDB-536D-9F42BA94615E}"/>
              </a:ext>
            </a:extLst>
          </p:cNvPr>
          <p:cNvSpPr/>
          <p:nvPr/>
        </p:nvSpPr>
        <p:spPr>
          <a:xfrm>
            <a:off x="6909554" y="4504568"/>
            <a:ext cx="1822149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14400">
              <a:defRPr/>
            </a:pPr>
            <a:r>
              <a:rPr lang="ko-KR" altLang="en-US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현재 </a:t>
            </a:r>
            <a:r>
              <a:rPr lang="en-US" altLang="ko-KR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양</a:t>
            </a:r>
            <a:r>
              <a:rPr lang="en-US" altLang="ko-KR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7m </a:t>
            </a:r>
            <a:r>
              <a:rPr lang="ko-KR" altLang="en-US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음</a:t>
            </a:r>
            <a:r>
              <a:rPr lang="en-US" altLang="ko-KR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8m → </a:t>
            </a:r>
            <a:r>
              <a:rPr lang="ko-KR" altLang="en-US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목표 </a:t>
            </a:r>
            <a:r>
              <a:rPr lang="en-US" altLang="ko-KR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양</a:t>
            </a:r>
            <a:r>
              <a:rPr lang="en-US" altLang="ko-KR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5m  </a:t>
            </a:r>
            <a:r>
              <a:rPr lang="ko-KR" altLang="en-US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음</a:t>
            </a:r>
            <a:r>
              <a:rPr lang="en-US" altLang="ko-KR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5m </a:t>
            </a:r>
            <a:endParaRPr lang="ko-KR" altLang="en-US" kern="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C5F06CAD-912C-7289-49F5-EC541A056F6D}"/>
              </a:ext>
            </a:extLst>
          </p:cNvPr>
          <p:cNvSpPr/>
          <p:nvPr/>
        </p:nvSpPr>
        <p:spPr>
          <a:xfrm>
            <a:off x="5753607" y="3648324"/>
            <a:ext cx="1111679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14400">
              <a:defRPr/>
            </a:pPr>
            <a:r>
              <a:rPr lang="en-US" altLang="ko-KR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r>
              <a:rPr lang="ko-KR" altLang="en-US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 </a:t>
            </a:r>
            <a:r>
              <a:rPr lang="en-US" altLang="ko-KR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0.46% → 3</a:t>
            </a:r>
            <a:r>
              <a:rPr lang="ko-KR" altLang="en-US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 </a:t>
            </a:r>
            <a:r>
              <a:rPr lang="en-US" altLang="ko-KR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0.25%</a:t>
            </a:r>
            <a:endParaRPr lang="ko-KR" altLang="en-US" kern="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C3041A1A-B640-3AAC-55F3-A98519DC91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7874953"/>
              </p:ext>
            </p:extLst>
          </p:nvPr>
        </p:nvGraphicFramePr>
        <p:xfrm>
          <a:off x="7116417" y="3609136"/>
          <a:ext cx="1760699" cy="457680"/>
        </p:xfrm>
        <a:graphic>
          <a:graphicData uri="http://schemas.openxmlformats.org/drawingml/2006/table">
            <a:tbl>
              <a:tblPr/>
              <a:tblGrid>
                <a:gridCol w="462137">
                  <a:extLst>
                    <a:ext uri="{9D8B030D-6E8A-4147-A177-3AD203B41FA5}">
                      <a16:colId xmlns:a16="http://schemas.microsoft.com/office/drawing/2014/main" val="213658912"/>
                    </a:ext>
                  </a:extLst>
                </a:gridCol>
                <a:gridCol w="278833">
                  <a:extLst>
                    <a:ext uri="{9D8B030D-6E8A-4147-A177-3AD203B41FA5}">
                      <a16:colId xmlns:a16="http://schemas.microsoft.com/office/drawing/2014/main" val="1787867274"/>
                    </a:ext>
                  </a:extLst>
                </a:gridCol>
                <a:gridCol w="278833">
                  <a:extLst>
                    <a:ext uri="{9D8B030D-6E8A-4147-A177-3AD203B41FA5}">
                      <a16:colId xmlns:a16="http://schemas.microsoft.com/office/drawing/2014/main" val="103559054"/>
                    </a:ext>
                  </a:extLst>
                </a:gridCol>
                <a:gridCol w="740896">
                  <a:extLst>
                    <a:ext uri="{9D8B030D-6E8A-4147-A177-3AD203B41FA5}">
                      <a16:colId xmlns:a16="http://schemas.microsoft.com/office/drawing/2014/main" val="4264676559"/>
                    </a:ext>
                  </a:extLst>
                </a:gridCol>
              </a:tblGrid>
              <a:tr h="152560">
                <a:tc>
                  <a:txBody>
                    <a:bodyPr/>
                    <a:lstStyle/>
                    <a:p>
                      <a:pPr algn="ctr" fontAlgn="ctr">
                        <a:lnSpc>
                          <a:spcPts val="800"/>
                        </a:lnSpc>
                      </a:pPr>
                      <a:r>
                        <a:rPr lang="ko-KR" altLang="en-US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8116" marR="8116" marT="8116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800"/>
                        </a:lnSpc>
                      </a:pPr>
                      <a:r>
                        <a:rPr lang="ko-KR" altLang="en-US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양극</a:t>
                      </a:r>
                    </a:p>
                  </a:txBody>
                  <a:tcPr marL="8116" marR="8116" marT="8116" marB="0" anchor="ctr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800"/>
                        </a:lnSpc>
                      </a:pPr>
                      <a:r>
                        <a:rPr lang="ko-KR" altLang="en-US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음극</a:t>
                      </a:r>
                    </a:p>
                  </a:txBody>
                  <a:tcPr marL="8116" marR="8116" marT="8116" marB="0" anchor="ctr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800"/>
                        </a:lnSpc>
                      </a:pPr>
                      <a:r>
                        <a:rPr lang="ko-KR" altLang="en-US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L="8116" marR="8116" marT="8116" marB="0" anchor="ctr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0363164"/>
                  </a:ext>
                </a:extLst>
              </a:tr>
              <a:tr h="152560">
                <a:tc>
                  <a:txBody>
                    <a:bodyPr/>
                    <a:lstStyle/>
                    <a:p>
                      <a:pPr algn="ctr" fontAlgn="ctr">
                        <a:lnSpc>
                          <a:spcPts val="800"/>
                        </a:lnSpc>
                      </a:pPr>
                      <a:r>
                        <a:rPr lang="ko-KR" altLang="en-US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기존 </a:t>
                      </a:r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고정</a:t>
                      </a:r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116" marR="8116" marT="8116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8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40 m</a:t>
                      </a:r>
                      <a:endParaRPr lang="ko-KR" altLang="en-US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116" marR="8116" marT="8116" marB="0" anchor="ctr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8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40 m</a:t>
                      </a:r>
                      <a:endParaRPr lang="ko-KR" altLang="en-US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116" marR="8116" marT="8116" marB="0" anchor="ctr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800"/>
                        </a:lnSpc>
                      </a:pPr>
                      <a:r>
                        <a:rPr lang="ko-KR" altLang="en-US" sz="800" b="0" i="0" u="none" strike="noStrike" dirty="0" err="1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고정값</a:t>
                      </a:r>
                      <a:endParaRPr lang="en-US" alt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116" marR="8116" marT="8116" marB="0" anchor="ctr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9161586"/>
                  </a:ext>
                </a:extLst>
              </a:tr>
              <a:tr h="152560">
                <a:tc>
                  <a:txBody>
                    <a:bodyPr/>
                    <a:lstStyle/>
                    <a:p>
                      <a:pPr algn="ctr" fontAlgn="ctr">
                        <a:lnSpc>
                          <a:spcPts val="800"/>
                        </a:lnSpc>
                      </a:pPr>
                      <a:r>
                        <a:rPr lang="ko-KR" altLang="en-US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 </a:t>
                      </a:r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평균</a:t>
                      </a:r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116" marR="8116" marT="8116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8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10.6 m</a:t>
                      </a:r>
                      <a:endParaRPr lang="ko-KR" altLang="en-US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116" marR="8116" marT="8116" marB="0" anchor="ctr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8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13.2 m</a:t>
                      </a:r>
                      <a:endParaRPr lang="ko-KR" altLang="en-US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116" marR="8116" marT="8116" marB="0" anchor="ctr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800"/>
                        </a:lnSpc>
                      </a:pPr>
                      <a:r>
                        <a:rPr lang="ko-KR" altLang="en-US" sz="800" b="0" i="0" u="none" strike="noStrike" dirty="0" err="1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웹게이지값</a:t>
                      </a:r>
                      <a:r>
                        <a:rPr lang="ko-KR" altLang="en-US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기준</a:t>
                      </a:r>
                      <a:endParaRPr lang="en-US" alt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116" marR="8116" marT="8116" marB="0" anchor="ctr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0700811"/>
                  </a:ext>
                </a:extLst>
              </a:tr>
            </a:tbl>
          </a:graphicData>
        </a:graphic>
      </p:graphicFrame>
      <p:sp>
        <p:nvSpPr>
          <p:cNvPr id="58" name="직사각형 57">
            <a:extLst>
              <a:ext uri="{FF2B5EF4-FFF2-40B4-BE49-F238E27FC236}">
                <a16:creationId xmlns:a16="http://schemas.microsoft.com/office/drawing/2014/main" id="{EA3686A9-11C8-5905-3A7B-CF84B661925F}"/>
              </a:ext>
            </a:extLst>
          </p:cNvPr>
          <p:cNvSpPr/>
          <p:nvPr/>
        </p:nvSpPr>
        <p:spPr>
          <a:xfrm>
            <a:off x="7082290" y="3470124"/>
            <a:ext cx="741795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14400">
              <a:defRPr/>
            </a:pPr>
            <a:r>
              <a:rPr lang="en-US" altLang="ko-KR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 </a:t>
            </a:r>
            <a:r>
              <a:rPr lang="en-US" altLang="ko-KR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Loss </a:t>
            </a:r>
            <a:r>
              <a:rPr lang="ko-KR" altLang="en-US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실적 </a:t>
            </a:r>
            <a:endParaRPr lang="ko-KR" altLang="en-US" kern="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AFF97D0-5654-2B1D-91D0-C8BCC92C6173}"/>
              </a:ext>
            </a:extLst>
          </p:cNvPr>
          <p:cNvSpPr txBox="1"/>
          <p:nvPr/>
        </p:nvSpPr>
        <p:spPr>
          <a:xfrm>
            <a:off x="7263736" y="1466183"/>
            <a:ext cx="18802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MI_DLD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 시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0.35→0.03% </a:t>
            </a:r>
            <a:endParaRPr lang="ko-KR" altLang="en-US" sz="8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0" name="Rectangle 137">
            <a:extLst>
              <a:ext uri="{FF2B5EF4-FFF2-40B4-BE49-F238E27FC236}">
                <a16:creationId xmlns:a16="http://schemas.microsoft.com/office/drawing/2014/main" id="{F1DC1802-725F-81EE-9E71-61B0DFE1D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111" y="5000739"/>
            <a:ext cx="4468890" cy="6883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lnSpc>
                <a:spcPts val="16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   ① 조건 조정 완료 시점 자동 반영</a:t>
            </a:r>
            <a:endParaRPr kumimoji="1" lang="en-US" altLang="ko-KR" sz="1000" dirty="0"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  <a:p>
            <a:pPr fontAlgn="base">
              <a:lnSpc>
                <a:spcPts val="16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      - 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롤 맵 </a:t>
            </a:r>
            <a:r>
              <a:rPr kumimoji="1" lang="ko-KR" altLang="en-US" sz="1000" dirty="0" err="1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마킹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활용을 통한 조건 조정 완료 시점 자동 </a:t>
            </a:r>
            <a:r>
              <a:rPr kumimoji="1" lang="ko-KR" altLang="en-US" sz="1000" dirty="0" err="1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마킹</a:t>
            </a:r>
            <a:endParaRPr kumimoji="1" lang="en-US" altLang="ko-KR" sz="1000" dirty="0"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  <a:p>
            <a:pPr fontAlgn="base">
              <a:lnSpc>
                <a:spcPts val="16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        : 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로딩</a:t>
            </a: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/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폭 </a:t>
            </a: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Spec. 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확보 시 롤 맵 </a:t>
            </a:r>
            <a:r>
              <a:rPr kumimoji="1" lang="ko-KR" altLang="en-US" sz="1000" dirty="0" err="1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마킹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자동화 </a:t>
            </a:r>
            <a:r>
              <a:rPr kumimoji="1" lang="ko-KR" altLang="en-US" sz="1000" dirty="0" err="1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로직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구성 </a:t>
            </a:r>
            <a:r>
              <a:rPr kumimoji="1"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5/20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5E512522-DCD9-53A1-DF45-75FBF767CC9A}"/>
              </a:ext>
            </a:extLst>
          </p:cNvPr>
          <p:cNvSpPr/>
          <p:nvPr/>
        </p:nvSpPr>
        <p:spPr>
          <a:xfrm>
            <a:off x="6124319" y="4861334"/>
            <a:ext cx="1111679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14400">
              <a:defRPr/>
            </a:pPr>
            <a:r>
              <a:rPr lang="en-US" altLang="ko-KR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r>
              <a:rPr lang="ko-KR" altLang="en-US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 </a:t>
            </a:r>
            <a:r>
              <a:rPr lang="en-US" altLang="ko-KR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0.31% → 3</a:t>
            </a:r>
            <a:r>
              <a:rPr lang="ko-KR" altLang="en-US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 </a:t>
            </a:r>
            <a:r>
              <a:rPr lang="en-US" altLang="ko-KR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0.20%</a:t>
            </a:r>
            <a:endParaRPr lang="ko-KR" altLang="en-US" kern="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5AC81820-525F-89EF-07E1-57838B59F3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822903"/>
              </p:ext>
            </p:extLst>
          </p:nvPr>
        </p:nvGraphicFramePr>
        <p:xfrm>
          <a:off x="4919459" y="5693586"/>
          <a:ext cx="4129125" cy="891903"/>
        </p:xfrm>
        <a:graphic>
          <a:graphicData uri="http://schemas.openxmlformats.org/drawingml/2006/table">
            <a:tbl>
              <a:tblPr/>
              <a:tblGrid>
                <a:gridCol w="320451">
                  <a:extLst>
                    <a:ext uri="{9D8B030D-6E8A-4147-A177-3AD203B41FA5}">
                      <a16:colId xmlns:a16="http://schemas.microsoft.com/office/drawing/2014/main" val="213658912"/>
                    </a:ext>
                  </a:extLst>
                </a:gridCol>
                <a:gridCol w="1924215">
                  <a:extLst>
                    <a:ext uri="{9D8B030D-6E8A-4147-A177-3AD203B41FA5}">
                      <a16:colId xmlns:a16="http://schemas.microsoft.com/office/drawing/2014/main" val="1787867274"/>
                    </a:ext>
                  </a:extLst>
                </a:gridCol>
                <a:gridCol w="1884459">
                  <a:extLst>
                    <a:ext uri="{9D8B030D-6E8A-4147-A177-3AD203B41FA5}">
                      <a16:colId xmlns:a16="http://schemas.microsoft.com/office/drawing/2014/main" val="4264676559"/>
                    </a:ext>
                  </a:extLst>
                </a:gridCol>
              </a:tblGrid>
              <a:tr h="152432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8116" marR="8116" marT="811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기존</a:t>
                      </a:r>
                    </a:p>
                  </a:txBody>
                  <a:tcPr marL="8116" marR="8116" marT="8116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</a:t>
                      </a:r>
                    </a:p>
                  </a:txBody>
                  <a:tcPr marL="8116" marR="8116" marT="8116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0363164"/>
                  </a:ext>
                </a:extLst>
              </a:tr>
              <a:tr h="323194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조건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조정</a:t>
                      </a:r>
                    </a:p>
                  </a:txBody>
                  <a:tcPr marL="8116" marR="8116" marT="811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 Top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코팅 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– </a:t>
                      </a:r>
                      <a:r>
                        <a:rPr lang="ko-KR" alt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웹게이지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확인 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–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신호 전달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 Back</a:t>
                      </a:r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코팅 시작 </a:t>
                      </a:r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– </a:t>
                      </a:r>
                      <a:r>
                        <a:rPr lang="ko-KR" altLang="en-US" sz="8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웹게이지</a:t>
                      </a:r>
                      <a:r>
                        <a:rPr lang="ko-KR" altLang="en-US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확인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116" marR="8116" marT="8116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 Top</a:t>
                      </a:r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코팅 </a:t>
                      </a:r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– </a:t>
                      </a:r>
                      <a:r>
                        <a:rPr lang="ko-KR" altLang="en-US" sz="8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웹게이지</a:t>
                      </a:r>
                      <a:r>
                        <a:rPr lang="ko-KR" altLang="en-US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확인 </a:t>
                      </a:r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– </a:t>
                      </a:r>
                      <a:r>
                        <a:rPr lang="ko-KR" altLang="en-US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신호 전달</a:t>
                      </a:r>
                      <a:endParaRPr lang="en-US" altLang="ko-KR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 Back </a:t>
                      </a:r>
                      <a:r>
                        <a:rPr lang="ko-KR" altLang="en-US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코팅 시작 </a:t>
                      </a:r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– </a:t>
                      </a:r>
                      <a:r>
                        <a:rPr lang="ko-KR" altLang="en-US" sz="8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웹게이지</a:t>
                      </a:r>
                      <a:r>
                        <a:rPr lang="ko-KR" altLang="en-US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확인 불 필요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116" marR="8116" marT="8116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9161586"/>
                  </a:ext>
                </a:extLst>
              </a:tr>
              <a:tr h="416277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불량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마킹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116" marR="8116" marT="811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조건 조정 완료 작업자 판단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롤 맵 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Data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를 바탕으로 수동 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Loss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표기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또는 수동 커팅을 통한 컷 분리</a:t>
                      </a:r>
                    </a:p>
                  </a:txBody>
                  <a:tcPr marL="8116" marR="8116" marT="8116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양품 시작 구간 자동 </a:t>
                      </a:r>
                      <a:r>
                        <a:rPr lang="ko-KR" alt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마킹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 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Loss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반영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8116" marR="8116" marT="8116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0700811"/>
                  </a:ext>
                </a:extLst>
              </a:tr>
            </a:tbl>
          </a:graphicData>
        </a:graphic>
      </p:graphicFrame>
      <p:sp>
        <p:nvSpPr>
          <p:cNvPr id="69" name="직사각형 68">
            <a:extLst>
              <a:ext uri="{FF2B5EF4-FFF2-40B4-BE49-F238E27FC236}">
                <a16:creationId xmlns:a16="http://schemas.microsoft.com/office/drawing/2014/main" id="{5872B4CE-AC9F-5FE7-CD40-2934857EC4D1}"/>
              </a:ext>
            </a:extLst>
          </p:cNvPr>
          <p:cNvSpPr/>
          <p:nvPr/>
        </p:nvSpPr>
        <p:spPr>
          <a:xfrm>
            <a:off x="6242217" y="1131331"/>
            <a:ext cx="1111679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14400">
              <a:defRPr/>
            </a:pPr>
            <a:r>
              <a:rPr lang="en-US" altLang="ko-KR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r>
              <a:rPr lang="ko-KR" altLang="en-US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 </a:t>
            </a:r>
            <a:r>
              <a:rPr lang="en-US" altLang="ko-KR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1.22% → 3</a:t>
            </a:r>
            <a:r>
              <a:rPr lang="ko-KR" altLang="en-US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 </a:t>
            </a:r>
            <a:r>
              <a:rPr lang="en-US" altLang="ko-KR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1.15%</a:t>
            </a:r>
            <a:endParaRPr lang="ko-KR" altLang="en-US" kern="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A7F379F-C66B-3193-9DBA-9D7CE1591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11034"/>
            <a:ext cx="9144000" cy="14020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3323" tIns="3323" rIns="3323" bIns="3323" anchor="b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&lt; </a:t>
            </a:r>
            <a:r>
              <a:rPr kumimoji="1" lang="en-US" altLang="ko-KR" sz="8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2</a:t>
            </a:r>
            <a:r>
              <a:rPr kumimoji="1" lang="en-US" altLang="ko-KR" sz="7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/ 10 &gt;</a:t>
            </a:r>
            <a:endParaRPr kumimoji="1" lang="ko-KR" altLang="en-US" sz="7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543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25">
            <a:extLst>
              <a:ext uri="{FF2B5EF4-FFF2-40B4-BE49-F238E27FC236}">
                <a16:creationId xmlns:a16="http://schemas.microsoft.com/office/drawing/2014/main" id="{C2D4D571-08C7-4A6C-A95A-2EBF7FCC7F38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4A6271C-3F4F-4C02-9FE7-43D2C9B44147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125">
            <a:extLst>
              <a:ext uri="{FF2B5EF4-FFF2-40B4-BE49-F238E27FC236}">
                <a16:creationId xmlns:a16="http://schemas.microsoft.com/office/drawing/2014/main" id="{0F5EEAD9-C2EC-FC50-6ABB-07990996E766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5">
            <a:extLst>
              <a:ext uri="{FF2B5EF4-FFF2-40B4-BE49-F238E27FC236}">
                <a16:creationId xmlns:a16="http://schemas.microsoft.com/office/drawing/2014/main" id="{C2D4D571-08C7-4A6C-A95A-2EBF7FCC7F38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F4A6271C-3F4F-4C02-9FE7-43D2C9B44147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5">
            <a:extLst>
              <a:ext uri="{FF2B5EF4-FFF2-40B4-BE49-F238E27FC236}">
                <a16:creationId xmlns:a16="http://schemas.microsoft.com/office/drawing/2014/main" id="{0F5EEAD9-C2EC-FC50-6ABB-07990996E766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905A519A-5C49-2C7B-179F-851F25163AFA}"/>
              </a:ext>
            </a:extLst>
          </p:cNvPr>
          <p:cNvCxnSpPr>
            <a:cxnSpLocks/>
          </p:cNvCxnSpPr>
          <p:nvPr/>
        </p:nvCxnSpPr>
        <p:spPr>
          <a:xfrm>
            <a:off x="225560" y="982875"/>
            <a:ext cx="42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2A3023D-02C2-17C8-31A1-A548F21FAC27}"/>
              </a:ext>
            </a:extLst>
          </p:cNvPr>
          <p:cNvSpPr txBox="1"/>
          <p:nvPr/>
        </p:nvSpPr>
        <p:spPr>
          <a:xfrm>
            <a:off x="219652" y="670400"/>
            <a:ext cx="42458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4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가동률 실적</a:t>
            </a:r>
            <a:endParaRPr lang="en-US" altLang="ko-KR" sz="14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B5513C-C472-0188-59BD-9054AAA483B0}"/>
              </a:ext>
            </a:extLst>
          </p:cNvPr>
          <p:cNvSpPr txBox="1"/>
          <p:nvPr/>
        </p:nvSpPr>
        <p:spPr>
          <a:xfrm>
            <a:off x="231165" y="1071405"/>
            <a:ext cx="42458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1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■ 월 별 가동률 실적</a:t>
            </a:r>
            <a:endParaRPr lang="en-US" altLang="ko-KR" sz="11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1B99DD0B-306F-9AFC-6582-DF481806554F}"/>
              </a:ext>
            </a:extLst>
          </p:cNvPr>
          <p:cNvCxnSpPr>
            <a:cxnSpLocks/>
          </p:cNvCxnSpPr>
          <p:nvPr/>
        </p:nvCxnSpPr>
        <p:spPr>
          <a:xfrm>
            <a:off x="4681018" y="982872"/>
            <a:ext cx="42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1D4EF2BC-E253-31D2-7520-33C42795474F}"/>
              </a:ext>
            </a:extLst>
          </p:cNvPr>
          <p:cNvSpPr txBox="1"/>
          <p:nvPr/>
        </p:nvSpPr>
        <p:spPr>
          <a:xfrm>
            <a:off x="4675110" y="670397"/>
            <a:ext cx="42458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4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주요 </a:t>
            </a:r>
            <a:r>
              <a:rPr kumimoji="1" lang="en-US" altLang="ko-KR" sz="14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Issue </a:t>
            </a:r>
            <a:r>
              <a:rPr kumimoji="1" lang="ko-KR" altLang="en-US" sz="14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및 개선 방안</a:t>
            </a:r>
            <a:endParaRPr lang="en-US" altLang="ko-KR" sz="14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78C289E-FF7F-849C-14B8-64AE95CD20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232912"/>
              </p:ext>
            </p:extLst>
          </p:nvPr>
        </p:nvGraphicFramePr>
        <p:xfrm>
          <a:off x="323602" y="1333015"/>
          <a:ext cx="4099956" cy="1047750"/>
        </p:xfrm>
        <a:graphic>
          <a:graphicData uri="http://schemas.openxmlformats.org/drawingml/2006/table">
            <a:tbl>
              <a:tblPr/>
              <a:tblGrid>
                <a:gridCol w="559086">
                  <a:extLst>
                    <a:ext uri="{9D8B030D-6E8A-4147-A177-3AD203B41FA5}">
                      <a16:colId xmlns:a16="http://schemas.microsoft.com/office/drawing/2014/main" val="2161936604"/>
                    </a:ext>
                  </a:extLst>
                </a:gridCol>
                <a:gridCol w="393430">
                  <a:extLst>
                    <a:ext uri="{9D8B030D-6E8A-4147-A177-3AD203B41FA5}">
                      <a16:colId xmlns:a16="http://schemas.microsoft.com/office/drawing/2014/main" val="3935825025"/>
                    </a:ext>
                  </a:extLst>
                </a:gridCol>
                <a:gridCol w="393430">
                  <a:extLst>
                    <a:ext uri="{9D8B030D-6E8A-4147-A177-3AD203B41FA5}">
                      <a16:colId xmlns:a16="http://schemas.microsoft.com/office/drawing/2014/main" val="2597686638"/>
                    </a:ext>
                  </a:extLst>
                </a:gridCol>
                <a:gridCol w="393430">
                  <a:extLst>
                    <a:ext uri="{9D8B030D-6E8A-4147-A177-3AD203B41FA5}">
                      <a16:colId xmlns:a16="http://schemas.microsoft.com/office/drawing/2014/main" val="3713125448"/>
                    </a:ext>
                  </a:extLst>
                </a:gridCol>
                <a:gridCol w="393430">
                  <a:extLst>
                    <a:ext uri="{9D8B030D-6E8A-4147-A177-3AD203B41FA5}">
                      <a16:colId xmlns:a16="http://schemas.microsoft.com/office/drawing/2014/main" val="3901451815"/>
                    </a:ext>
                  </a:extLst>
                </a:gridCol>
                <a:gridCol w="393430">
                  <a:extLst>
                    <a:ext uri="{9D8B030D-6E8A-4147-A177-3AD203B41FA5}">
                      <a16:colId xmlns:a16="http://schemas.microsoft.com/office/drawing/2014/main" val="1901436700"/>
                    </a:ext>
                  </a:extLst>
                </a:gridCol>
                <a:gridCol w="393430">
                  <a:extLst>
                    <a:ext uri="{9D8B030D-6E8A-4147-A177-3AD203B41FA5}">
                      <a16:colId xmlns:a16="http://schemas.microsoft.com/office/drawing/2014/main" val="3512711241"/>
                    </a:ext>
                  </a:extLst>
                </a:gridCol>
                <a:gridCol w="393430">
                  <a:extLst>
                    <a:ext uri="{9D8B030D-6E8A-4147-A177-3AD203B41FA5}">
                      <a16:colId xmlns:a16="http://schemas.microsoft.com/office/drawing/2014/main" val="2535765650"/>
                    </a:ext>
                  </a:extLst>
                </a:gridCol>
                <a:gridCol w="393430">
                  <a:extLst>
                    <a:ext uri="{9D8B030D-6E8A-4147-A177-3AD203B41FA5}">
                      <a16:colId xmlns:a16="http://schemas.microsoft.com/office/drawing/2014/main" val="1213801408"/>
                    </a:ext>
                  </a:extLst>
                </a:gridCol>
                <a:gridCol w="393430">
                  <a:extLst>
                    <a:ext uri="{9D8B030D-6E8A-4147-A177-3AD203B41FA5}">
                      <a16:colId xmlns:a16="http://schemas.microsoft.com/office/drawing/2014/main" val="4275044691"/>
                    </a:ext>
                  </a:extLst>
                </a:gridCol>
              </a:tblGrid>
              <a:tr h="209550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‘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26.1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989560"/>
                  </a:ext>
                </a:extLst>
              </a:tr>
              <a:tr h="2095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실적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Gap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실적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Gap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실적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Gap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99340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코터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82.6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10.4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83.4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91.4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74340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R/P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59.2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50.1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1000" b="0" i="0" u="none" strike="noStrike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64.8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62.4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69.3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63.6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78329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N&amp;D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54.8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54.3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59.8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64.6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64.3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76.4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12.1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733750"/>
                  </a:ext>
                </a:extLst>
              </a:tr>
            </a:tbl>
          </a:graphicData>
        </a:graphic>
      </p:graphicFrame>
      <p:graphicFrame>
        <p:nvGraphicFramePr>
          <p:cNvPr id="13" name="차트 12">
            <a:extLst>
              <a:ext uri="{FF2B5EF4-FFF2-40B4-BE49-F238E27FC236}">
                <a16:creationId xmlns:a16="http://schemas.microsoft.com/office/drawing/2014/main" id="{ED99AA4C-CF69-47EE-7BE5-3C07DD78E3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26149733"/>
              </p:ext>
            </p:extLst>
          </p:nvPr>
        </p:nvGraphicFramePr>
        <p:xfrm>
          <a:off x="774510" y="2916814"/>
          <a:ext cx="3780000" cy="1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차트 13">
            <a:extLst>
              <a:ext uri="{FF2B5EF4-FFF2-40B4-BE49-F238E27FC236}">
                <a16:creationId xmlns:a16="http://schemas.microsoft.com/office/drawing/2014/main" id="{191ED6F6-46CD-454F-BE4F-53A7BFA60D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4194752"/>
              </p:ext>
            </p:extLst>
          </p:nvPr>
        </p:nvGraphicFramePr>
        <p:xfrm>
          <a:off x="774510" y="4293883"/>
          <a:ext cx="3780000" cy="1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6" name="차트 15">
            <a:extLst>
              <a:ext uri="{FF2B5EF4-FFF2-40B4-BE49-F238E27FC236}">
                <a16:creationId xmlns:a16="http://schemas.microsoft.com/office/drawing/2014/main" id="{533CBCF6-940A-49DA-854B-4E6B72F6B5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4883227"/>
              </p:ext>
            </p:extLst>
          </p:nvPr>
        </p:nvGraphicFramePr>
        <p:xfrm>
          <a:off x="774510" y="5670951"/>
          <a:ext cx="3780000" cy="1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20" name="그림 19">
            <a:extLst>
              <a:ext uri="{FF2B5EF4-FFF2-40B4-BE49-F238E27FC236}">
                <a16:creationId xmlns:a16="http://schemas.microsoft.com/office/drawing/2014/main" id="{73775237-4EFA-9ED3-3B81-8994B60CA803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05744" y="2793038"/>
            <a:ext cx="900000" cy="170588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D0FF5A85-9FE6-3F8A-E49A-D335BF93410C}"/>
              </a:ext>
            </a:extLst>
          </p:cNvPr>
          <p:cNvSpPr/>
          <p:nvPr/>
        </p:nvSpPr>
        <p:spPr>
          <a:xfrm>
            <a:off x="305788" y="2803307"/>
            <a:ext cx="388249" cy="93741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코터</a:t>
            </a:r>
            <a:endParaRPr lang="en-US" altLang="ko-KR" sz="800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5E63843-E379-B18E-26F9-143E2AADDF44}"/>
              </a:ext>
            </a:extLst>
          </p:cNvPr>
          <p:cNvSpPr/>
          <p:nvPr/>
        </p:nvSpPr>
        <p:spPr>
          <a:xfrm>
            <a:off x="305788" y="4190743"/>
            <a:ext cx="388249" cy="93741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R/P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2EC210A-FB4E-3BCC-18C0-60FA96937570}"/>
              </a:ext>
            </a:extLst>
          </p:cNvPr>
          <p:cNvSpPr/>
          <p:nvPr/>
        </p:nvSpPr>
        <p:spPr>
          <a:xfrm>
            <a:off x="305788" y="5561330"/>
            <a:ext cx="388249" cy="93741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N&amp;D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F31101-A00F-924B-FAA2-85F09F99D013}"/>
              </a:ext>
            </a:extLst>
          </p:cNvPr>
          <p:cNvSpPr txBox="1"/>
          <p:nvPr/>
        </p:nvSpPr>
        <p:spPr>
          <a:xfrm>
            <a:off x="235120" y="2512285"/>
            <a:ext cx="42458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1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■ 공정</a:t>
            </a:r>
            <a:r>
              <a:rPr kumimoji="1" lang="en-US" altLang="ko-KR" sz="11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11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별 가동률 </a:t>
            </a:r>
            <a:r>
              <a:rPr kumimoji="1" lang="en-US" altLang="ko-KR" sz="11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Trend</a:t>
            </a:r>
            <a:endParaRPr lang="en-US" altLang="ko-KR" sz="11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5" name="Rectangle 137">
            <a:extLst>
              <a:ext uri="{FF2B5EF4-FFF2-40B4-BE49-F238E27FC236}">
                <a16:creationId xmlns:a16="http://schemas.microsoft.com/office/drawing/2014/main" id="{FDE477E0-1E95-0A71-9977-259E4B13A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110" y="1310768"/>
            <a:ext cx="4468889" cy="2977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- 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원인 </a:t>
            </a: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: 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단선 </a:t>
            </a: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(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작업자 실수 </a:t>
            </a: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8 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건</a:t>
            </a: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, 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설비 </a:t>
            </a: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4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건</a:t>
            </a: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, </a:t>
            </a:r>
            <a:r>
              <a:rPr kumimoji="1" lang="ko-KR" altLang="en-US" sz="900" dirty="0" err="1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슬러리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거분 </a:t>
            </a: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3 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건</a:t>
            </a: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)</a:t>
            </a: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- 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개선 </a:t>
            </a: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</a:t>
            </a:r>
          </a:p>
          <a:p>
            <a:pPr defTabSz="914400" fontAlgn="base" latin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 1) 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제어 개선</a:t>
            </a:r>
            <a:endParaRPr kumimoji="1" lang="en-US" altLang="ko-KR" sz="900" dirty="0"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  <a:p>
            <a:pPr defTabSz="914400" fontAlgn="base" latin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   : Foil 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연결 후 </a:t>
            </a: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CPC 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틀어짐 발생 시 </a:t>
            </a: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Die 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자동 </a:t>
            </a: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Open  4/14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</a:t>
            </a:r>
            <a:endParaRPr kumimoji="1" lang="en-US" altLang="ko-KR" sz="900" dirty="0"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  <a:p>
            <a:pPr defTabSz="914400" fontAlgn="base" latin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 2) 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작업자 숙련도 향상 </a:t>
            </a:r>
            <a:endParaRPr kumimoji="1" lang="en-US" altLang="ko-KR" sz="900" dirty="0"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  <a:p>
            <a:pPr defTabSz="914400" fontAlgn="base" latin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  </a:t>
            </a: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: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</a:t>
            </a: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NA/NB 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인원 워크샵 진행을 통한 단선 </a:t>
            </a:r>
            <a:r>
              <a:rPr kumimoji="1" lang="ko-KR" altLang="en-US" sz="900" dirty="0" err="1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횟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수 감소 </a:t>
            </a: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3/20~</a:t>
            </a: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   :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조 별 경쟁을 통한 단선 조치 시간 감소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3/24~</a:t>
            </a: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ko-KR" sz="600" dirty="0"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ko-KR" sz="900" dirty="0"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ko-KR" sz="900" b="1" dirty="0"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- 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현상</a:t>
            </a: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1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</a:t>
            </a: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: 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보일러 </a:t>
            </a:r>
            <a:r>
              <a:rPr kumimoji="1" lang="ko-KR" altLang="en-US" sz="900" dirty="0" err="1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열매유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</a:t>
            </a: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Leak 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바이패스 밸브에서 </a:t>
            </a:r>
            <a:r>
              <a:rPr kumimoji="1" lang="ko-KR" altLang="en-US" sz="900" dirty="0" err="1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열매유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</a:t>
            </a:r>
            <a:r>
              <a:rPr kumimoji="1" lang="ko-KR" altLang="en-US" sz="900" dirty="0" err="1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리크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발생  </a:t>
            </a: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3/15</a:t>
            </a: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- 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원인</a:t>
            </a: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1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</a:t>
            </a: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: 2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라인 바이패스 라인 내 밸브에서 </a:t>
            </a: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Leak 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발생</a:t>
            </a:r>
            <a:endParaRPr kumimoji="1" lang="en-US" altLang="ko-KR" sz="900" dirty="0"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- 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조치</a:t>
            </a: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1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</a:t>
            </a: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: 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보일러 </a:t>
            </a: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2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라인 공급</a:t>
            </a: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/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리턴 밸브 </a:t>
            </a: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Close 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및 </a:t>
            </a: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1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라인 열류 배관만 운영</a:t>
            </a:r>
            <a:endParaRPr kumimoji="1" lang="en-US" altLang="ko-KR" sz="900" dirty="0"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- 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개선</a:t>
            </a: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1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</a:t>
            </a:r>
            <a:endParaRPr kumimoji="1" lang="en-US" altLang="ko-KR" sz="900" dirty="0"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① </a:t>
            </a:r>
            <a:r>
              <a:rPr lang="ko-KR" altLang="en-US" sz="900" dirty="0" err="1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스트레이너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청소 프로세스 표준화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(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바이패스 사용 금지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) 3/30</a:t>
            </a: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② </a:t>
            </a:r>
            <a:r>
              <a:rPr lang="ko-KR" altLang="en-US" sz="900" dirty="0" err="1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열매류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압력 게이지 모니터링을 통한 </a:t>
            </a:r>
            <a:r>
              <a:rPr lang="ko-KR" altLang="en-US" sz="900" dirty="0" err="1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스트레이너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청소 시점 사전 감지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3/27</a:t>
            </a: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-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현상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2 : 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외부 오븐 배기 팬 </a:t>
            </a:r>
            <a:r>
              <a:rPr kumimoji="1" lang="ko-KR" altLang="en-US" sz="900" dirty="0" err="1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덕트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연결 부 캔버스 손상 발생</a:t>
            </a:r>
            <a:endParaRPr kumimoji="1" lang="en-US" altLang="ko-KR" sz="900" dirty="0"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- 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원인</a:t>
            </a: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2 : 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외부 바람에 의한 캔버스</a:t>
            </a: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/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볼트 간 잦은 접촉으로 캔버스 마모 및 찢어짐 발생 </a:t>
            </a:r>
            <a:endParaRPr kumimoji="1" lang="en-US" altLang="ko-KR" sz="900" dirty="0"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- 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개선</a:t>
            </a: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2 : 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캔버스 교체 및 접촉 차단</a:t>
            </a: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, 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볼트 막음 타입 변경</a:t>
            </a: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(</a:t>
            </a:r>
            <a:r>
              <a:rPr kumimoji="1" lang="ko-KR" altLang="en-US" sz="900" dirty="0" err="1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육각→원형</a:t>
            </a: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)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</a:t>
            </a:r>
            <a:r>
              <a:rPr kumimoji="1"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3/19</a:t>
            </a:r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9381A77-D98D-218A-DA70-8CD03F12CC8B}"/>
              </a:ext>
            </a:extLst>
          </p:cNvPr>
          <p:cNvSpPr/>
          <p:nvPr/>
        </p:nvSpPr>
        <p:spPr>
          <a:xfrm>
            <a:off x="6955606" y="2273501"/>
            <a:ext cx="1831083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14400">
              <a:defRPr/>
            </a:pPr>
            <a:r>
              <a:rPr lang="en-US" altLang="ko-KR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r>
              <a:rPr lang="ko-KR" altLang="en-US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 </a:t>
            </a:r>
            <a:r>
              <a:rPr lang="en-US" altLang="ko-KR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178</a:t>
            </a:r>
            <a:r>
              <a:rPr lang="ko-KR" altLang="en-US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</a:t>
            </a:r>
            <a:r>
              <a:rPr lang="en-US" altLang="ko-KR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→ 3</a:t>
            </a:r>
            <a:r>
              <a:rPr lang="ko-KR" altLang="en-US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 </a:t>
            </a:r>
            <a:r>
              <a:rPr lang="en-US" altLang="ko-KR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144</a:t>
            </a:r>
            <a:r>
              <a:rPr lang="ko-KR" altLang="en-US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 </a:t>
            </a:r>
            <a:r>
              <a:rPr lang="en-US" altLang="ko-KR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→ 4</a:t>
            </a:r>
            <a:r>
              <a:rPr lang="ko-KR" altLang="en-US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 </a:t>
            </a:r>
            <a:r>
              <a:rPr lang="en-US" altLang="ko-KR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110 </a:t>
            </a:r>
            <a:r>
              <a:rPr lang="ko-KR" altLang="en-US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 </a:t>
            </a:r>
            <a:r>
              <a:rPr lang="en-US" altLang="ko-KR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목표</a:t>
            </a:r>
            <a:r>
              <a:rPr lang="en-US" altLang="ko-KR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800" kern="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50" name="표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186857"/>
              </p:ext>
            </p:extLst>
          </p:nvPr>
        </p:nvGraphicFramePr>
        <p:xfrm>
          <a:off x="7791441" y="1621880"/>
          <a:ext cx="1183086" cy="464820"/>
        </p:xfrm>
        <a:graphic>
          <a:graphicData uri="http://schemas.openxmlformats.org/drawingml/2006/table">
            <a:tbl>
              <a:tblPr/>
              <a:tblGrid>
                <a:gridCol w="290724">
                  <a:extLst>
                    <a:ext uri="{9D8B030D-6E8A-4147-A177-3AD203B41FA5}">
                      <a16:colId xmlns:a16="http://schemas.microsoft.com/office/drawing/2014/main" val="4165378415"/>
                    </a:ext>
                  </a:extLst>
                </a:gridCol>
                <a:gridCol w="310914">
                  <a:extLst>
                    <a:ext uri="{9D8B030D-6E8A-4147-A177-3AD203B41FA5}">
                      <a16:colId xmlns:a16="http://schemas.microsoft.com/office/drawing/2014/main" val="1015447061"/>
                    </a:ext>
                  </a:extLst>
                </a:gridCol>
                <a:gridCol w="290724">
                  <a:extLst>
                    <a:ext uri="{9D8B030D-6E8A-4147-A177-3AD203B41FA5}">
                      <a16:colId xmlns:a16="http://schemas.microsoft.com/office/drawing/2014/main" val="98112471"/>
                    </a:ext>
                  </a:extLst>
                </a:gridCol>
                <a:gridCol w="290724">
                  <a:extLst>
                    <a:ext uri="{9D8B030D-6E8A-4147-A177-3AD203B41FA5}">
                      <a16:colId xmlns:a16="http://schemas.microsoft.com/office/drawing/2014/main" val="191574319"/>
                    </a:ext>
                  </a:extLst>
                </a:gridCol>
              </a:tblGrid>
              <a:tr h="48027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&lt;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단선 유형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&gt;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28147171"/>
                  </a:ext>
                </a:extLst>
              </a:tr>
              <a:tr h="4802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유형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작업자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설비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거분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498145"/>
                  </a:ext>
                </a:extLst>
              </a:tr>
              <a:tr h="4802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양극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4734406"/>
                  </a:ext>
                </a:extLst>
              </a:tr>
              <a:tr h="4802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음극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7097913"/>
                  </a:ext>
                </a:extLst>
              </a:tr>
            </a:tbl>
          </a:graphicData>
        </a:graphic>
      </p:graphicFrame>
      <p:sp>
        <p:nvSpPr>
          <p:cNvPr id="52" name="직사각형 51">
            <a:extLst>
              <a:ext uri="{FF2B5EF4-FFF2-40B4-BE49-F238E27FC236}">
                <a16:creationId xmlns:a16="http://schemas.microsoft.com/office/drawing/2014/main" id="{19381A77-D98D-218A-DA70-8CD03F12CC8B}"/>
              </a:ext>
            </a:extLst>
          </p:cNvPr>
          <p:cNvSpPr/>
          <p:nvPr/>
        </p:nvSpPr>
        <p:spPr>
          <a:xfrm>
            <a:off x="5683177" y="1680489"/>
            <a:ext cx="892884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14400">
              <a:defRPr/>
            </a:pPr>
            <a:r>
              <a:rPr lang="en-US" altLang="ko-KR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U/W </a:t>
            </a:r>
            <a:r>
              <a:rPr lang="ko-KR" altLang="en-US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직후 </a:t>
            </a:r>
            <a:r>
              <a:rPr lang="en-US" altLang="ko-KR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0.5mm </a:t>
            </a:r>
            <a:r>
              <a:rPr lang="ko-KR" altLang="en-US" sz="8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이상</a:t>
            </a:r>
            <a:endParaRPr lang="ko-KR" altLang="en-US" sz="800" kern="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53" name="그룹 49">
            <a:extLst>
              <a:ext uri="{FF2B5EF4-FFF2-40B4-BE49-F238E27FC236}">
                <a16:creationId xmlns:a16="http://schemas.microsoft.com/office/drawing/2014/main" id="{19CE8129-5885-D428-3B4E-566EBC9F8B35}"/>
              </a:ext>
            </a:extLst>
          </p:cNvPr>
          <p:cNvGrpSpPr/>
          <p:nvPr/>
        </p:nvGrpSpPr>
        <p:grpSpPr>
          <a:xfrm>
            <a:off x="4579581" y="1096358"/>
            <a:ext cx="4501610" cy="232376"/>
            <a:chOff x="4763782" y="2009367"/>
            <a:chExt cx="5480251" cy="214633"/>
          </a:xfrm>
        </p:grpSpPr>
        <p:sp>
          <p:nvSpPr>
            <p:cNvPr id="54" name="직사각형 50">
              <a:extLst>
                <a:ext uri="{FF2B5EF4-FFF2-40B4-BE49-F238E27FC236}">
                  <a16:creationId xmlns:a16="http://schemas.microsoft.com/office/drawing/2014/main" id="{3AEAC6B5-7B34-C50D-9FBB-035B8A3CBBBE}"/>
                </a:ext>
              </a:extLst>
            </p:cNvPr>
            <p:cNvSpPr/>
            <p:nvPr/>
          </p:nvSpPr>
          <p:spPr bwMode="auto">
            <a:xfrm>
              <a:off x="5068667" y="2014642"/>
              <a:ext cx="5175366" cy="1932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49846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923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C_PD 3.83%  </a:t>
              </a:r>
              <a:r>
                <a:rPr lang="en-US" altLang="ko-KR" sz="800" b="1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2</a:t>
              </a:r>
              <a:r>
                <a:rPr lang="ko-KR" altLang="en-US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월 </a:t>
              </a:r>
              <a:r>
                <a:rPr lang="en-US" altLang="ko-KR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5.3% → 3</a:t>
              </a:r>
              <a:r>
                <a:rPr lang="ko-KR" altLang="en-US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월 </a:t>
              </a:r>
              <a:r>
                <a:rPr lang="en-US" altLang="ko-KR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3.8%</a:t>
              </a:r>
              <a:endParaRPr lang="en-US" altLang="ko-KR" sz="923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57" name="직사각형 51">
              <a:extLst>
                <a:ext uri="{FF2B5EF4-FFF2-40B4-BE49-F238E27FC236}">
                  <a16:creationId xmlns:a16="http://schemas.microsoft.com/office/drawing/2014/main" id="{F3C1C79B-93EB-4016-6878-A2377B161CA5}"/>
                </a:ext>
              </a:extLst>
            </p:cNvPr>
            <p:cNvSpPr/>
            <p:nvPr/>
          </p:nvSpPr>
          <p:spPr bwMode="auto">
            <a:xfrm>
              <a:off x="4763782" y="2009370"/>
              <a:ext cx="298238" cy="214633"/>
            </a:xfrm>
            <a:prstGeom prst="rect">
              <a:avLst/>
            </a:pr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3077" tIns="43200" rIns="83077" bIns="432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923" b="1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</a:t>
              </a:r>
              <a:endParaRPr lang="ko-KR" altLang="en-US" sz="923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837640"/>
              </p:ext>
            </p:extLst>
          </p:nvPr>
        </p:nvGraphicFramePr>
        <p:xfrm>
          <a:off x="7789274" y="1110754"/>
          <a:ext cx="1252329" cy="464820"/>
        </p:xfrm>
        <a:graphic>
          <a:graphicData uri="http://schemas.openxmlformats.org/drawingml/2006/table">
            <a:tbl>
              <a:tblPr/>
              <a:tblGrid>
                <a:gridCol w="200224">
                  <a:extLst>
                    <a:ext uri="{9D8B030D-6E8A-4147-A177-3AD203B41FA5}">
                      <a16:colId xmlns:a16="http://schemas.microsoft.com/office/drawing/2014/main" val="669155018"/>
                    </a:ext>
                  </a:extLst>
                </a:gridCol>
                <a:gridCol w="214130">
                  <a:extLst>
                    <a:ext uri="{9D8B030D-6E8A-4147-A177-3AD203B41FA5}">
                      <a16:colId xmlns:a16="http://schemas.microsoft.com/office/drawing/2014/main" val="1063159168"/>
                    </a:ext>
                  </a:extLst>
                </a:gridCol>
                <a:gridCol w="200224">
                  <a:extLst>
                    <a:ext uri="{9D8B030D-6E8A-4147-A177-3AD203B41FA5}">
                      <a16:colId xmlns:a16="http://schemas.microsoft.com/office/drawing/2014/main" val="2893215674"/>
                    </a:ext>
                  </a:extLst>
                </a:gridCol>
                <a:gridCol w="200224">
                  <a:extLst>
                    <a:ext uri="{9D8B030D-6E8A-4147-A177-3AD203B41FA5}">
                      <a16:colId xmlns:a16="http://schemas.microsoft.com/office/drawing/2014/main" val="383552409"/>
                    </a:ext>
                  </a:extLst>
                </a:gridCol>
                <a:gridCol w="226179">
                  <a:extLst>
                    <a:ext uri="{9D8B030D-6E8A-4147-A177-3AD203B41FA5}">
                      <a16:colId xmlns:a16="http://schemas.microsoft.com/office/drawing/2014/main" val="1114945393"/>
                    </a:ext>
                  </a:extLst>
                </a:gridCol>
                <a:gridCol w="211348">
                  <a:extLst>
                    <a:ext uri="{9D8B030D-6E8A-4147-A177-3AD203B41FA5}">
                      <a16:colId xmlns:a16="http://schemas.microsoft.com/office/drawing/2014/main" val="1803452837"/>
                    </a:ext>
                  </a:extLst>
                </a:gridCol>
              </a:tblGrid>
              <a:tr h="91614">
                <a:tc gridSpan="6"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&lt; 3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 단선 현황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&gt;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8761038"/>
                  </a:ext>
                </a:extLst>
              </a:tr>
              <a:tr h="916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구분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UW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Head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RW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H/S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합계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690977"/>
                  </a:ext>
                </a:extLst>
              </a:tr>
              <a:tr h="916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양극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8530627"/>
                  </a:ext>
                </a:extLst>
              </a:tr>
              <a:tr h="916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음극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8904276"/>
                  </a:ext>
                </a:extLst>
              </a:tr>
            </a:tbl>
          </a:graphicData>
        </a:graphic>
      </p:graphicFrame>
      <p:grpSp>
        <p:nvGrpSpPr>
          <p:cNvPr id="58" name="그룹 49">
            <a:extLst>
              <a:ext uri="{FF2B5EF4-FFF2-40B4-BE49-F238E27FC236}">
                <a16:creationId xmlns:a16="http://schemas.microsoft.com/office/drawing/2014/main" id="{19CE8129-5885-D428-3B4E-566EBC9F8B35}"/>
              </a:ext>
            </a:extLst>
          </p:cNvPr>
          <p:cNvGrpSpPr/>
          <p:nvPr/>
        </p:nvGrpSpPr>
        <p:grpSpPr>
          <a:xfrm>
            <a:off x="4579581" y="2556434"/>
            <a:ext cx="4501610" cy="232376"/>
            <a:chOff x="4763782" y="2009367"/>
            <a:chExt cx="5480251" cy="214633"/>
          </a:xfrm>
        </p:grpSpPr>
        <p:sp>
          <p:nvSpPr>
            <p:cNvPr id="59" name="직사각형 50">
              <a:extLst>
                <a:ext uri="{FF2B5EF4-FFF2-40B4-BE49-F238E27FC236}">
                  <a16:creationId xmlns:a16="http://schemas.microsoft.com/office/drawing/2014/main" id="{3AEAC6B5-7B34-C50D-9FBB-035B8A3CBBBE}"/>
                </a:ext>
              </a:extLst>
            </p:cNvPr>
            <p:cNvSpPr/>
            <p:nvPr/>
          </p:nvSpPr>
          <p:spPr bwMode="auto">
            <a:xfrm>
              <a:off x="5068667" y="2014642"/>
              <a:ext cx="5175366" cy="1932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49846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923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C_UT/Down 1.62%  </a:t>
              </a:r>
              <a:r>
                <a:rPr lang="en-US" altLang="ko-KR" sz="800" b="1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2</a:t>
              </a:r>
              <a:r>
                <a:rPr lang="ko-KR" altLang="en-US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월 </a:t>
              </a:r>
              <a:r>
                <a:rPr lang="en-US" altLang="ko-KR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12.7% → 3</a:t>
              </a:r>
              <a:r>
                <a:rPr lang="ko-KR" altLang="en-US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월 </a:t>
              </a:r>
              <a:r>
                <a:rPr lang="en-US" altLang="ko-KR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1.6%</a:t>
              </a:r>
              <a:endParaRPr lang="en-US" altLang="ko-KR" sz="923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60" name="직사각형 51">
              <a:extLst>
                <a:ext uri="{FF2B5EF4-FFF2-40B4-BE49-F238E27FC236}">
                  <a16:creationId xmlns:a16="http://schemas.microsoft.com/office/drawing/2014/main" id="{F3C1C79B-93EB-4016-6878-A2377B161CA5}"/>
                </a:ext>
              </a:extLst>
            </p:cNvPr>
            <p:cNvSpPr/>
            <p:nvPr/>
          </p:nvSpPr>
          <p:spPr bwMode="auto">
            <a:xfrm>
              <a:off x="4763782" y="2009370"/>
              <a:ext cx="298238" cy="214633"/>
            </a:xfrm>
            <a:prstGeom prst="rect">
              <a:avLst/>
            </a:pr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3077" tIns="43200" rIns="83077" bIns="432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923" b="1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2</a:t>
              </a:r>
              <a:endParaRPr lang="ko-KR" altLang="en-US" sz="923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49" name="그룹 49">
            <a:extLst>
              <a:ext uri="{FF2B5EF4-FFF2-40B4-BE49-F238E27FC236}">
                <a16:creationId xmlns:a16="http://schemas.microsoft.com/office/drawing/2014/main" id="{19CE8129-5885-D428-3B4E-566EBC9F8B35}"/>
              </a:ext>
            </a:extLst>
          </p:cNvPr>
          <p:cNvGrpSpPr/>
          <p:nvPr/>
        </p:nvGrpSpPr>
        <p:grpSpPr>
          <a:xfrm>
            <a:off x="4579581" y="4307607"/>
            <a:ext cx="4501610" cy="232376"/>
            <a:chOff x="4763782" y="2009367"/>
            <a:chExt cx="5480251" cy="214633"/>
          </a:xfrm>
        </p:grpSpPr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3AEAC6B5-7B34-C50D-9FBB-035B8A3CBBBE}"/>
                </a:ext>
              </a:extLst>
            </p:cNvPr>
            <p:cNvSpPr/>
            <p:nvPr/>
          </p:nvSpPr>
          <p:spPr bwMode="auto">
            <a:xfrm>
              <a:off x="5068667" y="2014642"/>
              <a:ext cx="5175366" cy="1932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49846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923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R_PD 25.3% </a:t>
              </a:r>
              <a:r>
                <a:rPr lang="en-US" altLang="ko-KR" sz="800" b="1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2</a:t>
              </a:r>
              <a:r>
                <a:rPr lang="ko-KR" altLang="en-US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월 </a:t>
              </a:r>
              <a:r>
                <a:rPr lang="en-US" altLang="ko-KR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23.3% → 3</a:t>
              </a:r>
              <a:r>
                <a:rPr lang="ko-KR" altLang="en-US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월 </a:t>
              </a:r>
              <a:r>
                <a:rPr lang="en-US" altLang="ko-KR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25.3%</a:t>
              </a:r>
              <a:endParaRPr lang="en-US" altLang="ko-KR" sz="923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61" name="직사각형 51">
              <a:extLst>
                <a:ext uri="{FF2B5EF4-FFF2-40B4-BE49-F238E27FC236}">
                  <a16:creationId xmlns:a16="http://schemas.microsoft.com/office/drawing/2014/main" id="{F3C1C79B-93EB-4016-6878-A2377B161CA5}"/>
                </a:ext>
              </a:extLst>
            </p:cNvPr>
            <p:cNvSpPr/>
            <p:nvPr/>
          </p:nvSpPr>
          <p:spPr bwMode="auto">
            <a:xfrm>
              <a:off x="4763782" y="2009370"/>
              <a:ext cx="298238" cy="214633"/>
            </a:xfrm>
            <a:prstGeom prst="rect">
              <a:avLst/>
            </a:pr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3077" tIns="43200" rIns="83077" bIns="432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923" b="1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3</a:t>
              </a:r>
              <a:endParaRPr lang="ko-KR" altLang="en-US" sz="923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AD85239E-DF75-1F49-0B7D-F23A6907CF52}"/>
              </a:ext>
            </a:extLst>
          </p:cNvPr>
          <p:cNvSpPr/>
          <p:nvPr/>
        </p:nvSpPr>
        <p:spPr>
          <a:xfrm>
            <a:off x="4707976" y="4553437"/>
            <a:ext cx="4665534" cy="9600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57188" indent="-357188">
              <a:lnSpc>
                <a:spcPct val="130000"/>
              </a:lnSpc>
            </a:pP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R_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단선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10.6% (2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월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4.7%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→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월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10.6%)</a:t>
            </a:r>
          </a:p>
          <a:p>
            <a:pPr marL="357188" indent="-357188">
              <a:lnSpc>
                <a:spcPct val="130000"/>
              </a:lnSpc>
            </a:pP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-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현상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: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양극 호일 </a:t>
            </a:r>
            <a:r>
              <a:rPr kumimoji="1" lang="ko-KR" altLang="en-US" sz="900" dirty="0" err="1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핀홀</a:t>
            </a:r>
            <a:r>
              <a:rPr kumimoji="1"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기인 압연 직후 단선 다발</a:t>
            </a:r>
            <a:endParaRPr lang="en-US" altLang="ko-KR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   -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원인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: Tab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부 직경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0.2mm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크기의 </a:t>
            </a:r>
            <a:r>
              <a:rPr lang="ko-KR" altLang="en-US" sz="900" dirty="0" err="1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핀홀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기인 단선 발생</a:t>
            </a:r>
            <a:endParaRPr lang="en-US" altLang="ko-KR" sz="900" dirty="0"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   -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개선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: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① 호일 </a:t>
            </a:r>
            <a:r>
              <a:rPr lang="ko-KR" altLang="en-US" sz="900" dirty="0" err="1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무지부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</a:t>
            </a:r>
            <a:r>
              <a:rPr lang="ko-KR" altLang="en-US" sz="900" dirty="0" err="1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핀홀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30ea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이하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Lot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우선 투입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(3/25~)</a:t>
            </a: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               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② 삼아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/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오성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foil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변경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(4/10~)</a:t>
            </a: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               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③ 단선 모드 활용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(3/12)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 단선 조치 시간 절감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(13.3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분 →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10.6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분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)</a:t>
            </a:r>
          </a:p>
        </p:txBody>
      </p:sp>
      <p:sp>
        <p:nvSpPr>
          <p:cNvPr id="63" name="Rectangle 137">
            <a:extLst>
              <a:ext uri="{FF2B5EF4-FFF2-40B4-BE49-F238E27FC236}">
                <a16:creationId xmlns:a16="http://schemas.microsoft.com/office/drawing/2014/main" id="{6F184F9F-E4F0-7BA9-27EC-C459D8750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2594" y="5916532"/>
            <a:ext cx="4451405" cy="956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57188" marR="0" lvl="0" indent="-357188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N_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단선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4.1% (3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월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3.3%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→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4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월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2.8%)</a:t>
            </a:r>
          </a:p>
          <a:p>
            <a:pPr>
              <a:lnSpc>
                <a:spcPct val="130000"/>
              </a:lnSpc>
            </a:pP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현상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양극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UW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보빈 안쪽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PET-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전극 </a:t>
            </a:r>
            <a:r>
              <a:rPr lang="ko-KR" altLang="en-US" sz="90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연결부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파단</a:t>
            </a:r>
          </a:p>
          <a:p>
            <a:pPr>
              <a:lnSpc>
                <a:spcPct val="130000"/>
              </a:lnSpc>
            </a:pP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원인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: PET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끝단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-Tape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간 </a:t>
            </a:r>
            <a:r>
              <a:rPr lang="ko-KR" altLang="en-US" sz="90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이격거리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증가 시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PET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슬립저항 증가로 인한 파단 발생</a:t>
            </a:r>
            <a:endParaRPr lang="en-US" altLang="ko-KR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개선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롤프레스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RW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양면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Tape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부착 방법 변경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(3/27, PET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끝단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20mm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→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0mm)</a:t>
            </a: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900" b="1" dirty="0"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</p:txBody>
      </p:sp>
      <p:grpSp>
        <p:nvGrpSpPr>
          <p:cNvPr id="64" name="그룹 49">
            <a:extLst>
              <a:ext uri="{FF2B5EF4-FFF2-40B4-BE49-F238E27FC236}">
                <a16:creationId xmlns:a16="http://schemas.microsoft.com/office/drawing/2014/main" id="{8ADA1610-803F-D6FA-3854-2448A9127ABE}"/>
              </a:ext>
            </a:extLst>
          </p:cNvPr>
          <p:cNvGrpSpPr/>
          <p:nvPr/>
        </p:nvGrpSpPr>
        <p:grpSpPr>
          <a:xfrm>
            <a:off x="4579581" y="5680188"/>
            <a:ext cx="4501610" cy="232376"/>
            <a:chOff x="4763782" y="2009367"/>
            <a:chExt cx="5480251" cy="214633"/>
          </a:xfrm>
        </p:grpSpPr>
        <p:sp>
          <p:nvSpPr>
            <p:cNvPr id="65" name="직사각형 50">
              <a:extLst>
                <a:ext uri="{FF2B5EF4-FFF2-40B4-BE49-F238E27FC236}">
                  <a16:creationId xmlns:a16="http://schemas.microsoft.com/office/drawing/2014/main" id="{2E56DB02-846F-F1B0-FE4C-2CA58E8AD706}"/>
                </a:ext>
              </a:extLst>
            </p:cNvPr>
            <p:cNvSpPr/>
            <p:nvPr/>
          </p:nvSpPr>
          <p:spPr bwMode="auto">
            <a:xfrm>
              <a:off x="5068667" y="2014642"/>
              <a:ext cx="5175366" cy="1932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49846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923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N_PD 7.0 %  </a:t>
              </a:r>
              <a:r>
                <a:rPr lang="en-US" altLang="ko-KR" sz="800" b="1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2</a:t>
              </a:r>
              <a:r>
                <a:rPr lang="ko-KR" altLang="en-US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월 </a:t>
              </a:r>
              <a:r>
                <a:rPr lang="en-US" altLang="ko-KR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10.4% → 3</a:t>
              </a:r>
              <a:r>
                <a:rPr lang="ko-KR" altLang="en-US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월 </a:t>
              </a:r>
              <a:r>
                <a:rPr lang="en-US" altLang="ko-KR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7.0%</a:t>
              </a:r>
              <a:endParaRPr lang="en-US" altLang="ko-KR" sz="923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66" name="직사각형 51">
              <a:extLst>
                <a:ext uri="{FF2B5EF4-FFF2-40B4-BE49-F238E27FC236}">
                  <a16:creationId xmlns:a16="http://schemas.microsoft.com/office/drawing/2014/main" id="{FC255238-93EF-11E0-4CFC-D3503DBBD29F}"/>
                </a:ext>
              </a:extLst>
            </p:cNvPr>
            <p:cNvSpPr/>
            <p:nvPr/>
          </p:nvSpPr>
          <p:spPr bwMode="auto">
            <a:xfrm>
              <a:off x="4763782" y="2009370"/>
              <a:ext cx="298238" cy="214633"/>
            </a:xfrm>
            <a:prstGeom prst="rect">
              <a:avLst/>
            </a:pr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3077" tIns="43200" rIns="83077" bIns="432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923" b="1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4</a:t>
              </a:r>
              <a:endParaRPr lang="ko-KR" altLang="en-US" sz="923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67" name="Action Button: Go Forward or Next 156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9618AFB4-0F17-18F3-4A2D-ED18AA0BCEC9}"/>
              </a:ext>
            </a:extLst>
          </p:cNvPr>
          <p:cNvSpPr/>
          <p:nvPr/>
        </p:nvSpPr>
        <p:spPr>
          <a:xfrm>
            <a:off x="7002126" y="4762235"/>
            <a:ext cx="144000" cy="144000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8" name="Action Button: Go Forward or Next 156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CC891F3D-DF20-CD1F-FC32-552DEA764378}"/>
              </a:ext>
            </a:extLst>
          </p:cNvPr>
          <p:cNvSpPr/>
          <p:nvPr/>
        </p:nvSpPr>
        <p:spPr>
          <a:xfrm>
            <a:off x="7092716" y="6165199"/>
            <a:ext cx="144000" cy="144000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69" name="표 68">
            <a:extLst>
              <a:ext uri="{FF2B5EF4-FFF2-40B4-BE49-F238E27FC236}">
                <a16:creationId xmlns:a16="http://schemas.microsoft.com/office/drawing/2014/main" id="{0E98FF26-B393-A164-EB39-B3D5A719B7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736592"/>
              </p:ext>
            </p:extLst>
          </p:nvPr>
        </p:nvGraphicFramePr>
        <p:xfrm>
          <a:off x="7601529" y="5858207"/>
          <a:ext cx="1487055" cy="331784"/>
        </p:xfrm>
        <a:graphic>
          <a:graphicData uri="http://schemas.openxmlformats.org/drawingml/2006/table">
            <a:tbl>
              <a:tblPr/>
              <a:tblGrid>
                <a:gridCol w="495685">
                  <a:extLst>
                    <a:ext uri="{9D8B030D-6E8A-4147-A177-3AD203B41FA5}">
                      <a16:colId xmlns:a16="http://schemas.microsoft.com/office/drawing/2014/main" val="4103433931"/>
                    </a:ext>
                  </a:extLst>
                </a:gridCol>
                <a:gridCol w="495685">
                  <a:extLst>
                    <a:ext uri="{9D8B030D-6E8A-4147-A177-3AD203B41FA5}">
                      <a16:colId xmlns:a16="http://schemas.microsoft.com/office/drawing/2014/main" val="2761273165"/>
                    </a:ext>
                  </a:extLst>
                </a:gridCol>
                <a:gridCol w="495685">
                  <a:extLst>
                    <a:ext uri="{9D8B030D-6E8A-4147-A177-3AD203B41FA5}">
                      <a16:colId xmlns:a16="http://schemas.microsoft.com/office/drawing/2014/main" val="931899295"/>
                    </a:ext>
                  </a:extLst>
                </a:gridCol>
              </a:tblGrid>
              <a:tr h="129854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Total 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단선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Tape 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기인 단선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4946156"/>
                  </a:ext>
                </a:extLst>
              </a:tr>
              <a:tr h="71197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양극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4275837"/>
                  </a:ext>
                </a:extLst>
              </a:tr>
              <a:tr h="71197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음극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9764419"/>
                  </a:ext>
                </a:extLst>
              </a:tr>
            </a:tbl>
          </a:graphicData>
        </a:graphic>
      </p:graphicFrame>
      <p:graphicFrame>
        <p:nvGraphicFramePr>
          <p:cNvPr id="70" name="표 69">
            <a:extLst>
              <a:ext uri="{FF2B5EF4-FFF2-40B4-BE49-F238E27FC236}">
                <a16:creationId xmlns:a16="http://schemas.microsoft.com/office/drawing/2014/main" id="{9FA11FD1-E021-C9D4-B8BE-B0407C73A0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631665"/>
              </p:ext>
            </p:extLst>
          </p:nvPr>
        </p:nvGraphicFramePr>
        <p:xfrm>
          <a:off x="7598014" y="4671272"/>
          <a:ext cx="1224000" cy="232410"/>
        </p:xfrm>
        <a:graphic>
          <a:graphicData uri="http://schemas.openxmlformats.org/drawingml/2006/table">
            <a:tbl>
              <a:tblPr/>
              <a:tblGrid>
                <a:gridCol w="252000">
                  <a:extLst>
                    <a:ext uri="{9D8B030D-6E8A-4147-A177-3AD203B41FA5}">
                      <a16:colId xmlns:a16="http://schemas.microsoft.com/office/drawing/2014/main" val="1020610280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778030293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255187236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586721619"/>
                    </a:ext>
                  </a:extLst>
                </a:gridCol>
              </a:tblGrid>
              <a:tr h="10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3176500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합계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0421681"/>
                  </a:ext>
                </a:extLst>
              </a:tr>
            </a:tbl>
          </a:graphicData>
        </a:graphic>
      </p:graphicFrame>
      <p:sp>
        <p:nvSpPr>
          <p:cNvPr id="71" name="Rectangle 137">
            <a:extLst>
              <a:ext uri="{FF2B5EF4-FFF2-40B4-BE49-F238E27FC236}">
                <a16:creationId xmlns:a16="http://schemas.microsoft.com/office/drawing/2014/main" id="{22F278FD-0F11-6D40-3A75-2C90C46EA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1749" y="4535014"/>
            <a:ext cx="856550" cy="1270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■ 단선 횟수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/10km</a:t>
            </a:r>
            <a:endParaRPr lang="ko-KR" altLang="en-US" sz="800" dirty="0"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</p:txBody>
      </p:sp>
      <p:sp>
        <p:nvSpPr>
          <p:cNvPr id="72" name="Rectangle 137">
            <a:extLst>
              <a:ext uri="{FF2B5EF4-FFF2-40B4-BE49-F238E27FC236}">
                <a16:creationId xmlns:a16="http://schemas.microsoft.com/office/drawing/2014/main" id="{53F76444-E637-1326-A9E0-77F6D302D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1748" y="5711306"/>
            <a:ext cx="856550" cy="1270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■ 단선 횟수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/10km</a:t>
            </a:r>
            <a:endParaRPr lang="ko-KR" altLang="en-US" sz="800" dirty="0"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2EABE38-4B39-38F1-80DE-7E001E335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15" y="106985"/>
            <a:ext cx="3724075" cy="31314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3323" tIns="3323" rIns="3323" bIns="3323" anchor="b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2. </a:t>
            </a:r>
            <a:r>
              <a:rPr kumimoji="1" lang="ko-KR" altLang="en-US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공정 별 </a:t>
            </a:r>
            <a:r>
              <a:rPr kumimoji="1" lang="ko-KR" altLang="en-US" b="1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수율</a:t>
            </a:r>
            <a:r>
              <a:rPr kumimoji="1" lang="en-US" altLang="ko-KR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/</a:t>
            </a:r>
            <a:r>
              <a:rPr kumimoji="1" lang="ko-KR" altLang="en-US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가동률 실적 </a:t>
            </a:r>
            <a:r>
              <a:rPr kumimoji="1" lang="en-US" altLang="ko-KR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– </a:t>
            </a:r>
            <a:r>
              <a:rPr kumimoji="1" lang="ko-KR" altLang="en-US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전극 가동률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D6F6FFE-FC69-C901-767E-39EE2DE44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11034"/>
            <a:ext cx="9144000" cy="14020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3323" tIns="3323" rIns="3323" bIns="3323" anchor="b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&lt; </a:t>
            </a:r>
            <a:r>
              <a:rPr kumimoji="1" lang="en-US" altLang="ko-KR" sz="8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3</a:t>
            </a:r>
            <a:r>
              <a:rPr kumimoji="1" lang="en-US" altLang="ko-KR" sz="7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/ 10 &gt;</a:t>
            </a:r>
            <a:endParaRPr kumimoji="1" lang="ko-KR" altLang="en-US" sz="7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3787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그룹 29">
            <a:extLst>
              <a:ext uri="{FF2B5EF4-FFF2-40B4-BE49-F238E27FC236}">
                <a16:creationId xmlns:a16="http://schemas.microsoft.com/office/drawing/2014/main" id="{4DCD09D1-57F1-1FD7-9E76-5B0DF7A4F2E3}"/>
              </a:ext>
            </a:extLst>
          </p:cNvPr>
          <p:cNvGrpSpPr/>
          <p:nvPr/>
        </p:nvGrpSpPr>
        <p:grpSpPr>
          <a:xfrm>
            <a:off x="4718464" y="2279039"/>
            <a:ext cx="4344578" cy="251740"/>
            <a:chOff x="4763782" y="2009370"/>
            <a:chExt cx="5076012" cy="214633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C418BDE6-61BA-0273-A38A-DC20F265CB81}"/>
                </a:ext>
              </a:extLst>
            </p:cNvPr>
            <p:cNvSpPr/>
            <p:nvPr/>
          </p:nvSpPr>
          <p:spPr bwMode="auto">
            <a:xfrm>
              <a:off x="5041388" y="2014642"/>
              <a:ext cx="4798406" cy="1932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외관</a:t>
              </a:r>
              <a:r>
                <a:rPr lang="en-US" altLang="ko-KR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ko-KR" altLang="en-US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불량 </a:t>
              </a:r>
              <a:r>
                <a:rPr lang="en-US" altLang="ko-KR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0.95%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DA099BB6-92F7-404B-F11B-6F97F6670070}"/>
                </a:ext>
              </a:extLst>
            </p:cNvPr>
            <p:cNvSpPr/>
            <p:nvPr/>
          </p:nvSpPr>
          <p:spPr bwMode="auto">
            <a:xfrm>
              <a:off x="4763782" y="2009370"/>
              <a:ext cx="298238" cy="214633"/>
            </a:xfrm>
            <a:prstGeom prst="rect">
              <a:avLst/>
            </a:pr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2</a:t>
              </a:r>
              <a:endPara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</p:txBody>
        </p:sp>
      </p:grpSp>
      <p:cxnSp>
        <p:nvCxnSpPr>
          <p:cNvPr id="15" name="직선 연결선 125">
            <a:extLst>
              <a:ext uri="{FF2B5EF4-FFF2-40B4-BE49-F238E27FC236}">
                <a16:creationId xmlns:a16="http://schemas.microsoft.com/office/drawing/2014/main" id="{C2D4D571-08C7-4A6C-A95A-2EBF7FCC7F38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4A6271C-3F4F-4C02-9FE7-43D2C9B44147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125">
            <a:extLst>
              <a:ext uri="{FF2B5EF4-FFF2-40B4-BE49-F238E27FC236}">
                <a16:creationId xmlns:a16="http://schemas.microsoft.com/office/drawing/2014/main" id="{0F5EEAD9-C2EC-FC50-6ABB-07990996E766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5">
            <a:extLst>
              <a:ext uri="{FF2B5EF4-FFF2-40B4-BE49-F238E27FC236}">
                <a16:creationId xmlns:a16="http://schemas.microsoft.com/office/drawing/2014/main" id="{C2D4D571-08C7-4A6C-A95A-2EBF7FCC7F38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F4A6271C-3F4F-4C02-9FE7-43D2C9B44147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5">
            <a:extLst>
              <a:ext uri="{FF2B5EF4-FFF2-40B4-BE49-F238E27FC236}">
                <a16:creationId xmlns:a16="http://schemas.microsoft.com/office/drawing/2014/main" id="{0F5EEAD9-C2EC-FC50-6ABB-07990996E766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905A519A-5C49-2C7B-179F-851F25163AFA}"/>
              </a:ext>
            </a:extLst>
          </p:cNvPr>
          <p:cNvCxnSpPr>
            <a:cxnSpLocks/>
          </p:cNvCxnSpPr>
          <p:nvPr/>
        </p:nvCxnSpPr>
        <p:spPr>
          <a:xfrm>
            <a:off x="225560" y="982875"/>
            <a:ext cx="42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2A3023D-02C2-17C8-31A1-A548F21FAC27}"/>
              </a:ext>
            </a:extLst>
          </p:cNvPr>
          <p:cNvSpPr txBox="1"/>
          <p:nvPr/>
        </p:nvSpPr>
        <p:spPr>
          <a:xfrm>
            <a:off x="219652" y="670400"/>
            <a:ext cx="42458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4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수율 실적</a:t>
            </a:r>
            <a:endParaRPr lang="en-US" altLang="ko-KR" sz="14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B5513C-C472-0188-59BD-9054AAA483B0}"/>
              </a:ext>
            </a:extLst>
          </p:cNvPr>
          <p:cNvSpPr txBox="1"/>
          <p:nvPr/>
        </p:nvSpPr>
        <p:spPr>
          <a:xfrm>
            <a:off x="231165" y="1071405"/>
            <a:ext cx="42458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1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■ 월 별 수율 실적</a:t>
            </a:r>
            <a:endParaRPr lang="en-US" altLang="ko-KR" sz="11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67CBDD-0B75-66F7-9EA4-874A3B59D776}"/>
              </a:ext>
            </a:extLst>
          </p:cNvPr>
          <p:cNvSpPr txBox="1"/>
          <p:nvPr/>
        </p:nvSpPr>
        <p:spPr>
          <a:xfrm>
            <a:off x="231165" y="2816674"/>
            <a:ext cx="42458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1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■ 셀 </a:t>
            </a:r>
            <a:r>
              <a:rPr kumimoji="1" lang="en-US" altLang="ko-KR" sz="11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Top 10 </a:t>
            </a:r>
            <a:r>
              <a:rPr kumimoji="1" lang="ko-KR" altLang="en-US" sz="11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불량</a:t>
            </a:r>
            <a:endParaRPr lang="en-US" altLang="ko-KR" sz="11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D4EF2BC-E253-31D2-7520-33C42795474F}"/>
              </a:ext>
            </a:extLst>
          </p:cNvPr>
          <p:cNvSpPr txBox="1"/>
          <p:nvPr/>
        </p:nvSpPr>
        <p:spPr>
          <a:xfrm>
            <a:off x="4675110" y="670397"/>
            <a:ext cx="42458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4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주요 </a:t>
            </a:r>
            <a:r>
              <a:rPr kumimoji="1" lang="en-US" altLang="ko-KR" sz="14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Issue </a:t>
            </a:r>
            <a:r>
              <a:rPr kumimoji="1" lang="ko-KR" altLang="en-US" sz="14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및 개선 방안</a:t>
            </a:r>
            <a:endParaRPr lang="en-US" altLang="ko-KR" sz="14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48B89761-5FEF-603A-8073-B78E9B55F4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25410"/>
              </p:ext>
            </p:extLst>
          </p:nvPr>
        </p:nvGraphicFramePr>
        <p:xfrm>
          <a:off x="496724" y="3036080"/>
          <a:ext cx="3818560" cy="262250"/>
        </p:xfrm>
        <a:graphic>
          <a:graphicData uri="http://schemas.openxmlformats.org/drawingml/2006/table">
            <a:tbl>
              <a:tblPr/>
              <a:tblGrid>
                <a:gridCol w="381856">
                  <a:extLst>
                    <a:ext uri="{9D8B030D-6E8A-4147-A177-3AD203B41FA5}">
                      <a16:colId xmlns:a16="http://schemas.microsoft.com/office/drawing/2014/main" val="1884392766"/>
                    </a:ext>
                  </a:extLst>
                </a:gridCol>
                <a:gridCol w="381856">
                  <a:extLst>
                    <a:ext uri="{9D8B030D-6E8A-4147-A177-3AD203B41FA5}">
                      <a16:colId xmlns:a16="http://schemas.microsoft.com/office/drawing/2014/main" val="846076921"/>
                    </a:ext>
                  </a:extLst>
                </a:gridCol>
                <a:gridCol w="381856">
                  <a:extLst>
                    <a:ext uri="{9D8B030D-6E8A-4147-A177-3AD203B41FA5}">
                      <a16:colId xmlns:a16="http://schemas.microsoft.com/office/drawing/2014/main" val="375293628"/>
                    </a:ext>
                  </a:extLst>
                </a:gridCol>
                <a:gridCol w="381856">
                  <a:extLst>
                    <a:ext uri="{9D8B030D-6E8A-4147-A177-3AD203B41FA5}">
                      <a16:colId xmlns:a16="http://schemas.microsoft.com/office/drawing/2014/main" val="245623131"/>
                    </a:ext>
                  </a:extLst>
                </a:gridCol>
                <a:gridCol w="381856">
                  <a:extLst>
                    <a:ext uri="{9D8B030D-6E8A-4147-A177-3AD203B41FA5}">
                      <a16:colId xmlns:a16="http://schemas.microsoft.com/office/drawing/2014/main" val="3970769537"/>
                    </a:ext>
                  </a:extLst>
                </a:gridCol>
                <a:gridCol w="381856">
                  <a:extLst>
                    <a:ext uri="{9D8B030D-6E8A-4147-A177-3AD203B41FA5}">
                      <a16:colId xmlns:a16="http://schemas.microsoft.com/office/drawing/2014/main" val="3076585725"/>
                    </a:ext>
                  </a:extLst>
                </a:gridCol>
                <a:gridCol w="381856">
                  <a:extLst>
                    <a:ext uri="{9D8B030D-6E8A-4147-A177-3AD203B41FA5}">
                      <a16:colId xmlns:a16="http://schemas.microsoft.com/office/drawing/2014/main" val="1102353967"/>
                    </a:ext>
                  </a:extLst>
                </a:gridCol>
                <a:gridCol w="381856">
                  <a:extLst>
                    <a:ext uri="{9D8B030D-6E8A-4147-A177-3AD203B41FA5}">
                      <a16:colId xmlns:a16="http://schemas.microsoft.com/office/drawing/2014/main" val="3842106227"/>
                    </a:ext>
                  </a:extLst>
                </a:gridCol>
                <a:gridCol w="381856">
                  <a:extLst>
                    <a:ext uri="{9D8B030D-6E8A-4147-A177-3AD203B41FA5}">
                      <a16:colId xmlns:a16="http://schemas.microsoft.com/office/drawing/2014/main" val="2599966829"/>
                    </a:ext>
                  </a:extLst>
                </a:gridCol>
                <a:gridCol w="381856">
                  <a:extLst>
                    <a:ext uri="{9D8B030D-6E8A-4147-A177-3AD203B41FA5}">
                      <a16:colId xmlns:a16="http://schemas.microsoft.com/office/drawing/2014/main" val="2844962118"/>
                    </a:ext>
                  </a:extLst>
                </a:gridCol>
              </a:tblGrid>
              <a:tr h="130805"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501719"/>
                  </a:ext>
                </a:extLst>
              </a:tr>
              <a:tr h="13080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0.34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0.12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0.36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0.05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0.33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0.20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0.25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0.24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0.29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0.14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6938545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623ED6DC-F04C-EA05-5A99-50E2524EC290}"/>
              </a:ext>
            </a:extLst>
          </p:cNvPr>
          <p:cNvSpPr txBox="1"/>
          <p:nvPr/>
        </p:nvSpPr>
        <p:spPr>
          <a:xfrm>
            <a:off x="35443" y="3119140"/>
            <a:ext cx="5345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800" spc="-28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r>
              <a:rPr kumimoji="1" lang="ko-KR" altLang="en-US" sz="800" spc="-28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 실적</a:t>
            </a:r>
            <a:endParaRPr lang="en-US" altLang="ko-KR" sz="8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BE1E8E7-03BB-6828-99D0-C1E25F7488DC}"/>
              </a:ext>
            </a:extLst>
          </p:cNvPr>
          <p:cNvSpPr txBox="1"/>
          <p:nvPr/>
        </p:nvSpPr>
        <p:spPr>
          <a:xfrm>
            <a:off x="231165" y="4839162"/>
            <a:ext cx="42458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1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■ 주요 불량 </a:t>
            </a:r>
            <a:r>
              <a:rPr kumimoji="1" lang="en-US" altLang="ko-KR" sz="11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Trend</a:t>
            </a:r>
            <a:endParaRPr lang="en-US" altLang="ko-KR" sz="11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0B92C5D-14DB-1611-4F62-9F4D429EED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884311"/>
              </p:ext>
            </p:extLst>
          </p:nvPr>
        </p:nvGraphicFramePr>
        <p:xfrm>
          <a:off x="263399" y="1333116"/>
          <a:ext cx="4160579" cy="1298010"/>
        </p:xfrm>
        <a:graphic>
          <a:graphicData uri="http://schemas.openxmlformats.org/drawingml/2006/table">
            <a:tbl>
              <a:tblPr/>
              <a:tblGrid>
                <a:gridCol w="409176">
                  <a:extLst>
                    <a:ext uri="{9D8B030D-6E8A-4147-A177-3AD203B41FA5}">
                      <a16:colId xmlns:a16="http://schemas.microsoft.com/office/drawing/2014/main" val="2141147788"/>
                    </a:ext>
                  </a:extLst>
                </a:gridCol>
                <a:gridCol w="409176">
                  <a:extLst>
                    <a:ext uri="{9D8B030D-6E8A-4147-A177-3AD203B41FA5}">
                      <a16:colId xmlns:a16="http://schemas.microsoft.com/office/drawing/2014/main" val="572788860"/>
                    </a:ext>
                  </a:extLst>
                </a:gridCol>
                <a:gridCol w="409176">
                  <a:extLst>
                    <a:ext uri="{9D8B030D-6E8A-4147-A177-3AD203B41FA5}">
                      <a16:colId xmlns:a16="http://schemas.microsoft.com/office/drawing/2014/main" val="172724419"/>
                    </a:ext>
                  </a:extLst>
                </a:gridCol>
                <a:gridCol w="409176">
                  <a:extLst>
                    <a:ext uri="{9D8B030D-6E8A-4147-A177-3AD203B41FA5}">
                      <a16:colId xmlns:a16="http://schemas.microsoft.com/office/drawing/2014/main" val="4016538565"/>
                    </a:ext>
                  </a:extLst>
                </a:gridCol>
                <a:gridCol w="409176">
                  <a:extLst>
                    <a:ext uri="{9D8B030D-6E8A-4147-A177-3AD203B41FA5}">
                      <a16:colId xmlns:a16="http://schemas.microsoft.com/office/drawing/2014/main" val="3816213432"/>
                    </a:ext>
                  </a:extLst>
                </a:gridCol>
                <a:gridCol w="409176">
                  <a:extLst>
                    <a:ext uri="{9D8B030D-6E8A-4147-A177-3AD203B41FA5}">
                      <a16:colId xmlns:a16="http://schemas.microsoft.com/office/drawing/2014/main" val="3997230762"/>
                    </a:ext>
                  </a:extLst>
                </a:gridCol>
                <a:gridCol w="409176">
                  <a:extLst>
                    <a:ext uri="{9D8B030D-6E8A-4147-A177-3AD203B41FA5}">
                      <a16:colId xmlns:a16="http://schemas.microsoft.com/office/drawing/2014/main" val="2339412994"/>
                    </a:ext>
                  </a:extLst>
                </a:gridCol>
                <a:gridCol w="416617">
                  <a:extLst>
                    <a:ext uri="{9D8B030D-6E8A-4147-A177-3AD203B41FA5}">
                      <a16:colId xmlns:a16="http://schemas.microsoft.com/office/drawing/2014/main" val="1000600239"/>
                    </a:ext>
                  </a:extLst>
                </a:gridCol>
                <a:gridCol w="438935">
                  <a:extLst>
                    <a:ext uri="{9D8B030D-6E8A-4147-A177-3AD203B41FA5}">
                      <a16:colId xmlns:a16="http://schemas.microsoft.com/office/drawing/2014/main" val="1593890237"/>
                    </a:ext>
                  </a:extLst>
                </a:gridCol>
                <a:gridCol w="440795">
                  <a:extLst>
                    <a:ext uri="{9D8B030D-6E8A-4147-A177-3AD203B41FA5}">
                      <a16:colId xmlns:a16="http://schemas.microsoft.com/office/drawing/2014/main" val="4102235796"/>
                    </a:ext>
                  </a:extLst>
                </a:gridCol>
              </a:tblGrid>
              <a:tr h="185430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‘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26.1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5802170"/>
                  </a:ext>
                </a:extLst>
              </a:tr>
              <a:tr h="1854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실적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Gap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실적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실적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실적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실적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4561"/>
                  </a:ext>
                </a:extLst>
              </a:tr>
              <a:tr h="18543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1000" b="1" i="0" u="none" strike="noStrike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037624"/>
                  </a:ext>
                </a:extLst>
              </a:tr>
              <a:tr h="18543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96.2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96.1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96.6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96.8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7797129"/>
                  </a:ext>
                </a:extLst>
              </a:tr>
              <a:tr h="18543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80808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L&amp;S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80808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96.2</a:t>
                      </a:r>
                      <a:r>
                        <a:rPr lang="ko-KR" altLang="en-US" sz="900" b="0" i="0" u="none" strike="noStrike" dirty="0">
                          <a:solidFill>
                            <a:srgbClr val="80808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80808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80808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900" b="0" i="0" u="none" strike="noStrike" dirty="0">
                          <a:solidFill>
                            <a:srgbClr val="80808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1.0</a:t>
                      </a:r>
                      <a:r>
                        <a:rPr lang="ko-KR" altLang="en-US" sz="900" b="0" i="0" u="none" strike="noStrike" dirty="0">
                          <a:solidFill>
                            <a:srgbClr val="80808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80808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96.7</a:t>
                      </a:r>
                      <a:endParaRPr lang="ko-KR" altLang="en-US" sz="900" b="0" i="0" u="none" strike="noStrike" dirty="0">
                        <a:solidFill>
                          <a:srgbClr val="80808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80808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96.4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80808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900" b="0" i="0" u="none" strike="noStrike" dirty="0">
                          <a:solidFill>
                            <a:srgbClr val="80808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0.3</a:t>
                      </a:r>
                      <a:r>
                        <a:rPr lang="ko-KR" altLang="en-US" sz="900" b="0" i="0" u="none" strike="noStrike" dirty="0">
                          <a:solidFill>
                            <a:srgbClr val="80808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80808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97.1</a:t>
                      </a:r>
                      <a:endParaRPr lang="ko-KR" altLang="en-US" sz="900" b="0" i="0" u="none" strike="noStrike" dirty="0">
                        <a:solidFill>
                          <a:srgbClr val="80808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80808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97.0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80808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900" b="0" i="0" u="none" strike="noStrike" dirty="0">
                          <a:solidFill>
                            <a:srgbClr val="80808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0.1</a:t>
                      </a:r>
                      <a:endParaRPr lang="ko-KR" altLang="en-US" sz="900" b="0" i="0" u="none" strike="noStrike" dirty="0">
                        <a:solidFill>
                          <a:srgbClr val="80808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893928"/>
                  </a:ext>
                </a:extLst>
              </a:tr>
              <a:tr h="18543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80808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PKG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80808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99.5</a:t>
                      </a:r>
                      <a:r>
                        <a:rPr lang="ko-KR" altLang="en-US" sz="900" b="0" i="0" u="none" strike="noStrike" dirty="0">
                          <a:solidFill>
                            <a:srgbClr val="80808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80808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99.6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80808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0.1</a:t>
                      </a:r>
                      <a:endParaRPr lang="ko-KR" altLang="en-US" sz="900" b="0" i="0" u="none" strike="noStrike" dirty="0">
                        <a:solidFill>
                          <a:srgbClr val="80808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80808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99.5</a:t>
                      </a:r>
                      <a:endParaRPr lang="ko-KR" altLang="en-US" sz="900" b="0" i="0" u="none" strike="noStrike" dirty="0">
                        <a:solidFill>
                          <a:srgbClr val="80808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80808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99.7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80808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0.2</a:t>
                      </a:r>
                      <a:endParaRPr lang="ko-KR" altLang="en-US" sz="900" b="0" i="0" u="none" strike="noStrike" dirty="0">
                        <a:solidFill>
                          <a:srgbClr val="80808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80808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99.5</a:t>
                      </a:r>
                      <a:endParaRPr lang="ko-KR" altLang="en-US" sz="900" b="0" i="0" u="none" strike="noStrike" dirty="0">
                        <a:solidFill>
                          <a:srgbClr val="80808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80808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99.8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80808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0.3</a:t>
                      </a:r>
                      <a:endParaRPr lang="ko-KR" altLang="en-US" sz="900" b="0" i="0" u="none" strike="noStrike" dirty="0">
                        <a:solidFill>
                          <a:srgbClr val="80808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380487"/>
                  </a:ext>
                </a:extLst>
              </a:tr>
              <a:tr h="18543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97.5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627614"/>
                  </a:ext>
                </a:extLst>
              </a:tr>
            </a:tbl>
          </a:graphicData>
        </a:graphic>
      </p:graphicFrame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886A9138-C693-F5A7-65E3-AC2572AD6A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0176209"/>
              </p:ext>
            </p:extLst>
          </p:nvPr>
        </p:nvGraphicFramePr>
        <p:xfrm>
          <a:off x="178084" y="5120709"/>
          <a:ext cx="4245894" cy="176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차트 11">
            <a:extLst>
              <a:ext uri="{FF2B5EF4-FFF2-40B4-BE49-F238E27FC236}">
                <a16:creationId xmlns:a16="http://schemas.microsoft.com/office/drawing/2014/main" id="{912A01E6-5BEC-5AD9-D7A3-5CAB5D24B1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4350454"/>
              </p:ext>
            </p:extLst>
          </p:nvPr>
        </p:nvGraphicFramePr>
        <p:xfrm>
          <a:off x="368133" y="3341478"/>
          <a:ext cx="4055847" cy="14515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EF0D70D-2CFB-DA22-B3CE-084746F97210}"/>
              </a:ext>
            </a:extLst>
          </p:cNvPr>
          <p:cNvCxnSpPr>
            <a:cxnSpLocks/>
          </p:cNvCxnSpPr>
          <p:nvPr/>
        </p:nvCxnSpPr>
        <p:spPr>
          <a:xfrm>
            <a:off x="4681018" y="982872"/>
            <a:ext cx="42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3A9A5F7D-C9DA-3CD9-2E36-045D7E71EA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2635446"/>
              </p:ext>
            </p:extLst>
          </p:nvPr>
        </p:nvGraphicFramePr>
        <p:xfrm>
          <a:off x="4853021" y="2572221"/>
          <a:ext cx="4212000" cy="13915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1356592171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828195884"/>
                    </a:ext>
                  </a:extLst>
                </a:gridCol>
                <a:gridCol w="1656000">
                  <a:extLst>
                    <a:ext uri="{9D8B030D-6E8A-4147-A177-3AD203B41FA5}">
                      <a16:colId xmlns:a16="http://schemas.microsoft.com/office/drawing/2014/main" val="3393982165"/>
                    </a:ext>
                  </a:extLst>
                </a:gridCol>
                <a:gridCol w="1656000">
                  <a:extLst>
                    <a:ext uri="{9D8B030D-6E8A-4147-A177-3AD203B41FA5}">
                      <a16:colId xmlns:a16="http://schemas.microsoft.com/office/drawing/2014/main" val="52201237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619036811"/>
                    </a:ext>
                  </a:extLst>
                </a:gridCol>
              </a:tblGrid>
              <a:tr h="1196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유형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불량률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원인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개선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일정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95733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찍힘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0.74%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-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디가스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핫 프레스 이물에 의한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표면찍힘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  <a:p>
                      <a:pPr algn="l" latinLnBrk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(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구리스가 셀에 낙하 후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핫프레스에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고착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-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저전압 셀 추가 선별과정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찍힘불량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발생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-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구리스 낙하 가능 개소 커버 설치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-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청소 교육강화 및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SOP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변경</a:t>
                      </a:r>
                      <a:b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</a:b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  (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마른헝겁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  <a:sym typeface="Wingdings" panose="05000000000000000000" pitchFamily="2" charset="2"/>
                        </a:rPr>
                        <a:t>알콜헝겁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- NaCl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검사를 통한 양품화 진행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(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지속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4/4</a:t>
                      </a:r>
                    </a:p>
                    <a:p>
                      <a:pPr algn="ctr" latinLnBrk="1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지속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1241197"/>
                  </a:ext>
                </a:extLst>
              </a:tr>
              <a:tr h="3126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리드</a:t>
                      </a:r>
                      <a:endParaRPr lang="en-US" altLang="ko-KR" sz="900" b="1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변형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0.15%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- J/F PP Jig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그리퍼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간섭에 의한 리드변형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  <a:p>
                      <a:pPr algn="l" latinLnBrk="1"/>
                      <a:endParaRPr lang="en-US" altLang="ko-KR" sz="8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  <a:p>
                      <a:pPr algn="l" latinLnBrk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-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강화선별 셀 이동 시 리드 찍힘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- PP Jig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그리퍼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가이드제거를 통한 간섭</a:t>
                      </a:r>
                      <a:b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</a:b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방지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  <a:p>
                      <a:pPr algn="l" latinLnBrk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-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리드커팅 영역 규격 협의로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양품화 예정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~3/30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6654732"/>
                  </a:ext>
                </a:extLst>
              </a:tr>
              <a:tr h="3126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오염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0.06%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- PM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후 구리스 낙하에 의한 오염 불량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  <a:p>
                      <a:pPr algn="l" latinLnBrk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  (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리드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50%,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표면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50%)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-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구리스 낙하 가능 개소 커버 설치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~5/1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5587751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62582141-7A55-2AED-5FA1-F335AEFF92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591505"/>
              </p:ext>
            </p:extLst>
          </p:nvPr>
        </p:nvGraphicFramePr>
        <p:xfrm>
          <a:off x="4853022" y="4371080"/>
          <a:ext cx="4212000" cy="10368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1356592171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828195884"/>
                    </a:ext>
                  </a:extLst>
                </a:gridCol>
                <a:gridCol w="1548000">
                  <a:extLst>
                    <a:ext uri="{9D8B030D-6E8A-4147-A177-3AD203B41FA5}">
                      <a16:colId xmlns:a16="http://schemas.microsoft.com/office/drawing/2014/main" val="3393982165"/>
                    </a:ext>
                  </a:extLst>
                </a:gridCol>
                <a:gridCol w="1548000">
                  <a:extLst>
                    <a:ext uri="{9D8B030D-6E8A-4147-A177-3AD203B41FA5}">
                      <a16:colId xmlns:a16="http://schemas.microsoft.com/office/drawing/2014/main" val="52201237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619036811"/>
                    </a:ext>
                  </a:extLst>
                </a:gridCol>
              </a:tblGrid>
              <a:tr h="1196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유형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불량률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원인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개선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일정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957337"/>
                  </a:ext>
                </a:extLst>
              </a:tr>
              <a:tr h="3126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PKG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탑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씰링부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0.27%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-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하부 흡착패드 미사용에 의한 </a:t>
                      </a:r>
                      <a:b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</a:b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 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파우치 들림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-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하부 흡착패드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1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개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  <a:sym typeface="Wingdings" panose="05000000000000000000" pitchFamily="2" charset="2"/>
                        </a:rPr>
                        <a:t>3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  <a:sym typeface="Wingdings" panose="05000000000000000000" pitchFamily="2" charset="2"/>
                        </a:rPr>
                        <a:t>개 원복 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3/25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9714002"/>
                  </a:ext>
                </a:extLst>
              </a:tr>
              <a:tr h="3126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DGS Cup </a:t>
                      </a:r>
                    </a:p>
                    <a:p>
                      <a:pPr algn="ctr" latinLnBrk="1"/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코너부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0.10%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- </a:t>
                      </a: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메인씰링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코너부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주름에 의한</a:t>
                      </a:r>
                      <a:b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</a:b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가착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형성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- </a:t>
                      </a: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툴형상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변경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통한 </a:t>
                      </a: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코너부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주름 </a:t>
                      </a:r>
                      <a:b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</a:b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 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평탄화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4/15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1241197"/>
                  </a:ext>
                </a:extLst>
              </a:tr>
              <a:tr h="1168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기타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0.08%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- </a:t>
                      </a: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메인씰링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중앙부 절연파괴에 </a:t>
                      </a:r>
                      <a:b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</a:b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 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의한 불량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- </a:t>
                      </a: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메인씰링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두께 하한관리를 통한 </a:t>
                      </a:r>
                      <a:b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</a:b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 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개선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(ESNB BM)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4/4~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366123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6BDF211C-B208-1F55-F17A-149B903CDB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16341"/>
              </p:ext>
            </p:extLst>
          </p:nvPr>
        </p:nvGraphicFramePr>
        <p:xfrm>
          <a:off x="4852851" y="1426205"/>
          <a:ext cx="4176000" cy="7624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135659217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3393982165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52201237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619036811"/>
                    </a:ext>
                  </a:extLst>
                </a:gridCol>
              </a:tblGrid>
              <a:tr h="1196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유형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원인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개선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일정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957337"/>
                  </a:ext>
                </a:extLst>
              </a:tr>
              <a:tr h="3126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산포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-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랏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별 셀 내부저항 차이로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ΔOCV </a:t>
                      </a:r>
                      <a:b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</a:b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 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중심치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변동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-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활물질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입도크기 분포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영향성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확인  중</a:t>
                      </a:r>
                      <a:b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</a:b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-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활물질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생산라인 차이 검증 중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~4/17</a:t>
                      </a:r>
                    </a:p>
                    <a:p>
                      <a:pPr algn="ctr" latinLnBrk="1"/>
                      <a:endParaRPr lang="ko-KR" altLang="en-US" sz="9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1241197"/>
                  </a:ext>
                </a:extLst>
              </a:tr>
              <a:tr h="3126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이물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-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양극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코팅층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내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Cu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이물 유입에 의한 </a:t>
                      </a:r>
                      <a:b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</a:b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 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저전압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발생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lvl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-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공정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/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환경이물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11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개 항목에 대한 개선</a:t>
                      </a:r>
                      <a:b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</a:b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 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진행 중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~5/1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6654732"/>
                  </a:ext>
                </a:extLst>
              </a:tr>
            </a:tbl>
          </a:graphicData>
        </a:graphic>
      </p:graphicFrame>
      <p:sp>
        <p:nvSpPr>
          <p:cNvPr id="44" name="직사각형 40">
            <a:extLst>
              <a:ext uri="{FF2B5EF4-FFF2-40B4-BE49-F238E27FC236}">
                <a16:creationId xmlns:a16="http://schemas.microsoft.com/office/drawing/2014/main" id="{5817F775-5040-4EC3-837F-BEF9103D5AAB}"/>
              </a:ext>
            </a:extLst>
          </p:cNvPr>
          <p:cNvSpPr/>
          <p:nvPr/>
        </p:nvSpPr>
        <p:spPr>
          <a:xfrm>
            <a:off x="4832454" y="5796381"/>
            <a:ext cx="4285461" cy="10368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현상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: </a:t>
            </a:r>
            <a:r>
              <a:rPr lang="ko-KR" altLang="en-US" sz="900" dirty="0" err="1">
                <a:latin typeface="Arial Narrow" panose="020B0606020202030204" pitchFamily="34" charset="0"/>
                <a:ea typeface="LG스마트체 Regular" panose="020B0600000101010101" pitchFamily="34" charset="-127"/>
              </a:rPr>
              <a:t>모노세파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 불량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0.22%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중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0.17%(74%)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가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EA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불량임</a:t>
            </a:r>
            <a:endParaRPr lang="en-US" altLang="ko-KR" sz="900" dirty="0">
              <a:latin typeface="Arial Narrow" panose="020B0606020202030204" pitchFamily="34" charset="0"/>
              <a:ea typeface="LG스마트체 Regular" panose="020B0600000101010101" pitchFamily="34" charset="-127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 원인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: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전극 이물로 인해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INSP </a:t>
            </a:r>
            <a:r>
              <a:rPr lang="ko-KR" altLang="en-US" sz="900" dirty="0" err="1">
                <a:latin typeface="Arial Narrow" panose="020B0606020202030204" pitchFamily="34" charset="0"/>
                <a:ea typeface="LG스마트체 Regular" panose="020B0600000101010101" pitchFamily="34" charset="-127"/>
              </a:rPr>
              <a:t>닙롤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 1</a:t>
            </a:r>
            <a:r>
              <a:rPr lang="ko-KR" altLang="en-US" sz="900" dirty="0" err="1">
                <a:latin typeface="Arial Narrow" panose="020B0606020202030204" pitchFamily="34" charset="0"/>
                <a:ea typeface="LG스마트체 Regular" panose="020B0600000101010101" pitchFamily="34" charset="-127"/>
              </a:rPr>
              <a:t>차오염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 후 </a:t>
            </a:r>
            <a:r>
              <a:rPr lang="ko-KR" altLang="en-US" sz="900" dirty="0" err="1">
                <a:latin typeface="Arial Narrow" panose="020B0606020202030204" pitchFamily="34" charset="0"/>
                <a:ea typeface="LG스마트체 Regular" panose="020B0600000101010101" pitchFamily="34" charset="-127"/>
              </a:rPr>
              <a:t>닙롤에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 의해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C/V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 벨트가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2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차 오염됨</a:t>
            </a:r>
            <a:b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</a:b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             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오염된 구간에 </a:t>
            </a:r>
            <a:r>
              <a:rPr lang="ko-KR" altLang="en-US" sz="900" dirty="0" err="1">
                <a:latin typeface="Arial Narrow" panose="020B0606020202030204" pitchFamily="34" charset="0"/>
                <a:ea typeface="LG스마트체 Regular" panose="020B0600000101010101" pitchFamily="34" charset="-127"/>
              </a:rPr>
              <a:t>모노셀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 안착 시 하부 </a:t>
            </a:r>
            <a:r>
              <a:rPr lang="ko-KR" altLang="en-US" sz="900" dirty="0" err="1">
                <a:latin typeface="Arial Narrow" panose="020B0606020202030204" pitchFamily="34" charset="0"/>
                <a:ea typeface="LG스마트체 Regular" panose="020B0600000101010101" pitchFamily="34" charset="-127"/>
              </a:rPr>
              <a:t>분리막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 불량 발생</a:t>
            </a:r>
            <a:endParaRPr lang="en-US" altLang="ko-KR" sz="900" dirty="0">
              <a:latin typeface="Arial Narrow" panose="020B0606020202030204" pitchFamily="34" charset="0"/>
              <a:ea typeface="LG스마트체 Regular" panose="020B0600000101010101" pitchFamily="34" charset="-127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개선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: </a:t>
            </a:r>
            <a:r>
              <a:rPr lang="ko-KR" altLang="en-US" sz="900" dirty="0" err="1">
                <a:latin typeface="Arial Narrow" panose="020B0606020202030204" pitchFamily="34" charset="0"/>
                <a:ea typeface="LG스마트체 Regular" panose="020B0600000101010101" pitchFamily="34" charset="-127"/>
              </a:rPr>
              <a:t>모노셀이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INSP C/V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내 항상 동일한 위치에 안착되도록 </a:t>
            </a:r>
            <a:r>
              <a:rPr lang="ko-KR" altLang="en-US" sz="900" dirty="0" err="1">
                <a:latin typeface="Arial Narrow" panose="020B0606020202030204" pitchFamily="34" charset="0"/>
                <a:ea typeface="LG스마트체 Regular" panose="020B0600000101010101" pitchFamily="34" charset="-127"/>
              </a:rPr>
              <a:t>모노셀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 간 간격 정합화</a:t>
            </a:r>
            <a:b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</a:b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              (4/1 #1-3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적용 및 검증 중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)</a:t>
            </a:r>
            <a:endParaRPr lang="en-US" altLang="ko-KR" sz="900" dirty="0">
              <a:latin typeface="Arial Narrow" panose="020B0606020202030204" pitchFamily="34" charset="0"/>
              <a:ea typeface="LG Smart_H Regular" panose="020B0600000101010101" pitchFamily="34" charset="-127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C2644E0-95B2-BA35-53A7-3F9CBC78A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15" y="106985"/>
            <a:ext cx="3320118" cy="31314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3323" tIns="3323" rIns="3323" bIns="3323" anchor="b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2. </a:t>
            </a:r>
            <a:r>
              <a:rPr kumimoji="1" lang="ko-KR" altLang="en-US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공정 별 </a:t>
            </a:r>
            <a:r>
              <a:rPr kumimoji="1" lang="ko-KR" altLang="en-US" b="1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수율</a:t>
            </a:r>
            <a:r>
              <a:rPr kumimoji="1" lang="en-US" altLang="ko-KR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/</a:t>
            </a:r>
            <a:r>
              <a:rPr kumimoji="1" lang="ko-KR" altLang="en-US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가동률 실적 </a:t>
            </a:r>
            <a:r>
              <a:rPr kumimoji="1" lang="en-US" altLang="ko-KR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– </a:t>
            </a:r>
            <a:r>
              <a:rPr kumimoji="1" lang="ko-KR" altLang="en-US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셀 </a:t>
            </a:r>
            <a:r>
              <a:rPr kumimoji="1" lang="ko-KR" altLang="en-US" b="1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수율</a:t>
            </a:r>
            <a:endParaRPr kumimoji="1" lang="ko-KR" altLang="en-US" b="1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14" name="실행 단추: 앞으로 또는 다음으로 이동 58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FFDAA4B0-F603-E2DA-AD0D-C2B3C64622B8}"/>
              </a:ext>
            </a:extLst>
          </p:cNvPr>
          <p:cNvSpPr/>
          <p:nvPr/>
        </p:nvSpPr>
        <p:spPr>
          <a:xfrm>
            <a:off x="5893085" y="2335728"/>
            <a:ext cx="144000" cy="144000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53DD26B-5D3B-A421-66EF-D678D3B3E021}"/>
              </a:ext>
            </a:extLst>
          </p:cNvPr>
          <p:cNvGrpSpPr/>
          <p:nvPr/>
        </p:nvGrpSpPr>
        <p:grpSpPr>
          <a:xfrm>
            <a:off x="4720444" y="1111295"/>
            <a:ext cx="4344578" cy="251740"/>
            <a:chOff x="4763782" y="2009370"/>
            <a:chExt cx="5076012" cy="214633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2C1D7C9B-4C10-DD81-0057-DC71262AB055}"/>
                </a:ext>
              </a:extLst>
            </p:cNvPr>
            <p:cNvSpPr/>
            <p:nvPr/>
          </p:nvSpPr>
          <p:spPr bwMode="auto">
            <a:xfrm>
              <a:off x="5041388" y="2014642"/>
              <a:ext cx="4798406" cy="1932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00" b="1" dirty="0" err="1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저전압</a:t>
              </a:r>
              <a:r>
                <a:rPr lang="ko-KR" altLang="en-US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2.45% (E_</a:t>
              </a:r>
              <a:r>
                <a:rPr lang="ko-KR" altLang="en-US" sz="1000" b="1" dirty="0" err="1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저전압</a:t>
              </a:r>
              <a:r>
                <a:rPr lang="ko-KR" altLang="en-US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1.40% / </a:t>
              </a:r>
              <a:r>
                <a:rPr lang="en-US" altLang="ko-KR" sz="1000" b="1" dirty="0" err="1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E_mV</a:t>
              </a:r>
              <a:r>
                <a:rPr lang="en-US" altLang="ko-KR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/Day 1.05%)</a:t>
              </a: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40172256-8715-06A2-1F35-3C6E9243AAB0}"/>
                </a:ext>
              </a:extLst>
            </p:cNvPr>
            <p:cNvSpPr/>
            <p:nvPr/>
          </p:nvSpPr>
          <p:spPr bwMode="auto">
            <a:xfrm>
              <a:off x="4763782" y="2009370"/>
              <a:ext cx="298238" cy="214633"/>
            </a:xfrm>
            <a:prstGeom prst="rect">
              <a:avLst/>
            </a:pr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b="1" dirty="0">
                  <a:solidFill>
                    <a:prstClr val="white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1</a:t>
              </a:r>
              <a:endPara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54076C75-2A4D-04D9-5D19-2222908F569C}"/>
              </a:ext>
            </a:extLst>
          </p:cNvPr>
          <p:cNvGrpSpPr/>
          <p:nvPr/>
        </p:nvGrpSpPr>
        <p:grpSpPr>
          <a:xfrm>
            <a:off x="4718464" y="4092529"/>
            <a:ext cx="4344578" cy="251740"/>
            <a:chOff x="4763782" y="2009370"/>
            <a:chExt cx="5076012" cy="214633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E97A5728-8ABD-3668-413A-B58BE9606A3F}"/>
                </a:ext>
              </a:extLst>
            </p:cNvPr>
            <p:cNvSpPr/>
            <p:nvPr/>
          </p:nvSpPr>
          <p:spPr bwMode="auto">
            <a:xfrm>
              <a:off x="5041388" y="2014642"/>
              <a:ext cx="4798406" cy="1932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절연 저항 </a:t>
              </a:r>
              <a:r>
                <a:rPr lang="en-US" altLang="ko-KR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0.45%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B9DBC2B6-8D9D-8F05-3EDC-6EABC4EDE73F}"/>
                </a:ext>
              </a:extLst>
            </p:cNvPr>
            <p:cNvSpPr/>
            <p:nvPr/>
          </p:nvSpPr>
          <p:spPr bwMode="auto">
            <a:xfrm>
              <a:off x="4763782" y="2009370"/>
              <a:ext cx="298238" cy="214633"/>
            </a:xfrm>
            <a:prstGeom prst="rect">
              <a:avLst/>
            </a:pr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3</a:t>
              </a:r>
              <a:endPara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</p:txBody>
        </p:sp>
      </p:grpSp>
      <p:sp>
        <p:nvSpPr>
          <p:cNvPr id="18" name="실행 단추: 앞으로 또는 다음으로 이동 58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FDB9D3AC-E14B-BBD1-25EC-54FD6E7A15DC}"/>
              </a:ext>
            </a:extLst>
          </p:cNvPr>
          <p:cNvSpPr/>
          <p:nvPr/>
        </p:nvSpPr>
        <p:spPr>
          <a:xfrm>
            <a:off x="5891588" y="4142932"/>
            <a:ext cx="144000" cy="144000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26C6D3-6418-F604-045C-3351EC67A723}"/>
              </a:ext>
            </a:extLst>
          </p:cNvPr>
          <p:cNvGrpSpPr/>
          <p:nvPr/>
        </p:nvGrpSpPr>
        <p:grpSpPr>
          <a:xfrm>
            <a:off x="4718464" y="5517083"/>
            <a:ext cx="4344578" cy="251740"/>
            <a:chOff x="4763782" y="2009370"/>
            <a:chExt cx="5076012" cy="214633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DD1426EB-313A-6CC2-9B8D-FF74FEE194D3}"/>
                </a:ext>
              </a:extLst>
            </p:cNvPr>
            <p:cNvSpPr/>
            <p:nvPr/>
          </p:nvSpPr>
          <p:spPr bwMode="auto">
            <a:xfrm>
              <a:off x="5041388" y="2014642"/>
              <a:ext cx="4798406" cy="1932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스택</a:t>
              </a:r>
              <a:r>
                <a:rPr lang="en-US" altLang="ko-KR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</a:t>
              </a:r>
              <a:r>
                <a:rPr lang="ko-KR" altLang="en-US" sz="1000" b="1" dirty="0" err="1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모노세파</a:t>
              </a:r>
              <a:r>
                <a:rPr lang="ko-KR" altLang="en-US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외관 </a:t>
              </a:r>
              <a:r>
                <a:rPr lang="en-US" altLang="ko-KR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0.22%</a:t>
              </a: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92C67BFA-6957-4422-9736-3E11A7E49DB5}"/>
                </a:ext>
              </a:extLst>
            </p:cNvPr>
            <p:cNvSpPr/>
            <p:nvPr/>
          </p:nvSpPr>
          <p:spPr bwMode="auto">
            <a:xfrm>
              <a:off x="4763782" y="2009370"/>
              <a:ext cx="298238" cy="214633"/>
            </a:xfrm>
            <a:prstGeom prst="rect">
              <a:avLst/>
            </a:pr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b="1" dirty="0">
                  <a:solidFill>
                    <a:prstClr val="white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4</a:t>
              </a:r>
              <a:endPara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</p:txBody>
        </p:sp>
      </p:grpSp>
      <p:sp>
        <p:nvSpPr>
          <p:cNvPr id="45" name="실행 단추: 앞으로 또는 다음으로 이동 58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A13A7281-4249-4D6F-9475-5C4B1C199B3A}"/>
              </a:ext>
            </a:extLst>
          </p:cNvPr>
          <p:cNvSpPr/>
          <p:nvPr/>
        </p:nvSpPr>
        <p:spPr>
          <a:xfrm>
            <a:off x="6385465" y="5565015"/>
            <a:ext cx="144000" cy="144000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EC50438-FECE-92FD-16CB-684523AE7896}"/>
              </a:ext>
            </a:extLst>
          </p:cNvPr>
          <p:cNvSpPr txBox="1"/>
          <p:nvPr/>
        </p:nvSpPr>
        <p:spPr>
          <a:xfrm>
            <a:off x="3767149" y="1157259"/>
            <a:ext cx="74214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700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kumimoji="1" lang="ko-KR" altLang="en-US" sz="700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단위 </a:t>
            </a:r>
            <a:r>
              <a:rPr kumimoji="1" lang="en-US" altLang="ko-KR" sz="700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: %]</a:t>
            </a:r>
            <a:endParaRPr lang="en-US" altLang="ko-KR" sz="7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0DCE595-E53B-EED6-783B-A0E3E89A3E86}"/>
              </a:ext>
            </a:extLst>
          </p:cNvPr>
          <p:cNvSpPr txBox="1"/>
          <p:nvPr/>
        </p:nvSpPr>
        <p:spPr>
          <a:xfrm>
            <a:off x="1004572" y="4876285"/>
            <a:ext cx="74214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700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kumimoji="1" lang="ko-KR" altLang="en-US" sz="700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단위 </a:t>
            </a:r>
            <a:r>
              <a:rPr kumimoji="1" lang="en-US" altLang="ko-KR" sz="700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: %]</a:t>
            </a:r>
            <a:endParaRPr lang="en-US" altLang="ko-KR" sz="7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4A21209-3E7B-CCF0-E3AA-9EC33DDB9E06}"/>
              </a:ext>
            </a:extLst>
          </p:cNvPr>
          <p:cNvSpPr txBox="1"/>
          <p:nvPr/>
        </p:nvSpPr>
        <p:spPr>
          <a:xfrm>
            <a:off x="945197" y="2859675"/>
            <a:ext cx="74214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700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kumimoji="1" lang="ko-KR" altLang="en-US" sz="700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단위 </a:t>
            </a:r>
            <a:r>
              <a:rPr kumimoji="1" lang="en-US" altLang="ko-KR" sz="700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: %]</a:t>
            </a:r>
            <a:endParaRPr lang="en-US" altLang="ko-KR" sz="7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18E7990-BC4A-6A99-B62B-2CF0F9B71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11034"/>
            <a:ext cx="9144000" cy="14020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3323" tIns="3323" rIns="3323" bIns="3323" anchor="b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&lt; </a:t>
            </a:r>
            <a:r>
              <a:rPr kumimoji="1" lang="en-US" altLang="ko-KR" sz="8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4</a:t>
            </a:r>
            <a:r>
              <a:rPr kumimoji="1" lang="en-US" altLang="ko-KR" sz="7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/ 10 &gt;</a:t>
            </a:r>
            <a:endParaRPr kumimoji="1" lang="ko-KR" altLang="en-US" sz="7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727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25">
            <a:extLst>
              <a:ext uri="{FF2B5EF4-FFF2-40B4-BE49-F238E27FC236}">
                <a16:creationId xmlns:a16="http://schemas.microsoft.com/office/drawing/2014/main" id="{C2D4D571-08C7-4A6C-A95A-2EBF7FCC7F38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4A6271C-3F4F-4C02-9FE7-43D2C9B44147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125">
            <a:extLst>
              <a:ext uri="{FF2B5EF4-FFF2-40B4-BE49-F238E27FC236}">
                <a16:creationId xmlns:a16="http://schemas.microsoft.com/office/drawing/2014/main" id="{0F5EEAD9-C2EC-FC50-6ABB-07990996E766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5">
            <a:extLst>
              <a:ext uri="{FF2B5EF4-FFF2-40B4-BE49-F238E27FC236}">
                <a16:creationId xmlns:a16="http://schemas.microsoft.com/office/drawing/2014/main" id="{C2D4D571-08C7-4A6C-A95A-2EBF7FCC7F38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F4A6271C-3F4F-4C02-9FE7-43D2C9B44147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5">
            <a:extLst>
              <a:ext uri="{FF2B5EF4-FFF2-40B4-BE49-F238E27FC236}">
                <a16:creationId xmlns:a16="http://schemas.microsoft.com/office/drawing/2014/main" id="{0F5EEAD9-C2EC-FC50-6ABB-07990996E766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905A519A-5C49-2C7B-179F-851F25163AFA}"/>
              </a:ext>
            </a:extLst>
          </p:cNvPr>
          <p:cNvCxnSpPr>
            <a:cxnSpLocks/>
          </p:cNvCxnSpPr>
          <p:nvPr/>
        </p:nvCxnSpPr>
        <p:spPr>
          <a:xfrm>
            <a:off x="225560" y="982875"/>
            <a:ext cx="42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2A3023D-02C2-17C8-31A1-A548F21FAC27}"/>
              </a:ext>
            </a:extLst>
          </p:cNvPr>
          <p:cNvSpPr txBox="1"/>
          <p:nvPr/>
        </p:nvSpPr>
        <p:spPr>
          <a:xfrm>
            <a:off x="219652" y="670400"/>
            <a:ext cx="42458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4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가동률 실적</a:t>
            </a:r>
            <a:endParaRPr lang="en-US" altLang="ko-KR" sz="14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B5513C-C472-0188-59BD-9054AAA483B0}"/>
              </a:ext>
            </a:extLst>
          </p:cNvPr>
          <p:cNvSpPr txBox="1"/>
          <p:nvPr/>
        </p:nvSpPr>
        <p:spPr>
          <a:xfrm>
            <a:off x="231165" y="1071405"/>
            <a:ext cx="42458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1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■ 월 별 가동률 실적</a:t>
            </a:r>
            <a:endParaRPr lang="en-US" altLang="ko-KR" sz="11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1B99DD0B-306F-9AFC-6582-DF481806554F}"/>
              </a:ext>
            </a:extLst>
          </p:cNvPr>
          <p:cNvCxnSpPr>
            <a:cxnSpLocks/>
          </p:cNvCxnSpPr>
          <p:nvPr/>
        </p:nvCxnSpPr>
        <p:spPr>
          <a:xfrm>
            <a:off x="4681018" y="982872"/>
            <a:ext cx="42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1D4EF2BC-E253-31D2-7520-33C42795474F}"/>
              </a:ext>
            </a:extLst>
          </p:cNvPr>
          <p:cNvSpPr txBox="1"/>
          <p:nvPr/>
        </p:nvSpPr>
        <p:spPr>
          <a:xfrm>
            <a:off x="4675110" y="670397"/>
            <a:ext cx="42458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4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주요 </a:t>
            </a:r>
            <a:r>
              <a:rPr kumimoji="1" lang="en-US" altLang="ko-KR" sz="14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Issue </a:t>
            </a:r>
            <a:r>
              <a:rPr kumimoji="1" lang="ko-KR" altLang="en-US" sz="14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및 개선 방안</a:t>
            </a:r>
            <a:endParaRPr lang="en-US" altLang="ko-KR" sz="14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78C289E-FF7F-849C-14B8-64AE95CD2049}"/>
              </a:ext>
            </a:extLst>
          </p:cNvPr>
          <p:cNvGraphicFramePr>
            <a:graphicFrameLocks noGrp="1"/>
          </p:cNvGraphicFramePr>
          <p:nvPr/>
        </p:nvGraphicFramePr>
        <p:xfrm>
          <a:off x="323602" y="1333014"/>
          <a:ext cx="4099956" cy="1061914"/>
        </p:xfrm>
        <a:graphic>
          <a:graphicData uri="http://schemas.openxmlformats.org/drawingml/2006/table">
            <a:tbl>
              <a:tblPr/>
              <a:tblGrid>
                <a:gridCol w="559086">
                  <a:extLst>
                    <a:ext uri="{9D8B030D-6E8A-4147-A177-3AD203B41FA5}">
                      <a16:colId xmlns:a16="http://schemas.microsoft.com/office/drawing/2014/main" val="2161936604"/>
                    </a:ext>
                  </a:extLst>
                </a:gridCol>
                <a:gridCol w="393430">
                  <a:extLst>
                    <a:ext uri="{9D8B030D-6E8A-4147-A177-3AD203B41FA5}">
                      <a16:colId xmlns:a16="http://schemas.microsoft.com/office/drawing/2014/main" val="3935825025"/>
                    </a:ext>
                  </a:extLst>
                </a:gridCol>
                <a:gridCol w="393430">
                  <a:extLst>
                    <a:ext uri="{9D8B030D-6E8A-4147-A177-3AD203B41FA5}">
                      <a16:colId xmlns:a16="http://schemas.microsoft.com/office/drawing/2014/main" val="2597686638"/>
                    </a:ext>
                  </a:extLst>
                </a:gridCol>
                <a:gridCol w="393430">
                  <a:extLst>
                    <a:ext uri="{9D8B030D-6E8A-4147-A177-3AD203B41FA5}">
                      <a16:colId xmlns:a16="http://schemas.microsoft.com/office/drawing/2014/main" val="3713125448"/>
                    </a:ext>
                  </a:extLst>
                </a:gridCol>
                <a:gridCol w="393430">
                  <a:extLst>
                    <a:ext uri="{9D8B030D-6E8A-4147-A177-3AD203B41FA5}">
                      <a16:colId xmlns:a16="http://schemas.microsoft.com/office/drawing/2014/main" val="3901451815"/>
                    </a:ext>
                  </a:extLst>
                </a:gridCol>
                <a:gridCol w="393430">
                  <a:extLst>
                    <a:ext uri="{9D8B030D-6E8A-4147-A177-3AD203B41FA5}">
                      <a16:colId xmlns:a16="http://schemas.microsoft.com/office/drawing/2014/main" val="1901436700"/>
                    </a:ext>
                  </a:extLst>
                </a:gridCol>
                <a:gridCol w="393430">
                  <a:extLst>
                    <a:ext uri="{9D8B030D-6E8A-4147-A177-3AD203B41FA5}">
                      <a16:colId xmlns:a16="http://schemas.microsoft.com/office/drawing/2014/main" val="3512711241"/>
                    </a:ext>
                  </a:extLst>
                </a:gridCol>
                <a:gridCol w="393430">
                  <a:extLst>
                    <a:ext uri="{9D8B030D-6E8A-4147-A177-3AD203B41FA5}">
                      <a16:colId xmlns:a16="http://schemas.microsoft.com/office/drawing/2014/main" val="2535765650"/>
                    </a:ext>
                  </a:extLst>
                </a:gridCol>
                <a:gridCol w="393430">
                  <a:extLst>
                    <a:ext uri="{9D8B030D-6E8A-4147-A177-3AD203B41FA5}">
                      <a16:colId xmlns:a16="http://schemas.microsoft.com/office/drawing/2014/main" val="1213801408"/>
                    </a:ext>
                  </a:extLst>
                </a:gridCol>
                <a:gridCol w="393430">
                  <a:extLst>
                    <a:ext uri="{9D8B030D-6E8A-4147-A177-3AD203B41FA5}">
                      <a16:colId xmlns:a16="http://schemas.microsoft.com/office/drawing/2014/main" val="4275044691"/>
                    </a:ext>
                  </a:extLst>
                </a:gridCol>
              </a:tblGrid>
              <a:tr h="190666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‘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26.1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989560"/>
                  </a:ext>
                </a:extLst>
              </a:tr>
              <a:tr h="1906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실적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Gap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실적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Gap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실적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Gap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993404"/>
                  </a:ext>
                </a:extLst>
              </a:tr>
              <a:tr h="3402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L&amp;S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59.2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59.2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66.6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60.1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70.3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72.4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743401"/>
                  </a:ext>
                </a:extLst>
              </a:tr>
              <a:tr h="3402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PKG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66.4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67.4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74.7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73.0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78.9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76.4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altLang="ko-KR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783299"/>
                  </a:ext>
                </a:extLst>
              </a:tr>
            </a:tbl>
          </a:graphicData>
        </a:graphic>
      </p:graphicFrame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48258CCF-E0C7-4A44-BA35-879D170C11ED}"/>
              </a:ext>
            </a:extLst>
          </p:cNvPr>
          <p:cNvGraphicFramePr>
            <a:graphicFrameLocks/>
          </p:cNvGraphicFramePr>
          <p:nvPr/>
        </p:nvGraphicFramePr>
        <p:xfrm>
          <a:off x="713328" y="4819674"/>
          <a:ext cx="3813337" cy="8769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그림 17">
            <a:extLst>
              <a:ext uri="{FF2B5EF4-FFF2-40B4-BE49-F238E27FC236}">
                <a16:creationId xmlns:a16="http://schemas.microsoft.com/office/drawing/2014/main" id="{EA1441CF-9802-32DA-BB6D-F0A0596D1DB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05744" y="2708489"/>
            <a:ext cx="900000" cy="170588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EDA25B1A-28EA-32A2-8B96-2F8803115205}"/>
              </a:ext>
            </a:extLst>
          </p:cNvPr>
          <p:cNvSpPr/>
          <p:nvPr/>
        </p:nvSpPr>
        <p:spPr>
          <a:xfrm>
            <a:off x="346436" y="2490356"/>
            <a:ext cx="388249" cy="199729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L&amp;S</a:t>
            </a:r>
          </a:p>
        </p:txBody>
      </p:sp>
      <p:graphicFrame>
        <p:nvGraphicFramePr>
          <p:cNvPr id="21" name="차트 20">
            <a:extLst>
              <a:ext uri="{FF2B5EF4-FFF2-40B4-BE49-F238E27FC236}">
                <a16:creationId xmlns:a16="http://schemas.microsoft.com/office/drawing/2014/main" id="{973BFB61-11E8-B0C0-3103-F9C27D8499FD}"/>
              </a:ext>
            </a:extLst>
          </p:cNvPr>
          <p:cNvGraphicFramePr>
            <a:graphicFrameLocks/>
          </p:cNvGraphicFramePr>
          <p:nvPr/>
        </p:nvGraphicFramePr>
        <p:xfrm>
          <a:off x="713329" y="2606428"/>
          <a:ext cx="3780000" cy="8760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pSp>
        <p:nvGrpSpPr>
          <p:cNvPr id="22" name="그룹 21">
            <a:extLst>
              <a:ext uri="{FF2B5EF4-FFF2-40B4-BE49-F238E27FC236}">
                <a16:creationId xmlns:a16="http://schemas.microsoft.com/office/drawing/2014/main" id="{01504606-D9F7-09B4-0A03-3F10DBA4876D}"/>
              </a:ext>
            </a:extLst>
          </p:cNvPr>
          <p:cNvGrpSpPr/>
          <p:nvPr/>
        </p:nvGrpSpPr>
        <p:grpSpPr>
          <a:xfrm>
            <a:off x="694038" y="3875732"/>
            <a:ext cx="2017412" cy="656010"/>
            <a:chOff x="694038" y="3679813"/>
            <a:chExt cx="2017412" cy="759496"/>
          </a:xfrm>
        </p:grpSpPr>
        <mc:AlternateContent xmlns:mc="http://schemas.openxmlformats.org/markup-compatibility/2006" xmlns:cx1="http://schemas.microsoft.com/office/drawing/2015/9/8/chartex">
          <mc:Choice Requires="cx1">
            <p:graphicFrame>
              <p:nvGraphicFramePr>
                <p:cNvPr id="30" name="차트 29">
                  <a:extLst>
                    <a:ext uri="{FF2B5EF4-FFF2-40B4-BE49-F238E27FC236}">
                      <a16:creationId xmlns:a16="http://schemas.microsoft.com/office/drawing/2014/main" id="{FBD7CEC5-0197-B9EF-E160-A4116B15154D}"/>
                    </a:ext>
                  </a:extLst>
                </p:cNvPr>
                <p:cNvGraphicFramePr/>
                <p:nvPr/>
              </p:nvGraphicFramePr>
              <p:xfrm>
                <a:off x="694038" y="3679813"/>
                <a:ext cx="2017412" cy="759496"/>
              </p:xfrm>
              <a:graphic>
                <a:graphicData uri="http://schemas.microsoft.com/office/drawing/2014/chartex">
                  <cx:chart xmlns:cx="http://schemas.microsoft.com/office/drawing/2014/chartex" xmlns:r="http://schemas.openxmlformats.org/officeDocument/2006/relationships" r:id="rId6"/>
                </a:graphicData>
              </a:graphic>
            </p:graphicFrame>
          </mc:Choice>
          <mc:Fallback xmlns="">
            <p:pic>
              <p:nvPicPr>
                <p:cNvPr id="30" name="차트 29">
                  <a:extLst>
                    <a:ext uri="{FF2B5EF4-FFF2-40B4-BE49-F238E27FC236}">
                      <a16:creationId xmlns:a16="http://schemas.microsoft.com/office/drawing/2014/main" id="{FBD7CEC5-0197-B9EF-E160-A4116B15154D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94038" y="3875732"/>
                  <a:ext cx="2017412" cy="65601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38AABF4-482E-A426-79C0-49571780FDE3}"/>
                </a:ext>
              </a:extLst>
            </p:cNvPr>
            <p:cNvSpPr txBox="1"/>
            <p:nvPr/>
          </p:nvSpPr>
          <p:spPr>
            <a:xfrm>
              <a:off x="965700" y="3720574"/>
              <a:ext cx="10419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7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0.2</a:t>
              </a:r>
              <a:endParaRPr lang="ko-KR" altLang="en-US" sz="7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4690200-31D4-59E6-5700-6C1D2EE38D92}"/>
                </a:ext>
              </a:extLst>
            </p:cNvPr>
            <p:cNvSpPr txBox="1"/>
            <p:nvPr/>
          </p:nvSpPr>
          <p:spPr>
            <a:xfrm>
              <a:off x="1313302" y="3730098"/>
              <a:ext cx="10419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7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0.2</a:t>
              </a:r>
              <a:endParaRPr lang="ko-KR" altLang="en-US" sz="7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9843029-35CA-CEEF-10EF-E049D9705061}"/>
                </a:ext>
              </a:extLst>
            </p:cNvPr>
            <p:cNvSpPr txBox="1"/>
            <p:nvPr/>
          </p:nvSpPr>
          <p:spPr>
            <a:xfrm>
              <a:off x="1640535" y="3782487"/>
              <a:ext cx="10419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7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0.1</a:t>
              </a:r>
              <a:endParaRPr lang="ko-KR" altLang="en-US" sz="7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06E0867-9FC1-3A4D-6D6C-C2DD850BCF03}"/>
                </a:ext>
              </a:extLst>
            </p:cNvPr>
            <p:cNvSpPr txBox="1"/>
            <p:nvPr/>
          </p:nvSpPr>
          <p:spPr>
            <a:xfrm>
              <a:off x="1985905" y="3806297"/>
              <a:ext cx="10419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7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0.1</a:t>
              </a:r>
              <a:endParaRPr lang="ko-KR" altLang="en-US" sz="7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62FC1F7-DD89-72CB-4628-6697F494D67C}"/>
                </a:ext>
              </a:extLst>
            </p:cNvPr>
            <p:cNvSpPr txBox="1"/>
            <p:nvPr/>
          </p:nvSpPr>
          <p:spPr>
            <a:xfrm>
              <a:off x="2331006" y="3806297"/>
              <a:ext cx="10419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7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0.1</a:t>
              </a:r>
              <a:endParaRPr lang="ko-KR" altLang="en-US" sz="7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ED6E25BF-F824-DBF4-0B53-7DEC9C6F4E06}"/>
              </a:ext>
            </a:extLst>
          </p:cNvPr>
          <p:cNvGrpSpPr/>
          <p:nvPr/>
        </p:nvGrpSpPr>
        <p:grpSpPr>
          <a:xfrm>
            <a:off x="2523761" y="3377229"/>
            <a:ext cx="2017412" cy="1170609"/>
            <a:chOff x="2523761" y="3213344"/>
            <a:chExt cx="2017412" cy="1246715"/>
          </a:xfrm>
        </p:grpSpPr>
        <mc:AlternateContent xmlns:mc="http://schemas.openxmlformats.org/markup-compatibility/2006" xmlns:cx1="http://schemas.microsoft.com/office/drawing/2015/9/8/chartex">
          <mc:Choice Requires="cx1">
            <p:graphicFrame>
              <p:nvGraphicFramePr>
                <p:cNvPr id="37" name="차트 36">
                  <a:extLst>
                    <a:ext uri="{FF2B5EF4-FFF2-40B4-BE49-F238E27FC236}">
                      <a16:creationId xmlns:a16="http://schemas.microsoft.com/office/drawing/2014/main" id="{269EBAAF-7605-4683-23CC-13E861B7AB51}"/>
                    </a:ext>
                  </a:extLst>
                </p:cNvPr>
                <p:cNvGraphicFramePr/>
                <p:nvPr/>
              </p:nvGraphicFramePr>
              <p:xfrm>
                <a:off x="2523761" y="3213344"/>
                <a:ext cx="2017412" cy="1229905"/>
              </p:xfrm>
              <a:graphic>
                <a:graphicData uri="http://schemas.microsoft.com/office/drawing/2014/chartex">
                  <cx:chart xmlns:cx="http://schemas.microsoft.com/office/drawing/2014/chartex" xmlns:r="http://schemas.openxmlformats.org/officeDocument/2006/relationships" r:id="rId8"/>
                </a:graphicData>
              </a:graphic>
            </p:graphicFrame>
          </mc:Choice>
          <mc:Fallback xmlns="">
            <p:pic>
              <p:nvPicPr>
                <p:cNvPr id="37" name="차트 36">
                  <a:extLst>
                    <a:ext uri="{FF2B5EF4-FFF2-40B4-BE49-F238E27FC236}">
                      <a16:creationId xmlns:a16="http://schemas.microsoft.com/office/drawing/2014/main" id="{269EBAAF-7605-4683-23CC-13E861B7AB51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523761" y="3377229"/>
                  <a:ext cx="2017412" cy="1154825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3412DD2-B19C-4E6C-9CBC-74ACF554AF20}"/>
                </a:ext>
              </a:extLst>
            </p:cNvPr>
            <p:cNvSpPr txBox="1"/>
            <p:nvPr/>
          </p:nvSpPr>
          <p:spPr>
            <a:xfrm>
              <a:off x="2788246" y="3364075"/>
              <a:ext cx="10419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7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2.1</a:t>
              </a:r>
              <a:endParaRPr lang="ko-KR" altLang="en-US" sz="7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0A3B3D9-A31A-D70C-A569-A86A1687ACE5}"/>
                </a:ext>
              </a:extLst>
            </p:cNvPr>
            <p:cNvSpPr txBox="1"/>
            <p:nvPr/>
          </p:nvSpPr>
          <p:spPr>
            <a:xfrm>
              <a:off x="3131527" y="3474931"/>
              <a:ext cx="10419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7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1.7</a:t>
              </a:r>
              <a:endParaRPr lang="ko-KR" altLang="en-US" sz="7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DFFE5C9-272C-B06A-1780-D12B1A7B1D9A}"/>
                </a:ext>
              </a:extLst>
            </p:cNvPr>
            <p:cNvSpPr txBox="1"/>
            <p:nvPr/>
          </p:nvSpPr>
          <p:spPr>
            <a:xfrm>
              <a:off x="3473195" y="3778135"/>
              <a:ext cx="10419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7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0.7</a:t>
              </a:r>
              <a:endParaRPr lang="ko-KR" altLang="en-US" sz="7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80962C0-A34B-DD21-CB5F-F2377744FE05}"/>
                </a:ext>
              </a:extLst>
            </p:cNvPr>
            <p:cNvSpPr txBox="1"/>
            <p:nvPr/>
          </p:nvSpPr>
          <p:spPr>
            <a:xfrm>
              <a:off x="3820017" y="3787660"/>
              <a:ext cx="10419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7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0.6</a:t>
              </a:r>
              <a:endParaRPr lang="ko-KR" altLang="en-US" sz="7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FAEAA3D-4E96-4DB8-81FA-8E162EC41E37}"/>
                </a:ext>
              </a:extLst>
            </p:cNvPr>
            <p:cNvSpPr txBox="1"/>
            <p:nvPr/>
          </p:nvSpPr>
          <p:spPr>
            <a:xfrm>
              <a:off x="4168716" y="3792012"/>
              <a:ext cx="10419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7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0.6</a:t>
              </a:r>
              <a:endParaRPr lang="ko-KR" altLang="en-US" sz="7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2FDC4C0-DA77-661F-661D-668F27BDA773}"/>
                </a:ext>
              </a:extLst>
            </p:cNvPr>
            <p:cNvSpPr txBox="1"/>
            <p:nvPr/>
          </p:nvSpPr>
          <p:spPr>
            <a:xfrm>
              <a:off x="3023949" y="4276613"/>
              <a:ext cx="323807" cy="18344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rgbClr val="595959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</a:t>
              </a:r>
              <a:r>
                <a:rPr lang="ko-KR" altLang="en-US" sz="600" dirty="0">
                  <a:solidFill>
                    <a:srgbClr val="595959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하부 </a:t>
              </a:r>
              <a:r>
                <a:rPr lang="en-US" altLang="ko-KR" sz="600" dirty="0" err="1">
                  <a:solidFill>
                    <a:srgbClr val="595959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Sepa</a:t>
              </a:r>
              <a:br>
                <a:rPr lang="en-US" altLang="ko-KR" sz="600" dirty="0">
                  <a:solidFill>
                    <a:srgbClr val="595959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</a:br>
              <a:r>
                <a:rPr lang="ko-KR" altLang="en-US" sz="600" dirty="0">
                  <a:solidFill>
                    <a:srgbClr val="595959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비전</a:t>
              </a:r>
              <a:r>
                <a:rPr lang="en-US" altLang="ko-KR" sz="600" dirty="0">
                  <a:solidFill>
                    <a:srgbClr val="595959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</a:t>
              </a:r>
              <a:endParaRPr lang="ko-KR" altLang="en-US" sz="600" dirty="0">
                <a:solidFill>
                  <a:srgbClr val="59595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6F1F15CD-C109-4F8B-6C10-0B9B8823486C}"/>
              </a:ext>
            </a:extLst>
          </p:cNvPr>
          <p:cNvGrpSpPr/>
          <p:nvPr/>
        </p:nvGrpSpPr>
        <p:grpSpPr>
          <a:xfrm>
            <a:off x="4720444" y="1111295"/>
            <a:ext cx="4253908" cy="251740"/>
            <a:chOff x="4763782" y="2009370"/>
            <a:chExt cx="5076012" cy="214633"/>
          </a:xfrm>
        </p:grpSpPr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FC09F360-E884-B5E0-4638-722AF5F03666}"/>
                </a:ext>
              </a:extLst>
            </p:cNvPr>
            <p:cNvSpPr/>
            <p:nvPr/>
          </p:nvSpPr>
          <p:spPr bwMode="auto">
            <a:xfrm>
              <a:off x="5041388" y="2014642"/>
              <a:ext cx="4798406" cy="1932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[PD]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L&amp;S_</a:t>
              </a:r>
              <a:r>
                <a:rPr lang="en-US" altLang="ko-KR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Jamming/</a:t>
              </a:r>
              <a:r>
                <a:rPr lang="ko-KR" altLang="en-US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파단</a:t>
              </a:r>
              <a:r>
                <a:rPr lang="en-US" altLang="ko-KR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(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현재</a:t>
              </a:r>
              <a:r>
                <a:rPr lang="en-US" altLang="ko-KR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: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2.1% 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→ </a:t>
              </a:r>
              <a:r>
                <a:rPr lang="ko-KR" altLang="en-US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목표</a:t>
              </a:r>
              <a:r>
                <a:rPr lang="en-US" altLang="ko-KR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: 1.5%, ~4</a:t>
              </a:r>
              <a:r>
                <a:rPr lang="ko-KR" altLang="en-US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월</a:t>
              </a:r>
              <a:r>
                <a:rPr lang="en-US" altLang="ko-KR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A1488857-66CD-F700-08BD-46FC9A75D0DA}"/>
                </a:ext>
              </a:extLst>
            </p:cNvPr>
            <p:cNvSpPr/>
            <p:nvPr/>
          </p:nvSpPr>
          <p:spPr bwMode="auto">
            <a:xfrm>
              <a:off x="4763782" y="2009370"/>
              <a:ext cx="298238" cy="214633"/>
            </a:xfrm>
            <a:prstGeom prst="rect">
              <a:avLst/>
            </a:pr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b="1" dirty="0">
                  <a:solidFill>
                    <a:prstClr val="white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1</a:t>
              </a:r>
              <a:endPara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1515143B-DA53-5D9C-0B0E-7F64B5774EB6}"/>
              </a:ext>
            </a:extLst>
          </p:cNvPr>
          <p:cNvGrpSpPr/>
          <p:nvPr/>
        </p:nvGrpSpPr>
        <p:grpSpPr>
          <a:xfrm>
            <a:off x="4720444" y="2428627"/>
            <a:ext cx="4253908" cy="251740"/>
            <a:chOff x="4763782" y="2009370"/>
            <a:chExt cx="5076012" cy="214633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5801E7B5-FB5A-1644-EBBF-4A5D7126D116}"/>
                </a:ext>
              </a:extLst>
            </p:cNvPr>
            <p:cNvSpPr/>
            <p:nvPr/>
          </p:nvSpPr>
          <p:spPr bwMode="auto">
            <a:xfrm>
              <a:off x="5041388" y="2014642"/>
              <a:ext cx="4798406" cy="1932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[</a:t>
              </a:r>
              <a:r>
                <a:rPr lang="en-US" altLang="ko-KR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PD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]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L&amp;S_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청소</a:t>
              </a:r>
              <a:r>
                <a:rPr lang="en-US" altLang="ko-KR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</a:t>
              </a:r>
              <a:r>
                <a:rPr lang="ko-KR" altLang="en-US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하부 </a:t>
              </a:r>
              <a:r>
                <a:rPr lang="en-US" altLang="ko-KR" sz="1000" b="1" dirty="0" err="1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Sepa</a:t>
              </a:r>
              <a:r>
                <a:rPr lang="ko-KR" altLang="en-US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비전 </a:t>
              </a:r>
              <a:r>
                <a:rPr lang="en-US" altLang="ko-KR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</a:t>
              </a:r>
              <a:r>
                <a:rPr lang="ko-KR" altLang="en-US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현재</a:t>
              </a:r>
              <a:r>
                <a:rPr lang="en-US" altLang="ko-KR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: 1.7% </a:t>
              </a:r>
              <a:r>
                <a:rPr lang="ko-KR" altLang="en-US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→ 목표</a:t>
              </a:r>
              <a:r>
                <a:rPr lang="en-US" altLang="ko-KR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: 1.0%, 3</a:t>
              </a:r>
              <a:r>
                <a:rPr lang="ko-KR" altLang="en-US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월</a:t>
              </a:r>
              <a:r>
                <a:rPr lang="en-US" altLang="ko-KR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AC33D43E-6391-077A-F7AB-C7B58BD53EAB}"/>
                </a:ext>
              </a:extLst>
            </p:cNvPr>
            <p:cNvSpPr/>
            <p:nvPr/>
          </p:nvSpPr>
          <p:spPr bwMode="auto">
            <a:xfrm>
              <a:off x="4763782" y="2009370"/>
              <a:ext cx="298238" cy="214633"/>
            </a:xfrm>
            <a:prstGeom prst="rect">
              <a:avLst/>
            </a:pr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2</a:t>
              </a:r>
              <a:endPara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2E7C95A2-C492-D6C9-DBEC-DC831C513907}"/>
              </a:ext>
            </a:extLst>
          </p:cNvPr>
          <p:cNvGrpSpPr/>
          <p:nvPr/>
        </p:nvGrpSpPr>
        <p:grpSpPr>
          <a:xfrm>
            <a:off x="4720444" y="4087256"/>
            <a:ext cx="4253908" cy="251740"/>
            <a:chOff x="4763782" y="2009370"/>
            <a:chExt cx="5076012" cy="214633"/>
          </a:xfrm>
        </p:grpSpPr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8C757C46-481C-1BE2-566B-A2FA77C318C4}"/>
                </a:ext>
              </a:extLst>
            </p:cNvPr>
            <p:cNvSpPr/>
            <p:nvPr/>
          </p:nvSpPr>
          <p:spPr bwMode="auto">
            <a:xfrm>
              <a:off x="5041388" y="2014642"/>
              <a:ext cx="4798406" cy="1932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[</a:t>
              </a:r>
              <a:r>
                <a:rPr lang="en-US" altLang="ko-KR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BM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]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L&amp;S_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베어링 파손 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현재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: 0.2% 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→ 목표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: 0.1%, ~4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월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EC511354-D5A9-30BE-6AA7-EA74C040D6C8}"/>
                </a:ext>
              </a:extLst>
            </p:cNvPr>
            <p:cNvSpPr/>
            <p:nvPr/>
          </p:nvSpPr>
          <p:spPr bwMode="auto">
            <a:xfrm>
              <a:off x="4763782" y="2009370"/>
              <a:ext cx="298238" cy="214633"/>
            </a:xfrm>
            <a:prstGeom prst="rect">
              <a:avLst/>
            </a:pr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b="1" dirty="0">
                  <a:solidFill>
                    <a:prstClr val="white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3</a:t>
              </a:r>
              <a:endPara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D3FBA673-E1E3-2324-8E86-3B2A3F8D56B2}"/>
              </a:ext>
            </a:extLst>
          </p:cNvPr>
          <p:cNvSpPr txBox="1"/>
          <p:nvPr/>
        </p:nvSpPr>
        <p:spPr>
          <a:xfrm>
            <a:off x="4750524" y="1367283"/>
            <a:ext cx="4245780" cy="899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현상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음극 원점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설정 및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Scrap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미 제거 시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‘Cutter Gripper ~ Nip Roller’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구간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Jamming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발생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원인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Scrap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미 제거에 따른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Jamming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발생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lvl="0" defTabSz="914400" latinLnBrk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개선안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①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Scrap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미 제거 시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설비 가동 불가 </a:t>
            </a:r>
            <a:r>
              <a:rPr lang="ko-KR" altLang="en-US" sz="90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인터록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및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HMI Pop-up 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구현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(3/29,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완료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b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         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② 원점 위치 변경</a:t>
            </a:r>
            <a:r>
              <a:rPr lang="en-US" altLang="ko-KR" sz="7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7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기존</a:t>
            </a:r>
            <a:r>
              <a:rPr lang="en-US" altLang="ko-KR" sz="7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7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전극 </a:t>
            </a:r>
            <a:r>
              <a:rPr lang="en-US" altLang="ko-KR" sz="7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Cutting </a:t>
            </a:r>
            <a:r>
              <a:rPr lang="ko-KR" altLang="en-US" sz="7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후</a:t>
            </a:r>
            <a:r>
              <a:rPr lang="en-US" altLang="ko-KR" sz="7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lang="ko-KR" altLang="en-US" sz="7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변경</a:t>
            </a:r>
            <a:r>
              <a:rPr lang="en-US" altLang="ko-KR" sz="7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7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전극 </a:t>
            </a:r>
            <a:r>
              <a:rPr lang="en-US" altLang="ko-KR" sz="7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Cutting </a:t>
            </a:r>
            <a:r>
              <a:rPr lang="ko-KR" altLang="en-US" sz="7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전</a:t>
            </a:r>
            <a:r>
              <a:rPr lang="en-US" altLang="ko-KR" sz="7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을 통한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Scrap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미 발생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03859F4-9F9A-7D72-205E-902F286F6F01}"/>
              </a:ext>
            </a:extLst>
          </p:cNvPr>
          <p:cNvSpPr txBox="1"/>
          <p:nvPr/>
        </p:nvSpPr>
        <p:spPr>
          <a:xfrm>
            <a:off x="4845412" y="4320104"/>
            <a:ext cx="4245780" cy="899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현상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en-US" altLang="ko-KR" sz="90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Lami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Final Conveyor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베어링 파손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원인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①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Final Jamming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에 의한 과도한 충격으로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Shaft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와 베어링에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과한 하중 발생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     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② 전극 이물이 베어링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Seal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내부로 유입되며 베어링 마찰 증가 및 파손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lvl="0" defTabSz="914400" latinLnBrk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개선안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이물 유입 방지를 위한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Seal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타입 변경 품 적용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(Seal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타입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: ZZ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→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DD)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8" name="Text Box 118">
            <a:extLst>
              <a:ext uri="{FF2B5EF4-FFF2-40B4-BE49-F238E27FC236}">
                <a16:creationId xmlns:a16="http://schemas.microsoft.com/office/drawing/2014/main" id="{D411CF23-F0D5-5C2C-5F8D-309D69775B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4529" y="2250759"/>
            <a:ext cx="2484993" cy="1231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180000" marR="0" lvl="0" indent="-180000" fontAlgn="base">
              <a:lnSpc>
                <a:spcPct val="110000"/>
              </a:lnSpc>
              <a:spcBef>
                <a:spcPts val="300"/>
              </a:spcBef>
              <a:spcAft>
                <a:spcPts val="700"/>
              </a:spcAft>
              <a:buClrTx/>
              <a:buSzPct val="80000"/>
              <a:buFont typeface="Wingdings" pitchFamily="2" charset="2"/>
              <a:buChar char="q"/>
              <a:tabLst/>
              <a:defRPr kumimoji="1" sz="1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  <a:lvl2pPr marL="742950" indent="-285750" eaLnBrk="0" hangingPunct="0">
              <a:defRPr kumimoji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9pPr>
          </a:lstStyle>
          <a:p>
            <a:pPr marL="0" indent="0" defTabSz="844083">
              <a:lnSpc>
                <a:spcPct val="100000"/>
              </a:lnSpc>
              <a:buNone/>
              <a:defRPr/>
            </a:pPr>
            <a:r>
              <a:rPr lang="ko-KR" altLang="en-US" sz="800" b="0" dirty="0">
                <a:solidFill>
                  <a:srgbClr val="006600"/>
                </a:solidFill>
              </a:rPr>
              <a:t>└ 대표호기</a:t>
            </a:r>
            <a:r>
              <a:rPr lang="en-US" altLang="ko-KR" sz="800" b="0" dirty="0">
                <a:solidFill>
                  <a:srgbClr val="006600"/>
                </a:solidFill>
              </a:rPr>
              <a:t>(#2-1) </a:t>
            </a:r>
            <a:r>
              <a:rPr lang="ko-KR" altLang="en-US" sz="800" b="0" dirty="0">
                <a:solidFill>
                  <a:srgbClr val="006600"/>
                </a:solidFill>
              </a:rPr>
              <a:t>적용 후</a:t>
            </a:r>
            <a:r>
              <a:rPr lang="en-US" altLang="ko-KR" sz="800" b="0" dirty="0">
                <a:solidFill>
                  <a:srgbClr val="006600"/>
                </a:solidFill>
              </a:rPr>
              <a:t>, </a:t>
            </a:r>
            <a:r>
              <a:rPr lang="ko-KR" altLang="en-US" sz="800" b="0" dirty="0">
                <a:solidFill>
                  <a:srgbClr val="006600"/>
                </a:solidFill>
              </a:rPr>
              <a:t>모니터링 중 </a:t>
            </a:r>
            <a:r>
              <a:rPr lang="en-US" altLang="ko-KR" sz="800" b="0" dirty="0">
                <a:solidFill>
                  <a:srgbClr val="006600"/>
                </a:solidFill>
              </a:rPr>
              <a:t>(4/6~)</a:t>
            </a:r>
            <a:endParaRPr lang="ko-KR" altLang="en-US" sz="800" b="0" dirty="0">
              <a:solidFill>
                <a:srgbClr val="006600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A70F208-5D1C-3B01-6842-061C6CB26920}"/>
              </a:ext>
            </a:extLst>
          </p:cNvPr>
          <p:cNvSpPr txBox="1"/>
          <p:nvPr/>
        </p:nvSpPr>
        <p:spPr>
          <a:xfrm>
            <a:off x="8073298" y="4472356"/>
            <a:ext cx="746999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베어링 </a:t>
            </a:r>
            <a:r>
              <a:rPr lang="en-US" altLang="ko-KR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Ball </a:t>
            </a:r>
            <a:r>
              <a:rPr lang="ko-KR" altLang="en-US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파손 야기</a:t>
            </a:r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2AAB6D8D-C0FA-51BA-24F3-8824263F65E0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8439031" y="4914620"/>
            <a:ext cx="303774" cy="319193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37D8DE48-DB47-7D15-7564-F499E24A2012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8788748" y="4914496"/>
            <a:ext cx="312978" cy="298219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0B778475-B010-ABFD-C038-ECC87CDF0335}"/>
              </a:ext>
            </a:extLst>
          </p:cNvPr>
          <p:cNvSpPr txBox="1"/>
          <p:nvPr/>
        </p:nvSpPr>
        <p:spPr>
          <a:xfrm>
            <a:off x="8405719" y="4811092"/>
            <a:ext cx="325410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 ZZ Type</a:t>
            </a:r>
            <a:endParaRPr lang="ko-KR" altLang="en-US" sz="7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C4C6368-D904-619E-4FFE-9DAD36CEB118}"/>
              </a:ext>
            </a:extLst>
          </p:cNvPr>
          <p:cNvSpPr txBox="1"/>
          <p:nvPr/>
        </p:nvSpPr>
        <p:spPr>
          <a:xfrm>
            <a:off x="8787649" y="4811092"/>
            <a:ext cx="341440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 DD Type</a:t>
            </a:r>
            <a:endParaRPr lang="ko-KR" altLang="en-US" sz="7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7" name="TextBox 79">
            <a:extLst>
              <a:ext uri="{FF2B5EF4-FFF2-40B4-BE49-F238E27FC236}">
                <a16:creationId xmlns:a16="http://schemas.microsoft.com/office/drawing/2014/main" id="{ACF8811B-7928-8E14-DF8C-E30EBCD4DD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4505" y="3340475"/>
            <a:ext cx="78579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buFont typeface="Arial Unicode MS" panose="020B0604020202020204" pitchFamily="50" charset="-127"/>
              <a:buChar char="❑"/>
            </a:pPr>
            <a:r>
              <a:rPr lang="ko-KR" altLang="en-US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PD Top5</a:t>
            </a:r>
            <a:r>
              <a:rPr lang="ko-KR" altLang="en-US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endParaRPr lang="ko-KR" altLang="en-US" sz="900" b="0" baseline="300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8" name="TextBox 79">
            <a:extLst>
              <a:ext uri="{FF2B5EF4-FFF2-40B4-BE49-F238E27FC236}">
                <a16:creationId xmlns:a16="http://schemas.microsoft.com/office/drawing/2014/main" id="{2AA87DD1-C896-AA6E-669D-4CB3AFBFC7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713" y="3340475"/>
            <a:ext cx="80983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buFont typeface="Arial Unicode MS" panose="020B0604020202020204" pitchFamily="50" charset="-127"/>
              <a:buChar char="❑"/>
            </a:pPr>
            <a:r>
              <a:rPr lang="ko-KR" altLang="en-US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BM Top5</a:t>
            </a:r>
            <a:r>
              <a:rPr lang="ko-KR" altLang="en-US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endParaRPr lang="ko-KR" altLang="en-US" sz="900" b="0" baseline="300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9" name="TextBox 79">
            <a:extLst>
              <a:ext uri="{FF2B5EF4-FFF2-40B4-BE49-F238E27FC236}">
                <a16:creationId xmlns:a16="http://schemas.microsoft.com/office/drawing/2014/main" id="{1E448FBF-C38D-AE44-3D2B-41D4074CE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713" y="2490356"/>
            <a:ext cx="622286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buFont typeface="Arial Unicode MS" panose="020B0604020202020204" pitchFamily="50" charset="-127"/>
              <a:buChar char="❑"/>
            </a:pPr>
            <a:r>
              <a:rPr lang="ko-KR" altLang="en-US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가동률</a:t>
            </a:r>
            <a:endParaRPr lang="ko-KR" altLang="en-US" sz="900" b="0" baseline="300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pic>
        <p:nvPicPr>
          <p:cNvPr id="79" name="그림 78">
            <a:extLst>
              <a:ext uri="{FF2B5EF4-FFF2-40B4-BE49-F238E27FC236}">
                <a16:creationId xmlns:a16="http://schemas.microsoft.com/office/drawing/2014/main" id="{A6BE6534-343D-B466-74B1-57C5D416D5D7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2831" y="4332842"/>
            <a:ext cx="414589" cy="258824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0FB7F798-C316-22F4-8D39-7895B45C4E25}"/>
              </a:ext>
            </a:extLst>
          </p:cNvPr>
          <p:cNvGrpSpPr/>
          <p:nvPr/>
        </p:nvGrpSpPr>
        <p:grpSpPr>
          <a:xfrm>
            <a:off x="4720444" y="5331099"/>
            <a:ext cx="4253908" cy="251740"/>
            <a:chOff x="4763782" y="2009370"/>
            <a:chExt cx="5076012" cy="214633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46E4C98-ADCB-A4EB-3514-EEAE56FCB018}"/>
                </a:ext>
              </a:extLst>
            </p:cNvPr>
            <p:cNvSpPr/>
            <p:nvPr/>
          </p:nvSpPr>
          <p:spPr bwMode="auto">
            <a:xfrm>
              <a:off x="5041388" y="2014642"/>
              <a:ext cx="4798406" cy="1932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[</a:t>
              </a:r>
              <a:r>
                <a:rPr lang="en-US" altLang="ko-KR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BM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]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</a:t>
              </a:r>
              <a:r>
                <a:rPr lang="en-US" altLang="ko-KR" sz="1000" b="1" dirty="0" err="1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PKG_Main</a:t>
              </a:r>
              <a:r>
                <a:rPr lang="ko-KR" altLang="en-US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Sealer</a:t>
              </a:r>
              <a:r>
                <a:rPr lang="ko-KR" altLang="en-US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ko-KR" altLang="en-US" sz="1000" b="1" dirty="0" err="1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로드셀</a:t>
              </a:r>
              <a:r>
                <a:rPr lang="ko-KR" altLang="en-US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파손 </a:t>
              </a:r>
              <a:r>
                <a:rPr lang="en-US" altLang="ko-KR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</a:t>
              </a:r>
              <a:r>
                <a:rPr lang="ko-KR" altLang="en-US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현재</a:t>
              </a:r>
              <a:r>
                <a:rPr lang="en-US" altLang="ko-KR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: 0.5% 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→ 목표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: 0.0</a:t>
              </a:r>
              <a:r>
                <a:rPr kumimoji="0" lang="en-US" altLang="ko-KR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%, ~5</a:t>
              </a:r>
              <a:r>
                <a:rPr kumimoji="0" lang="ko-KR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월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F9FA14A-6862-EDF3-F4A2-71492AE075C0}"/>
                </a:ext>
              </a:extLst>
            </p:cNvPr>
            <p:cNvSpPr/>
            <p:nvPr/>
          </p:nvSpPr>
          <p:spPr bwMode="auto">
            <a:xfrm>
              <a:off x="4763782" y="2009370"/>
              <a:ext cx="298238" cy="214633"/>
            </a:xfrm>
            <a:prstGeom prst="rect">
              <a:avLst/>
            </a:pr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4</a:t>
              </a:r>
              <a:endPara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43CE7C2-E743-26EA-A963-E2232542D16D}"/>
              </a:ext>
            </a:extLst>
          </p:cNvPr>
          <p:cNvSpPr txBox="1"/>
          <p:nvPr/>
        </p:nvSpPr>
        <p:spPr>
          <a:xfrm>
            <a:off x="4845412" y="5522285"/>
            <a:ext cx="4245780" cy="1315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현상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: Sealing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반복 동작 중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로드셀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로드 파손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원인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①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Sealing Unit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조립 시 평탄도 점검 누락</a:t>
            </a:r>
            <a:b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     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② </a:t>
            </a:r>
            <a:r>
              <a:rPr lang="ko-KR" altLang="en-US" sz="90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로드셀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로드 강성 부족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lvl="0" defTabSz="914400" latinLnBrk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개선안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①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Sealing Unit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평탄도 조립기준서 기반 재 점검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         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② 파손부위 강성보강품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Spare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발주 및 교체 예정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         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③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FDC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이상감지 모니터링 항목 추가 예정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" name="TextBox 79">
            <a:extLst>
              <a:ext uri="{FF2B5EF4-FFF2-40B4-BE49-F238E27FC236}">
                <a16:creationId xmlns:a16="http://schemas.microsoft.com/office/drawing/2014/main" id="{D8A8E8E2-9186-D600-8A6A-BE4789E6B0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713" y="4616466"/>
            <a:ext cx="622286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buFont typeface="Arial Unicode MS" panose="020B0604020202020204" pitchFamily="50" charset="-127"/>
              <a:buChar char="❑"/>
            </a:pPr>
            <a:r>
              <a:rPr lang="ko-KR" altLang="en-US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가동률</a:t>
            </a:r>
            <a:endParaRPr lang="ko-KR" altLang="en-US" sz="900" b="0" baseline="300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7" name="TextBox 79">
            <a:extLst>
              <a:ext uri="{FF2B5EF4-FFF2-40B4-BE49-F238E27FC236}">
                <a16:creationId xmlns:a16="http://schemas.microsoft.com/office/drawing/2014/main" id="{434ECB0A-A374-8239-8619-89F9F78E71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4505" y="5564065"/>
            <a:ext cx="78579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buFont typeface="Arial Unicode MS" panose="020B0604020202020204" pitchFamily="50" charset="-127"/>
              <a:buChar char="❑"/>
            </a:pPr>
            <a:r>
              <a:rPr lang="ko-KR" altLang="en-US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PD Top5</a:t>
            </a:r>
            <a:r>
              <a:rPr lang="ko-KR" altLang="en-US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endParaRPr lang="ko-KR" altLang="en-US" sz="900" b="0" baseline="300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0" name="TextBox 79">
            <a:extLst>
              <a:ext uri="{FF2B5EF4-FFF2-40B4-BE49-F238E27FC236}">
                <a16:creationId xmlns:a16="http://schemas.microsoft.com/office/drawing/2014/main" id="{F862DF73-EF8A-72AB-4BC6-F797915F17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713" y="5564065"/>
            <a:ext cx="80983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buFont typeface="Arial Unicode MS" panose="020B0604020202020204" pitchFamily="50" charset="-127"/>
              <a:buChar char="❑"/>
            </a:pPr>
            <a:r>
              <a:rPr lang="ko-KR" altLang="en-US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BM Top5</a:t>
            </a:r>
            <a:r>
              <a:rPr lang="ko-KR" altLang="en-US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endParaRPr lang="ko-KR" altLang="en-US" sz="900" b="0" baseline="300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101076D-9F20-C15A-0DF5-AA61091AEA34}"/>
              </a:ext>
            </a:extLst>
          </p:cNvPr>
          <p:cNvSpPr/>
          <p:nvPr/>
        </p:nvSpPr>
        <p:spPr>
          <a:xfrm>
            <a:off x="346436" y="4644090"/>
            <a:ext cx="388249" cy="199729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PKG</a:t>
            </a:r>
          </a:p>
        </p:txBody>
      </p:sp>
      <p:graphicFrame>
        <p:nvGraphicFramePr>
          <p:cNvPr id="65" name="차트 64">
            <a:extLst>
              <a:ext uri="{FF2B5EF4-FFF2-40B4-BE49-F238E27FC236}">
                <a16:creationId xmlns:a16="http://schemas.microsoft.com/office/drawing/2014/main" id="{884C6298-1E24-D715-307A-E97C72B70580}"/>
              </a:ext>
            </a:extLst>
          </p:cNvPr>
          <p:cNvGraphicFramePr>
            <a:graphicFrameLocks/>
          </p:cNvGraphicFramePr>
          <p:nvPr/>
        </p:nvGraphicFramePr>
        <p:xfrm>
          <a:off x="661804" y="5767078"/>
          <a:ext cx="2072734" cy="10095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graphicFrame>
        <p:nvGraphicFramePr>
          <p:cNvPr id="66" name="차트 65">
            <a:extLst>
              <a:ext uri="{FF2B5EF4-FFF2-40B4-BE49-F238E27FC236}">
                <a16:creationId xmlns:a16="http://schemas.microsoft.com/office/drawing/2014/main" id="{D36EA52B-641C-B5F2-99E9-084AF7271126}"/>
              </a:ext>
            </a:extLst>
          </p:cNvPr>
          <p:cNvGraphicFramePr>
            <a:graphicFrameLocks/>
          </p:cNvGraphicFramePr>
          <p:nvPr/>
        </p:nvGraphicFramePr>
        <p:xfrm>
          <a:off x="2602376" y="5872160"/>
          <a:ext cx="2072734" cy="10095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B34BFBCA-04FD-B60C-3E15-43D5DBB149FC}"/>
              </a:ext>
            </a:extLst>
          </p:cNvPr>
          <p:cNvSpPr txBox="1"/>
          <p:nvPr/>
        </p:nvSpPr>
        <p:spPr>
          <a:xfrm>
            <a:off x="3137109" y="2404847"/>
            <a:ext cx="1114088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 3</a:t>
            </a:r>
            <a:r>
              <a:rPr lang="ko-KR" altLang="en-US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 </a:t>
            </a:r>
            <a:r>
              <a:rPr lang="en-US" altLang="ko-KR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L&amp;S POR </a:t>
            </a:r>
            <a:r>
              <a:rPr lang="ko-KR" altLang="en-US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집중 관리</a:t>
            </a:r>
          </a:p>
        </p:txBody>
      </p:sp>
      <p:sp>
        <p:nvSpPr>
          <p:cNvPr id="26" name="실행 단추: 앞으로 또는 다음으로 이동 25">
            <a:hlinkClick r:id="rId15" action="ppaction://hlinksldjump" highlightClick="1"/>
            <a:extLst>
              <a:ext uri="{FF2B5EF4-FFF2-40B4-BE49-F238E27FC236}">
                <a16:creationId xmlns:a16="http://schemas.microsoft.com/office/drawing/2014/main" id="{74478D87-0D01-561D-56B7-8A831BADA9B9}"/>
              </a:ext>
            </a:extLst>
          </p:cNvPr>
          <p:cNvSpPr/>
          <p:nvPr/>
        </p:nvSpPr>
        <p:spPr>
          <a:xfrm>
            <a:off x="4274953" y="2424150"/>
            <a:ext cx="107481" cy="107481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실행 단추: 앞으로 또는 다음으로 이동 26">
            <a:hlinkClick r:id="rId16" action="ppaction://hlinksldjump" highlightClick="1"/>
            <a:extLst>
              <a:ext uri="{FF2B5EF4-FFF2-40B4-BE49-F238E27FC236}">
                <a16:creationId xmlns:a16="http://schemas.microsoft.com/office/drawing/2014/main" id="{0F5C1B1A-10B2-2A06-2B4C-49F78B522133}"/>
              </a:ext>
            </a:extLst>
          </p:cNvPr>
          <p:cNvSpPr/>
          <p:nvPr/>
        </p:nvSpPr>
        <p:spPr>
          <a:xfrm>
            <a:off x="8761862" y="1155220"/>
            <a:ext cx="143057" cy="143057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실행 단추: 앞으로 또는 다음으로 이동 27">
            <a:hlinkClick r:id="rId17" action="ppaction://hlinksldjump" highlightClick="1"/>
            <a:extLst>
              <a:ext uri="{FF2B5EF4-FFF2-40B4-BE49-F238E27FC236}">
                <a16:creationId xmlns:a16="http://schemas.microsoft.com/office/drawing/2014/main" id="{287B9173-CCED-9867-B938-282FA7EBC6AE}"/>
              </a:ext>
            </a:extLst>
          </p:cNvPr>
          <p:cNvSpPr/>
          <p:nvPr/>
        </p:nvSpPr>
        <p:spPr>
          <a:xfrm>
            <a:off x="8761862" y="4149887"/>
            <a:ext cx="143057" cy="143057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실행 단추: 앞으로 또는 다음으로 이동 28">
            <a:hlinkClick r:id="rId18" action="ppaction://hlinksldjump" highlightClick="1"/>
            <a:extLst>
              <a:ext uri="{FF2B5EF4-FFF2-40B4-BE49-F238E27FC236}">
                <a16:creationId xmlns:a16="http://schemas.microsoft.com/office/drawing/2014/main" id="{5ECE3458-E2BF-613C-5E43-1C2ACDF933AF}"/>
              </a:ext>
            </a:extLst>
          </p:cNvPr>
          <p:cNvSpPr/>
          <p:nvPr/>
        </p:nvSpPr>
        <p:spPr>
          <a:xfrm>
            <a:off x="8761862" y="5389652"/>
            <a:ext cx="143057" cy="143057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10205B7-F99F-B248-CF8D-720C1DB0960B}"/>
              </a:ext>
            </a:extLst>
          </p:cNvPr>
          <p:cNvSpPr txBox="1"/>
          <p:nvPr/>
        </p:nvSpPr>
        <p:spPr>
          <a:xfrm>
            <a:off x="4780258" y="2691897"/>
            <a:ext cx="4245780" cy="899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현상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모노셀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전극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눌림자국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발생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원인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: Final C/V </a:t>
            </a:r>
            <a:r>
              <a:rPr kumimoji="0" lang="en-US" altLang="ko-KR" sz="9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Pulley~Belt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간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이물 누적에 따른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모노셀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눌림 발생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lvl="0" defTabSz="914400" latinLnBrk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개선안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: Final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C/V Pulley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형태 변경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타이밍 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톱니형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900" dirty="0">
                <a:latin typeface="Arial Narrow"/>
                <a:ea typeface="LG스마트체 Regular"/>
              </a:rPr>
              <a:t>→ 민자 풀리</a:t>
            </a:r>
            <a:r>
              <a:rPr lang="en-US" altLang="ko-KR" sz="700" dirty="0">
                <a:latin typeface="Arial Narrow"/>
                <a:ea typeface="LG스마트체 Regular"/>
              </a:rPr>
              <a:t>(</a:t>
            </a:r>
            <a:r>
              <a:rPr lang="ko-KR" altLang="en-US" sz="700" dirty="0">
                <a:latin typeface="Arial Narrow"/>
                <a:ea typeface="LG스마트체 Regular"/>
              </a:rPr>
              <a:t>평면형</a:t>
            </a:r>
            <a:r>
              <a:rPr lang="en-US" altLang="ko-KR" sz="700" dirty="0">
                <a:latin typeface="Arial Narrow"/>
                <a:ea typeface="LG스마트체 Regular"/>
              </a:rPr>
              <a:t>)</a:t>
            </a:r>
            <a:r>
              <a:rPr lang="en-US" altLang="ko-KR" sz="900" dirty="0">
                <a:latin typeface="Arial Narrow"/>
                <a:ea typeface="LG스마트체 Regular"/>
              </a:rPr>
              <a:t>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72" name="그림 71">
            <a:extLst>
              <a:ext uri="{FF2B5EF4-FFF2-40B4-BE49-F238E27FC236}">
                <a16:creationId xmlns:a16="http://schemas.microsoft.com/office/drawing/2014/main" id="{8D90C043-9D2C-5501-482C-737DEB130D48}"/>
              </a:ext>
            </a:extLst>
          </p:cNvPr>
          <p:cNvPicPr>
            <a:picLocks noChangeAspect="1"/>
          </p:cNvPicPr>
          <p:nvPr/>
        </p:nvPicPr>
        <p:blipFill rotWithShape="1"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47947" y="2679837"/>
            <a:ext cx="679905" cy="29967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A50F8259-AE42-E166-3B66-522B81BDAD75}"/>
              </a:ext>
            </a:extLst>
          </p:cNvPr>
          <p:cNvPicPr>
            <a:picLocks noChangeAspect="1"/>
          </p:cNvPicPr>
          <p:nvPr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4838" y="2759559"/>
            <a:ext cx="899981" cy="43058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74" name="그림 73">
            <a:extLst>
              <a:ext uri="{FF2B5EF4-FFF2-40B4-BE49-F238E27FC236}">
                <a16:creationId xmlns:a16="http://schemas.microsoft.com/office/drawing/2014/main" id="{2A3E7929-10C6-8751-C3D6-5BDBDF934D8B}"/>
              </a:ext>
            </a:extLst>
          </p:cNvPr>
          <p:cNvPicPr>
            <a:picLocks noChangeAspect="1"/>
          </p:cNvPicPr>
          <p:nvPr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8596569" y="3251537"/>
            <a:ext cx="351767" cy="67540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75" name="직사각형 74">
            <a:extLst>
              <a:ext uri="{FF2B5EF4-FFF2-40B4-BE49-F238E27FC236}">
                <a16:creationId xmlns:a16="http://schemas.microsoft.com/office/drawing/2014/main" id="{F52B2CF5-3124-22DE-A349-6E61B82876A4}"/>
              </a:ext>
            </a:extLst>
          </p:cNvPr>
          <p:cNvSpPr/>
          <p:nvPr/>
        </p:nvSpPr>
        <p:spPr>
          <a:xfrm>
            <a:off x="5162010" y="3175652"/>
            <a:ext cx="3712809" cy="2285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rgbClr val="006600"/>
                </a:solidFill>
                <a:latin typeface="Arial Narrow"/>
                <a:ea typeface="LG스마트체 Regular"/>
              </a:rPr>
              <a:t>└ </a:t>
            </a:r>
            <a:r>
              <a:rPr lang="en-US" altLang="ko-KR" sz="800" dirty="0">
                <a:solidFill>
                  <a:srgbClr val="006600"/>
                </a:solidFill>
                <a:latin typeface="Arial Narrow"/>
                <a:ea typeface="LG스마트체 Regular"/>
              </a:rPr>
              <a:t>Pulley </a:t>
            </a:r>
            <a:r>
              <a:rPr lang="ko-KR" altLang="en-US" sz="800" dirty="0">
                <a:solidFill>
                  <a:srgbClr val="006600"/>
                </a:solidFill>
                <a:latin typeface="Arial Narrow"/>
                <a:ea typeface="LG스마트체 Regular"/>
              </a:rPr>
              <a:t>해체 및 청소</a:t>
            </a:r>
            <a:r>
              <a:rPr lang="en-US" altLang="ko-KR" sz="800" dirty="0">
                <a:solidFill>
                  <a:srgbClr val="006600"/>
                </a:solidFill>
                <a:latin typeface="Arial Narrow"/>
                <a:ea typeface="LG스마트체 Regular"/>
              </a:rPr>
              <a:t>, </a:t>
            </a:r>
            <a:r>
              <a:rPr lang="ko-KR" altLang="en-US" sz="800" dirty="0">
                <a:solidFill>
                  <a:srgbClr val="006600"/>
                </a:solidFill>
                <a:latin typeface="Arial Narrow"/>
                <a:ea typeface="LG스마트체 Regular"/>
              </a:rPr>
              <a:t>재 조립 필요</a:t>
            </a:r>
            <a:r>
              <a:rPr lang="en-US" altLang="ko-KR" sz="800" dirty="0">
                <a:solidFill>
                  <a:srgbClr val="006600"/>
                </a:solidFill>
                <a:latin typeface="Arial Narrow"/>
                <a:ea typeface="LG스마트체 Regular"/>
              </a:rPr>
              <a:t>(</a:t>
            </a:r>
            <a:r>
              <a:rPr lang="ko-KR" altLang="en-US" sz="800" dirty="0">
                <a:solidFill>
                  <a:srgbClr val="006600"/>
                </a:solidFill>
                <a:latin typeface="Arial Narrow"/>
                <a:ea typeface="LG스마트체 Regular"/>
              </a:rPr>
              <a:t>오염 물질 청소에 따른 부동시간 </a:t>
            </a:r>
            <a:r>
              <a:rPr lang="en-US" altLang="ko-KR" sz="800" dirty="0">
                <a:solidFill>
                  <a:srgbClr val="006600"/>
                </a:solidFill>
                <a:latin typeface="Arial Narrow"/>
                <a:ea typeface="LG스마트체 Regular"/>
              </a:rPr>
              <a:t>30min </a:t>
            </a:r>
            <a:r>
              <a:rPr lang="ko-KR" altLang="en-US" sz="800" dirty="0">
                <a:solidFill>
                  <a:srgbClr val="006600"/>
                </a:solidFill>
                <a:latin typeface="Arial Narrow"/>
                <a:ea typeface="LG스마트체 Regular"/>
              </a:rPr>
              <a:t>발생</a:t>
            </a:r>
            <a:r>
              <a:rPr lang="en-US" altLang="ko-KR" sz="800" dirty="0">
                <a:solidFill>
                  <a:srgbClr val="006600"/>
                </a:solidFill>
                <a:latin typeface="Arial Narrow"/>
                <a:ea typeface="LG스마트체 Regular"/>
              </a:rPr>
              <a:t>)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graphicFrame>
        <p:nvGraphicFramePr>
          <p:cNvPr id="92" name="표 91">
            <a:extLst>
              <a:ext uri="{FF2B5EF4-FFF2-40B4-BE49-F238E27FC236}">
                <a16:creationId xmlns:a16="http://schemas.microsoft.com/office/drawing/2014/main" id="{1ECCE245-622A-F12F-6321-3A5BB187C1A6}"/>
              </a:ext>
            </a:extLst>
          </p:cNvPr>
          <p:cNvGraphicFramePr>
            <a:graphicFrameLocks noGrp="1"/>
          </p:cNvGraphicFramePr>
          <p:nvPr/>
        </p:nvGraphicFramePr>
        <p:xfrm>
          <a:off x="4946963" y="3576507"/>
          <a:ext cx="2645681" cy="396240"/>
        </p:xfrm>
        <a:graphic>
          <a:graphicData uri="http://schemas.openxmlformats.org/drawingml/2006/table">
            <a:tbl>
              <a:tblPr/>
              <a:tblGrid>
                <a:gridCol w="276225">
                  <a:extLst>
                    <a:ext uri="{9D8B030D-6E8A-4147-A177-3AD203B41FA5}">
                      <a16:colId xmlns:a16="http://schemas.microsoft.com/office/drawing/2014/main" val="2709948727"/>
                    </a:ext>
                  </a:extLst>
                </a:gridCol>
                <a:gridCol w="296182">
                  <a:extLst>
                    <a:ext uri="{9D8B030D-6E8A-4147-A177-3AD203B41FA5}">
                      <a16:colId xmlns:a16="http://schemas.microsoft.com/office/drawing/2014/main" val="3172394201"/>
                    </a:ext>
                  </a:extLst>
                </a:gridCol>
                <a:gridCol w="296182">
                  <a:extLst>
                    <a:ext uri="{9D8B030D-6E8A-4147-A177-3AD203B41FA5}">
                      <a16:colId xmlns:a16="http://schemas.microsoft.com/office/drawing/2014/main" val="1256366103"/>
                    </a:ext>
                  </a:extLst>
                </a:gridCol>
                <a:gridCol w="296182">
                  <a:extLst>
                    <a:ext uri="{9D8B030D-6E8A-4147-A177-3AD203B41FA5}">
                      <a16:colId xmlns:a16="http://schemas.microsoft.com/office/drawing/2014/main" val="714966997"/>
                    </a:ext>
                  </a:extLst>
                </a:gridCol>
                <a:gridCol w="296182">
                  <a:extLst>
                    <a:ext uri="{9D8B030D-6E8A-4147-A177-3AD203B41FA5}">
                      <a16:colId xmlns:a16="http://schemas.microsoft.com/office/drawing/2014/main" val="3232230451"/>
                    </a:ext>
                  </a:extLst>
                </a:gridCol>
                <a:gridCol w="296182">
                  <a:extLst>
                    <a:ext uri="{9D8B030D-6E8A-4147-A177-3AD203B41FA5}">
                      <a16:colId xmlns:a16="http://schemas.microsoft.com/office/drawing/2014/main" val="2544418901"/>
                    </a:ext>
                  </a:extLst>
                </a:gridCol>
                <a:gridCol w="296182">
                  <a:extLst>
                    <a:ext uri="{9D8B030D-6E8A-4147-A177-3AD203B41FA5}">
                      <a16:colId xmlns:a16="http://schemas.microsoft.com/office/drawing/2014/main" val="851052911"/>
                    </a:ext>
                  </a:extLst>
                </a:gridCol>
                <a:gridCol w="296182">
                  <a:extLst>
                    <a:ext uri="{9D8B030D-6E8A-4147-A177-3AD203B41FA5}">
                      <a16:colId xmlns:a16="http://schemas.microsoft.com/office/drawing/2014/main" val="3822907952"/>
                    </a:ext>
                  </a:extLst>
                </a:gridCol>
                <a:gridCol w="296182">
                  <a:extLst>
                    <a:ext uri="{9D8B030D-6E8A-4147-A177-3AD203B41FA5}">
                      <a16:colId xmlns:a16="http://schemas.microsoft.com/office/drawing/2014/main" val="245992762"/>
                    </a:ext>
                  </a:extLst>
                </a:gridCol>
              </a:tblGrid>
              <a:tr h="0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Machine</a:t>
                      </a:r>
                      <a:endParaRPr lang="ko-KR" altLang="en-US" sz="6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gridSpan="8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양산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8751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1-1</a:t>
                      </a:r>
                      <a:endParaRPr lang="ko-KR" altLang="en-US" sz="6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1-2</a:t>
                      </a:r>
                      <a:endParaRPr lang="ko-KR" altLang="en-US" sz="6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1-3</a:t>
                      </a:r>
                      <a:endParaRPr lang="ko-KR" altLang="en-US" sz="6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1-4</a:t>
                      </a:r>
                      <a:endParaRPr lang="ko-KR" altLang="en-US" sz="6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1-5</a:t>
                      </a:r>
                      <a:endParaRPr lang="ko-KR" altLang="en-US" sz="6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2-1</a:t>
                      </a:r>
                      <a:endParaRPr lang="ko-KR" altLang="en-US" sz="6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2-4</a:t>
                      </a:r>
                      <a:endParaRPr lang="ko-KR" altLang="en-US" sz="6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2-5</a:t>
                      </a:r>
                      <a:endParaRPr lang="ko-KR" altLang="en-US" sz="6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559876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</a:t>
                      </a:r>
                      <a:endParaRPr lang="en-US" altLang="ko-KR" sz="6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여부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●</a:t>
                      </a:r>
                      <a:endParaRPr kumimoji="0" lang="en-US" altLang="ko-KR" sz="6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(3/14)</a:t>
                      </a:r>
                      <a:endParaRPr kumimoji="0" lang="ko-KR" altLang="en-US" sz="6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●</a:t>
                      </a:r>
                      <a:endParaRPr kumimoji="0" lang="en-US" altLang="ko-KR" sz="6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(3/14)</a:t>
                      </a:r>
                      <a:endParaRPr kumimoji="0" lang="ko-KR" altLang="en-US" sz="6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●</a:t>
                      </a:r>
                      <a:endParaRPr kumimoji="0" lang="en-US" altLang="ko-KR" sz="6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(1/11)</a:t>
                      </a:r>
                      <a:endParaRPr kumimoji="0" lang="ko-KR" altLang="en-US" sz="6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●</a:t>
                      </a:r>
                      <a:endParaRPr kumimoji="0" lang="en-US" altLang="ko-KR" sz="6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(3/19)</a:t>
                      </a:r>
                      <a:endParaRPr kumimoji="0" lang="ko-KR" altLang="en-US" sz="6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●</a:t>
                      </a:r>
                      <a:endParaRPr kumimoji="0" lang="en-US" altLang="ko-KR" sz="6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(3/22)</a:t>
                      </a:r>
                      <a:endParaRPr kumimoji="0" lang="ko-KR" altLang="en-US" sz="6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●</a:t>
                      </a:r>
                      <a:endParaRPr kumimoji="0" lang="en-US" altLang="ko-KR" sz="6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(3/14)</a:t>
                      </a:r>
                      <a:endParaRPr kumimoji="0" lang="ko-KR" altLang="en-US" sz="6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○</a:t>
                      </a:r>
                      <a:endParaRPr kumimoji="0" lang="en-US" altLang="ko-KR" sz="6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(4/30)</a:t>
                      </a:r>
                      <a:endParaRPr kumimoji="0" lang="ko-KR" altLang="en-US" sz="6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●</a:t>
                      </a:r>
                      <a:endParaRPr kumimoji="0" lang="en-US" altLang="ko-KR" sz="6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(3/22)</a:t>
                      </a:r>
                      <a:endParaRPr kumimoji="0" lang="ko-KR" altLang="en-US" sz="6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0452516"/>
                  </a:ext>
                </a:extLst>
              </a:tr>
            </a:tbl>
          </a:graphicData>
        </a:graphic>
      </p:graphicFrame>
      <p:sp>
        <p:nvSpPr>
          <p:cNvPr id="95" name="실행 단추: 앞으로 또는 다음으로 이동 94">
            <a:hlinkClick r:id="rId22" action="ppaction://hlinksldjump" highlightClick="1"/>
            <a:extLst>
              <a:ext uri="{FF2B5EF4-FFF2-40B4-BE49-F238E27FC236}">
                <a16:creationId xmlns:a16="http://schemas.microsoft.com/office/drawing/2014/main" id="{2276C54C-2A0E-49E9-74C7-797445074B6F}"/>
              </a:ext>
            </a:extLst>
          </p:cNvPr>
          <p:cNvSpPr/>
          <p:nvPr/>
        </p:nvSpPr>
        <p:spPr>
          <a:xfrm>
            <a:off x="8761862" y="2490356"/>
            <a:ext cx="143057" cy="143057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31DA1DB1-285A-7077-6D30-5696BAFED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15" y="106985"/>
            <a:ext cx="3522097" cy="31314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3323" tIns="3323" rIns="3323" bIns="3323" anchor="b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2. </a:t>
            </a:r>
            <a:r>
              <a:rPr kumimoji="1" lang="ko-KR" altLang="en-US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공정 별 </a:t>
            </a:r>
            <a:r>
              <a:rPr kumimoji="1" lang="ko-KR" altLang="en-US" b="1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수율</a:t>
            </a:r>
            <a:r>
              <a:rPr kumimoji="1" lang="en-US" altLang="ko-KR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/</a:t>
            </a:r>
            <a:r>
              <a:rPr kumimoji="1" lang="ko-KR" altLang="en-US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가동률 실적 </a:t>
            </a:r>
            <a:r>
              <a:rPr kumimoji="1" lang="en-US" altLang="ko-KR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– </a:t>
            </a:r>
            <a:r>
              <a:rPr kumimoji="1" lang="ko-KR" altLang="en-US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셀 가동률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322085-4E2D-5040-52D1-22686E9ED4AF}"/>
              </a:ext>
            </a:extLst>
          </p:cNvPr>
          <p:cNvSpPr txBox="1"/>
          <p:nvPr/>
        </p:nvSpPr>
        <p:spPr>
          <a:xfrm>
            <a:off x="3737354" y="1151077"/>
            <a:ext cx="74214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700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kumimoji="1" lang="ko-KR" altLang="en-US" sz="700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단위 </a:t>
            </a:r>
            <a:r>
              <a:rPr kumimoji="1" lang="en-US" altLang="ko-KR" sz="700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: %]</a:t>
            </a:r>
            <a:endParaRPr lang="en-US" altLang="ko-KR" sz="7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E51166C-6BC9-CD7D-3C42-1FBB468B8A7B}"/>
              </a:ext>
            </a:extLst>
          </p:cNvPr>
          <p:cNvSpPr txBox="1"/>
          <p:nvPr/>
        </p:nvSpPr>
        <p:spPr>
          <a:xfrm>
            <a:off x="1015172" y="4636470"/>
            <a:ext cx="74214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700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kumimoji="1" lang="ko-KR" altLang="en-US" sz="700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단위 </a:t>
            </a:r>
            <a:r>
              <a:rPr kumimoji="1" lang="en-US" altLang="ko-KR" sz="700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: %]</a:t>
            </a:r>
            <a:endParaRPr lang="en-US" altLang="ko-KR" sz="7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02AE9D9-C7A0-2E74-05C3-A659B03735C2}"/>
              </a:ext>
            </a:extLst>
          </p:cNvPr>
          <p:cNvSpPr txBox="1"/>
          <p:nvPr/>
        </p:nvSpPr>
        <p:spPr>
          <a:xfrm>
            <a:off x="1007987" y="2520234"/>
            <a:ext cx="74214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700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kumimoji="1" lang="ko-KR" altLang="en-US" sz="700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단위 </a:t>
            </a:r>
            <a:r>
              <a:rPr kumimoji="1" lang="en-US" altLang="ko-KR" sz="700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: %]</a:t>
            </a:r>
            <a:endParaRPr lang="en-US" altLang="ko-KR" sz="7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63DF4B8-BD5D-4AE2-9AE1-0BF21C3A5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11034"/>
            <a:ext cx="9144000" cy="14020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3323" tIns="3323" rIns="3323" bIns="3323" anchor="b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&lt; </a:t>
            </a:r>
            <a:r>
              <a:rPr kumimoji="1" lang="en-US" altLang="ko-KR" sz="8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5</a:t>
            </a:r>
            <a:r>
              <a:rPr kumimoji="1" lang="en-US" altLang="ko-KR" sz="7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/ 10 &gt;</a:t>
            </a:r>
            <a:endParaRPr kumimoji="1" lang="ko-KR" altLang="en-US" sz="7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428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4640F274-43DF-77DE-9768-697165B17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15" y="136416"/>
            <a:ext cx="2468923" cy="2837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3323" tIns="3323" rIns="3323" bIns="3323" anchor="b" anchorCtr="0">
            <a:spAutoFit/>
          </a:bodyPr>
          <a:lstStyle/>
          <a:p>
            <a:r>
              <a:rPr lang="en-US" altLang="ko-KR" sz="1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3. </a:t>
            </a:r>
            <a:r>
              <a:rPr lang="ko-KR" altLang="en-US" sz="1800" b="1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저전압</a:t>
            </a:r>
            <a:r>
              <a:rPr lang="ko-KR" altLang="en-US" sz="1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현황 및 개선방안</a:t>
            </a:r>
          </a:p>
        </p:txBody>
      </p:sp>
      <p:cxnSp>
        <p:nvCxnSpPr>
          <p:cNvPr id="8" name="직선 연결선 125">
            <a:extLst>
              <a:ext uri="{FF2B5EF4-FFF2-40B4-BE49-F238E27FC236}">
                <a16:creationId xmlns:a16="http://schemas.microsoft.com/office/drawing/2014/main" id="{29FE9A54-6D21-70A4-7DA1-2C28BB4D4921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그림 49">
            <a:extLst>
              <a:ext uri="{FF2B5EF4-FFF2-40B4-BE49-F238E27FC236}">
                <a16:creationId xmlns:a16="http://schemas.microsoft.com/office/drawing/2014/main" id="{51E34B96-F940-4588-A45B-C3F8A3FFB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148" y="2548626"/>
            <a:ext cx="3997178" cy="2697504"/>
          </a:xfrm>
          <a:prstGeom prst="rect">
            <a:avLst/>
          </a:prstGeom>
        </p:spPr>
      </p:pic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8A5DE8C8-1210-4A18-9EEC-71CB40F13A7A}"/>
              </a:ext>
            </a:extLst>
          </p:cNvPr>
          <p:cNvCxnSpPr/>
          <p:nvPr/>
        </p:nvCxnSpPr>
        <p:spPr>
          <a:xfrm>
            <a:off x="4577929" y="1889107"/>
            <a:ext cx="0" cy="4665385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27818351-9EAC-4E5F-AF75-FBE20503CA88}"/>
              </a:ext>
            </a:extLst>
          </p:cNvPr>
          <p:cNvSpPr txBox="1"/>
          <p:nvPr/>
        </p:nvSpPr>
        <p:spPr>
          <a:xfrm>
            <a:off x="141515" y="631162"/>
            <a:ext cx="90024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1400" b="1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 2" pitchFamily="18" charset="2"/>
              </a:rPr>
              <a:t>셀 내부 저항 변동에 따른 </a:t>
            </a:r>
            <a:r>
              <a:rPr kumimoji="1" lang="en-US" altLang="ko-KR" sz="1400" b="1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 2" pitchFamily="18" charset="2"/>
              </a:rPr>
              <a:t>ΔOCV </a:t>
            </a:r>
            <a:r>
              <a:rPr kumimoji="1" lang="ko-KR" altLang="en-US" sz="1400" b="1" spc="-2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 2" pitchFamily="18" charset="2"/>
              </a:rPr>
              <a:t>중심치</a:t>
            </a:r>
            <a:r>
              <a:rPr kumimoji="1" lang="ko-KR" altLang="en-US" sz="1400" b="1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 2" pitchFamily="18" charset="2"/>
              </a:rPr>
              <a:t> 변동을 개선하기 위해 원재료</a:t>
            </a:r>
            <a:r>
              <a:rPr kumimoji="1" lang="en-US" altLang="ko-KR" sz="1400" b="1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 2" pitchFamily="18" charset="2"/>
              </a:rPr>
              <a:t>~</a:t>
            </a:r>
            <a:r>
              <a:rPr kumimoji="1" lang="ko-KR" altLang="en-US" sz="1400" b="1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 2" pitchFamily="18" charset="2"/>
              </a:rPr>
              <a:t>공정 특이사항을 분석 진행 중이며</a:t>
            </a:r>
            <a:r>
              <a:rPr kumimoji="1" lang="en-US" altLang="ko-KR" sz="1400" b="1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 2" pitchFamily="18" charset="2"/>
              </a:rPr>
              <a:t>,</a:t>
            </a:r>
          </a:p>
          <a:p>
            <a:r>
              <a:rPr kumimoji="1" lang="ko-KR" altLang="en-US" sz="1400" b="1" spc="-2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 2" pitchFamily="18" charset="2"/>
              </a:rPr>
              <a:t>금속이물에</a:t>
            </a:r>
            <a:r>
              <a:rPr kumimoji="1" lang="ko-KR" altLang="en-US" sz="1400" b="1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 2" pitchFamily="18" charset="2"/>
              </a:rPr>
              <a:t> 의한 저전압 불량 개선을 위해 </a:t>
            </a:r>
            <a:r>
              <a:rPr kumimoji="1" lang="ko-KR" altLang="en-US" sz="1400" b="1" spc="-2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 2" pitchFamily="18" charset="2"/>
              </a:rPr>
              <a:t>공정이물</a:t>
            </a:r>
            <a:r>
              <a:rPr kumimoji="1" lang="en-US" altLang="ko-KR" sz="1400" b="1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 2" pitchFamily="18" charset="2"/>
              </a:rPr>
              <a:t>/</a:t>
            </a:r>
            <a:r>
              <a:rPr kumimoji="1" lang="ko-KR" altLang="en-US" sz="1400" b="1" spc="-2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 2" pitchFamily="18" charset="2"/>
              </a:rPr>
              <a:t>환경이물</a:t>
            </a:r>
            <a:r>
              <a:rPr kumimoji="1" lang="ko-KR" altLang="en-US" sz="1400" b="1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 2" pitchFamily="18" charset="2"/>
              </a:rPr>
              <a:t> 총 </a:t>
            </a:r>
            <a:r>
              <a:rPr kumimoji="1" lang="en-US" altLang="ko-KR" sz="1400" b="1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 2" pitchFamily="18" charset="2"/>
              </a:rPr>
              <a:t>11</a:t>
            </a:r>
            <a:r>
              <a:rPr kumimoji="1" lang="ko-KR" altLang="en-US" sz="1400" b="1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 2" pitchFamily="18" charset="2"/>
              </a:rPr>
              <a:t>개 분과에 대해 임시</a:t>
            </a:r>
            <a:r>
              <a:rPr kumimoji="1" lang="en-US" altLang="ko-KR" sz="1400" b="1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 2" pitchFamily="18" charset="2"/>
              </a:rPr>
              <a:t>/</a:t>
            </a:r>
            <a:r>
              <a:rPr kumimoji="1" lang="ko-KR" altLang="en-US" sz="1400" b="1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 2" pitchFamily="18" charset="2"/>
              </a:rPr>
              <a:t>영구 대책 수립하여 개선 진행중입니다</a:t>
            </a:r>
            <a:r>
              <a:rPr kumimoji="1" lang="en-US" altLang="ko-KR" sz="1400" b="1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 2" pitchFamily="18" charset="2"/>
              </a:rPr>
              <a:t>.</a:t>
            </a:r>
            <a:endParaRPr lang="ko-KR" altLang="en-US" sz="14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8" name="제목 2">
            <a:extLst>
              <a:ext uri="{FF2B5EF4-FFF2-40B4-BE49-F238E27FC236}">
                <a16:creationId xmlns:a16="http://schemas.microsoft.com/office/drawing/2014/main" id="{84F6C964-4B98-4403-BE37-7C7080996FCA}"/>
              </a:ext>
            </a:extLst>
          </p:cNvPr>
          <p:cNvSpPr txBox="1">
            <a:spLocks/>
          </p:cNvSpPr>
          <p:nvPr/>
        </p:nvSpPr>
        <p:spPr>
          <a:xfrm>
            <a:off x="71165" y="1889107"/>
            <a:ext cx="4500827" cy="261610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eaLnBrk="0" fontAlgn="base" hangingPunct="0">
              <a:lnSpc>
                <a:spcPct val="100000"/>
              </a:lnSpc>
            </a:pPr>
            <a:r>
              <a:rPr lang="ko-KR" altLang="en-US" sz="11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■ </a:t>
            </a:r>
            <a:r>
              <a:rPr lang="en-US" altLang="ko-KR" sz="11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ΔOCV</a:t>
            </a:r>
            <a:r>
              <a:rPr lang="ko-KR" altLang="en-US" sz="11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1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Trend</a:t>
            </a: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AAC6F11B-D445-4D5B-A5B7-39D8ACAED430}"/>
              </a:ext>
            </a:extLst>
          </p:cNvPr>
          <p:cNvCxnSpPr>
            <a:cxnSpLocks/>
          </p:cNvCxnSpPr>
          <p:nvPr/>
        </p:nvCxnSpPr>
        <p:spPr>
          <a:xfrm>
            <a:off x="225560" y="1716916"/>
            <a:ext cx="42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1E3855DB-FE41-49C9-8F5D-2E93937E78FB}"/>
              </a:ext>
            </a:extLst>
          </p:cNvPr>
          <p:cNvSpPr txBox="1"/>
          <p:nvPr/>
        </p:nvSpPr>
        <p:spPr>
          <a:xfrm>
            <a:off x="219652" y="1465077"/>
            <a:ext cx="4245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2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저전압 현황</a:t>
            </a:r>
            <a:endParaRPr lang="en-US" altLang="ko-KR" sz="12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EEE5A8E6-03E4-4B03-82CA-251C94FFC0A1}"/>
              </a:ext>
            </a:extLst>
          </p:cNvPr>
          <p:cNvCxnSpPr>
            <a:cxnSpLocks/>
          </p:cNvCxnSpPr>
          <p:nvPr/>
        </p:nvCxnSpPr>
        <p:spPr>
          <a:xfrm>
            <a:off x="4681018" y="1716913"/>
            <a:ext cx="42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CB8D592F-B0C2-4A16-B866-6839509C636D}"/>
              </a:ext>
            </a:extLst>
          </p:cNvPr>
          <p:cNvSpPr txBox="1"/>
          <p:nvPr/>
        </p:nvSpPr>
        <p:spPr>
          <a:xfrm>
            <a:off x="4675110" y="1465074"/>
            <a:ext cx="4245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lnSpc>
                <a:spcPct val="100000"/>
              </a:lnSpc>
            </a:pPr>
            <a:r>
              <a:rPr lang="ko-KR" altLang="en-US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개선 현황</a:t>
            </a:r>
            <a:endParaRPr lang="en-US" altLang="ko-KR" sz="1200" b="1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F1512FD-E230-41D6-99B0-45471F06AF19}"/>
              </a:ext>
            </a:extLst>
          </p:cNvPr>
          <p:cNvSpPr txBox="1"/>
          <p:nvPr/>
        </p:nvSpPr>
        <p:spPr>
          <a:xfrm>
            <a:off x="257937" y="2122852"/>
            <a:ext cx="43140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000" b="1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 2" pitchFamily="18" charset="2"/>
              </a:rPr>
              <a:t> - FC21 Lot </a:t>
            </a:r>
            <a:r>
              <a:rPr kumimoji="1" lang="ko-KR" altLang="en-US" sz="1000" b="1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 2" pitchFamily="18" charset="2"/>
              </a:rPr>
              <a:t>이후 </a:t>
            </a:r>
            <a:r>
              <a:rPr kumimoji="1" lang="en-US" altLang="ko-KR" sz="1000" b="1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 2" pitchFamily="18" charset="2"/>
              </a:rPr>
              <a:t>E</a:t>
            </a:r>
            <a:r>
              <a:rPr kumimoji="1" lang="ko-KR" altLang="en-US" sz="1000" b="1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 2" pitchFamily="18" charset="2"/>
              </a:rPr>
              <a:t>등급 불량 감소하였으나</a:t>
            </a:r>
            <a:r>
              <a:rPr kumimoji="1" lang="en-US" altLang="ko-KR" sz="1000" b="1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 2" pitchFamily="18" charset="2"/>
              </a:rPr>
              <a:t>, </a:t>
            </a:r>
            <a:r>
              <a:rPr kumimoji="1" lang="ko-KR" altLang="en-US" sz="1000" b="1" spc="-2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 2" pitchFamily="18" charset="2"/>
              </a:rPr>
              <a:t>랏</a:t>
            </a:r>
            <a:r>
              <a:rPr kumimoji="1" lang="ko-KR" altLang="en-US" sz="1000" b="1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 2" pitchFamily="18" charset="2"/>
              </a:rPr>
              <a:t> 별 불량률 상승으로 </a:t>
            </a:r>
            <a:r>
              <a:rPr kumimoji="1" lang="en-US" altLang="ko-KR" sz="1000" b="1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 2" pitchFamily="18" charset="2"/>
              </a:rPr>
              <a:t>NCR </a:t>
            </a:r>
            <a:r>
              <a:rPr kumimoji="1" lang="ko-KR" altLang="en-US" sz="1000" b="1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 2" pitchFamily="18" charset="2"/>
              </a:rPr>
              <a:t>발생함</a:t>
            </a:r>
            <a:r>
              <a:rPr kumimoji="1" lang="en-US" altLang="ko-KR" sz="1000" b="1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 2" pitchFamily="18" charset="2"/>
              </a:rPr>
              <a:t>.</a:t>
            </a:r>
          </a:p>
          <a:p>
            <a:r>
              <a:rPr kumimoji="1" lang="en-US" altLang="ko-KR" sz="1000" b="1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 2" pitchFamily="18" charset="2"/>
              </a:rPr>
              <a:t> - FC23</a:t>
            </a:r>
            <a:r>
              <a:rPr kumimoji="1" lang="ko-KR" altLang="en-US" sz="1000" b="1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 2" pitchFamily="18" charset="2"/>
              </a:rPr>
              <a:t> </a:t>
            </a:r>
            <a:r>
              <a:rPr kumimoji="1" lang="en-US" altLang="ko-KR" sz="1000" b="1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 2" pitchFamily="18" charset="2"/>
              </a:rPr>
              <a:t>Lot </a:t>
            </a:r>
            <a:r>
              <a:rPr kumimoji="1" lang="ko-KR" altLang="en-US" sz="1000" b="1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 2" pitchFamily="18" charset="2"/>
              </a:rPr>
              <a:t>이후 </a:t>
            </a:r>
            <a:r>
              <a:rPr kumimoji="1" lang="en-US" altLang="ko-KR" sz="1000" b="1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 2" pitchFamily="18" charset="2"/>
              </a:rPr>
              <a:t>ΔOCV </a:t>
            </a:r>
            <a:r>
              <a:rPr kumimoji="1" lang="ko-KR" altLang="en-US" sz="1000" b="1" spc="-2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 2" pitchFamily="18" charset="2"/>
              </a:rPr>
              <a:t>중심치</a:t>
            </a:r>
            <a:r>
              <a:rPr kumimoji="1" lang="ko-KR" altLang="en-US" sz="1000" b="1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 2" pitchFamily="18" charset="2"/>
              </a:rPr>
              <a:t> </a:t>
            </a:r>
            <a:r>
              <a:rPr kumimoji="1" lang="en-US" altLang="ko-KR" sz="1000" b="1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 2" pitchFamily="18" charset="2"/>
              </a:rPr>
              <a:t>1.1~1.25 </a:t>
            </a:r>
            <a:r>
              <a:rPr kumimoji="1" lang="ko-KR" altLang="en-US" sz="1000" b="1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 2" pitchFamily="18" charset="2"/>
              </a:rPr>
              <a:t>수준 유지 중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8587C06-28A8-4CA8-BDDC-1F06530E4D9F}"/>
              </a:ext>
            </a:extLst>
          </p:cNvPr>
          <p:cNvSpPr txBox="1"/>
          <p:nvPr/>
        </p:nvSpPr>
        <p:spPr>
          <a:xfrm>
            <a:off x="4643168" y="1889107"/>
            <a:ext cx="4330845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/>
            <a:r>
              <a:rPr lang="ko-KR" altLang="en-US" sz="11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■ 셀 내부저항 변동에 따른 </a:t>
            </a:r>
            <a:r>
              <a:rPr lang="en-US" altLang="ko-KR" sz="11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ΔOCV </a:t>
            </a:r>
            <a:r>
              <a:rPr lang="ko-KR" altLang="en-US" sz="1100" b="1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중심치</a:t>
            </a:r>
            <a:r>
              <a:rPr lang="ko-KR" altLang="en-US" sz="11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 증가</a:t>
            </a:r>
            <a:endParaRPr lang="en-US" altLang="ko-KR" sz="1100" b="1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j-cs"/>
            </a:endParaRPr>
          </a:p>
          <a:p>
            <a:pPr algn="l" fontAlgn="ctr"/>
            <a:r>
              <a:rPr kumimoji="1" lang="en-US" altLang="ko-KR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- </a:t>
            </a:r>
            <a:r>
              <a:rPr kumimoji="1" lang="ko-KR" altLang="en-US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현상 </a:t>
            </a:r>
            <a:r>
              <a:rPr kumimoji="1" lang="en-US" altLang="ko-KR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: ΔOCV </a:t>
            </a:r>
            <a:r>
              <a:rPr kumimoji="1" lang="ko-KR" altLang="en-US" sz="1000" spc="-2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중심치</a:t>
            </a:r>
            <a:r>
              <a:rPr kumimoji="1" lang="ko-KR" altLang="en-US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상승에 의한 저전압 불량 증가</a:t>
            </a:r>
            <a:endParaRPr kumimoji="1" lang="en-US" altLang="ko-KR" sz="1000" spc="-2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algn="l" fontAlgn="ctr"/>
            <a:r>
              <a:rPr kumimoji="1" lang="en-US" altLang="ko-KR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- </a:t>
            </a:r>
            <a:r>
              <a:rPr kumimoji="1" lang="ko-KR" altLang="en-US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원인 </a:t>
            </a:r>
            <a:r>
              <a:rPr kumimoji="1" lang="en-US" altLang="ko-KR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: </a:t>
            </a:r>
            <a:r>
              <a:rPr kumimoji="1" lang="ko-KR" altLang="en-US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셀 내부저항</a:t>
            </a:r>
            <a:r>
              <a:rPr kumimoji="1" lang="en-US" altLang="ko-KR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(DCIR) </a:t>
            </a:r>
            <a:r>
              <a:rPr kumimoji="1" lang="ko-KR" altLang="en-US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증가에 따른 </a:t>
            </a:r>
            <a:r>
              <a:rPr kumimoji="1" lang="en-US" altLang="ko-KR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ΔOCV </a:t>
            </a:r>
            <a:r>
              <a:rPr kumimoji="1" lang="ko-KR" altLang="en-US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상승</a:t>
            </a:r>
            <a:br>
              <a:rPr kumimoji="1" lang="en-US" altLang="ko-KR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</a:br>
            <a:r>
              <a:rPr kumimoji="1" lang="en-US" altLang="ko-KR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- </a:t>
            </a:r>
            <a:r>
              <a:rPr kumimoji="1" lang="ko-KR" altLang="en-US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분석 </a:t>
            </a:r>
            <a:r>
              <a:rPr kumimoji="1" lang="en-US" altLang="ko-KR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: ① ESOT </a:t>
            </a:r>
            <a:r>
              <a:rPr kumimoji="1" lang="ko-KR" altLang="en-US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입고 </a:t>
            </a:r>
            <a:r>
              <a:rPr kumimoji="1" lang="ko-KR" altLang="en-US" sz="1000" spc="-2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양극재</a:t>
            </a:r>
            <a:r>
              <a:rPr kumimoji="1" lang="ko-KR" altLang="en-US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입도 사이즈 분포 차이 확인</a:t>
            </a:r>
            <a:r>
              <a:rPr kumimoji="1" lang="en-US" altLang="ko-KR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.</a:t>
            </a:r>
            <a:br>
              <a:rPr kumimoji="1" lang="en-US" altLang="ko-KR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</a:br>
            <a:r>
              <a:rPr kumimoji="1" lang="en-US" altLang="ko-KR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                (ESNB </a:t>
            </a:r>
            <a:r>
              <a:rPr kumimoji="1" lang="ko-KR" altLang="en-US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법인 동일 이슈로 </a:t>
            </a:r>
            <a:r>
              <a:rPr kumimoji="1" lang="ko-KR" altLang="en-US" sz="1000" spc="-2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활물질</a:t>
            </a:r>
            <a:r>
              <a:rPr kumimoji="1" lang="ko-KR" altLang="en-US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구분 투입을 통한 개선</a:t>
            </a:r>
            <a:r>
              <a:rPr kumimoji="1" lang="en-US" altLang="ko-KR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)</a:t>
            </a:r>
            <a:br>
              <a:rPr kumimoji="1" lang="en-US" altLang="ko-KR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</a:br>
            <a:r>
              <a:rPr kumimoji="1" lang="en-US" altLang="ko-KR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           ② </a:t>
            </a:r>
            <a:r>
              <a:rPr kumimoji="1" lang="ko-KR" altLang="en-US" sz="1000" spc="-2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활물질</a:t>
            </a:r>
            <a:r>
              <a:rPr kumimoji="1" lang="ko-KR" altLang="en-US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제조라인 특정호기 투입 시</a:t>
            </a:r>
            <a:r>
              <a:rPr kumimoji="1" lang="en-US" altLang="ko-KR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ko-KR" altLang="en-US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저전압 감소경향 확인</a:t>
            </a:r>
            <a:r>
              <a:rPr kumimoji="1" lang="en-US" altLang="ko-KR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. </a:t>
            </a:r>
          </a:p>
        </p:txBody>
      </p:sp>
      <p:graphicFrame>
        <p:nvGraphicFramePr>
          <p:cNvPr id="79" name="차트 78">
            <a:extLst>
              <a:ext uri="{FF2B5EF4-FFF2-40B4-BE49-F238E27FC236}">
                <a16:creationId xmlns:a16="http://schemas.microsoft.com/office/drawing/2014/main" id="{3DB2A96E-1A13-4D4E-AB6B-24D5E4551C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8739084"/>
              </p:ext>
            </p:extLst>
          </p:nvPr>
        </p:nvGraphicFramePr>
        <p:xfrm>
          <a:off x="7489279" y="3096714"/>
          <a:ext cx="1336012" cy="910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0" name="Rectangle 2">
            <a:extLst>
              <a:ext uri="{FF2B5EF4-FFF2-40B4-BE49-F238E27FC236}">
                <a16:creationId xmlns:a16="http://schemas.microsoft.com/office/drawing/2014/main" id="{72C323C8-F7EE-476F-82DB-ACFE071BE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1389" y="2931526"/>
            <a:ext cx="1203112" cy="123111"/>
          </a:xfrm>
          <a:prstGeom prst="rect">
            <a:avLst/>
          </a:prstGeom>
          <a:solidFill>
            <a:schemeClr val="bg1">
              <a:alpha val="57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0" tIns="0" rIns="0" bIns="0" anchor="t">
            <a:spAutoFit/>
          </a:bodyPr>
          <a:lstStyle/>
          <a:p>
            <a:pPr algn="ctr" defTabSz="9144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ko-KR" altLang="en-US" sz="800" b="1" u="sng" dirty="0" err="1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활물질</a:t>
            </a:r>
            <a:r>
              <a:rPr kumimoji="1" lang="ko-KR" altLang="en-US" sz="800" b="1" u="sng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제조라인 별 </a:t>
            </a:r>
            <a:r>
              <a:rPr kumimoji="1" lang="en-US" altLang="ko-KR" sz="800" b="1" u="sng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ΔOCV</a:t>
            </a:r>
            <a:endParaRPr kumimoji="1" lang="ko-KR" altLang="en-US" sz="800" b="1" u="sng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1E29567-1576-484B-9BA5-247FE96BC77F}"/>
              </a:ext>
            </a:extLst>
          </p:cNvPr>
          <p:cNvGrpSpPr/>
          <p:nvPr/>
        </p:nvGrpSpPr>
        <p:grpSpPr>
          <a:xfrm>
            <a:off x="5133068" y="2906559"/>
            <a:ext cx="2428321" cy="1085984"/>
            <a:chOff x="5133068" y="3145973"/>
            <a:chExt cx="2428321" cy="1085984"/>
          </a:xfrm>
        </p:grpSpPr>
        <p:graphicFrame>
          <p:nvGraphicFramePr>
            <p:cNvPr id="75" name="차트 74">
              <a:extLst>
                <a:ext uri="{FF2B5EF4-FFF2-40B4-BE49-F238E27FC236}">
                  <a16:creationId xmlns:a16="http://schemas.microsoft.com/office/drawing/2014/main" id="{1FE92BD1-5343-4472-9ADD-B86E76988C1E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133068" y="3148070"/>
            <a:ext cx="1041389" cy="108388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graphicFrame>
          <p:nvGraphicFramePr>
            <p:cNvPr id="76" name="차트 75">
              <a:extLst>
                <a:ext uri="{FF2B5EF4-FFF2-40B4-BE49-F238E27FC236}">
                  <a16:creationId xmlns:a16="http://schemas.microsoft.com/office/drawing/2014/main" id="{4220857F-2FA5-43AB-B1CC-A6D69C889FBD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894819" y="3145973"/>
            <a:ext cx="1041389" cy="108388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77" name="Rectangle 2">
              <a:extLst>
                <a:ext uri="{FF2B5EF4-FFF2-40B4-BE49-F238E27FC236}">
                  <a16:creationId xmlns:a16="http://schemas.microsoft.com/office/drawing/2014/main" id="{E331D3B2-9D45-4C23-A469-E3C613BF3D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0427" y="3170940"/>
              <a:ext cx="705657" cy="123111"/>
            </a:xfrm>
            <a:prstGeom prst="rect">
              <a:avLst/>
            </a:prstGeom>
            <a:solidFill>
              <a:schemeClr val="bg1">
                <a:alpha val="57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>
              <a:spAutoFit/>
            </a:bodyPr>
            <a:lstStyle/>
            <a:p>
              <a:pPr algn="ctr" defTabSz="914400"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ko-KR" altLang="en-US" sz="800" b="1" u="sng" dirty="0"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인도네시아 産</a:t>
              </a:r>
            </a:p>
          </p:txBody>
        </p:sp>
        <p:sp>
          <p:nvSpPr>
            <p:cNvPr id="78" name="Rectangle 2">
              <a:extLst>
                <a:ext uri="{FF2B5EF4-FFF2-40B4-BE49-F238E27FC236}">
                  <a16:creationId xmlns:a16="http://schemas.microsoft.com/office/drawing/2014/main" id="{396A98A7-8D2F-4552-8022-3CAFBC787F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2684" y="3170940"/>
              <a:ext cx="705657" cy="123111"/>
            </a:xfrm>
            <a:prstGeom prst="rect">
              <a:avLst/>
            </a:prstGeom>
            <a:solidFill>
              <a:schemeClr val="bg1">
                <a:alpha val="57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>
              <a:spAutoFit/>
            </a:bodyPr>
            <a:lstStyle/>
            <a:p>
              <a:pPr algn="ctr" defTabSz="914400"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ko-KR" altLang="en-US" sz="800" b="1" u="sng" dirty="0" err="1"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상주리원</a:t>
              </a:r>
              <a:r>
                <a:rPr kumimoji="1" lang="ko-KR" altLang="en-US" sz="800" b="1" u="sng" dirty="0"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 産</a:t>
              </a:r>
            </a:p>
          </p:txBody>
        </p:sp>
        <p:sp>
          <p:nvSpPr>
            <p:cNvPr id="81" name="Rectangle 2">
              <a:extLst>
                <a:ext uri="{FF2B5EF4-FFF2-40B4-BE49-F238E27FC236}">
                  <a16:creationId xmlns:a16="http://schemas.microsoft.com/office/drawing/2014/main" id="{958A3ACE-6B89-4D0D-A4E6-E1BC0928B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5247" y="3460985"/>
              <a:ext cx="976142" cy="230832"/>
            </a:xfrm>
            <a:prstGeom prst="rect">
              <a:avLst/>
            </a:prstGeom>
            <a:solidFill>
              <a:schemeClr val="bg1">
                <a:alpha val="57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>
              <a:spAutoFit/>
            </a:bodyPr>
            <a:lstStyle/>
            <a:p>
              <a:pPr defTabSz="914400" fontAlgn="base">
                <a:spcAft>
                  <a:spcPct val="0"/>
                </a:spcAft>
                <a:defRPr/>
              </a:pPr>
              <a:r>
                <a:rPr kumimoji="1" lang="en-US" altLang="ko-KR" sz="500" b="1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① </a:t>
              </a:r>
              <a:r>
                <a:rPr kumimoji="1" lang="ko-KR" altLang="en-US" sz="500" b="1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유형 </a:t>
              </a:r>
              <a:r>
                <a:rPr kumimoji="1" lang="en-US" altLang="ko-KR" sz="500" b="1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1 (</a:t>
              </a:r>
              <a:r>
                <a:rPr kumimoji="1" lang="ko-KR" altLang="en-US" sz="500" b="1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인니 유사</a:t>
              </a:r>
              <a:r>
                <a:rPr kumimoji="1" lang="en-US" altLang="ko-KR" sz="500" b="1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)</a:t>
              </a:r>
            </a:p>
            <a:p>
              <a:pPr defTabSz="914400" fontAlgn="base">
                <a:spcAft>
                  <a:spcPct val="0"/>
                </a:spcAft>
                <a:defRPr/>
              </a:pPr>
              <a:r>
                <a:rPr kumimoji="1" lang="en-US" altLang="ko-KR" sz="500" b="1" dirty="0">
                  <a:solidFill>
                    <a:srgbClr val="0000CC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② </a:t>
              </a:r>
              <a:r>
                <a:rPr kumimoji="1" lang="ko-KR" altLang="en-US" sz="500" b="1" dirty="0">
                  <a:solidFill>
                    <a:srgbClr val="0000CC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유형 </a:t>
              </a:r>
              <a:r>
                <a:rPr kumimoji="1" lang="en-US" altLang="ko-KR" sz="500" b="1" dirty="0">
                  <a:solidFill>
                    <a:srgbClr val="0000CC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2 (</a:t>
              </a:r>
              <a:r>
                <a:rPr kumimoji="1" lang="ko-KR" altLang="en-US" sz="500" b="1" dirty="0">
                  <a:solidFill>
                    <a:srgbClr val="0000CC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미분 </a:t>
              </a:r>
              <a:r>
                <a:rPr kumimoji="1" lang="en-US" altLang="ko-KR" sz="500" b="1" dirty="0">
                  <a:solidFill>
                    <a:srgbClr val="0000CC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peak </a:t>
              </a:r>
              <a:r>
                <a:rPr kumimoji="1" lang="ko-KR" altLang="en-US" sz="500" b="1" dirty="0">
                  <a:solidFill>
                    <a:srgbClr val="0000CC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높음</a:t>
              </a:r>
              <a:r>
                <a:rPr kumimoji="1" lang="en-US" altLang="ko-KR" sz="500" b="1" dirty="0">
                  <a:solidFill>
                    <a:srgbClr val="0000CC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)</a:t>
              </a:r>
            </a:p>
            <a:p>
              <a:pPr defTabSz="914400" fontAlgn="base">
                <a:spcAft>
                  <a:spcPct val="0"/>
                </a:spcAft>
                <a:defRPr/>
              </a:pPr>
              <a:r>
                <a:rPr kumimoji="1" lang="en-US" altLang="ko-KR" sz="500" b="1" dirty="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③ </a:t>
              </a:r>
              <a:r>
                <a:rPr kumimoji="1" lang="ko-KR" altLang="en-US" sz="500" b="1" dirty="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유형 </a:t>
              </a:r>
              <a:r>
                <a:rPr kumimoji="1" lang="en-US" altLang="ko-KR" sz="500" b="1" dirty="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3 (</a:t>
              </a:r>
              <a:r>
                <a:rPr kumimoji="1" lang="ko-KR" altLang="en-US" sz="500" b="1" dirty="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미분 </a:t>
              </a:r>
              <a:r>
                <a:rPr kumimoji="1" lang="en-US" altLang="ko-KR" sz="500" b="1" dirty="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peak </a:t>
              </a:r>
              <a:r>
                <a:rPr kumimoji="1" lang="ko-KR" altLang="en-US" sz="500" b="1" dirty="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낮음</a:t>
              </a:r>
              <a:r>
                <a:rPr kumimoji="1" lang="en-US" altLang="ko-KR" sz="500" b="1" dirty="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)</a:t>
              </a:r>
              <a:endParaRPr kumimoji="1" lang="ko-KR" altLang="en-US" sz="500" b="1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E343815B-7157-42A0-A4A3-6AAC3D5DB2F7}"/>
              </a:ext>
            </a:extLst>
          </p:cNvPr>
          <p:cNvSpPr txBox="1"/>
          <p:nvPr/>
        </p:nvSpPr>
        <p:spPr>
          <a:xfrm>
            <a:off x="4759934" y="4884492"/>
            <a:ext cx="3328989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/>
            <a:r>
              <a:rPr lang="ko-KR" altLang="en-US" sz="11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■</a:t>
            </a:r>
            <a:r>
              <a:rPr lang="en-US" altLang="ko-KR" sz="11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 </a:t>
            </a:r>
            <a:r>
              <a:rPr lang="ko-KR" altLang="en-US" sz="11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금속 이물 유입에 의한 저전압 증가</a:t>
            </a:r>
            <a:endParaRPr lang="en-US" altLang="ko-KR" sz="1100" b="1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j-cs"/>
            </a:endParaRPr>
          </a:p>
          <a:p>
            <a:pPr algn="l" fontAlgn="ctr"/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-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현상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양극 </a:t>
            </a:r>
            <a:r>
              <a:rPr lang="ko-KR" altLang="en-US" sz="100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코팅층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내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Cu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이물에 의한 저전압</a:t>
            </a:r>
            <a:endParaRPr lang="en-US" altLang="ko-KR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l" fontAlgn="ctr"/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-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원인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공정 및 환경 설비를 통한 금속 이물 유입</a:t>
            </a:r>
            <a:endParaRPr lang="en-US" altLang="ko-KR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fontAlgn="ctr"/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-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개선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kumimoji="1" lang="ko-KR" altLang="en-US" sz="100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금속이물</a:t>
            </a:r>
            <a:r>
              <a:rPr kumimoji="1" lang="ko-KR" altLang="en-US" sz="10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유입가능 </a:t>
            </a:r>
            <a:r>
              <a:rPr kumimoji="1" lang="en-US" altLang="ko-KR" sz="10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11</a:t>
            </a:r>
            <a:r>
              <a:rPr kumimoji="1" lang="ko-KR" altLang="en-US" sz="10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개소 파악하여 개선활동 진행</a:t>
            </a:r>
            <a:endParaRPr lang="en-US" altLang="ko-KR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876AE2BD-88CA-46BD-9427-EA8E18E6F0E5}"/>
              </a:ext>
            </a:extLst>
          </p:cNvPr>
          <p:cNvSpPr/>
          <p:nvPr/>
        </p:nvSpPr>
        <p:spPr>
          <a:xfrm>
            <a:off x="5292049" y="5686432"/>
            <a:ext cx="144264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7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공정 이물 개선 주요사례</a:t>
            </a:r>
            <a:endParaRPr lang="ko-KR" altLang="en-US" sz="700" b="1" u="sng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B7170BC5-E55B-49F7-A418-3836AB48C7CE}"/>
              </a:ext>
            </a:extLst>
          </p:cNvPr>
          <p:cNvSpPr/>
          <p:nvPr/>
        </p:nvSpPr>
        <p:spPr>
          <a:xfrm>
            <a:off x="6837740" y="5686432"/>
            <a:ext cx="144264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7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환경 이물 개선 주요사례</a:t>
            </a:r>
            <a:endParaRPr lang="ko-KR" altLang="en-US" sz="700" b="1" u="sng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86" name="그림 85">
            <a:extLst>
              <a:ext uri="{FF2B5EF4-FFF2-40B4-BE49-F238E27FC236}">
                <a16:creationId xmlns:a16="http://schemas.microsoft.com/office/drawing/2014/main" id="{196317D9-955C-4C76-923F-8E5E4248D10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974" b="4925"/>
          <a:stretch/>
        </p:blipFill>
        <p:spPr>
          <a:xfrm rot="5400000">
            <a:off x="5344320" y="5829495"/>
            <a:ext cx="614276" cy="720328"/>
          </a:xfrm>
          <a:prstGeom prst="rect">
            <a:avLst/>
          </a:prstGeom>
        </p:spPr>
      </p:pic>
      <p:sp>
        <p:nvSpPr>
          <p:cNvPr id="87" name="직사각형 86">
            <a:extLst>
              <a:ext uri="{FF2B5EF4-FFF2-40B4-BE49-F238E27FC236}">
                <a16:creationId xmlns:a16="http://schemas.microsoft.com/office/drawing/2014/main" id="{186EF321-D9EE-43C7-A765-21309F79B37B}"/>
              </a:ext>
            </a:extLst>
          </p:cNvPr>
          <p:cNvSpPr/>
          <p:nvPr/>
        </p:nvSpPr>
        <p:spPr>
          <a:xfrm>
            <a:off x="5296259" y="6519605"/>
            <a:ext cx="715803" cy="190183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600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웹게이지 베어링</a:t>
            </a:r>
            <a:r>
              <a:rPr lang="en-US" altLang="ko-KR" sz="600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</a:t>
            </a:r>
            <a:r>
              <a:rPr lang="ko-KR" altLang="en-US" sz="600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재질</a:t>
            </a:r>
            <a:r>
              <a:rPr lang="en-US" altLang="ko-KR" sz="600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600" u="sng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21FD9EB8-C5A7-4818-8B96-8F66C6DC4E29}"/>
              </a:ext>
            </a:extLst>
          </p:cNvPr>
          <p:cNvCxnSpPr>
            <a:cxnSpLocks/>
          </p:cNvCxnSpPr>
          <p:nvPr/>
        </p:nvCxnSpPr>
        <p:spPr>
          <a:xfrm>
            <a:off x="5747793" y="6008017"/>
            <a:ext cx="0" cy="165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86904A12-7FC0-4717-B6D4-9EF6F8B44DE1}"/>
              </a:ext>
            </a:extLst>
          </p:cNvPr>
          <p:cNvGrpSpPr/>
          <p:nvPr/>
        </p:nvGrpSpPr>
        <p:grpSpPr>
          <a:xfrm>
            <a:off x="6870003" y="5882516"/>
            <a:ext cx="720764" cy="663165"/>
            <a:chOff x="6473787" y="1432419"/>
            <a:chExt cx="2373335" cy="2316987"/>
          </a:xfrm>
        </p:grpSpPr>
        <p:pic>
          <p:nvPicPr>
            <p:cNvPr id="90" name="그림 89">
              <a:extLst>
                <a:ext uri="{FF2B5EF4-FFF2-40B4-BE49-F238E27FC236}">
                  <a16:creationId xmlns:a16="http://schemas.microsoft.com/office/drawing/2014/main" id="{8C6283FA-B2E9-4DA6-9C13-67502FF700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5717"/>
            <a:stretch/>
          </p:blipFill>
          <p:spPr>
            <a:xfrm>
              <a:off x="6473787" y="1432419"/>
              <a:ext cx="2373335" cy="2150654"/>
            </a:xfrm>
            <a:prstGeom prst="rect">
              <a:avLst/>
            </a:prstGeom>
          </p:spPr>
        </p:pic>
        <p:cxnSp>
          <p:nvCxnSpPr>
            <p:cNvPr id="91" name="직선 화살표 연결선 90">
              <a:extLst>
                <a:ext uri="{FF2B5EF4-FFF2-40B4-BE49-F238E27FC236}">
                  <a16:creationId xmlns:a16="http://schemas.microsoft.com/office/drawing/2014/main" id="{4CD7D0DF-25D4-4B81-A398-35C7B1AAADFA}"/>
                </a:ext>
              </a:extLst>
            </p:cNvPr>
            <p:cNvCxnSpPr/>
            <p:nvPr/>
          </p:nvCxnSpPr>
          <p:spPr>
            <a:xfrm flipH="1">
              <a:off x="7144161" y="2959618"/>
              <a:ext cx="1157802" cy="72362"/>
            </a:xfrm>
            <a:prstGeom prst="straightConnector1">
              <a:avLst/>
            </a:prstGeom>
            <a:noFill/>
            <a:ln>
              <a:solidFill>
                <a:srgbClr val="FF0000"/>
              </a:solidFill>
              <a:headEnd type="none" w="med" len="med"/>
              <a:tailEnd type="triangle" w="med" len="med"/>
            </a:ln>
            <a:effectLst>
              <a:glow rad="50800">
                <a:schemeClr val="accent4">
                  <a:lumMod val="20000"/>
                  <a:lumOff val="8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2" name="원호 91">
              <a:extLst>
                <a:ext uri="{FF2B5EF4-FFF2-40B4-BE49-F238E27FC236}">
                  <a16:creationId xmlns:a16="http://schemas.microsoft.com/office/drawing/2014/main" id="{6D2031D8-1A04-4DE3-A7E0-822056B5FEB8}"/>
                </a:ext>
              </a:extLst>
            </p:cNvPr>
            <p:cNvSpPr/>
            <p:nvPr/>
          </p:nvSpPr>
          <p:spPr>
            <a:xfrm>
              <a:off x="6602113" y="1456748"/>
              <a:ext cx="929172" cy="1374005"/>
            </a:xfrm>
            <a:prstGeom prst="arc">
              <a:avLst>
                <a:gd name="adj1" fmla="val 5400000"/>
                <a:gd name="adj2" fmla="val 10951569"/>
              </a:avLst>
            </a:prstGeom>
            <a:noFill/>
            <a:ln>
              <a:solidFill>
                <a:srgbClr val="0000FF"/>
              </a:solidFill>
              <a:headEnd type="none" w="med" len="med"/>
              <a:tailEnd type="triangle" w="med" len="med"/>
            </a:ln>
            <a:effectLst>
              <a:glow rad="50800">
                <a:schemeClr val="accent4">
                  <a:lumMod val="20000"/>
                  <a:lumOff val="8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2981DB6B-586B-43A4-9021-E72E06156207}"/>
                </a:ext>
              </a:extLst>
            </p:cNvPr>
            <p:cNvSpPr txBox="1"/>
            <p:nvPr/>
          </p:nvSpPr>
          <p:spPr>
            <a:xfrm>
              <a:off x="7231804" y="2996681"/>
              <a:ext cx="1157799" cy="752725"/>
            </a:xfrm>
            <a:prstGeom prst="rect">
              <a:avLst/>
            </a:prstGeom>
            <a:noFill/>
            <a:effectLst>
              <a:glow rad="25400">
                <a:schemeClr val="accent4">
                  <a:lumMod val="20000"/>
                  <a:lumOff val="8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400" dirty="0">
                  <a:effectLst>
                    <a:glow rad="101600">
                      <a:schemeClr val="accent6">
                        <a:lumMod val="20000"/>
                        <a:lumOff val="80000"/>
                      </a:schemeClr>
                    </a:glow>
                  </a:effectLst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Copper Pipe</a:t>
              </a:r>
              <a:endParaRPr lang="ko-KR" altLang="en-US" sz="400" dirty="0">
                <a:effectLst>
                  <a:glow rad="101600">
                    <a:schemeClr val="accent6">
                      <a:lumMod val="20000"/>
                      <a:lumOff val="80000"/>
                    </a:schemeClr>
                  </a:glow>
                </a:effectLst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64085B03-16C6-499B-A734-8C9A65725026}"/>
                </a:ext>
              </a:extLst>
            </p:cNvPr>
            <p:cNvSpPr txBox="1"/>
            <p:nvPr/>
          </p:nvSpPr>
          <p:spPr>
            <a:xfrm>
              <a:off x="6473787" y="2055097"/>
              <a:ext cx="1108305" cy="752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400" dirty="0">
                  <a:effectLst>
                    <a:glow rad="101600">
                      <a:schemeClr val="accent6">
                        <a:lumMod val="20000"/>
                        <a:lumOff val="80000"/>
                      </a:schemeClr>
                    </a:glow>
                  </a:effectLst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SUS</a:t>
              </a:r>
            </a:p>
            <a:p>
              <a:pPr algn="ctr"/>
              <a:r>
                <a:rPr lang="en-US" altLang="ko-KR" sz="400" dirty="0">
                  <a:effectLst>
                    <a:glow rad="101600">
                      <a:schemeClr val="accent6">
                        <a:lumMod val="20000"/>
                        <a:lumOff val="80000"/>
                      </a:schemeClr>
                    </a:glow>
                  </a:effectLst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Pipe</a:t>
              </a:r>
              <a:endParaRPr lang="ko-KR" altLang="en-US" sz="400" dirty="0">
                <a:effectLst>
                  <a:glow rad="101600">
                    <a:schemeClr val="accent6">
                      <a:lumMod val="20000"/>
                      <a:lumOff val="80000"/>
                    </a:schemeClr>
                  </a:glow>
                </a:effectLst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9BAD380A-2A9D-4D3F-A478-8519A5EFF464}"/>
                </a:ext>
              </a:extLst>
            </p:cNvPr>
            <p:cNvSpPr/>
            <p:nvPr/>
          </p:nvSpPr>
          <p:spPr>
            <a:xfrm>
              <a:off x="7344650" y="2602129"/>
              <a:ext cx="237440" cy="277377"/>
            </a:xfrm>
            <a:prstGeom prst="rect">
              <a:avLst/>
            </a:prstGeom>
            <a:noFill/>
            <a:ln w="6350">
              <a:solidFill>
                <a:srgbClr val="FF0000"/>
              </a:solidFill>
              <a:headEnd type="none" w="med" len="med"/>
              <a:tailEnd type="triangle" w="med" len="med"/>
            </a:ln>
            <a:effectLst>
              <a:glow>
                <a:schemeClr val="accent4">
                  <a:lumMod val="20000"/>
                  <a:lumOff val="8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C5BD143B-25D0-4A85-B085-C0D0691C818D}"/>
              </a:ext>
            </a:extLst>
          </p:cNvPr>
          <p:cNvSpPr/>
          <p:nvPr/>
        </p:nvSpPr>
        <p:spPr>
          <a:xfrm>
            <a:off x="6888542" y="6537044"/>
            <a:ext cx="715803" cy="184666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600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N2 </a:t>
            </a:r>
            <a:r>
              <a:rPr lang="ko-KR" altLang="en-US" sz="600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배관 </a:t>
            </a:r>
            <a:endParaRPr lang="en-US" altLang="ko-KR" sz="600" u="sng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/>
            <a:r>
              <a:rPr lang="en-US" altLang="ko-KR" sz="600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Cu</a:t>
            </a:r>
            <a:r>
              <a:rPr lang="ko-KR" altLang="en-US" sz="600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파이프 사용</a:t>
            </a:r>
            <a:endParaRPr lang="ko-KR" altLang="en-US" sz="600" u="sng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102" name="그림 101">
            <a:extLst>
              <a:ext uri="{FF2B5EF4-FFF2-40B4-BE49-F238E27FC236}">
                <a16:creationId xmlns:a16="http://schemas.microsoft.com/office/drawing/2014/main" id="{FA5A51A6-396F-43DC-BB78-973FC1FC960E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30201" t="41375" r="56936" b="36814"/>
          <a:stretch/>
        </p:blipFill>
        <p:spPr>
          <a:xfrm>
            <a:off x="6077047" y="5883799"/>
            <a:ext cx="727971" cy="614275"/>
          </a:xfrm>
          <a:prstGeom prst="rect">
            <a:avLst/>
          </a:prstGeom>
        </p:spPr>
      </p:pic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4A425840-2CBF-4B6D-8A7F-B01691C1626F}"/>
              </a:ext>
            </a:extLst>
          </p:cNvPr>
          <p:cNvSpPr/>
          <p:nvPr/>
        </p:nvSpPr>
        <p:spPr>
          <a:xfrm>
            <a:off x="6083751" y="6537045"/>
            <a:ext cx="717197" cy="92333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600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오븐 베어링 파손</a:t>
            </a:r>
            <a:endParaRPr lang="ko-KR" altLang="en-US" sz="600" u="sng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107" name="Picture 2">
            <a:extLst>
              <a:ext uri="{FF2B5EF4-FFF2-40B4-BE49-F238E27FC236}">
                <a16:creationId xmlns:a16="http://schemas.microsoft.com/office/drawing/2014/main" id="{EADE54D7-988A-4BA6-A9E3-F6680EDBC4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731" b="45101"/>
          <a:stretch/>
        </p:blipFill>
        <p:spPr bwMode="auto">
          <a:xfrm>
            <a:off x="7669331" y="5886052"/>
            <a:ext cx="720764" cy="612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9F649BE6-0C41-42C7-8053-BFC2B8274FC5}"/>
              </a:ext>
            </a:extLst>
          </p:cNvPr>
          <p:cNvSpPr/>
          <p:nvPr/>
        </p:nvSpPr>
        <p:spPr>
          <a:xfrm>
            <a:off x="7669331" y="6537045"/>
            <a:ext cx="715802" cy="184666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600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케이블 트레이</a:t>
            </a:r>
            <a:endParaRPr lang="en-US" altLang="ko-KR" sz="600" u="sng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/>
            <a:r>
              <a:rPr lang="en-US" altLang="ko-KR" sz="600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Cu </a:t>
            </a:r>
            <a:r>
              <a:rPr lang="ko-KR" altLang="en-US" sz="600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접지선</a:t>
            </a:r>
            <a:endParaRPr lang="ko-KR" altLang="en-US" sz="600" u="sng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3B4E9DD-427A-4E37-A9B2-59CA264942F6}"/>
              </a:ext>
            </a:extLst>
          </p:cNvPr>
          <p:cNvSpPr/>
          <p:nvPr/>
        </p:nvSpPr>
        <p:spPr>
          <a:xfrm>
            <a:off x="1582612" y="3604846"/>
            <a:ext cx="1682266" cy="730193"/>
          </a:xfrm>
          <a:prstGeom prst="rect">
            <a:avLst/>
          </a:prstGeom>
          <a:solidFill>
            <a:schemeClr val="accent2">
              <a:alpha val="19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63EC19C-D512-45D3-ADE2-8EA7026028C5}"/>
              </a:ext>
            </a:extLst>
          </p:cNvPr>
          <p:cNvSpPr txBox="1"/>
          <p:nvPr/>
        </p:nvSpPr>
        <p:spPr>
          <a:xfrm>
            <a:off x="1680583" y="3939555"/>
            <a:ext cx="14881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000" u="sng" spc="-28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중심치</a:t>
            </a:r>
            <a:r>
              <a:rPr kumimoji="1" lang="ko-KR" altLang="en-US" sz="1000" u="sng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상승 원인 분석 중</a:t>
            </a:r>
            <a:endParaRPr lang="en-US" altLang="ko-KR" sz="1000" u="sng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AF8161B-1C82-4BB2-B126-3CF2564D410A}"/>
              </a:ext>
            </a:extLst>
          </p:cNvPr>
          <p:cNvSpPr txBox="1"/>
          <p:nvPr/>
        </p:nvSpPr>
        <p:spPr>
          <a:xfrm>
            <a:off x="4643168" y="4001054"/>
            <a:ext cx="43308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/>
            <a:r>
              <a:rPr kumimoji="1" lang="en-US" altLang="ko-KR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- </a:t>
            </a:r>
            <a:r>
              <a:rPr kumimoji="1" lang="ko-KR" altLang="en-US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공정 기인 저항 변동 분석</a:t>
            </a:r>
            <a:endParaRPr kumimoji="1" lang="en-US" altLang="ko-KR" sz="1000" spc="-2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algn="l" fontAlgn="ctr"/>
            <a:r>
              <a:rPr kumimoji="1" lang="en-US" altLang="ko-KR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 ① </a:t>
            </a:r>
            <a:r>
              <a:rPr kumimoji="1" lang="ko-KR" altLang="en-US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전극 공정 </a:t>
            </a:r>
            <a:r>
              <a:rPr kumimoji="1" lang="en-US" altLang="ko-KR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11</a:t>
            </a:r>
            <a:r>
              <a:rPr kumimoji="1" lang="ko-KR" altLang="en-US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개 항목 분석 결과 유의 차 없음</a:t>
            </a:r>
            <a:endParaRPr kumimoji="1" lang="en-US" altLang="ko-KR" sz="1000" spc="-2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algn="l" fontAlgn="ctr"/>
            <a:r>
              <a:rPr kumimoji="1" lang="en-US" altLang="ko-KR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 ② </a:t>
            </a:r>
            <a:r>
              <a:rPr kumimoji="1" lang="ko-KR" altLang="en-US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셀 공정 </a:t>
            </a:r>
            <a:r>
              <a:rPr kumimoji="1" lang="en-US" altLang="ko-KR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13</a:t>
            </a:r>
            <a:r>
              <a:rPr kumimoji="1" lang="ko-KR" altLang="en-US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개 항목 분석 결과 일부 </a:t>
            </a:r>
            <a:r>
              <a:rPr kumimoji="1" lang="en-US" altLang="ko-KR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ΔOCV </a:t>
            </a:r>
            <a:r>
              <a:rPr kumimoji="1" lang="ko-KR" altLang="en-US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영향 인자 도출하여 개선안 적용함</a:t>
            </a:r>
            <a:br>
              <a:rPr kumimoji="1" lang="en-US" altLang="ko-KR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</a:br>
            <a:r>
              <a:rPr kumimoji="1" lang="en-US" altLang="ko-KR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     (</a:t>
            </a:r>
            <a:r>
              <a:rPr kumimoji="1" lang="ko-KR" altLang="en-US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고온 </a:t>
            </a:r>
            <a:r>
              <a:rPr kumimoji="1" lang="en-US" altLang="ko-KR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Aging 1</a:t>
            </a:r>
            <a:r>
              <a:rPr kumimoji="1" lang="ko-KR" altLang="en-US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층 사용중단</a:t>
            </a:r>
            <a:r>
              <a:rPr kumimoji="1" lang="en-US" altLang="ko-KR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, </a:t>
            </a:r>
            <a:r>
              <a:rPr kumimoji="1" lang="ko-KR" altLang="en-US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충방전실</a:t>
            </a:r>
            <a:r>
              <a:rPr kumimoji="1" lang="en-US" altLang="ko-KR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/</a:t>
            </a:r>
            <a:r>
              <a:rPr kumimoji="1" lang="ko-KR" altLang="en-US" sz="1000" spc="-2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에이징룸</a:t>
            </a:r>
            <a:r>
              <a:rPr kumimoji="1" lang="ko-KR" altLang="en-US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온도 상향 조정</a:t>
            </a:r>
            <a:r>
              <a:rPr kumimoji="1" lang="en-US" altLang="ko-KR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(1.5</a:t>
            </a:r>
            <a:r>
              <a:rPr kumimoji="1" lang="ko-KR" altLang="en-US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℃</a:t>
            </a:r>
            <a:r>
              <a:rPr kumimoji="1" lang="en-US" altLang="ko-KR" sz="1000" spc="-2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)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AE7A966-B9CB-40ED-16DE-3A01AFA79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11034"/>
            <a:ext cx="9144000" cy="14020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3323" tIns="3323" rIns="3323" bIns="3323" anchor="b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&lt; </a:t>
            </a:r>
            <a:r>
              <a:rPr kumimoji="1" lang="en-US" altLang="ko-KR" sz="8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6</a:t>
            </a:r>
            <a:r>
              <a:rPr kumimoji="1" lang="en-US" altLang="ko-KR" sz="7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/ 10 &gt;</a:t>
            </a:r>
            <a:endParaRPr kumimoji="1" lang="ko-KR" altLang="en-US" sz="7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696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25">
            <a:extLst>
              <a:ext uri="{FF2B5EF4-FFF2-40B4-BE49-F238E27FC236}">
                <a16:creationId xmlns:a16="http://schemas.microsoft.com/office/drawing/2014/main" id="{30028C94-E9D5-4395-EC5F-5936B9FCDBBF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A15C3EF-7E23-9672-6094-4E119BD04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15" y="106985"/>
            <a:ext cx="1394911" cy="31314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3323" tIns="3323" rIns="3323" bIns="3323" anchor="b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4. DX</a:t>
            </a:r>
            <a:r>
              <a:rPr kumimoji="1" lang="ko-KR" altLang="en-US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과제 현황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EE65650-8B05-0AAC-0259-755352D82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7427" y="141033"/>
            <a:ext cx="1755588" cy="27909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3323" tIns="3323" rIns="3323" bIns="3323" anchor="b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1) L&amp;S </a:t>
            </a:r>
            <a:r>
              <a:rPr kumimoji="1" lang="ko-KR" altLang="en-US" sz="16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개선 과제 선정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C314B47-3934-294E-FA90-409346B018BB}"/>
              </a:ext>
            </a:extLst>
          </p:cNvPr>
          <p:cNvSpPr/>
          <p:nvPr/>
        </p:nvSpPr>
        <p:spPr>
          <a:xfrm>
            <a:off x="6675454" y="870237"/>
            <a:ext cx="657368" cy="1192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defTabSz="457200" latinLnBrk="0">
              <a:lnSpc>
                <a:spcPct val="120000"/>
              </a:lnSpc>
              <a:defRPr/>
            </a:pPr>
            <a:r>
              <a:rPr lang="en-US" altLang="ko-KR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ESS </a:t>
            </a:r>
            <a:r>
              <a:rPr lang="ko-KR" altLang="en-US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극대화 목표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3AF3D60-7DC8-C2D5-BD60-569BDA2A5243}"/>
              </a:ext>
            </a:extLst>
          </p:cNvPr>
          <p:cNvSpPr/>
          <p:nvPr/>
        </p:nvSpPr>
        <p:spPr>
          <a:xfrm>
            <a:off x="7460552" y="1887058"/>
            <a:ext cx="1827110" cy="1192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defTabSz="457200" latinLnBrk="0">
              <a:lnSpc>
                <a:spcPct val="120000"/>
              </a:lnSpc>
              <a:defRPr/>
            </a:pPr>
            <a:r>
              <a:rPr lang="ko-KR" altLang="en-US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└ 실린더 압력</a:t>
            </a:r>
            <a:r>
              <a:rPr lang="en-US" altLang="ko-KR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및</a:t>
            </a:r>
            <a:r>
              <a:rPr lang="en-US" altLang="ko-KR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모터 부하율 변화</a:t>
            </a:r>
            <a:r>
              <a:rPr lang="en-US" altLang="ko-KR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비전</a:t>
            </a:r>
            <a:r>
              <a:rPr lang="en-US" altLang="ko-KR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이미지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B0547B-B4D8-A95F-01D0-54F1D39888DC}"/>
              </a:ext>
            </a:extLst>
          </p:cNvPr>
          <p:cNvSpPr txBox="1"/>
          <p:nvPr/>
        </p:nvSpPr>
        <p:spPr>
          <a:xfrm>
            <a:off x="4994627" y="913828"/>
            <a:ext cx="3270990" cy="2966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indent="-86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가동</a:t>
            </a:r>
            <a:r>
              <a:rPr kumimoji="1" lang="ko-KR" altLang="en-US" sz="1200" b="1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률</a:t>
            </a:r>
            <a:r>
              <a:rPr kumimoji="1"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개선 </a:t>
            </a:r>
            <a:r>
              <a:rPr kumimoji="1"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(56.9% </a:t>
            </a:r>
            <a:r>
              <a:rPr kumimoji="1"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→ </a:t>
            </a:r>
            <a:r>
              <a:rPr kumimoji="1"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79.1%, 6</a:t>
            </a:r>
            <a:r>
              <a:rPr kumimoji="1"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 </a:t>
            </a:r>
            <a:r>
              <a:rPr kumimoji="1"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9F9346C-F3D3-3A9B-4926-5D0DFF6B506A}"/>
              </a:ext>
            </a:extLst>
          </p:cNvPr>
          <p:cNvCxnSpPr>
            <a:cxnSpLocks/>
          </p:cNvCxnSpPr>
          <p:nvPr/>
        </p:nvCxnSpPr>
        <p:spPr>
          <a:xfrm>
            <a:off x="4842860" y="1024709"/>
            <a:ext cx="0" cy="5221312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dash"/>
          </a:ln>
          <a:effectLst/>
        </p:spPr>
      </p:cxn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0F77028-4647-A6B2-9FE6-AD1E267E8917}"/>
              </a:ext>
            </a:extLst>
          </p:cNvPr>
          <p:cNvGraphicFramePr>
            <a:graphicFrameLocks noGrp="1"/>
          </p:cNvGraphicFramePr>
          <p:nvPr/>
        </p:nvGraphicFramePr>
        <p:xfrm>
          <a:off x="4977131" y="1282340"/>
          <a:ext cx="4044949" cy="1965912"/>
        </p:xfrm>
        <a:graphic>
          <a:graphicData uri="http://schemas.openxmlformats.org/drawingml/2006/table">
            <a:tbl>
              <a:tblPr/>
              <a:tblGrid>
                <a:gridCol w="1076590">
                  <a:extLst>
                    <a:ext uri="{9D8B030D-6E8A-4147-A177-3AD203B41FA5}">
                      <a16:colId xmlns:a16="http://schemas.microsoft.com/office/drawing/2014/main" val="2939384073"/>
                    </a:ext>
                  </a:extLst>
                </a:gridCol>
                <a:gridCol w="1476164">
                  <a:extLst>
                    <a:ext uri="{9D8B030D-6E8A-4147-A177-3AD203B41FA5}">
                      <a16:colId xmlns:a16="http://schemas.microsoft.com/office/drawing/2014/main" val="3690952503"/>
                    </a:ext>
                  </a:extLst>
                </a:gridCol>
                <a:gridCol w="1492195">
                  <a:extLst>
                    <a:ext uri="{9D8B030D-6E8A-4147-A177-3AD203B41FA5}">
                      <a16:colId xmlns:a16="http://schemas.microsoft.com/office/drawing/2014/main" val="2122701436"/>
                    </a:ext>
                  </a:extLst>
                </a:gridCol>
              </a:tblGrid>
              <a:tr h="15594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항목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주요 현상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예상 </a:t>
                      </a:r>
                      <a:r>
                        <a:rPr lang="en-US" altLang="ko-KR" sz="10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 Concept</a:t>
                      </a:r>
                      <a:endParaRPr lang="ko-KR" altLang="en-US" sz="1000" b="1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215465"/>
                  </a:ext>
                </a:extLst>
              </a:tr>
              <a:tr h="60132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양극 파단 및 음극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&amp;</a:t>
                      </a:r>
                    </a:p>
                    <a:p>
                      <a:pPr algn="ctr" fontAlgn="ctr"/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파이널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Jamming</a:t>
                      </a:r>
                    </a:p>
                    <a:p>
                      <a:pPr algn="ctr" fontAlgn="ctr"/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(5.1%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→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1.5%, 6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주행 간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이음매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Tape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및 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algn="l" fontAlgn="ctr"/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걸림 유발 개소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(knife,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센서 등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algn="l" fontAlgn="ctr"/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기인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발생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주행 간 취득 가능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Data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활용</a:t>
                      </a:r>
                      <a:r>
                        <a:rPr kumimoji="1" lang="ko-KR" altLang="en-US" sz="90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한</a:t>
                      </a:r>
                      <a:endParaRPr kumimoji="1" lang="en-US" altLang="ko-KR" sz="900" dirty="0">
                        <a:solidFill>
                          <a:prstClr val="black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동작 사전감지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740418"/>
                  </a:ext>
                </a:extLst>
              </a:tr>
              <a:tr h="60132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분리막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A/S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실패 개선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(0.7%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→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0.1%, 6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분리막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열선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Cutter Cable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단선에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따른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분리막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미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cutting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및 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A/S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실패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발생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분리막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열선 </a:t>
                      </a: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Cutter Cable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Data </a:t>
                      </a:r>
                      <a:b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취득 및 </a:t>
                      </a: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FDC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모델링을 활용한 </a:t>
                      </a: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Cable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단선 사전 감지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3859161"/>
                  </a:ext>
                </a:extLst>
              </a:tr>
              <a:tr h="60132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리니어 모터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과부하 개선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(0.6%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→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0.3%, 6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그리스 </a:t>
                      </a: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급유량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부족에 따른 </a:t>
                      </a:r>
                      <a:b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LM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블록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레일 파손 기인 발생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리니어 모터 부하율</a:t>
                      </a: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온도 등 </a:t>
                      </a: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FDC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모델링을 활용한 </a:t>
                      </a:r>
                      <a:r>
                        <a:rPr lang="ko-KR" altLang="en-US" sz="9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리니어모터</a:t>
                      </a:r>
                      <a:b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이상 동작</a:t>
                      </a: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사전 감지</a:t>
                      </a:r>
                      <a:endParaRPr lang="en-US" altLang="ko-KR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7821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DEA41E3-AD3A-24F7-2C71-D121A6E63B94}"/>
              </a:ext>
            </a:extLst>
          </p:cNvPr>
          <p:cNvSpPr txBox="1"/>
          <p:nvPr/>
        </p:nvSpPr>
        <p:spPr bwMode="auto">
          <a:xfrm>
            <a:off x="4978061" y="4174462"/>
            <a:ext cx="158264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kumimoji="1" lang="ko-KR" altLang="en-US" sz="1100" spc="-30" dirty="0">
                <a:solidFill>
                  <a:srgbClr val="231F20"/>
                </a:solidFill>
                <a:latin typeface="Arial Narrow" panose="020B0606020202030204" pitchFamily="34" charset="0"/>
                <a:ea typeface="LG스마트체 Regular" pitchFamily="50" charset="-127"/>
              </a:rPr>
              <a:t>▣ 주요 </a:t>
            </a:r>
            <a:r>
              <a:rPr kumimoji="1" lang="en-US" altLang="ko-KR" sz="1100" spc="-30" dirty="0">
                <a:solidFill>
                  <a:srgbClr val="231F20"/>
                </a:solidFill>
                <a:latin typeface="Arial Narrow" panose="020B0606020202030204" pitchFamily="34" charset="0"/>
                <a:ea typeface="LG스마트체 Regular" pitchFamily="50" charset="-127"/>
              </a:rPr>
              <a:t>BM/PD Loss</a:t>
            </a:r>
            <a:endParaRPr kumimoji="1" lang="ko-KR" altLang="en-US" sz="1100" spc="-30" dirty="0">
              <a:solidFill>
                <a:srgbClr val="231F20"/>
              </a:solidFill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9E5668C-12EB-42B7-D32A-9EFDC8B97358}"/>
              </a:ext>
            </a:extLst>
          </p:cNvPr>
          <p:cNvSpPr/>
          <p:nvPr/>
        </p:nvSpPr>
        <p:spPr>
          <a:xfrm>
            <a:off x="7057809" y="6318029"/>
            <a:ext cx="1983291" cy="2484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defTabSz="457200" latinLnBrk="0">
              <a:lnSpc>
                <a:spcPct val="120000"/>
              </a:lnSpc>
              <a:defRPr/>
            </a:pPr>
            <a:r>
              <a:rPr lang="en-US" altLang="ko-KR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26</a:t>
            </a:r>
            <a:r>
              <a:rPr lang="ko-KR" altLang="en-US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년 사업계획 목표 </a:t>
            </a:r>
            <a:r>
              <a:rPr lang="en-US" altLang="ko-KR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L&amp;S</a:t>
            </a:r>
            <a:r>
              <a:rPr lang="ko-KR" altLang="en-US" sz="7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수율</a:t>
            </a:r>
            <a:r>
              <a:rPr lang="en-US" altLang="ko-KR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lang="ko-KR" altLang="en-US" sz="7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가동율</a:t>
            </a:r>
            <a:r>
              <a:rPr lang="ko-KR" altLang="en-US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달성을 위해</a:t>
            </a:r>
            <a:endParaRPr lang="en-US" altLang="ko-KR" sz="7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457200" latinLnBrk="0">
              <a:lnSpc>
                <a:spcPct val="120000"/>
              </a:lnSpc>
              <a:defRPr/>
            </a:pPr>
            <a:r>
              <a:rPr lang="en-US" altLang="ko-KR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DX </a:t>
            </a:r>
            <a:r>
              <a:rPr lang="ko-KR" altLang="en-US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과제 외 </a:t>
            </a:r>
            <a:r>
              <a:rPr lang="en-US" altLang="ko-KR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Sameness/</a:t>
            </a:r>
            <a:r>
              <a:rPr lang="ko-KR" altLang="en-US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수평전개 과제도 같이 진행함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587BF1-B443-08D8-8580-7AA3F2804432}"/>
              </a:ext>
            </a:extLst>
          </p:cNvPr>
          <p:cNvSpPr txBox="1"/>
          <p:nvPr/>
        </p:nvSpPr>
        <p:spPr>
          <a:xfrm>
            <a:off x="4994627" y="3570777"/>
            <a:ext cx="4158629" cy="50122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indent="-86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’26</a:t>
            </a:r>
            <a:r>
              <a:rPr kumimoji="1"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년 </a:t>
            </a:r>
            <a:r>
              <a:rPr kumimoji="1"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r>
              <a:rPr kumimoji="1"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 실적 기준 </a:t>
            </a:r>
            <a:r>
              <a:rPr kumimoji="1"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Worst Loss </a:t>
            </a:r>
            <a:r>
              <a:rPr kumimoji="1"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항목 선정 함 </a:t>
            </a:r>
            <a:endParaRPr kumimoji="1" lang="en-US" altLang="ko-KR" sz="12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PD Jamming(5.1%), BM </a:t>
            </a:r>
            <a:r>
              <a:rPr kumimoji="1" lang="ko-KR" altLang="en-US" sz="11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분리막</a:t>
            </a:r>
            <a:r>
              <a:rPr kumimoji="1"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A/S </a:t>
            </a:r>
            <a:r>
              <a:rPr kumimoji="1"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실패</a:t>
            </a:r>
            <a:r>
              <a:rPr kumimoji="1"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(0.7%), </a:t>
            </a:r>
            <a:r>
              <a:rPr kumimoji="1"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리니어 모터 과부하 </a:t>
            </a:r>
            <a:r>
              <a:rPr kumimoji="1"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(0.6%)</a:t>
            </a:r>
            <a:endParaRPr kumimoji="1" lang="en-US" altLang="ko-KR" sz="12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FBB6A2A1-4AF9-51E7-FFAA-FC3352F2C144}"/>
              </a:ext>
            </a:extLst>
          </p:cNvPr>
          <p:cNvGraphicFramePr>
            <a:graphicFrameLocks noGrp="1"/>
          </p:cNvGraphicFramePr>
          <p:nvPr/>
        </p:nvGraphicFramePr>
        <p:xfrm>
          <a:off x="4979379" y="4410309"/>
          <a:ext cx="4062413" cy="1763707"/>
        </p:xfrm>
        <a:graphic>
          <a:graphicData uri="http://schemas.openxmlformats.org/drawingml/2006/table">
            <a:tbl>
              <a:tblPr/>
              <a:tblGrid>
                <a:gridCol w="450850">
                  <a:extLst>
                    <a:ext uri="{9D8B030D-6E8A-4147-A177-3AD203B41FA5}">
                      <a16:colId xmlns:a16="http://schemas.microsoft.com/office/drawing/2014/main" val="1421137921"/>
                    </a:ext>
                  </a:extLst>
                </a:gridCol>
                <a:gridCol w="1604963">
                  <a:extLst>
                    <a:ext uri="{9D8B030D-6E8A-4147-A177-3AD203B41FA5}">
                      <a16:colId xmlns:a16="http://schemas.microsoft.com/office/drawing/2014/main" val="2345144880"/>
                    </a:ext>
                  </a:extLst>
                </a:gridCol>
                <a:gridCol w="346075">
                  <a:extLst>
                    <a:ext uri="{9D8B030D-6E8A-4147-A177-3AD203B41FA5}">
                      <a16:colId xmlns:a16="http://schemas.microsoft.com/office/drawing/2014/main" val="1613355134"/>
                    </a:ext>
                  </a:extLst>
                </a:gridCol>
                <a:gridCol w="257175">
                  <a:extLst>
                    <a:ext uri="{9D8B030D-6E8A-4147-A177-3AD203B41FA5}">
                      <a16:colId xmlns:a16="http://schemas.microsoft.com/office/drawing/2014/main" val="620409761"/>
                    </a:ext>
                  </a:extLst>
                </a:gridCol>
                <a:gridCol w="1403350">
                  <a:extLst>
                    <a:ext uri="{9D8B030D-6E8A-4147-A177-3AD203B41FA5}">
                      <a16:colId xmlns:a16="http://schemas.microsoft.com/office/drawing/2014/main" val="777600138"/>
                    </a:ext>
                  </a:extLst>
                </a:gridCol>
              </a:tblGrid>
              <a:tr h="16033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ko-KR" altLang="en-US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Loss</a:t>
                      </a:r>
                      <a:r>
                        <a:rPr lang="ko-KR" altLang="en-US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Loss</a:t>
                      </a:r>
                      <a:r>
                        <a:rPr lang="ko-KR" altLang="en-US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율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ko-KR" altLang="en-US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목표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ko-KR" altLang="en-US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304466"/>
                  </a:ext>
                </a:extLst>
              </a:tr>
              <a:tr h="16033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Idle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b"/>
                      <a:r>
                        <a:rPr lang="ko-KR" altLang="en-US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설비대기 </a:t>
                      </a:r>
                      <a:r>
                        <a:rPr lang="en-US" altLang="ko-KR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Loss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11.7%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7.5%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b"/>
                      <a:r>
                        <a:rPr lang="ko-KR" altLang="en-US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기구</a:t>
                      </a:r>
                      <a:r>
                        <a:rPr lang="en-US" altLang="ko-KR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제어 개선 검토 중</a:t>
                      </a:r>
                      <a:endParaRPr lang="en-US" altLang="ko-KR" sz="900" b="0" i="0" u="none" strike="noStrike" dirty="0"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828089"/>
                  </a:ext>
                </a:extLst>
              </a:tr>
              <a:tr h="160337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b"/>
                      <a:r>
                        <a:rPr lang="ko-KR" altLang="en-US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양극 파단</a:t>
                      </a:r>
                      <a:r>
                        <a:rPr lang="en-US" altLang="ko-KR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및 음극</a:t>
                      </a:r>
                      <a:r>
                        <a:rPr lang="en-US" altLang="ko-KR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&amp;</a:t>
                      </a:r>
                      <a:r>
                        <a:rPr lang="ko-KR" altLang="en-US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파이널 </a:t>
                      </a:r>
                      <a:r>
                        <a:rPr lang="en-US" altLang="ko-KR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Jamming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5.1%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0007056"/>
                  </a:ext>
                </a:extLst>
              </a:tr>
              <a:tr h="160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b"/>
                      <a:r>
                        <a:rPr lang="ko-KR" altLang="en-US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컷팅 위치 조정</a:t>
                      </a:r>
                      <a:endParaRPr lang="en-US" sz="900" b="0" i="0" u="none" strike="noStrike" dirty="0"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b"/>
                      <a:r>
                        <a:rPr lang="ko-KR" altLang="en-US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기구 개선</a:t>
                      </a:r>
                      <a:r>
                        <a:rPr lang="en-US" altLang="ko-KR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(Slim</a:t>
                      </a:r>
                      <a:r>
                        <a:rPr lang="ko-KR" altLang="en-US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화 </a:t>
                      </a:r>
                      <a:r>
                        <a:rPr lang="ko-KR" altLang="en-US" sz="900" b="0" i="0" u="none" strike="noStrike" dirty="0" err="1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컷터</a:t>
                      </a:r>
                      <a:r>
                        <a:rPr lang="en-US" altLang="ko-KR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06245"/>
                  </a:ext>
                </a:extLst>
              </a:tr>
              <a:tr h="160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b"/>
                      <a:r>
                        <a:rPr lang="ko-KR" altLang="en-US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분리막 파단</a:t>
                      </a:r>
                      <a:endParaRPr lang="en-US" sz="900" b="0" i="0" u="none" strike="noStrike" dirty="0"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b"/>
                      <a:r>
                        <a:rPr lang="ko-KR" altLang="en-US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기구 개선</a:t>
                      </a:r>
                      <a:r>
                        <a:rPr lang="en-US" altLang="ko-KR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900" b="0" i="0" u="none" strike="noStrike" dirty="0" err="1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분리막</a:t>
                      </a:r>
                      <a:r>
                        <a:rPr lang="ko-KR" altLang="en-US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 err="1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역투입</a:t>
                      </a:r>
                      <a:r>
                        <a:rPr lang="ko-KR" altLang="en-US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방지</a:t>
                      </a:r>
                      <a:r>
                        <a:rPr lang="en-US" altLang="ko-KR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0504589"/>
                  </a:ext>
                </a:extLst>
              </a:tr>
              <a:tr h="160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b"/>
                      <a:r>
                        <a:rPr lang="en-US" altLang="ko-KR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Loss Key-in </a:t>
                      </a:r>
                      <a:r>
                        <a:rPr lang="ko-KR" altLang="en-US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미등록 및 기타</a:t>
                      </a:r>
                      <a:endParaRPr lang="en-US" sz="900" b="0" i="0" u="none" strike="noStrike" dirty="0"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4.4%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b"/>
                      <a:r>
                        <a:rPr lang="ko-KR" altLang="en-US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기구</a:t>
                      </a:r>
                      <a:r>
                        <a:rPr lang="en-US" altLang="ko-KR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제어 개선 검토 중</a:t>
                      </a:r>
                      <a:endParaRPr lang="en-US" altLang="ko-KR" sz="900" b="0" i="0" u="none" strike="noStrike" dirty="0"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3265042"/>
                  </a:ext>
                </a:extLst>
              </a:tr>
              <a:tr h="160337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b"/>
                      <a:r>
                        <a:rPr lang="ko-KR" altLang="en-US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실린더</a:t>
                      </a:r>
                      <a:r>
                        <a:rPr lang="en-US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동작 이상</a:t>
                      </a:r>
                      <a:endParaRPr lang="en-US" sz="900" b="0" i="0" u="none" strike="noStrike" dirty="0"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b"/>
                      <a:r>
                        <a:rPr lang="ko-KR" altLang="en-US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기구 개선</a:t>
                      </a:r>
                      <a:r>
                        <a:rPr lang="en-US" altLang="ko-KR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실린더 용량 증대</a:t>
                      </a:r>
                      <a:r>
                        <a:rPr lang="en-US" altLang="ko-KR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0957676"/>
                  </a:ext>
                </a:extLst>
              </a:tr>
              <a:tr h="160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b"/>
                      <a:r>
                        <a:rPr lang="ko-KR" altLang="en-US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분리막 </a:t>
                      </a:r>
                      <a:r>
                        <a:rPr lang="en-US" altLang="ko-KR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A/S </a:t>
                      </a:r>
                      <a:r>
                        <a:rPr lang="ko-KR" altLang="en-US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실패</a:t>
                      </a:r>
                      <a:endParaRPr lang="en-US" sz="900" b="0" i="0" u="none" strike="noStrike" dirty="0"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056645"/>
                  </a:ext>
                </a:extLst>
              </a:tr>
              <a:tr h="160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b"/>
                      <a:r>
                        <a:rPr lang="ko-KR" altLang="en-US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리니어모터</a:t>
                      </a:r>
                      <a:r>
                        <a:rPr lang="en-US" altLang="ko-KR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과부하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211303"/>
                  </a:ext>
                </a:extLst>
              </a:tr>
              <a:tr h="160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Loss Key-in</a:t>
                      </a:r>
                      <a:r>
                        <a:rPr lang="ko-KR" altLang="en-US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미등록 및 순간정지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b"/>
                      <a:r>
                        <a:rPr lang="ko-KR" altLang="en-US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기구</a:t>
                      </a:r>
                      <a:r>
                        <a:rPr lang="en-US" altLang="ko-KR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제어 개선 검토 중</a:t>
                      </a:r>
                      <a:endParaRPr lang="en-US" altLang="ko-KR" sz="900" b="0" i="0" u="none" strike="noStrike" dirty="0"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580863"/>
                  </a:ext>
                </a:extLst>
              </a:tr>
              <a:tr h="16033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재료교체</a:t>
                      </a:r>
                      <a:endParaRPr lang="en-US" sz="900" b="0" i="0" u="none" strike="noStrike" dirty="0"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재료교체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6.0%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b"/>
                      <a:r>
                        <a:rPr lang="ko-KR" altLang="en-US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제어 개선</a:t>
                      </a:r>
                      <a:r>
                        <a:rPr lang="en-US" altLang="ko-KR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(A/S</a:t>
                      </a:r>
                      <a:r>
                        <a:rPr lang="ko-KR" altLang="en-US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시간 최소화</a:t>
                      </a:r>
                      <a:r>
                        <a:rPr lang="en-US" altLang="ko-KR" sz="900" b="0" i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1094291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2626A805-E5E5-27C7-CBDA-F0CB746BD5AF}"/>
              </a:ext>
            </a:extLst>
          </p:cNvPr>
          <p:cNvSpPr/>
          <p:nvPr/>
        </p:nvSpPr>
        <p:spPr>
          <a:xfrm>
            <a:off x="6553804" y="5391372"/>
            <a:ext cx="377754" cy="1800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defTabSz="457200" latinLnBrk="0">
              <a:lnSpc>
                <a:spcPct val="90000"/>
              </a:lnSpc>
              <a:defRPr/>
            </a:pPr>
            <a:r>
              <a:rPr lang="ko-KR" altLang="en-US" sz="6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└탭 접힘 </a:t>
            </a:r>
            <a:br>
              <a:rPr lang="en-US" altLang="ko-KR" sz="6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6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</a:t>
            </a:r>
            <a:r>
              <a:rPr lang="ko-KR" altLang="en-US" sz="6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외 </a:t>
            </a:r>
            <a:r>
              <a:rPr lang="en-US" altLang="ko-KR" sz="6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22</a:t>
            </a:r>
            <a:r>
              <a:rPr lang="ko-KR" altLang="en-US" sz="6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건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60BF3F-3A98-FDB6-98E7-9376DCCE987C}"/>
              </a:ext>
            </a:extLst>
          </p:cNvPr>
          <p:cNvSpPr txBox="1"/>
          <p:nvPr/>
        </p:nvSpPr>
        <p:spPr>
          <a:xfrm>
            <a:off x="664826" y="913828"/>
            <a:ext cx="2586607" cy="2966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indent="-86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1200" b="1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수율</a:t>
            </a:r>
            <a:r>
              <a:rPr kumimoji="1"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개선 </a:t>
            </a:r>
            <a:r>
              <a:rPr kumimoji="1"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(93.8% </a:t>
            </a:r>
            <a:r>
              <a:rPr kumimoji="1"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→ </a:t>
            </a:r>
            <a:r>
              <a:rPr kumimoji="1"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97.5%, 7</a:t>
            </a:r>
            <a:r>
              <a:rPr kumimoji="1"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 </a:t>
            </a:r>
            <a:r>
              <a:rPr kumimoji="1"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142AB92-3D77-2EBF-A6B1-5D90CA7E0FED}"/>
              </a:ext>
            </a:extLst>
          </p:cNvPr>
          <p:cNvSpPr/>
          <p:nvPr/>
        </p:nvSpPr>
        <p:spPr>
          <a:xfrm>
            <a:off x="90860" y="971893"/>
            <a:ext cx="569493" cy="2332748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4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개선</a:t>
            </a:r>
            <a:endParaRPr kumimoji="0" lang="en-US" altLang="ko-KR" sz="1200" b="0" i="0" u="none" strike="noStrike" kern="0" cap="none" spc="-4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4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</a:t>
            </a:r>
            <a:endParaRPr kumimoji="0" lang="en-US" altLang="ko-KR" sz="1200" b="0" i="0" u="none" strike="noStrike" kern="0" cap="none" spc="-4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65DC49A-CB5C-DB0F-9113-B817FAEB2AAE}"/>
              </a:ext>
            </a:extLst>
          </p:cNvPr>
          <p:cNvSpPr/>
          <p:nvPr/>
        </p:nvSpPr>
        <p:spPr>
          <a:xfrm>
            <a:off x="90860" y="3570777"/>
            <a:ext cx="569493" cy="2675244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선정</a:t>
            </a:r>
            <a:endParaRPr kumimoji="0" lang="en-US" altLang="ko-KR" sz="1200" b="0" i="0" u="none" strike="noStrike" kern="0" cap="none" spc="-4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배경</a:t>
            </a:r>
            <a:endParaRPr kumimoji="0" lang="en-US" altLang="ko-KR" sz="1200" b="0" i="0" u="none" strike="noStrike" kern="0" cap="none" spc="-4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EF41DA-0A9A-2EB8-58D7-A0B3CC2727A7}"/>
              </a:ext>
            </a:extLst>
          </p:cNvPr>
          <p:cNvSpPr txBox="1"/>
          <p:nvPr/>
        </p:nvSpPr>
        <p:spPr>
          <a:xfrm>
            <a:off x="664826" y="3570777"/>
            <a:ext cx="4205747" cy="51571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indent="-86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’25</a:t>
            </a:r>
            <a:r>
              <a:rPr kumimoji="1"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년 </a:t>
            </a:r>
            <a:r>
              <a:rPr kumimoji="1"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12</a:t>
            </a:r>
            <a:r>
              <a:rPr kumimoji="1"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 실적 기준 </a:t>
            </a:r>
            <a:r>
              <a:rPr kumimoji="1"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Worst </a:t>
            </a:r>
            <a:r>
              <a:rPr kumimoji="1"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불량 선정 함 </a:t>
            </a:r>
            <a:endParaRPr kumimoji="1" lang="en-US" altLang="ko-KR" sz="12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</a:t>
            </a:r>
            <a:r>
              <a:rPr kumimoji="1"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 Electrode Position X-axis NG(0.63%), </a:t>
            </a:r>
            <a:r>
              <a:rPr kumimoji="1"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Tab </a:t>
            </a:r>
            <a:r>
              <a:rPr kumimoji="1"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불량</a:t>
            </a:r>
            <a:r>
              <a:rPr kumimoji="1"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(0.14%)</a:t>
            </a:r>
            <a:endParaRPr kumimoji="1" lang="en-US" altLang="ko-KR" sz="12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6FD60FC2-AB8E-6707-B4CD-41C42053D573}"/>
              </a:ext>
            </a:extLst>
          </p:cNvPr>
          <p:cNvGraphicFramePr>
            <a:graphicFrameLocks noGrp="1"/>
          </p:cNvGraphicFramePr>
          <p:nvPr/>
        </p:nvGraphicFramePr>
        <p:xfrm>
          <a:off x="871269" y="4419187"/>
          <a:ext cx="3816424" cy="1744173"/>
        </p:xfrm>
        <a:graphic>
          <a:graphicData uri="http://schemas.openxmlformats.org/drawingml/2006/table">
            <a:tbl>
              <a:tblPr/>
              <a:tblGrid>
                <a:gridCol w="388111">
                  <a:extLst>
                    <a:ext uri="{9D8B030D-6E8A-4147-A177-3AD203B41FA5}">
                      <a16:colId xmlns:a16="http://schemas.microsoft.com/office/drawing/2014/main" val="1421137921"/>
                    </a:ext>
                  </a:extLst>
                </a:gridCol>
                <a:gridCol w="1358388">
                  <a:extLst>
                    <a:ext uri="{9D8B030D-6E8A-4147-A177-3AD203B41FA5}">
                      <a16:colId xmlns:a16="http://schemas.microsoft.com/office/drawing/2014/main" val="2345144880"/>
                    </a:ext>
                  </a:extLst>
                </a:gridCol>
                <a:gridCol w="388111">
                  <a:extLst>
                    <a:ext uri="{9D8B030D-6E8A-4147-A177-3AD203B41FA5}">
                      <a16:colId xmlns:a16="http://schemas.microsoft.com/office/drawing/2014/main" val="1613355134"/>
                    </a:ext>
                  </a:extLst>
                </a:gridCol>
                <a:gridCol w="388111">
                  <a:extLst>
                    <a:ext uri="{9D8B030D-6E8A-4147-A177-3AD203B41FA5}">
                      <a16:colId xmlns:a16="http://schemas.microsoft.com/office/drawing/2014/main" val="1326512207"/>
                    </a:ext>
                  </a:extLst>
                </a:gridCol>
                <a:gridCol w="452796">
                  <a:extLst>
                    <a:ext uri="{9D8B030D-6E8A-4147-A177-3AD203B41FA5}">
                      <a16:colId xmlns:a16="http://schemas.microsoft.com/office/drawing/2014/main" val="620409761"/>
                    </a:ext>
                  </a:extLst>
                </a:gridCol>
                <a:gridCol w="840907">
                  <a:extLst>
                    <a:ext uri="{9D8B030D-6E8A-4147-A177-3AD203B41FA5}">
                      <a16:colId xmlns:a16="http://schemas.microsoft.com/office/drawing/2014/main" val="3844346029"/>
                    </a:ext>
                  </a:extLst>
                </a:gridCol>
              </a:tblGrid>
              <a:tr h="1442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ko-KR" altLang="en-US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ko-KR" altLang="en-US" sz="900" b="0" i="0" u="none" strike="noStrike" baseline="0" dirty="0" err="1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불량명</a:t>
                      </a:r>
                      <a:endParaRPr lang="ko-KR" altLang="en-US" sz="900" b="0" i="0" u="none" strike="noStrike" baseline="0" dirty="0"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ko-KR" altLang="en-US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불량률</a:t>
                      </a:r>
                      <a:endParaRPr lang="en-US" altLang="ko-KR" sz="900" b="0" i="0" u="none" strike="noStrike" baseline="0" dirty="0"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b"/>
                      <a:r>
                        <a:rPr lang="en-US" altLang="ko-KR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(‘25.12)</a:t>
                      </a:r>
                      <a:endParaRPr lang="ko-KR" altLang="en-US" sz="900" b="0" i="0" u="none" strike="noStrike" baseline="0" dirty="0"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ko-KR" altLang="en-US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불량률</a:t>
                      </a:r>
                      <a:endParaRPr lang="en-US" altLang="ko-KR" sz="900" b="0" i="0" u="none" strike="noStrike" baseline="0" dirty="0"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b"/>
                      <a:r>
                        <a:rPr lang="en-US" altLang="ko-KR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(‘26.1)</a:t>
                      </a:r>
                      <a:endParaRPr lang="ko-KR" altLang="en-US" sz="900" b="0" i="0" u="none" strike="noStrike" baseline="0" dirty="0"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ko-KR" altLang="en-US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목표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ko-KR" altLang="en-US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304466"/>
                  </a:ext>
                </a:extLst>
              </a:tr>
              <a:tr h="182541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LAM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b"/>
                      <a:r>
                        <a:rPr lang="en-US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NG Mark(</a:t>
                      </a:r>
                      <a:r>
                        <a:rPr lang="ko-KR" altLang="en-US" sz="900" b="0" i="0" u="none" strike="noStrike" baseline="0" dirty="0" err="1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노칭</a:t>
                      </a:r>
                      <a:r>
                        <a:rPr lang="en-US" altLang="ko-KR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1.80%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1.59%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ko-KR" altLang="en-US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투입 운영</a:t>
                      </a:r>
                      <a:endParaRPr lang="en-US" altLang="ko-KR" sz="900" b="0" i="0" u="none" strike="noStrike" baseline="0" dirty="0"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0007056"/>
                  </a:ext>
                </a:extLst>
              </a:tr>
              <a:tr h="1825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b"/>
                      <a:r>
                        <a:rPr lang="en-US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Electrode Position(X-Axis NG)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0.63%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0.46%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06245"/>
                  </a:ext>
                </a:extLst>
              </a:tr>
              <a:tr h="1825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b"/>
                      <a:r>
                        <a:rPr lang="ko-KR" altLang="en-US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미확인</a:t>
                      </a:r>
                      <a:r>
                        <a:rPr lang="en-US" altLang="ko-KR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Loss</a:t>
                      </a:r>
                      <a:endParaRPr lang="en-US" sz="900" b="0" i="0" u="none" strike="noStrike" baseline="0" dirty="0"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0.42%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0.21%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제어 개선</a:t>
                      </a:r>
                      <a:endParaRPr lang="en-US" altLang="ko-KR" sz="900" b="0" i="0" u="none" strike="noStrike" baseline="0" dirty="0"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0504589"/>
                  </a:ext>
                </a:extLst>
              </a:tr>
              <a:tr h="1825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b"/>
                      <a:r>
                        <a:rPr lang="en-US" altLang="ko-KR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Tab</a:t>
                      </a:r>
                      <a:r>
                        <a:rPr lang="ko-KR" altLang="en-US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불량</a:t>
                      </a:r>
                      <a:r>
                        <a:rPr lang="en-US" altLang="ko-KR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치수</a:t>
                      </a:r>
                      <a:r>
                        <a:rPr lang="en-US" altLang="ko-KR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en-US" sz="900" b="0" i="0" u="none" strike="noStrike" baseline="0" dirty="0"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265042"/>
                  </a:ext>
                </a:extLst>
              </a:tr>
              <a:tr h="182541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baseline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STK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b"/>
                      <a:r>
                        <a:rPr lang="en-US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STK</a:t>
                      </a:r>
                      <a:r>
                        <a:rPr lang="ko-KR" altLang="en-US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appearance</a:t>
                      </a:r>
                      <a:endParaRPr lang="en-US" sz="900" b="0" i="0" u="none" strike="noStrike" baseline="0" dirty="0"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0.88%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0.27%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Sameness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0957676"/>
                  </a:ext>
                </a:extLst>
              </a:tr>
              <a:tr h="1825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b"/>
                      <a:r>
                        <a:rPr lang="en-US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Mono </a:t>
                      </a:r>
                      <a:r>
                        <a:rPr lang="en-US" sz="900" b="0" i="0" u="none" strike="noStrike" baseline="0" dirty="0" err="1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Sepa</a:t>
                      </a:r>
                      <a:r>
                        <a:rPr lang="en-US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Appearance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0.45%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0.41%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Sameness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6056645"/>
                  </a:ext>
                </a:extLst>
              </a:tr>
              <a:tr h="1825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b"/>
                      <a:r>
                        <a:rPr lang="en-US" altLang="ko-KR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Mono Stacking</a:t>
                      </a:r>
                      <a:endParaRPr lang="ko-KR" altLang="en-US" sz="900" b="0" i="0" u="none" strike="noStrike" baseline="0" dirty="0"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0.38%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0.20%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ko-KR" altLang="en-US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기구 개선</a:t>
                      </a:r>
                      <a:endParaRPr lang="en-US" altLang="ko-KR" sz="900" b="0" i="0" u="none" strike="noStrike" baseline="0" dirty="0"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1211303"/>
                  </a:ext>
                </a:extLst>
              </a:tr>
              <a:tr h="1825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b"/>
                      <a:r>
                        <a:rPr lang="ko-KR" altLang="en-US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쇼트</a:t>
                      </a:r>
                      <a:endParaRPr lang="en-US" sz="900" b="0" i="0" u="none" strike="noStrike" baseline="0" dirty="0"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0.33%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0.39%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b"/>
                      <a:r>
                        <a:rPr lang="ko-KR" altLang="en-US" sz="900" b="0" i="0" u="none" strike="noStrike" baseline="0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기구 개선</a:t>
                      </a:r>
                      <a:endParaRPr lang="en-US" altLang="ko-KR" sz="900" b="0" i="0" u="none" strike="noStrike" baseline="0" dirty="0"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580863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9BB9BAF7-0561-F1FC-CD5F-EBF667614F49}"/>
              </a:ext>
            </a:extLst>
          </p:cNvPr>
          <p:cNvSpPr txBox="1"/>
          <p:nvPr/>
        </p:nvSpPr>
        <p:spPr bwMode="auto">
          <a:xfrm>
            <a:off x="871269" y="4174462"/>
            <a:ext cx="1008112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kumimoji="1" lang="ko-KR" altLang="en-US" sz="1100" spc="-30" dirty="0">
                <a:solidFill>
                  <a:srgbClr val="231F2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▣ 주요 수율 불량 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75CC560-E5B9-C438-0FDD-9F8E5D8E4ACD}"/>
              </a:ext>
            </a:extLst>
          </p:cNvPr>
          <p:cNvSpPr/>
          <p:nvPr/>
        </p:nvSpPr>
        <p:spPr>
          <a:xfrm>
            <a:off x="772415" y="2096725"/>
            <a:ext cx="1550039" cy="2484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defTabSz="457200" latinLnBrk="0">
              <a:lnSpc>
                <a:spcPct val="120000"/>
              </a:lnSpc>
              <a:defRPr/>
            </a:pPr>
            <a:r>
              <a:rPr lang="ko-KR" altLang="en-US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사선</a:t>
            </a:r>
            <a:r>
              <a:rPr lang="en-US" altLang="ko-KR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Cutting</a:t>
            </a:r>
            <a:r>
              <a:rPr lang="ko-KR" altLang="en-US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불량</a:t>
            </a:r>
            <a:endParaRPr lang="en-US" altLang="ko-KR" sz="7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457200" latinLnBrk="0">
              <a:lnSpc>
                <a:spcPct val="120000"/>
              </a:lnSpc>
              <a:defRPr/>
            </a:pPr>
            <a:r>
              <a:rPr lang="en-US" altLang="ko-KR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Slim</a:t>
            </a:r>
            <a:r>
              <a:rPr lang="ko-KR" altLang="en-US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</a:t>
            </a:r>
            <a:r>
              <a:rPr lang="en-US" altLang="ko-KR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7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컷터</a:t>
            </a:r>
            <a:r>
              <a:rPr lang="ko-KR" altLang="en-US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적용 후 </a:t>
            </a:r>
            <a:r>
              <a:rPr lang="en-US" altLang="ko-KR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70%</a:t>
            </a:r>
            <a:r>
              <a:rPr lang="ko-KR" altLang="en-US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이상 개선</a:t>
            </a: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C4266386-AA4B-6D32-D79F-7BC73EDCA46A}"/>
              </a:ext>
            </a:extLst>
          </p:cNvPr>
          <p:cNvGraphicFramePr>
            <a:graphicFrameLocks noGrp="1"/>
          </p:cNvGraphicFramePr>
          <p:nvPr/>
        </p:nvGraphicFramePr>
        <p:xfrm>
          <a:off x="738733" y="1277469"/>
          <a:ext cx="3948954" cy="1964800"/>
        </p:xfrm>
        <a:graphic>
          <a:graphicData uri="http://schemas.openxmlformats.org/drawingml/2006/table">
            <a:tbl>
              <a:tblPr/>
              <a:tblGrid>
                <a:gridCol w="1055222">
                  <a:extLst>
                    <a:ext uri="{9D8B030D-6E8A-4147-A177-3AD203B41FA5}">
                      <a16:colId xmlns:a16="http://schemas.microsoft.com/office/drawing/2014/main" val="2939384073"/>
                    </a:ext>
                  </a:extLst>
                </a:gridCol>
                <a:gridCol w="1446866">
                  <a:extLst>
                    <a:ext uri="{9D8B030D-6E8A-4147-A177-3AD203B41FA5}">
                      <a16:colId xmlns:a16="http://schemas.microsoft.com/office/drawing/2014/main" val="3690952503"/>
                    </a:ext>
                  </a:extLst>
                </a:gridCol>
                <a:gridCol w="1446866">
                  <a:extLst>
                    <a:ext uri="{9D8B030D-6E8A-4147-A177-3AD203B41FA5}">
                      <a16:colId xmlns:a16="http://schemas.microsoft.com/office/drawing/2014/main" val="2122701436"/>
                    </a:ext>
                  </a:extLst>
                </a:gridCol>
              </a:tblGrid>
              <a:tr h="20955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항목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주요 현상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예상 </a:t>
                      </a:r>
                      <a:r>
                        <a:rPr lang="en-US" altLang="ko-KR" sz="10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 Concept</a:t>
                      </a:r>
                      <a:endParaRPr lang="ko-KR" altLang="en-US" sz="1000" b="1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215465"/>
                  </a:ext>
                </a:extLst>
              </a:tr>
              <a:tr h="87762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Lami</a:t>
                      </a: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위치</a:t>
                      </a: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(X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축</a:t>
                      </a: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b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(0.63%→0.10%, 7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디에너자이징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등의 사유로</a:t>
                      </a:r>
                      <a:endParaRPr lang="en-US" altLang="ko-KR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Tab pitch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 틀어질 경우</a:t>
                      </a: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</a:p>
                    <a:p>
                      <a:pPr algn="l" fontAlgn="ctr"/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양</a:t>
                      </a: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음극의</a:t>
                      </a: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합치위치가 틀어져</a:t>
                      </a:r>
                      <a:endParaRPr lang="en-US" altLang="ko-KR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불필요한</a:t>
                      </a: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NG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발생</a:t>
                      </a:r>
                      <a:endParaRPr lang="en-US" altLang="ko-KR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Tab pitch,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전극</a:t>
                      </a: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Feeding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롤러</a:t>
                      </a: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endParaRPr lang="en-US" altLang="ko-KR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Cutter Linear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속도 등을 </a:t>
                      </a:r>
                      <a:endParaRPr lang="en-US" altLang="ko-KR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자동보정을 통해 </a:t>
                      </a: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NG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수량을 </a:t>
                      </a:r>
                      <a:endParaRPr lang="en-US" altLang="ko-KR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최소화함</a:t>
                      </a:r>
                      <a:endParaRPr lang="en-US" altLang="ko-KR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740418"/>
                  </a:ext>
                </a:extLst>
              </a:tr>
              <a:tr h="87762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Tab 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불량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(0.14%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</a:t>
                      </a: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0.05%, 7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kumimoji="1" lang="en-US" altLang="ko-KR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Lami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Tab NG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 분석 결과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NND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공정 기인 영향이 큼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kumimoji="1" lang="en-US" altLang="ko-KR" sz="900" dirty="0" err="1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NND~Lami</a:t>
                      </a:r>
                      <a:r>
                        <a:rPr kumimoji="1" lang="ko-KR" altLang="en-US" sz="90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공정의 </a:t>
                      </a:r>
                      <a:r>
                        <a:rPr kumimoji="1" lang="en-US" altLang="ko-KR" sz="90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Tab pitch</a:t>
                      </a:r>
                    </a:p>
                    <a:p>
                      <a:pPr algn="l" fontAlgn="ctr"/>
                      <a:r>
                        <a:rPr kumimoji="1" lang="ko-KR" altLang="en-US" sz="900" b="0" i="0" u="none" strike="noStrike" baseline="0" dirty="0">
                          <a:solidFill>
                            <a:prstClr val="black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정보를 </a:t>
                      </a:r>
                      <a:r>
                        <a:rPr kumimoji="1" lang="en-US" altLang="ko-KR" sz="900" b="0" i="0" u="none" strike="noStrike" baseline="0" dirty="0">
                          <a:solidFill>
                            <a:prstClr val="black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GV</a:t>
                      </a:r>
                      <a:r>
                        <a:rPr kumimoji="1" lang="ko-KR" altLang="en-US" sz="900" b="0" i="0" u="none" strike="noStrike" baseline="0" dirty="0">
                          <a:solidFill>
                            <a:prstClr val="black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값 </a:t>
                      </a:r>
                      <a:r>
                        <a:rPr kumimoji="1" lang="en-US" altLang="ko-KR" sz="900" b="0" i="0" u="none" strike="noStrike" baseline="0" dirty="0">
                          <a:solidFill>
                            <a:prstClr val="black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or </a:t>
                      </a:r>
                      <a:r>
                        <a:rPr kumimoji="1" lang="ko-KR" altLang="en-US" sz="900" b="0" i="0" u="none" strike="noStrike" baseline="0" dirty="0" err="1">
                          <a:solidFill>
                            <a:prstClr val="black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센서값을</a:t>
                      </a:r>
                      <a:endParaRPr kumimoji="1" lang="en-US" altLang="ko-KR" sz="900" b="0" i="0" u="none" strike="noStrike" baseline="0" dirty="0">
                        <a:solidFill>
                          <a:prstClr val="black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r>
                        <a:rPr kumimoji="1" lang="ko-KR" altLang="en-US" sz="900" b="0" i="0" u="none" strike="noStrike" baseline="0" dirty="0">
                          <a:solidFill>
                            <a:prstClr val="black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활용하여 발생근본원인 개선</a:t>
                      </a:r>
                      <a:endParaRPr kumimoji="1" lang="en-US" altLang="ko-KR" sz="900" b="0" i="0" u="none" strike="noStrike" baseline="0" dirty="0">
                        <a:solidFill>
                          <a:prstClr val="black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r>
                        <a:rPr kumimoji="1" lang="en-US" altLang="ko-KR" sz="900" b="0" i="0" u="none" strike="noStrike" baseline="0" dirty="0">
                          <a:solidFill>
                            <a:prstClr val="black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or </a:t>
                      </a:r>
                      <a:r>
                        <a:rPr kumimoji="1" lang="ko-KR" altLang="en-US" sz="900" b="0" i="0" u="none" strike="noStrike" baseline="0" dirty="0" err="1">
                          <a:solidFill>
                            <a:prstClr val="black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라미공정에</a:t>
                      </a:r>
                      <a:r>
                        <a:rPr kumimoji="1" lang="ko-KR" altLang="en-US" sz="900" b="0" i="0" u="none" strike="noStrike" baseline="0" dirty="0">
                          <a:solidFill>
                            <a:prstClr val="black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선별 투입함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782113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637887B7-5C4E-FC27-DF67-5FCDA01271D2}"/>
              </a:ext>
            </a:extLst>
          </p:cNvPr>
          <p:cNvSpPr/>
          <p:nvPr/>
        </p:nvSpPr>
        <p:spPr>
          <a:xfrm>
            <a:off x="2137652" y="870237"/>
            <a:ext cx="937402" cy="1192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defTabSz="457200" latinLnBrk="0">
              <a:lnSpc>
                <a:spcPct val="120000"/>
              </a:lnSpc>
              <a:defRPr/>
            </a:pPr>
            <a:r>
              <a:rPr lang="en-US" altLang="ko-KR" sz="7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ESS </a:t>
            </a:r>
            <a:r>
              <a:rPr lang="ko-KR" altLang="en-US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사업계획 목표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442BCB2-BD71-5EB4-AEB1-BE2900F326D4}"/>
              </a:ext>
            </a:extLst>
          </p:cNvPr>
          <p:cNvSpPr/>
          <p:nvPr/>
        </p:nvSpPr>
        <p:spPr>
          <a:xfrm>
            <a:off x="857751" y="6246021"/>
            <a:ext cx="5198094" cy="3763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457200" latinLnBrk="0">
              <a:lnSpc>
                <a:spcPct val="120000"/>
              </a:lnSpc>
              <a:defRPr/>
            </a:pP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X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축위치불량은 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Slim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 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Cutter</a:t>
            </a:r>
            <a:r>
              <a:rPr lang="ko-KR" altLang="en-US" sz="8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적용후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(26/1/19~), 0.17%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수준이며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스택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Short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는 </a:t>
            </a:r>
            <a:r>
              <a:rPr lang="en-US" altLang="ko-KR" sz="8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Sepa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sealer </a:t>
            </a:r>
          </a:p>
          <a:p>
            <a:pPr defTabSz="457200" latinLnBrk="0">
              <a:lnSpc>
                <a:spcPct val="120000"/>
              </a:lnSpc>
              <a:defRPr/>
            </a:pP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가이드 롤러수량 변경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(8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개→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후 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0.26%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까지 떨어짐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24107C4-6A2B-C279-90D2-F5378B1E7E3F}"/>
              </a:ext>
            </a:extLst>
          </p:cNvPr>
          <p:cNvSpPr/>
          <p:nvPr/>
        </p:nvSpPr>
        <p:spPr>
          <a:xfrm>
            <a:off x="3936224" y="2187735"/>
            <a:ext cx="657368" cy="1192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defTabSz="457200" latinLnBrk="0">
              <a:lnSpc>
                <a:spcPct val="120000"/>
              </a:lnSpc>
              <a:defRPr/>
            </a:pPr>
            <a:r>
              <a:rPr lang="en-US" altLang="ko-KR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NG </a:t>
            </a:r>
            <a:r>
              <a:rPr lang="ko-KR" altLang="en-US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 </a:t>
            </a:r>
            <a:r>
              <a:rPr lang="en-US" altLang="ko-KR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10</a:t>
            </a:r>
            <a:r>
              <a:rPr lang="ko-KR" altLang="en-US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 →</a:t>
            </a:r>
            <a:r>
              <a:rPr lang="en-US" altLang="ko-KR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4</a:t>
            </a:r>
            <a:r>
              <a:rPr lang="ko-KR" altLang="en-US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90E3260-0BCF-98A9-A305-7121745CBA51}"/>
              </a:ext>
            </a:extLst>
          </p:cNvPr>
          <p:cNvSpPr/>
          <p:nvPr/>
        </p:nvSpPr>
        <p:spPr>
          <a:xfrm>
            <a:off x="2527453" y="4183271"/>
            <a:ext cx="1806264" cy="2455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457200" latinLnBrk="0">
              <a:lnSpc>
                <a:spcPct val="120000"/>
              </a:lnSpc>
              <a:defRPr/>
            </a:pP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산출기준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’25.12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endParaRPr lang="en-US" altLang="ko-KR" sz="9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2C92D79-7420-8BCF-DAC1-F26ADF3629C1}"/>
              </a:ext>
            </a:extLst>
          </p:cNvPr>
          <p:cNvSpPr/>
          <p:nvPr/>
        </p:nvSpPr>
        <p:spPr>
          <a:xfrm>
            <a:off x="6945154" y="4173607"/>
            <a:ext cx="1806264" cy="2455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457200" latinLnBrk="0">
              <a:lnSpc>
                <a:spcPct val="120000"/>
              </a:lnSpc>
              <a:defRPr/>
            </a:pP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산출기준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1/2~14</a:t>
            </a:r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E2397B36-1013-6AD5-8759-EC65DCCEC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11034"/>
            <a:ext cx="9144000" cy="14020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3323" tIns="3323" rIns="3323" bIns="3323" anchor="b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&lt; </a:t>
            </a:r>
            <a:r>
              <a:rPr kumimoji="1" lang="en-US" altLang="ko-KR" sz="8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7</a:t>
            </a:r>
            <a:r>
              <a:rPr kumimoji="1" lang="en-US" altLang="ko-KR" sz="7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/ 10 &gt;</a:t>
            </a:r>
            <a:endParaRPr kumimoji="1" lang="ko-KR" altLang="en-US" sz="7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9292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내용 개체 틀 6">
            <a:extLst>
              <a:ext uri="{FF2B5EF4-FFF2-40B4-BE49-F238E27FC236}">
                <a16:creationId xmlns:a16="http://schemas.microsoft.com/office/drawing/2014/main" id="{F14CC4BD-72E2-ED75-1E51-9F712C8803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5452902"/>
              </p:ext>
            </p:extLst>
          </p:nvPr>
        </p:nvGraphicFramePr>
        <p:xfrm>
          <a:off x="81791" y="3211666"/>
          <a:ext cx="8961878" cy="3011181"/>
        </p:xfrm>
        <a:graphic>
          <a:graphicData uri="http://schemas.openxmlformats.org/drawingml/2006/table">
            <a:tbl>
              <a:tblPr firstRow="1" bandRow="1"/>
              <a:tblGrid>
                <a:gridCol w="272783">
                  <a:extLst>
                    <a:ext uri="{9D8B030D-6E8A-4147-A177-3AD203B41FA5}">
                      <a16:colId xmlns:a16="http://schemas.microsoft.com/office/drawing/2014/main" val="908246279"/>
                    </a:ext>
                  </a:extLst>
                </a:gridCol>
                <a:gridCol w="2920464">
                  <a:extLst>
                    <a:ext uri="{9D8B030D-6E8A-4147-A177-3AD203B41FA5}">
                      <a16:colId xmlns:a16="http://schemas.microsoft.com/office/drawing/2014/main" val="3385856475"/>
                    </a:ext>
                  </a:extLst>
                </a:gridCol>
                <a:gridCol w="1821045">
                  <a:extLst>
                    <a:ext uri="{9D8B030D-6E8A-4147-A177-3AD203B41FA5}">
                      <a16:colId xmlns:a16="http://schemas.microsoft.com/office/drawing/2014/main" val="2692268080"/>
                    </a:ext>
                  </a:extLst>
                </a:gridCol>
                <a:gridCol w="677005">
                  <a:extLst>
                    <a:ext uri="{9D8B030D-6E8A-4147-A177-3AD203B41FA5}">
                      <a16:colId xmlns:a16="http://schemas.microsoft.com/office/drawing/2014/main" val="1186992123"/>
                    </a:ext>
                  </a:extLst>
                </a:gridCol>
                <a:gridCol w="1147763">
                  <a:extLst>
                    <a:ext uri="{9D8B030D-6E8A-4147-A177-3AD203B41FA5}">
                      <a16:colId xmlns:a16="http://schemas.microsoft.com/office/drawing/2014/main" val="3770065671"/>
                    </a:ext>
                  </a:extLst>
                </a:gridCol>
                <a:gridCol w="693087">
                  <a:extLst>
                    <a:ext uri="{9D8B030D-6E8A-4147-A177-3AD203B41FA5}">
                      <a16:colId xmlns:a16="http://schemas.microsoft.com/office/drawing/2014/main" val="2166072186"/>
                    </a:ext>
                  </a:extLst>
                </a:gridCol>
                <a:gridCol w="569771">
                  <a:extLst>
                    <a:ext uri="{9D8B030D-6E8A-4147-A177-3AD203B41FA5}">
                      <a16:colId xmlns:a16="http://schemas.microsoft.com/office/drawing/2014/main" val="330253156"/>
                    </a:ext>
                  </a:extLst>
                </a:gridCol>
                <a:gridCol w="461554">
                  <a:extLst>
                    <a:ext uri="{9D8B030D-6E8A-4147-A177-3AD203B41FA5}">
                      <a16:colId xmlns:a16="http://schemas.microsoft.com/office/drawing/2014/main" val="3528168575"/>
                    </a:ext>
                  </a:extLst>
                </a:gridCol>
                <a:gridCol w="398406">
                  <a:extLst>
                    <a:ext uri="{9D8B030D-6E8A-4147-A177-3AD203B41FA5}">
                      <a16:colId xmlns:a16="http://schemas.microsoft.com/office/drawing/2014/main" val="119417741"/>
                    </a:ext>
                  </a:extLst>
                </a:gridCol>
              </a:tblGrid>
              <a:tr h="35726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법인</a:t>
                      </a:r>
                      <a:endParaRPr lang="en-US" altLang="ko-KR" sz="1100" b="1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과제명</a:t>
                      </a:r>
                      <a:endParaRPr lang="en-US" altLang="ko-KR" sz="1100" b="1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Unit / </a:t>
                      </a:r>
                      <a:r>
                        <a:rPr lang="en-US" altLang="ko-KR" sz="1100" b="1" baseline="0" dirty="0" err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Ass’y</a:t>
                      </a:r>
                      <a:endParaRPr lang="en-US" altLang="ko-KR" sz="1100" b="1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개선유형</a:t>
                      </a:r>
                      <a:endParaRPr lang="ko-KR" altLang="en-US" sz="1100" b="1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업무목표</a:t>
                      </a:r>
                      <a:endParaRPr lang="en-US" altLang="ko-KR" sz="1100" b="1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</a:t>
                      </a:r>
                      <a:r>
                        <a:rPr lang="ko-KR" altLang="en-US" sz="11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솔루션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완료일정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Status</a:t>
                      </a:r>
                      <a:endParaRPr lang="ko-KR" altLang="en-US" sz="1100" b="1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Link</a:t>
                      </a:r>
                      <a:endParaRPr lang="ko-KR" altLang="en-US" sz="1100" b="1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096874"/>
                  </a:ext>
                </a:extLst>
              </a:tr>
              <a:tr h="530783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36000" algn="ctr" latinLnBrk="1"/>
                      <a:r>
                        <a:rPr lang="ko-KR" altLang="en-US" sz="1100" b="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</a:t>
                      </a:r>
                      <a:endParaRPr lang="en-US" altLang="ko-KR" sz="11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36000" algn="ctr" latinLnBrk="1"/>
                      <a:r>
                        <a:rPr lang="ko-KR" altLang="en-US" sz="1100" b="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동</a:t>
                      </a:r>
                      <a:endParaRPr lang="en-US" altLang="ko-KR" sz="11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36000" algn="ctr" latinLnBrk="1"/>
                      <a:r>
                        <a:rPr lang="ko-KR" altLang="en-US" sz="1100" b="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율</a:t>
                      </a:r>
                      <a:endParaRPr lang="en-US" altLang="ko-KR" sz="11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주행 간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취득 가능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Data(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실린더 압력 및 모터 부하율 변화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비전 이미지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를 활용하여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사전 이상 징후 감지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Lamination /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합치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Vision, Inspection C/V</a:t>
                      </a:r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가동률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(PD)</a:t>
                      </a:r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파단 및 </a:t>
                      </a:r>
                      <a:r>
                        <a:rPr lang="ko-KR" altLang="en-US" sz="9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재밍</a:t>
                      </a:r>
                      <a:endParaRPr lang="en-US" altLang="ko-KR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5.1%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</a:t>
                      </a: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1.5% *71%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FDC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●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endParaRPr lang="en-US" altLang="ko-KR" sz="11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9407172"/>
                  </a:ext>
                </a:extLst>
              </a:tr>
              <a:tr h="530783"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36000" algn="ctr" latinLnBrk="1"/>
                      <a:endParaRPr lang="en-US" altLang="ko-KR" sz="11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10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분리막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열선 </a:t>
                      </a: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Cutter Cable Data 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취득 및 </a:t>
                      </a: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FDC 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모델링을 활용한</a:t>
                      </a: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Cable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단선 사전 감지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Lamination / </a:t>
                      </a:r>
                      <a:r>
                        <a:rPr lang="en-US" altLang="ko-KR" sz="1000" baseline="0" dirty="0" err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Sepa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Cutter</a:t>
                      </a:r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가동률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(BM)</a:t>
                      </a:r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분리막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A/S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실패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0.7%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→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0.1%</a:t>
                      </a: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*85%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FDC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●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endParaRPr lang="en-US" altLang="ko-KR" sz="11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7395124"/>
                  </a:ext>
                </a:extLst>
              </a:tr>
              <a:tr h="530783"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36000" algn="ctr" latinLnBrk="1"/>
                      <a:endParaRPr lang="en-US" altLang="ko-KR" sz="11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리니어 모터 부하율</a:t>
                      </a: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온도 등 </a:t>
                      </a: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FDC 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모델링을 활용한 리니어 모터</a:t>
                      </a: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이상 동작 사전 감지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Lamination /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상부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&amp;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중앙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Cutter, </a:t>
                      </a:r>
                      <a:r>
                        <a:rPr lang="en-US" altLang="ko-KR" sz="1000" baseline="0" dirty="0" err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Sepa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Sealer, Short Checker</a:t>
                      </a:r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가동률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(BM)</a:t>
                      </a:r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리니어모터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과부하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0.6%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→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0.3% *50%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FDC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●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endParaRPr lang="en-US" altLang="ko-KR" sz="11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323144"/>
                  </a:ext>
                </a:extLst>
              </a:tr>
              <a:tr h="530783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3600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</a:t>
                      </a:r>
                      <a:endParaRPr lang="en-US" altLang="ko-KR" sz="11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3600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율</a:t>
                      </a:r>
                      <a:endParaRPr lang="en-US" altLang="ko-KR" sz="11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Pitch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틀어짐 발생 시 합치 로직 개선을 통한 </a:t>
                      </a: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Loss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Lamination / Final Cutter</a:t>
                      </a:r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불량률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aseline="0" dirty="0" err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수율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X</a:t>
                      </a:r>
                      <a:r>
                        <a:rPr lang="ko-KR" altLang="en-US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축 위치 불량</a:t>
                      </a:r>
                      <a:endParaRPr lang="en-US" altLang="ko-KR" sz="9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0.63%→0.12% *63% </a:t>
                      </a:r>
                      <a:r>
                        <a:rPr lang="ko-KR" altLang="en-US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자동보정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●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endParaRPr lang="en-US" altLang="ko-KR" sz="11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866059"/>
                  </a:ext>
                </a:extLst>
              </a:tr>
              <a:tr h="530783"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endParaRPr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Tab Pitch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정보 수집을 통한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Tab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불량 개선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전극 선별 투입 시스템 병행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상부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&amp;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중앙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Cutter,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합치 센서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en-US" altLang="ko-KR" sz="1000" baseline="0" dirty="0" err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Sepa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Sealer</a:t>
                      </a:r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불량률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aseline="0" dirty="0" err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수율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탭치수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불량</a:t>
                      </a:r>
                      <a:endParaRPr lang="en-US" altLang="ko-KR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0.14%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</a:t>
                      </a: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0.05% *64%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제조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</a:t>
                      </a:r>
                    </a:p>
                    <a:p>
                      <a:pPr algn="ctr" latinLnBrk="1"/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솔루션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●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endParaRPr lang="en-US" altLang="ko-KR" sz="11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5366379"/>
                  </a:ext>
                </a:extLst>
              </a:tr>
            </a:tbl>
          </a:graphicData>
        </a:graphic>
      </p:graphicFrame>
      <p:sp>
        <p:nvSpPr>
          <p:cNvPr id="36" name="실행 단추: 앞으로 또는 다음으로 이동 35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ED9344CC-E345-D732-7774-0B2767EA7871}"/>
              </a:ext>
            </a:extLst>
          </p:cNvPr>
          <p:cNvSpPr/>
          <p:nvPr/>
        </p:nvSpPr>
        <p:spPr>
          <a:xfrm>
            <a:off x="8741965" y="4812037"/>
            <a:ext cx="180000" cy="180000"/>
          </a:xfrm>
          <a:prstGeom prst="actionButtonForwardNext">
            <a:avLst/>
          </a:prstGeom>
          <a:solidFill>
            <a:sysClr val="window" lastClr="FFFFFF">
              <a:lumMod val="85000"/>
            </a:sysClr>
          </a:solidFill>
          <a:ln w="31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7" name="실행 단추: 앞으로 또는 다음으로 이동 36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8290732-862E-268F-8BEA-9EDFABFA5137}"/>
              </a:ext>
            </a:extLst>
          </p:cNvPr>
          <p:cNvSpPr/>
          <p:nvPr/>
        </p:nvSpPr>
        <p:spPr>
          <a:xfrm>
            <a:off x="8750674" y="5889423"/>
            <a:ext cx="180000" cy="180000"/>
          </a:xfrm>
          <a:prstGeom prst="actionButtonForwardNext">
            <a:avLst/>
          </a:prstGeom>
          <a:solidFill>
            <a:sysClr val="window" lastClr="FFFFFF">
              <a:lumMod val="85000"/>
            </a:sysClr>
          </a:solidFill>
          <a:ln w="31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39" name="직선 연결선 125">
            <a:extLst>
              <a:ext uri="{FF2B5EF4-FFF2-40B4-BE49-F238E27FC236}">
                <a16:creationId xmlns:a16="http://schemas.microsoft.com/office/drawing/2014/main" id="{245EDFE7-BD36-4AB4-8F34-71ECE7C1C41F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2">
            <a:extLst>
              <a:ext uri="{FF2B5EF4-FFF2-40B4-BE49-F238E27FC236}">
                <a16:creationId xmlns:a16="http://schemas.microsoft.com/office/drawing/2014/main" id="{BDEE771E-72BD-BAA0-68AA-5E556EC06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3902" y="141033"/>
            <a:ext cx="1289113" cy="27909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3323" tIns="3323" rIns="3323" bIns="3323" anchor="b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2) L&amp;S </a:t>
            </a:r>
            <a:r>
              <a:rPr kumimoji="1" lang="ko-KR" altLang="en-US" sz="16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과제 </a:t>
            </a:r>
            <a:r>
              <a:rPr kumimoji="1" lang="en-US" altLang="ko-KR" sz="16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List</a:t>
            </a:r>
            <a:endParaRPr kumimoji="1" lang="ko-KR" altLang="en-US" sz="1600" b="1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6D4EB6-3CE8-E437-5F0A-1D7C2160BE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15" y="106985"/>
            <a:ext cx="1394911" cy="31314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3323" tIns="3323" rIns="3323" bIns="3323" anchor="b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4. DX</a:t>
            </a:r>
            <a:r>
              <a:rPr kumimoji="1" lang="ko-KR" altLang="en-US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과제 현황</a:t>
            </a:r>
          </a:p>
        </p:txBody>
      </p:sp>
      <p:sp>
        <p:nvSpPr>
          <p:cNvPr id="7" name="오른쪽 화살표 90">
            <a:extLst>
              <a:ext uri="{FF2B5EF4-FFF2-40B4-BE49-F238E27FC236}">
                <a16:creationId xmlns:a16="http://schemas.microsoft.com/office/drawing/2014/main" id="{146C8EF0-843E-EE0D-30AA-01DF9C4C5402}"/>
              </a:ext>
            </a:extLst>
          </p:cNvPr>
          <p:cNvSpPr/>
          <p:nvPr/>
        </p:nvSpPr>
        <p:spPr>
          <a:xfrm>
            <a:off x="136285" y="2749358"/>
            <a:ext cx="769417" cy="201800"/>
          </a:xfrm>
          <a:prstGeom prst="rightArrow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0497D4-2484-ECB2-B525-46132501F19F}"/>
              </a:ext>
            </a:extLst>
          </p:cNvPr>
          <p:cNvSpPr txBox="1"/>
          <p:nvPr/>
        </p:nvSpPr>
        <p:spPr>
          <a:xfrm>
            <a:off x="855300" y="2724822"/>
            <a:ext cx="882223" cy="2455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ko-KR"/>
            </a:defPPr>
            <a:lvl1pPr marR="0" lvl="0" indent="0" defTabSz="457200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cap="none" spc="0" normalizeH="0" baseline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0" marR="0" lvl="0" indent="0" defTabSz="4572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공정 진행 방향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164593-9C4F-464E-A71F-13F07DA9C5F9}"/>
              </a:ext>
            </a:extLst>
          </p:cNvPr>
          <p:cNvSpPr txBox="1"/>
          <p:nvPr/>
        </p:nvSpPr>
        <p:spPr>
          <a:xfrm>
            <a:off x="70668" y="761608"/>
            <a:ext cx="21291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/>
            </a:pPr>
            <a:r>
              <a:rPr kumimoji="1" lang="ko-KR" altLang="en-US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en-US" altLang="ko-KR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Layout (Loader + Lamination)</a:t>
            </a:r>
            <a:endParaRPr kumimoji="1" lang="ko-KR" altLang="en-US" sz="1200" b="1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4DD6ADA-792B-455E-4A2E-412895B2A458}"/>
              </a:ext>
            </a:extLst>
          </p:cNvPr>
          <p:cNvSpPr/>
          <p:nvPr/>
        </p:nvSpPr>
        <p:spPr>
          <a:xfrm>
            <a:off x="166470" y="1131174"/>
            <a:ext cx="1913156" cy="161408"/>
          </a:xfrm>
          <a:prstGeom prst="roundRect">
            <a:avLst/>
          </a:prstGeom>
          <a:noFill/>
          <a:ln w="3175" cap="flat" cmpd="sng" algn="ctr">
            <a:solidFill>
              <a:sysClr val="window" lastClr="FFFFFF">
                <a:lumMod val="65000"/>
              </a:sysClr>
            </a:solidFill>
            <a:prstDash val="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Loader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4742B91-15DE-0D00-D131-D9DA42263883}"/>
              </a:ext>
            </a:extLst>
          </p:cNvPr>
          <p:cNvSpPr/>
          <p:nvPr/>
        </p:nvSpPr>
        <p:spPr>
          <a:xfrm>
            <a:off x="2320920" y="1131174"/>
            <a:ext cx="6653263" cy="161408"/>
          </a:xfrm>
          <a:prstGeom prst="roundRect">
            <a:avLst/>
          </a:prstGeom>
          <a:noFill/>
          <a:ln w="3175" cap="flat" cmpd="sng" algn="ctr">
            <a:solidFill>
              <a:sysClr val="window" lastClr="FFFFFF">
                <a:lumMod val="65000"/>
              </a:sysClr>
            </a:solidFill>
            <a:prstDash val="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Lamination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5B4AA6-005C-B507-AD93-1C32D1081C85}"/>
              </a:ext>
            </a:extLst>
          </p:cNvPr>
          <p:cNvSpPr txBox="1"/>
          <p:nvPr/>
        </p:nvSpPr>
        <p:spPr>
          <a:xfrm>
            <a:off x="6782190" y="2929199"/>
            <a:ext cx="24332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●</a:t>
            </a:r>
            <a:r>
              <a:rPr lang="en-US" altLang="ko-KR" sz="1000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r>
              <a:rPr lang="ko-KR" altLang="en-US" sz="1000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개월 이상 지연</a:t>
            </a:r>
            <a:r>
              <a:rPr lang="en-US" altLang="ko-KR" sz="1000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FFC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●</a:t>
            </a:r>
            <a:r>
              <a:rPr lang="en-US" altLang="ko-KR" sz="1000" dirty="0">
                <a:solidFill>
                  <a:srgbClr val="FFC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r>
              <a:rPr lang="ko-KR" altLang="en-US" sz="1000" dirty="0">
                <a:solidFill>
                  <a:srgbClr val="FFC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주 이상 지연</a:t>
            </a:r>
            <a:r>
              <a:rPr lang="en-US" altLang="ko-KR" sz="1000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●정상</a:t>
            </a:r>
            <a:endParaRPr lang="en-US" altLang="ko-KR" sz="1000" dirty="0">
              <a:solidFill>
                <a:srgbClr val="008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2B962B0F-7BB5-F2A0-CEE5-2FC1BAE2624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817" y="1422299"/>
            <a:ext cx="8804366" cy="1278881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7A843701-10C0-80D4-4155-20245F534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11034"/>
            <a:ext cx="9144000" cy="14020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3323" tIns="3323" rIns="3323" bIns="3323" anchor="b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&lt; </a:t>
            </a:r>
            <a:r>
              <a:rPr kumimoji="1" lang="en-US" altLang="ko-KR" sz="8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8</a:t>
            </a:r>
            <a:r>
              <a:rPr kumimoji="1" lang="en-US" altLang="ko-KR" sz="7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/ 10 &gt;</a:t>
            </a:r>
            <a:endParaRPr kumimoji="1" lang="ko-KR" altLang="en-US" sz="7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1951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6" name="직선 연결선 125">
            <a:extLst>
              <a:ext uri="{FF2B5EF4-FFF2-40B4-BE49-F238E27FC236}">
                <a16:creationId xmlns:a16="http://schemas.microsoft.com/office/drawing/2014/main" id="{C573BFCF-E825-38F8-6BDD-06A940244859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2">
            <a:extLst>
              <a:ext uri="{FF2B5EF4-FFF2-40B4-BE49-F238E27FC236}">
                <a16:creationId xmlns:a16="http://schemas.microsoft.com/office/drawing/2014/main" id="{FCD344AF-F9E2-528C-99E2-6F4C8967B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401" y="141033"/>
            <a:ext cx="5506614" cy="27909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3323" tIns="3323" rIns="3323" bIns="3323" anchor="b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3) DX </a:t>
            </a:r>
            <a:r>
              <a:rPr kumimoji="1" lang="ko-KR" altLang="en-US" sz="16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과제 추진 계획서</a:t>
            </a:r>
            <a:r>
              <a:rPr kumimoji="1" lang="en-US" altLang="ko-KR" sz="16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_</a:t>
            </a:r>
            <a:r>
              <a:rPr kumimoji="1" lang="ko-KR" altLang="en-US" sz="16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리니어 모터 </a:t>
            </a:r>
            <a:r>
              <a:rPr kumimoji="1" lang="ko-KR" altLang="en-US" sz="1600" b="1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부하율</a:t>
            </a:r>
            <a:r>
              <a:rPr kumimoji="1" lang="en-US" altLang="ko-KR" sz="16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, </a:t>
            </a:r>
            <a:r>
              <a:rPr kumimoji="1" lang="ko-KR" altLang="en-US" sz="16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온도 등 </a:t>
            </a:r>
            <a:r>
              <a:rPr kumimoji="1" lang="en-US" altLang="ko-KR" sz="16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FDC </a:t>
            </a:r>
            <a:r>
              <a:rPr kumimoji="1" lang="ko-KR" altLang="en-US" sz="16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모델링 활용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CD1980-1586-1A60-E4ED-78CC8D0C3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15" y="106985"/>
            <a:ext cx="1394911" cy="31314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3323" tIns="3323" rIns="3323" bIns="3323" anchor="b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4. DX</a:t>
            </a:r>
            <a:r>
              <a:rPr kumimoji="1" lang="ko-KR" altLang="en-US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과제 현황</a:t>
            </a:r>
          </a:p>
        </p:txBody>
      </p:sp>
      <p:sp>
        <p:nvSpPr>
          <p:cNvPr id="4" name="실행 단추: 돌아가기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D3E1CE08-4BE7-08D2-3E97-A707256F0127}"/>
              </a:ext>
            </a:extLst>
          </p:cNvPr>
          <p:cNvSpPr/>
          <p:nvPr/>
        </p:nvSpPr>
        <p:spPr>
          <a:xfrm>
            <a:off x="8945179" y="527848"/>
            <a:ext cx="144000" cy="144000"/>
          </a:xfrm>
          <a:prstGeom prst="actionButtonReturn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DA3BD30-C8D2-7D96-EFFF-4F00D11AC5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469411"/>
              </p:ext>
            </p:extLst>
          </p:nvPr>
        </p:nvGraphicFramePr>
        <p:xfrm>
          <a:off x="50339" y="703526"/>
          <a:ext cx="9032701" cy="5902824"/>
        </p:xfrm>
        <a:graphic>
          <a:graphicData uri="http://schemas.openxmlformats.org/drawingml/2006/table">
            <a:tbl>
              <a:tblPr/>
              <a:tblGrid>
                <a:gridCol w="707468">
                  <a:extLst>
                    <a:ext uri="{9D8B030D-6E8A-4147-A177-3AD203B41FA5}">
                      <a16:colId xmlns:a16="http://schemas.microsoft.com/office/drawing/2014/main" val="3638908487"/>
                    </a:ext>
                  </a:extLst>
                </a:gridCol>
                <a:gridCol w="905522">
                  <a:extLst>
                    <a:ext uri="{9D8B030D-6E8A-4147-A177-3AD203B41FA5}">
                      <a16:colId xmlns:a16="http://schemas.microsoft.com/office/drawing/2014/main" val="3666032175"/>
                    </a:ext>
                  </a:extLst>
                </a:gridCol>
                <a:gridCol w="1100831">
                  <a:extLst>
                    <a:ext uri="{9D8B030D-6E8A-4147-A177-3AD203B41FA5}">
                      <a16:colId xmlns:a16="http://schemas.microsoft.com/office/drawing/2014/main" val="1153964512"/>
                    </a:ext>
                  </a:extLst>
                </a:gridCol>
                <a:gridCol w="2108659">
                  <a:extLst>
                    <a:ext uri="{9D8B030D-6E8A-4147-A177-3AD203B41FA5}">
                      <a16:colId xmlns:a16="http://schemas.microsoft.com/office/drawing/2014/main" val="3209056544"/>
                    </a:ext>
                  </a:extLst>
                </a:gridCol>
                <a:gridCol w="556700">
                  <a:extLst>
                    <a:ext uri="{9D8B030D-6E8A-4147-A177-3AD203B41FA5}">
                      <a16:colId xmlns:a16="http://schemas.microsoft.com/office/drawing/2014/main" val="4220853545"/>
                    </a:ext>
                  </a:extLst>
                </a:gridCol>
                <a:gridCol w="3653521">
                  <a:extLst>
                    <a:ext uri="{9D8B030D-6E8A-4147-A177-3AD203B41FA5}">
                      <a16:colId xmlns:a16="http://schemas.microsoft.com/office/drawing/2014/main" val="1062792777"/>
                    </a:ext>
                  </a:extLst>
                </a:gridCol>
              </a:tblGrid>
              <a:tr h="2279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>
                        <a:buFontTx/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과제 제목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l" fontAlgn="ctr">
                        <a:buFontTx/>
                        <a:buNone/>
                      </a:pPr>
                      <a:r>
                        <a:rPr lang="ko-KR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리니어 모터 부하율</a:t>
                      </a:r>
                      <a:r>
                        <a:rPr lang="en-US" altLang="ko-KR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온도 등 </a:t>
                      </a:r>
                      <a:r>
                        <a:rPr lang="en-US" altLang="ko-KR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FDC </a:t>
                      </a:r>
                      <a:r>
                        <a:rPr lang="ko-KR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모델링을 활용한 리니어 모터 이상 동작 사전 감지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ctr" fontAlgn="ctr">
                        <a:buFont typeface="Arial" panose="020B0604020202020204" pitchFamily="34" charset="0"/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Char char="•"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Char char="•"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0094354"/>
                  </a:ext>
                </a:extLst>
              </a:tr>
              <a:tr h="7022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>
                        <a:buFontTx/>
                        <a:buNone/>
                      </a:pPr>
                      <a:endParaRPr lang="ko-KR" alt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ctr" fontAlgn="ctr">
                        <a:buFontTx/>
                        <a:buNone/>
                      </a:pP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11830817"/>
                  </a:ext>
                </a:extLst>
              </a:tr>
              <a:tr h="1685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>
                        <a:buFontTx/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법인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l" fontAlgn="ctr">
                        <a:buFontTx/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ESOT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ctr" fontAlgn="ctr">
                        <a:buFontTx/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모델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공정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라인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l" fontAlgn="ctr">
                        <a:buFontTx/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JF2 / Lamination/ #1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추진방향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l" fontAlgn="ctr">
                        <a:buFontTx/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데이터 분석을 통한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FDC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모델링 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3339179"/>
                  </a:ext>
                </a:extLst>
              </a:tr>
              <a:tr h="1685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ctr" fontAlgn="ctr">
                        <a:buFontTx/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 유형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l" fontAlgn="ctr">
                        <a:buFontTx/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가동률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(BM)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ctr" fontAlgn="ctr">
                        <a:buFontTx/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현수준/개선목표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l" fontAlgn="ctr">
                        <a:buFontTx/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리니어 모터 과부하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0.6% →0.3%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일정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l" fontAlgn="ctr">
                        <a:buFontTx/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185641"/>
                  </a:ext>
                </a:extLst>
              </a:tr>
              <a:tr h="30898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>
                        <a:buFontTx/>
                        <a:buNone/>
                      </a:pP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담당자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l" fontAlgn="ctr">
                        <a:buFontTx/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ESOT :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양승훈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||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생산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추진팀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라승철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fontAlgn="ctr">
                        <a:buFontTx/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FDC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조호습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최두고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곽인철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정현아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0506830"/>
                  </a:ext>
                </a:extLst>
              </a:tr>
              <a:tr h="3591272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>
                        <a:buFontTx/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Lay-out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및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주요현상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rowSpan="3"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l" fontAlgn="ctr">
                        <a:buFontTx/>
                        <a:buNone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fontAlgn="ctr">
                        <a:buFontTx/>
                        <a:buNone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fontAlgn="ctr">
                        <a:buFontTx/>
                        <a:buNone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fontAlgn="ctr">
                        <a:buFontTx/>
                        <a:buNone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fontAlgn="ctr">
                        <a:buFontTx/>
                        <a:buNone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fontAlgn="ctr">
                        <a:buFontTx/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algn="ctr" fontAlgn="ctr"/>
                      <a:endParaRPr lang="ko-KR" altLang="en-US" sz="1100" b="1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진행내역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-115200" algn="l" fontAlgn="ctr">
                        <a:buAutoNum type="arabicPeriod"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온도 단일 인자 이상감지 모델 개발 및 적용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(3/4)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b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-. #1-3 BM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사례 기반으로 베이스 모델 개발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(1/28)</a:t>
                      </a:r>
                    </a:p>
                    <a:p>
                      <a:pPr marL="0" indent="0"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-.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리니어 모터 온도 이상감지 모델 생산라인 적용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(3/4)</a:t>
                      </a:r>
                    </a:p>
                    <a:p>
                      <a:pPr marL="0" indent="0"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fontAlgn="ctr">
                        <a:buNone/>
                      </a:pP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 [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고도화</a:t>
                      </a: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부하율 이상감지 모델 추가를 통한 병렬 모델링 운영 </a:t>
                      </a: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(4/1~) 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fontAlgn="ctr">
                        <a:buNone/>
                      </a:pP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-. 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온도 이상감지 모델 대비 사전 이상감지에 대한 효과 증대를 위해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fontAlgn="ctr">
                        <a:buNone/>
                      </a:pP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모터 부하율 이상감지 모델을 병렬로 함께 운영 중 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fontAlgn="ctr">
                        <a:buNone/>
                      </a:pP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 리니어 모터 열화 사전 징후에 온도보다 부하율이 더 빠르게 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fontAlgn="ctr">
                        <a:buNone/>
                      </a:pP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     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반응한 </a:t>
                      </a: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BM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사례 기반으로 검토</a:t>
                      </a: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 하였음 </a:t>
                      </a: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(#1-5 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파이널커터</a:t>
                      </a: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fontAlgn="ctr">
                        <a:buNone/>
                      </a:pP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36000" marB="36000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3249393"/>
                  </a:ext>
                </a:extLst>
              </a:tr>
              <a:tr h="802381">
                <a:tc vMerge="1"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 fontAlgn="ctr">
                        <a:buFontTx/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200" b="1" i="0" u="none" strike="noStrike" kern="120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성과평가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997417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rtl="0" fontAlgn="base"/>
                      <a:endParaRPr lang="en-US" altLang="ko-KR" sz="1000" b="0" i="0" u="none" strike="noStrike" noProof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200" b="1" i="0" u="none" strike="noStrike" kern="120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수평전개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36000" marB="36000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8275002"/>
                  </a:ext>
                </a:extLst>
              </a:tr>
            </a:tbl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D6236398-96E1-A2CC-FFA0-4C1E10FC2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550" y="3875948"/>
            <a:ext cx="410725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>
            <a:spAutoFit/>
          </a:bodyPr>
          <a:lstStyle/>
          <a:p>
            <a:pPr defTabSz="422041">
              <a:defRPr/>
            </a:pP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□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그리스 </a:t>
            </a:r>
            <a:r>
              <a:rPr lang="ko-KR" altLang="en-US" sz="10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급유량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부족에 따른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리니어 모터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 LM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블록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레일 파손 발생</a:t>
            </a:r>
            <a:endParaRPr lang="en-US" altLang="ko-KR" sz="10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119" name="그림 118">
            <a:extLst>
              <a:ext uri="{FF2B5EF4-FFF2-40B4-BE49-F238E27FC236}">
                <a16:creationId xmlns:a16="http://schemas.microsoft.com/office/drawing/2014/main" id="{34DCC3DE-033A-CC86-71C7-B09AF87AC64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6517" y="4278730"/>
            <a:ext cx="1746944" cy="945067"/>
          </a:xfrm>
          <a:prstGeom prst="rect">
            <a:avLst/>
          </a:prstGeom>
        </p:spPr>
      </p:pic>
      <p:pic>
        <p:nvPicPr>
          <p:cNvPr id="120" name="그림 119">
            <a:extLst>
              <a:ext uri="{FF2B5EF4-FFF2-40B4-BE49-F238E27FC236}">
                <a16:creationId xmlns:a16="http://schemas.microsoft.com/office/drawing/2014/main" id="{0EF589FB-E815-E83D-1194-BFE5618BB1B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3318473" y="3838836"/>
            <a:ext cx="945068" cy="1824855"/>
          </a:xfrm>
          <a:prstGeom prst="rect">
            <a:avLst/>
          </a:prstGeom>
        </p:spPr>
      </p:pic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782F2A7C-442B-F59F-CB6E-98DEE47517A4}"/>
              </a:ext>
            </a:extLst>
          </p:cNvPr>
          <p:cNvSpPr/>
          <p:nvPr/>
        </p:nvSpPr>
        <p:spPr>
          <a:xfrm>
            <a:off x="935101" y="5081181"/>
            <a:ext cx="629953" cy="126249"/>
          </a:xfrm>
          <a:prstGeom prst="rect">
            <a:avLst/>
          </a:prstGeom>
          <a:solidFill>
            <a:sysClr val="window" lastClr="FFFFFF">
              <a:alpha val="80000"/>
            </a:sysClr>
          </a:solidFill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LM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블럭 파손</a:t>
            </a: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793C6303-EA4F-87DC-F609-D9BE58B96C8A}"/>
              </a:ext>
            </a:extLst>
          </p:cNvPr>
          <p:cNvSpPr/>
          <p:nvPr/>
        </p:nvSpPr>
        <p:spPr>
          <a:xfrm>
            <a:off x="2919105" y="5081181"/>
            <a:ext cx="1274584" cy="126249"/>
          </a:xfrm>
          <a:prstGeom prst="rect">
            <a:avLst/>
          </a:prstGeom>
          <a:solidFill>
            <a:sysClr val="window" lastClr="FFFFFF">
              <a:alpha val="80000"/>
            </a:sysClr>
          </a:solidFill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LM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레일 갈림 및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LM</a:t>
            </a:r>
            <a:r>
              <a:rPr kumimoji="0" lang="ko-KR" altLang="en-US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블럭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볼 빠짐</a:t>
            </a:r>
          </a:p>
        </p:txBody>
      </p:sp>
      <p:sp>
        <p:nvSpPr>
          <p:cNvPr id="123" name="Text Box 118">
            <a:extLst>
              <a:ext uri="{FF2B5EF4-FFF2-40B4-BE49-F238E27FC236}">
                <a16:creationId xmlns:a16="http://schemas.microsoft.com/office/drawing/2014/main" id="{2FE798A3-57BB-E208-78EF-AB95620545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33" y="5252217"/>
            <a:ext cx="1792875" cy="96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180000" marR="0" lvl="0" indent="-180000" fontAlgn="base">
              <a:lnSpc>
                <a:spcPct val="110000"/>
              </a:lnSpc>
              <a:spcBef>
                <a:spcPts val="300"/>
              </a:spcBef>
              <a:spcAft>
                <a:spcPts val="700"/>
              </a:spcAft>
              <a:buClrTx/>
              <a:buSzPct val="80000"/>
              <a:buFont typeface="Wingdings" pitchFamily="2" charset="2"/>
              <a:buChar char="q"/>
              <a:tabLst/>
              <a:defRPr kumimoji="1" sz="1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  <a:lvl2pPr marL="742950" indent="-285750" eaLnBrk="0" hangingPunct="0">
              <a:defRPr kumimoji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9pPr>
          </a:lstStyle>
          <a:p>
            <a:pPr marL="0" marR="0" lvl="0" indent="0" defTabSz="844083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ts val="700"/>
              </a:spcAft>
              <a:buClrTx/>
              <a:buSzPct val="80000"/>
              <a:buFont typeface="Wingdings" pitchFamily="2" charset="2"/>
              <a:buNone/>
              <a:tabLst/>
              <a:defRPr/>
            </a:pPr>
            <a:r>
              <a:rPr kumimoji="1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</a:t>
            </a:r>
            <a:r>
              <a:rPr kumimoji="1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설비 리니어 모터 </a:t>
            </a:r>
            <a:r>
              <a:rPr kumimoji="1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온도 과부하 알람 </a:t>
            </a:r>
            <a:r>
              <a:rPr kumimoji="1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발생</a:t>
            </a:r>
            <a:r>
              <a:rPr kumimoji="1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)</a:t>
            </a:r>
            <a:r>
              <a:rPr kumimoji="1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</a:p>
        </p:txBody>
      </p: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915512E7-5723-03D2-4EB0-113F401E7586}"/>
              </a:ext>
            </a:extLst>
          </p:cNvPr>
          <p:cNvGrpSpPr/>
          <p:nvPr/>
        </p:nvGrpSpPr>
        <p:grpSpPr>
          <a:xfrm>
            <a:off x="827218" y="1971582"/>
            <a:ext cx="3988614" cy="919836"/>
            <a:chOff x="1823422" y="2157182"/>
            <a:chExt cx="4325610" cy="997553"/>
          </a:xfrm>
        </p:grpSpPr>
        <p:pic>
          <p:nvPicPr>
            <p:cNvPr id="125" name="그림 124">
              <a:extLst>
                <a:ext uri="{FF2B5EF4-FFF2-40B4-BE49-F238E27FC236}">
                  <a16:creationId xmlns:a16="http://schemas.microsoft.com/office/drawing/2014/main" id="{D77AC083-7F12-3B9D-56F1-1B99BF0D4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23422" y="2261260"/>
              <a:ext cx="4325610" cy="893475"/>
            </a:xfrm>
            <a:prstGeom prst="rect">
              <a:avLst/>
            </a:prstGeom>
          </p:spPr>
        </p:pic>
        <p:cxnSp>
          <p:nvCxnSpPr>
            <p:cNvPr id="126" name="직선 연결선 125">
              <a:extLst>
                <a:ext uri="{FF2B5EF4-FFF2-40B4-BE49-F238E27FC236}">
                  <a16:creationId xmlns:a16="http://schemas.microsoft.com/office/drawing/2014/main" id="{62D78472-4279-1F71-B8D5-F7B3722780C3}"/>
                </a:ext>
              </a:extLst>
            </p:cNvPr>
            <p:cNvCxnSpPr/>
            <p:nvPr/>
          </p:nvCxnSpPr>
          <p:spPr>
            <a:xfrm>
              <a:off x="2976606" y="2206856"/>
              <a:ext cx="0" cy="432048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lgDash"/>
            </a:ln>
            <a:effectLst/>
          </p:spPr>
        </p:cxnSp>
        <p:cxnSp>
          <p:nvCxnSpPr>
            <p:cNvPr id="127" name="직선 화살표 연결선 126">
              <a:extLst>
                <a:ext uri="{FF2B5EF4-FFF2-40B4-BE49-F238E27FC236}">
                  <a16:creationId xmlns:a16="http://schemas.microsoft.com/office/drawing/2014/main" id="{D729A3D5-7407-7C4F-38C6-8D5DDBDFAA22}"/>
                </a:ext>
              </a:extLst>
            </p:cNvPr>
            <p:cNvCxnSpPr>
              <a:cxnSpLocks/>
            </p:cNvCxnSpPr>
            <p:nvPr/>
          </p:nvCxnSpPr>
          <p:spPr>
            <a:xfrm>
              <a:off x="1823422" y="2246800"/>
              <a:ext cx="1153184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dash"/>
              <a:headEnd type="arrow" w="sm" len="sm"/>
              <a:tailEnd type="arrow" w="sm" len="sm"/>
            </a:ln>
            <a:effectLst/>
          </p:spPr>
        </p:cxnSp>
        <p:cxnSp>
          <p:nvCxnSpPr>
            <p:cNvPr id="128" name="직선 연결선 127">
              <a:extLst>
                <a:ext uri="{FF2B5EF4-FFF2-40B4-BE49-F238E27FC236}">
                  <a16:creationId xmlns:a16="http://schemas.microsoft.com/office/drawing/2014/main" id="{E1A4DD14-AE83-6EEB-3E6F-6224EA16762D}"/>
                </a:ext>
              </a:extLst>
            </p:cNvPr>
            <p:cNvCxnSpPr/>
            <p:nvPr/>
          </p:nvCxnSpPr>
          <p:spPr>
            <a:xfrm>
              <a:off x="3772769" y="2206856"/>
              <a:ext cx="0" cy="432048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lgDash"/>
            </a:ln>
            <a:effectLst/>
          </p:spPr>
        </p:cxnSp>
        <p:cxnSp>
          <p:nvCxnSpPr>
            <p:cNvPr id="129" name="직선 화살표 연결선 128">
              <a:extLst>
                <a:ext uri="{FF2B5EF4-FFF2-40B4-BE49-F238E27FC236}">
                  <a16:creationId xmlns:a16="http://schemas.microsoft.com/office/drawing/2014/main" id="{9D7DAC2A-88F2-2F77-159E-F2244EEBC202}"/>
                </a:ext>
              </a:extLst>
            </p:cNvPr>
            <p:cNvCxnSpPr>
              <a:cxnSpLocks/>
            </p:cNvCxnSpPr>
            <p:nvPr/>
          </p:nvCxnSpPr>
          <p:spPr>
            <a:xfrm>
              <a:off x="2976606" y="2246800"/>
              <a:ext cx="796163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dash"/>
              <a:headEnd type="arrow" w="sm" len="sm"/>
              <a:tailEnd type="arrow" w="sm" len="sm"/>
            </a:ln>
            <a:effectLst/>
          </p:spPr>
        </p:cxnSp>
        <p:cxnSp>
          <p:nvCxnSpPr>
            <p:cNvPr id="130" name="직선 연결선 129">
              <a:extLst>
                <a:ext uri="{FF2B5EF4-FFF2-40B4-BE49-F238E27FC236}">
                  <a16:creationId xmlns:a16="http://schemas.microsoft.com/office/drawing/2014/main" id="{816443BF-2461-D683-839F-19819AF6E3E9}"/>
                </a:ext>
              </a:extLst>
            </p:cNvPr>
            <p:cNvCxnSpPr/>
            <p:nvPr/>
          </p:nvCxnSpPr>
          <p:spPr>
            <a:xfrm>
              <a:off x="4824314" y="2206856"/>
              <a:ext cx="0" cy="432048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lgDash"/>
            </a:ln>
            <a:effectLst/>
          </p:spPr>
        </p:cxnSp>
        <p:cxnSp>
          <p:nvCxnSpPr>
            <p:cNvPr id="131" name="직선 연결선 130">
              <a:extLst>
                <a:ext uri="{FF2B5EF4-FFF2-40B4-BE49-F238E27FC236}">
                  <a16:creationId xmlns:a16="http://schemas.microsoft.com/office/drawing/2014/main" id="{659576FE-FCA3-914A-4CCF-D8F0B7774884}"/>
                </a:ext>
              </a:extLst>
            </p:cNvPr>
            <p:cNvCxnSpPr/>
            <p:nvPr/>
          </p:nvCxnSpPr>
          <p:spPr>
            <a:xfrm>
              <a:off x="5140921" y="2206856"/>
              <a:ext cx="0" cy="432048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lgDash"/>
            </a:ln>
            <a:effectLst/>
          </p:spPr>
        </p:cxnSp>
        <p:cxnSp>
          <p:nvCxnSpPr>
            <p:cNvPr id="132" name="직선 연결선 131">
              <a:extLst>
                <a:ext uri="{FF2B5EF4-FFF2-40B4-BE49-F238E27FC236}">
                  <a16:creationId xmlns:a16="http://schemas.microsoft.com/office/drawing/2014/main" id="{88E9CCC3-FBD0-FFFB-76BD-3C82FED49243}"/>
                </a:ext>
              </a:extLst>
            </p:cNvPr>
            <p:cNvCxnSpPr/>
            <p:nvPr/>
          </p:nvCxnSpPr>
          <p:spPr>
            <a:xfrm>
              <a:off x="5486864" y="2206856"/>
              <a:ext cx="0" cy="432048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lgDash"/>
            </a:ln>
            <a:effectLst/>
          </p:spPr>
        </p:cxnSp>
        <p:cxnSp>
          <p:nvCxnSpPr>
            <p:cNvPr id="133" name="직선 화살표 연결선 132">
              <a:extLst>
                <a:ext uri="{FF2B5EF4-FFF2-40B4-BE49-F238E27FC236}">
                  <a16:creationId xmlns:a16="http://schemas.microsoft.com/office/drawing/2014/main" id="{D7803DCA-0BB2-3667-B58A-EDCDC3C0838A}"/>
                </a:ext>
              </a:extLst>
            </p:cNvPr>
            <p:cNvCxnSpPr>
              <a:cxnSpLocks/>
            </p:cNvCxnSpPr>
            <p:nvPr/>
          </p:nvCxnSpPr>
          <p:spPr>
            <a:xfrm>
              <a:off x="3768694" y="2246800"/>
              <a:ext cx="1055620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dash"/>
              <a:headEnd type="arrow" w="sm" len="sm"/>
              <a:tailEnd type="arrow" w="sm" len="sm"/>
            </a:ln>
            <a:effectLst/>
          </p:spPr>
        </p:cxnSp>
        <p:cxnSp>
          <p:nvCxnSpPr>
            <p:cNvPr id="134" name="직선 화살표 연결선 133">
              <a:extLst>
                <a:ext uri="{FF2B5EF4-FFF2-40B4-BE49-F238E27FC236}">
                  <a16:creationId xmlns:a16="http://schemas.microsoft.com/office/drawing/2014/main" id="{005753C3-CD41-438F-B9F4-7CF9E9B09976}"/>
                </a:ext>
              </a:extLst>
            </p:cNvPr>
            <p:cNvCxnSpPr>
              <a:cxnSpLocks/>
            </p:cNvCxnSpPr>
            <p:nvPr/>
          </p:nvCxnSpPr>
          <p:spPr>
            <a:xfrm>
              <a:off x="4824314" y="2246800"/>
              <a:ext cx="316607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dash"/>
              <a:headEnd type="arrow" w="sm" len="sm"/>
              <a:tailEnd type="arrow" w="sm" len="sm"/>
            </a:ln>
            <a:effectLst/>
          </p:spPr>
        </p:cxnSp>
        <p:cxnSp>
          <p:nvCxnSpPr>
            <p:cNvPr id="135" name="직선 화살표 연결선 134">
              <a:extLst>
                <a:ext uri="{FF2B5EF4-FFF2-40B4-BE49-F238E27FC236}">
                  <a16:creationId xmlns:a16="http://schemas.microsoft.com/office/drawing/2014/main" id="{CFBACBA4-6F95-AA09-0257-BF682E8A0201}"/>
                </a:ext>
              </a:extLst>
            </p:cNvPr>
            <p:cNvCxnSpPr>
              <a:cxnSpLocks/>
            </p:cNvCxnSpPr>
            <p:nvPr/>
          </p:nvCxnSpPr>
          <p:spPr>
            <a:xfrm>
              <a:off x="5140921" y="2246800"/>
              <a:ext cx="345943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dash"/>
              <a:headEnd type="arrow" w="sm" len="sm"/>
              <a:tailEnd type="arrow" w="sm" len="sm"/>
            </a:ln>
            <a:effectLst/>
          </p:spPr>
        </p:cxnSp>
        <p:sp>
          <p:nvSpPr>
            <p:cNvPr id="136" name="Text Box 118">
              <a:extLst>
                <a:ext uri="{FF2B5EF4-FFF2-40B4-BE49-F238E27FC236}">
                  <a16:creationId xmlns:a16="http://schemas.microsoft.com/office/drawing/2014/main" id="{0628F6D2-4E63-EA92-10A1-E269FF760D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5817" y="2194458"/>
              <a:ext cx="723332" cy="105141"/>
            </a:xfrm>
            <a:prstGeom prst="rect">
              <a:avLst/>
            </a:prstGeom>
            <a:solidFill>
              <a:sysClr val="window" lastClr="FFFFFF">
                <a:alpha val="80000"/>
              </a:sysClr>
            </a:solidFill>
            <a:ln>
              <a:noFill/>
            </a:ln>
          </p:spPr>
          <p:txBody>
            <a:bodyPr wrap="square" lIns="0" tIns="0" rIns="0" bIns="0">
              <a:spAutoFit/>
            </a:bodyPr>
            <a:lstStyle>
              <a:defPPr>
                <a:defRPr lang="ko-KR"/>
              </a:defPPr>
              <a:lvl1pPr marL="180000" marR="0" lvl="0" indent="-180000" fontAlgn="base">
                <a:lnSpc>
                  <a:spcPct val="110000"/>
                </a:lnSpc>
                <a:spcBef>
                  <a:spcPts val="300"/>
                </a:spcBef>
                <a:spcAft>
                  <a:spcPts val="700"/>
                </a:spcAft>
                <a:buClrTx/>
                <a:buSzPct val="80000"/>
                <a:buFont typeface="Wingdings" pitchFamily="2" charset="2"/>
                <a:buChar char="q"/>
                <a:tabLst/>
                <a:defRPr kumimoji="1" sz="14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defRPr>
              </a:lvl1pPr>
              <a:lvl2pPr marL="742950" indent="-285750" eaLnBrk="0" hangingPunct="0">
                <a:defRPr kumimoji="1"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9pPr>
            </a:lstStyle>
            <a:p>
              <a:pPr marL="0" marR="0" lvl="0" indent="0" algn="ctr" defTabSz="844083" eaLnBrk="1" fontAlgn="base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700"/>
                </a:spcAft>
                <a:buClrTx/>
                <a:buSzPct val="80000"/>
                <a:buFont typeface="Wingdings" pitchFamily="2" charset="2"/>
                <a:buNone/>
                <a:tabLst/>
                <a:defRPr/>
              </a:pPr>
              <a:r>
                <a:rPr kumimoji="1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전극</a:t>
              </a:r>
              <a:r>
                <a:rPr kumimoji="1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/</a:t>
              </a:r>
              <a:r>
                <a:rPr kumimoji="1" lang="ko-KR" altLang="en-US" sz="7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분리막</a:t>
              </a:r>
              <a:r>
                <a:rPr kumimoji="1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 주행</a:t>
              </a:r>
            </a:p>
          </p:txBody>
        </p:sp>
        <p:sp>
          <p:nvSpPr>
            <p:cNvPr id="137" name="Text Box 118">
              <a:extLst>
                <a:ext uri="{FF2B5EF4-FFF2-40B4-BE49-F238E27FC236}">
                  <a16:creationId xmlns:a16="http://schemas.microsoft.com/office/drawing/2014/main" id="{EA58D964-3090-2180-0591-0E38161CE2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1014" y="2194458"/>
              <a:ext cx="571266" cy="105141"/>
            </a:xfrm>
            <a:prstGeom prst="rect">
              <a:avLst/>
            </a:prstGeom>
            <a:solidFill>
              <a:sysClr val="window" lastClr="FFFFFF">
                <a:alpha val="80000"/>
              </a:sysClr>
            </a:solidFill>
            <a:ln>
              <a:noFill/>
            </a:ln>
          </p:spPr>
          <p:txBody>
            <a:bodyPr wrap="square" lIns="0" tIns="0" rIns="0" bIns="0">
              <a:spAutoFit/>
            </a:bodyPr>
            <a:lstStyle>
              <a:defPPr>
                <a:defRPr lang="ko-KR"/>
              </a:defPPr>
              <a:lvl1pPr marL="180000" marR="0" lvl="0" indent="-180000" fontAlgn="base">
                <a:lnSpc>
                  <a:spcPct val="110000"/>
                </a:lnSpc>
                <a:spcBef>
                  <a:spcPts val="300"/>
                </a:spcBef>
                <a:spcAft>
                  <a:spcPts val="700"/>
                </a:spcAft>
                <a:buClrTx/>
                <a:buSzPct val="80000"/>
                <a:buFont typeface="Wingdings" pitchFamily="2" charset="2"/>
                <a:buChar char="q"/>
                <a:tabLst/>
                <a:defRPr kumimoji="1" sz="14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defRPr>
              </a:lvl1pPr>
              <a:lvl2pPr marL="742950" indent="-285750" eaLnBrk="0" hangingPunct="0">
                <a:defRPr kumimoji="1"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9pPr>
            </a:lstStyle>
            <a:p>
              <a:pPr marL="0" marR="0" lvl="0" indent="0" algn="ctr" defTabSz="844083" eaLnBrk="1" fontAlgn="base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700"/>
                </a:spcAft>
                <a:buClrTx/>
                <a:buSzPct val="80000"/>
                <a:buFont typeface="Wingdings" pitchFamily="2" charset="2"/>
                <a:buNone/>
                <a:tabLst/>
                <a:defRPr/>
              </a:pPr>
              <a:r>
                <a:rPr kumimoji="1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Cutting </a:t>
              </a:r>
              <a:r>
                <a:rPr kumimoji="1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및 합치</a:t>
              </a:r>
            </a:p>
          </p:txBody>
        </p:sp>
        <p:sp>
          <p:nvSpPr>
            <p:cNvPr id="138" name="Text Box 118">
              <a:extLst>
                <a:ext uri="{FF2B5EF4-FFF2-40B4-BE49-F238E27FC236}">
                  <a16:creationId xmlns:a16="http://schemas.microsoft.com/office/drawing/2014/main" id="{150861D6-2940-26C1-A3D2-A90216B51A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3248" y="2194458"/>
              <a:ext cx="429201" cy="105141"/>
            </a:xfrm>
            <a:prstGeom prst="rect">
              <a:avLst/>
            </a:prstGeom>
            <a:solidFill>
              <a:sysClr val="window" lastClr="FFFFFF">
                <a:alpha val="80000"/>
              </a:sysClr>
            </a:solidFill>
            <a:ln>
              <a:noFill/>
            </a:ln>
          </p:spPr>
          <p:txBody>
            <a:bodyPr wrap="square" lIns="0" tIns="0" rIns="0" bIns="0">
              <a:spAutoFit/>
            </a:bodyPr>
            <a:lstStyle>
              <a:defPPr>
                <a:defRPr lang="ko-KR"/>
              </a:defPPr>
              <a:lvl1pPr marL="180000" marR="0" lvl="0" indent="-180000" fontAlgn="base">
                <a:lnSpc>
                  <a:spcPct val="110000"/>
                </a:lnSpc>
                <a:spcBef>
                  <a:spcPts val="300"/>
                </a:spcBef>
                <a:spcAft>
                  <a:spcPts val="700"/>
                </a:spcAft>
                <a:buClrTx/>
                <a:buSzPct val="80000"/>
                <a:buFont typeface="Wingdings" pitchFamily="2" charset="2"/>
                <a:buChar char="q"/>
                <a:tabLst/>
                <a:defRPr kumimoji="1" sz="14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defRPr>
              </a:lvl1pPr>
              <a:lvl2pPr marL="742950" indent="-285750" eaLnBrk="0" hangingPunct="0">
                <a:defRPr kumimoji="1"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9pPr>
            </a:lstStyle>
            <a:p>
              <a:pPr marL="0" marR="0" lvl="0" indent="0" algn="ctr" defTabSz="844083" eaLnBrk="1" fontAlgn="base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700"/>
                </a:spcAft>
                <a:buClrTx/>
                <a:buSzPct val="80000"/>
                <a:buFont typeface="Wingdings" pitchFamily="2" charset="2"/>
                <a:buNone/>
                <a:tabLst/>
                <a:defRPr/>
              </a:pPr>
              <a:r>
                <a:rPr kumimoji="1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Lamination</a:t>
              </a:r>
              <a:endParaRPr kumimoji="1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  <p:sp>
          <p:nvSpPr>
            <p:cNvPr id="139" name="Text Box 118">
              <a:extLst>
                <a:ext uri="{FF2B5EF4-FFF2-40B4-BE49-F238E27FC236}">
                  <a16:creationId xmlns:a16="http://schemas.microsoft.com/office/drawing/2014/main" id="{77D89CD3-1710-6BE4-0008-E40702C377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6678" y="2159533"/>
              <a:ext cx="165475" cy="420563"/>
            </a:xfrm>
            <a:prstGeom prst="rect">
              <a:avLst/>
            </a:prstGeom>
            <a:solidFill>
              <a:sysClr val="window" lastClr="FFFFFF">
                <a:alpha val="80000"/>
              </a:sysClr>
            </a:solidFill>
            <a:ln>
              <a:noFill/>
            </a:ln>
          </p:spPr>
          <p:txBody>
            <a:bodyPr wrap="square" lIns="0" tIns="0" rIns="0" bIns="0">
              <a:spAutoFit/>
            </a:bodyPr>
            <a:lstStyle>
              <a:defPPr>
                <a:defRPr lang="ko-KR"/>
              </a:defPPr>
              <a:lvl1pPr marL="180000" marR="0" lvl="0" indent="-180000" fontAlgn="base">
                <a:lnSpc>
                  <a:spcPct val="110000"/>
                </a:lnSpc>
                <a:spcBef>
                  <a:spcPts val="300"/>
                </a:spcBef>
                <a:spcAft>
                  <a:spcPts val="700"/>
                </a:spcAft>
                <a:buClrTx/>
                <a:buSzPct val="80000"/>
                <a:buFont typeface="Wingdings" pitchFamily="2" charset="2"/>
                <a:buChar char="q"/>
                <a:tabLst/>
                <a:defRPr kumimoji="1" sz="14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defRPr>
              </a:lvl1pPr>
              <a:lvl2pPr marL="742950" indent="-285750" eaLnBrk="0" hangingPunct="0">
                <a:defRPr kumimoji="1"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9pPr>
            </a:lstStyle>
            <a:p>
              <a:pPr marL="0" marR="0" lvl="0" indent="0" algn="ctr" defTabSz="844083" eaLnBrk="1" fontAlgn="base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700"/>
                </a:spcAft>
                <a:buClrTx/>
                <a:buSzPct val="80000"/>
                <a:buFont typeface="Wingdings" pitchFamily="2" charset="2"/>
                <a:buNone/>
                <a:tabLst/>
                <a:defRPr/>
              </a:pPr>
              <a:r>
                <a:rPr kumimoji="1" lang="ko-KR" altLang="en-US" sz="7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단변</a:t>
              </a:r>
              <a:br>
                <a:rPr kumimoji="1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</a:br>
              <a:r>
                <a:rPr kumimoji="1" lang="ko-KR" altLang="en-US" sz="7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실러</a:t>
              </a:r>
              <a:endParaRPr kumimoji="1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  <p:sp>
          <p:nvSpPr>
            <p:cNvPr id="140" name="Text Box 118">
              <a:extLst>
                <a:ext uri="{FF2B5EF4-FFF2-40B4-BE49-F238E27FC236}">
                  <a16:creationId xmlns:a16="http://schemas.microsoft.com/office/drawing/2014/main" id="{CBF42E27-C4E1-14A9-6223-B688C67A6A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6886" y="2157182"/>
              <a:ext cx="240634" cy="210282"/>
            </a:xfrm>
            <a:prstGeom prst="rect">
              <a:avLst/>
            </a:prstGeom>
            <a:solidFill>
              <a:sysClr val="window" lastClr="FFFFFF">
                <a:alpha val="80000"/>
              </a:sysClr>
            </a:solidFill>
            <a:ln>
              <a:noFill/>
            </a:ln>
          </p:spPr>
          <p:txBody>
            <a:bodyPr wrap="square" lIns="0" tIns="0" rIns="0" bIns="0">
              <a:spAutoFit/>
            </a:bodyPr>
            <a:lstStyle>
              <a:defPPr>
                <a:defRPr lang="ko-KR"/>
              </a:defPPr>
              <a:lvl1pPr marL="180000" marR="0" lvl="0" indent="-180000" fontAlgn="base">
                <a:lnSpc>
                  <a:spcPct val="110000"/>
                </a:lnSpc>
                <a:spcBef>
                  <a:spcPts val="300"/>
                </a:spcBef>
                <a:spcAft>
                  <a:spcPts val="700"/>
                </a:spcAft>
                <a:buClrTx/>
                <a:buSzPct val="80000"/>
                <a:buFont typeface="Wingdings" pitchFamily="2" charset="2"/>
                <a:buChar char="q"/>
                <a:tabLst/>
                <a:defRPr kumimoji="1" sz="14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defRPr>
              </a:lvl1pPr>
              <a:lvl2pPr marL="742950" indent="-285750" eaLnBrk="0" hangingPunct="0">
                <a:defRPr kumimoji="1"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9pPr>
            </a:lstStyle>
            <a:p>
              <a:pPr marL="0" marR="0" lvl="0" indent="0" algn="ctr" defTabSz="844083" eaLnBrk="1" fontAlgn="base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700"/>
                </a:spcAft>
                <a:buClrTx/>
                <a:buSzPct val="80000"/>
                <a:buFont typeface="Wingdings" pitchFamily="2" charset="2"/>
                <a:buNone/>
                <a:tabLst/>
                <a:defRPr/>
              </a:pPr>
              <a:r>
                <a:rPr kumimoji="1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Final</a:t>
              </a:r>
              <a:br>
                <a:rPr kumimoji="1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</a:br>
              <a:r>
                <a:rPr kumimoji="1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Cutter</a:t>
              </a:r>
              <a:endParaRPr kumimoji="1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  <p:sp>
          <p:nvSpPr>
            <p:cNvPr id="141" name="직사각형 140">
              <a:extLst>
                <a:ext uri="{FF2B5EF4-FFF2-40B4-BE49-F238E27FC236}">
                  <a16:creationId xmlns:a16="http://schemas.microsoft.com/office/drawing/2014/main" id="{CC6BF75D-821E-D082-2AD6-05914B8E71C6}"/>
                </a:ext>
              </a:extLst>
            </p:cNvPr>
            <p:cNvSpPr/>
            <p:nvPr/>
          </p:nvSpPr>
          <p:spPr>
            <a:xfrm>
              <a:off x="4502635" y="2446569"/>
              <a:ext cx="172408" cy="378063"/>
            </a:xfrm>
            <a:prstGeom prst="rect">
              <a:avLst/>
            </a:prstGeom>
            <a:noFill/>
            <a:ln w="12700" cap="flat" cmpd="sng" algn="ctr">
              <a:solidFill>
                <a:srgbClr val="0000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42" name="모서리가 둥근 직사각형 168">
              <a:extLst>
                <a:ext uri="{FF2B5EF4-FFF2-40B4-BE49-F238E27FC236}">
                  <a16:creationId xmlns:a16="http://schemas.microsoft.com/office/drawing/2014/main" id="{17DE83B7-2683-64A1-2115-7F201DF8EE08}"/>
                </a:ext>
              </a:extLst>
            </p:cNvPr>
            <p:cNvSpPr/>
            <p:nvPr/>
          </p:nvSpPr>
          <p:spPr>
            <a:xfrm>
              <a:off x="5631693" y="2867605"/>
              <a:ext cx="440969" cy="210830"/>
            </a:xfrm>
            <a:prstGeom prst="roundRect">
              <a:avLst/>
            </a:prstGeom>
            <a:solidFill>
              <a:srgbClr val="FFFFCC"/>
            </a:solidFill>
            <a:ln w="127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쇼트 측정</a:t>
              </a: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</a:t>
              </a:r>
            </a:p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비전 측정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43" name="모서리가 둥근 직사각형 168">
              <a:extLst>
                <a:ext uri="{FF2B5EF4-FFF2-40B4-BE49-F238E27FC236}">
                  <a16:creationId xmlns:a16="http://schemas.microsoft.com/office/drawing/2014/main" id="{9E3EF3B0-762D-BDC9-6384-98F07A08AEB0}"/>
                </a:ext>
              </a:extLst>
            </p:cNvPr>
            <p:cNvSpPr/>
            <p:nvPr/>
          </p:nvSpPr>
          <p:spPr>
            <a:xfrm>
              <a:off x="4409010" y="2868463"/>
              <a:ext cx="605563" cy="200943"/>
            </a:xfrm>
            <a:prstGeom prst="roundRect">
              <a:avLst/>
            </a:prstGeom>
            <a:solidFill>
              <a:srgbClr val="FFFFCC"/>
            </a:solidFill>
            <a:ln w="127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7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Sepa</a:t>
              </a:r>
              <a:r>
                <a:rPr kumimoji="1" lang="en-US" altLang="ko-KR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Sealer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(LM</a:t>
              </a:r>
              <a:r>
                <a:rPr kumimoji="1" lang="ko-KR" altLang="en-US" sz="7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블럭</a:t>
              </a:r>
              <a:r>
                <a:rPr kumimoji="1" lang="en-US" altLang="ko-KR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</a:p>
          </p:txBody>
        </p: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7E5C22F2-883E-0847-D170-826A985E0713}"/>
                </a:ext>
              </a:extLst>
            </p:cNvPr>
            <p:cNvSpPr/>
            <p:nvPr/>
          </p:nvSpPr>
          <p:spPr>
            <a:xfrm>
              <a:off x="5677270" y="2630733"/>
              <a:ext cx="348175" cy="174240"/>
            </a:xfrm>
            <a:prstGeom prst="rect">
              <a:avLst/>
            </a:prstGeom>
            <a:noFill/>
            <a:ln w="12700" cap="flat" cmpd="sng" algn="ctr">
              <a:solidFill>
                <a:srgbClr val="0000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016F5C2E-5853-7E89-F503-94595DADF572}"/>
                </a:ext>
              </a:extLst>
            </p:cNvPr>
            <p:cNvSpPr/>
            <p:nvPr/>
          </p:nvSpPr>
          <p:spPr>
            <a:xfrm>
              <a:off x="2972247" y="2363367"/>
              <a:ext cx="635423" cy="378063"/>
            </a:xfrm>
            <a:prstGeom prst="rect">
              <a:avLst/>
            </a:prstGeom>
            <a:noFill/>
            <a:ln w="12700" cap="flat" cmpd="sng" algn="ctr">
              <a:solidFill>
                <a:srgbClr val="0000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46" name="모서리가 둥근 직사각형 168">
              <a:extLst>
                <a:ext uri="{FF2B5EF4-FFF2-40B4-BE49-F238E27FC236}">
                  <a16:creationId xmlns:a16="http://schemas.microsoft.com/office/drawing/2014/main" id="{9D1BC77A-E4E9-4B46-5CD3-C8E02BC7A2E0}"/>
                </a:ext>
              </a:extLst>
            </p:cNvPr>
            <p:cNvSpPr/>
            <p:nvPr/>
          </p:nvSpPr>
          <p:spPr>
            <a:xfrm>
              <a:off x="3131812" y="2804974"/>
              <a:ext cx="463282" cy="235313"/>
            </a:xfrm>
            <a:prstGeom prst="roundRect">
              <a:avLst/>
            </a:prstGeom>
            <a:solidFill>
              <a:srgbClr val="FFFFCC"/>
            </a:solidFill>
            <a:ln w="127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컷터</a:t>
              </a:r>
              <a:endPara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1" lang="ko-KR" alt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상부</a:t>
              </a:r>
              <a:r>
                <a:rPr kumimoji="1" lang="en-US" altLang="ko-KR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1" lang="ko-KR" alt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중앙</a:t>
              </a:r>
              <a:r>
                <a:rPr kumimoji="1" lang="en-US" altLang="ko-KR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106408BC-0A64-563F-5478-8EB929ACA95E}"/>
                </a:ext>
              </a:extLst>
            </p:cNvPr>
            <p:cNvSpPr/>
            <p:nvPr/>
          </p:nvSpPr>
          <p:spPr>
            <a:xfrm>
              <a:off x="5147370" y="2363367"/>
              <a:ext cx="222060" cy="378063"/>
            </a:xfrm>
            <a:prstGeom prst="rect">
              <a:avLst/>
            </a:prstGeom>
            <a:noFill/>
            <a:ln w="12700" cap="flat" cmpd="sng" algn="ctr">
              <a:solidFill>
                <a:srgbClr val="0000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48" name="모서리가 둥근 직사각형 168">
              <a:extLst>
                <a:ext uri="{FF2B5EF4-FFF2-40B4-BE49-F238E27FC236}">
                  <a16:creationId xmlns:a16="http://schemas.microsoft.com/office/drawing/2014/main" id="{F52763F7-6AB9-45B2-D599-A1F311C4808E}"/>
                </a:ext>
              </a:extLst>
            </p:cNvPr>
            <p:cNvSpPr/>
            <p:nvPr/>
          </p:nvSpPr>
          <p:spPr>
            <a:xfrm>
              <a:off x="5122795" y="2815305"/>
              <a:ext cx="316428" cy="235313"/>
            </a:xfrm>
            <a:prstGeom prst="roundRect">
              <a:avLst/>
            </a:prstGeom>
            <a:solidFill>
              <a:srgbClr val="FFFFCC"/>
            </a:solidFill>
            <a:ln w="127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컷터</a:t>
              </a:r>
              <a:endPara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1" lang="ko-KR" alt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파이널</a:t>
              </a:r>
              <a:r>
                <a:rPr kumimoji="1" lang="en-US" altLang="ko-KR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</a:p>
          </p:txBody>
        </p:sp>
      </p:grpSp>
      <p:sp>
        <p:nvSpPr>
          <p:cNvPr id="149" name="내용 개체 틀 2">
            <a:extLst>
              <a:ext uri="{FF2B5EF4-FFF2-40B4-BE49-F238E27FC236}">
                <a16:creationId xmlns:a16="http://schemas.microsoft.com/office/drawing/2014/main" id="{087BAA62-C268-990D-4C05-6A8605312AA5}"/>
              </a:ext>
            </a:extLst>
          </p:cNvPr>
          <p:cNvSpPr txBox="1">
            <a:spLocks/>
          </p:cNvSpPr>
          <p:nvPr/>
        </p:nvSpPr>
        <p:spPr>
          <a:xfrm>
            <a:off x="2823537" y="4050975"/>
            <a:ext cx="1656630" cy="23083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1400" kern="1200" dirty="0" smtClean="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j-cs"/>
              </a:defRPr>
            </a:lvl1pPr>
            <a:lvl2pPr marL="45720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2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9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sz="9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파이널 </a:t>
            </a:r>
            <a:r>
              <a:rPr lang="en-US" altLang="ko-KR" sz="9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C/V LM Block</a:t>
            </a:r>
            <a:endParaRPr sz="9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0" name="내용 개체 틀 2">
            <a:extLst>
              <a:ext uri="{FF2B5EF4-FFF2-40B4-BE49-F238E27FC236}">
                <a16:creationId xmlns:a16="http://schemas.microsoft.com/office/drawing/2014/main" id="{1BA83658-B38A-90FB-3D72-71EF54F5410D}"/>
              </a:ext>
            </a:extLst>
          </p:cNvPr>
          <p:cNvSpPr txBox="1">
            <a:spLocks/>
          </p:cNvSpPr>
          <p:nvPr/>
        </p:nvSpPr>
        <p:spPr>
          <a:xfrm>
            <a:off x="815830" y="4056031"/>
            <a:ext cx="1656630" cy="23083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1400" kern="1200" dirty="0" smtClean="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j-cs"/>
              </a:defRPr>
            </a:lvl1pPr>
            <a:lvl2pPr marL="45720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2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9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sz="9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세파 실러 리니어 </a:t>
            </a:r>
            <a:r>
              <a:rPr lang="en-US" altLang="ko-KR" sz="9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LM Block</a:t>
            </a:r>
            <a:endParaRPr lang="en-US" sz="9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151" name="그림 150">
            <a:extLst>
              <a:ext uri="{FF2B5EF4-FFF2-40B4-BE49-F238E27FC236}">
                <a16:creationId xmlns:a16="http://schemas.microsoft.com/office/drawing/2014/main" id="{AE17E71F-375E-021D-4D05-BBF057F85A2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6515" y="2905016"/>
            <a:ext cx="1421598" cy="925692"/>
          </a:xfrm>
          <a:prstGeom prst="rect">
            <a:avLst/>
          </a:prstGeom>
        </p:spPr>
      </p:pic>
      <p:cxnSp>
        <p:nvCxnSpPr>
          <p:cNvPr id="152" name="직선 화살표 연결선 151">
            <a:extLst>
              <a:ext uri="{FF2B5EF4-FFF2-40B4-BE49-F238E27FC236}">
                <a16:creationId xmlns:a16="http://schemas.microsoft.com/office/drawing/2014/main" id="{DD27F0C4-81AF-93B2-653B-5982631AFD37}"/>
              </a:ext>
            </a:extLst>
          </p:cNvPr>
          <p:cNvCxnSpPr>
            <a:cxnSpLocks/>
          </p:cNvCxnSpPr>
          <p:nvPr/>
        </p:nvCxnSpPr>
        <p:spPr>
          <a:xfrm>
            <a:off x="5682234" y="1333619"/>
            <a:ext cx="3374270" cy="0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tailEnd type="triangle"/>
          </a:ln>
          <a:effectLst/>
        </p:spPr>
      </p:cxnSp>
      <p:sp>
        <p:nvSpPr>
          <p:cNvPr id="153" name="타원 152">
            <a:extLst>
              <a:ext uri="{FF2B5EF4-FFF2-40B4-BE49-F238E27FC236}">
                <a16:creationId xmlns:a16="http://schemas.microsoft.com/office/drawing/2014/main" id="{5DC51090-CD95-15ED-BCA6-18639C3A4E4D}"/>
              </a:ext>
            </a:extLst>
          </p:cNvPr>
          <p:cNvSpPr/>
          <p:nvPr/>
        </p:nvSpPr>
        <p:spPr>
          <a:xfrm>
            <a:off x="5799111" y="1207619"/>
            <a:ext cx="252000" cy="252000"/>
          </a:xfrm>
          <a:prstGeom prst="ellipse">
            <a:avLst/>
          </a:prstGeom>
          <a:solidFill>
            <a:sysClr val="window" lastClr="FFFFFF">
              <a:lumMod val="95000"/>
            </a:sysClr>
          </a:solidFill>
          <a:ln w="3175" cap="flat" cmpd="sng" algn="ctr">
            <a:solidFill>
              <a:srgbClr val="4F81BD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620434C2-7288-2343-8E4F-478A0F2291CC}"/>
              </a:ext>
            </a:extLst>
          </p:cNvPr>
          <p:cNvSpPr/>
          <p:nvPr/>
        </p:nvSpPr>
        <p:spPr>
          <a:xfrm>
            <a:off x="6287646" y="1207619"/>
            <a:ext cx="252000" cy="252000"/>
          </a:xfrm>
          <a:prstGeom prst="ellipse">
            <a:avLst/>
          </a:prstGeom>
          <a:solidFill>
            <a:sysClr val="window" lastClr="FFFFFF">
              <a:lumMod val="85000"/>
            </a:sysClr>
          </a:solidFill>
          <a:ln w="3175" cap="flat" cmpd="sng" algn="ctr">
            <a:solidFill>
              <a:srgbClr val="4F81BD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A23CC697-EDE0-DE2F-132D-23F6C370B859}"/>
              </a:ext>
            </a:extLst>
          </p:cNvPr>
          <p:cNvSpPr/>
          <p:nvPr/>
        </p:nvSpPr>
        <p:spPr>
          <a:xfrm>
            <a:off x="6784655" y="1216328"/>
            <a:ext cx="252000" cy="252000"/>
          </a:xfrm>
          <a:prstGeom prst="ellipse">
            <a:avLst/>
          </a:prstGeom>
          <a:solidFill>
            <a:sysClr val="window" lastClr="FFFFFF">
              <a:lumMod val="75000"/>
            </a:sysClr>
          </a:solidFill>
          <a:ln w="3175" cap="flat" cmpd="sng" algn="ctr">
            <a:solidFill>
              <a:srgbClr val="4F81BD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D844002C-D790-A7F7-E05B-4520F7810C41}"/>
              </a:ext>
            </a:extLst>
          </p:cNvPr>
          <p:cNvSpPr txBox="1"/>
          <p:nvPr/>
        </p:nvSpPr>
        <p:spPr>
          <a:xfrm>
            <a:off x="5615437" y="1427208"/>
            <a:ext cx="665567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 latinLnBrk="0">
              <a:lnSpc>
                <a:spcPct val="90000"/>
              </a:lnSpc>
            </a:pP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데이터 수집</a:t>
            </a:r>
            <a:b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기반 구축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6AB4ABD4-DD8F-C4E1-FF87-265B633D0590}"/>
              </a:ext>
            </a:extLst>
          </p:cNvPr>
          <p:cNvSpPr txBox="1"/>
          <p:nvPr/>
        </p:nvSpPr>
        <p:spPr>
          <a:xfrm>
            <a:off x="5712108" y="1225897"/>
            <a:ext cx="42600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ko-KR" sz="8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~1/19</a:t>
            </a:r>
            <a:endParaRPr lang="ko-KR" altLang="en-US" sz="8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A8F91A02-A740-4D5A-95FF-36A2DE768142}"/>
              </a:ext>
            </a:extLst>
          </p:cNvPr>
          <p:cNvSpPr txBox="1"/>
          <p:nvPr/>
        </p:nvSpPr>
        <p:spPr>
          <a:xfrm>
            <a:off x="6213698" y="1225897"/>
            <a:ext cx="4686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ko-KR" sz="8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1/21</a:t>
            </a:r>
            <a:endParaRPr lang="ko-KR" altLang="en-US" sz="8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C71E0671-FC5D-E3F8-22D1-F338A0E74946}"/>
              </a:ext>
            </a:extLst>
          </p:cNvPr>
          <p:cNvSpPr txBox="1"/>
          <p:nvPr/>
        </p:nvSpPr>
        <p:spPr>
          <a:xfrm>
            <a:off x="6705418" y="1234606"/>
            <a:ext cx="410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ko-KR" sz="8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1/28</a:t>
            </a:r>
            <a:endParaRPr lang="ko-KR" altLang="en-US" sz="8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A868CACA-7FCC-E508-B57E-69CD11B13696}"/>
              </a:ext>
            </a:extLst>
          </p:cNvPr>
          <p:cNvSpPr txBox="1"/>
          <p:nvPr/>
        </p:nvSpPr>
        <p:spPr>
          <a:xfrm>
            <a:off x="6195443" y="1435476"/>
            <a:ext cx="458779" cy="2901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 latinLnBrk="0">
              <a:lnSpc>
                <a:spcPct val="80000"/>
              </a:lnSpc>
            </a:pP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데이터</a:t>
            </a:r>
            <a:b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분석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D41C0413-F008-06EE-AA4E-216E15FE07B6}"/>
              </a:ext>
            </a:extLst>
          </p:cNvPr>
          <p:cNvSpPr txBox="1"/>
          <p:nvPr/>
        </p:nvSpPr>
        <p:spPr>
          <a:xfrm>
            <a:off x="6579918" y="1435917"/>
            <a:ext cx="665567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 latinLnBrk="0">
              <a:lnSpc>
                <a:spcPct val="90000"/>
              </a:lnSpc>
            </a:pP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차 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FDC</a:t>
            </a:r>
            <a:b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모델링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4BF0A8D8-B46F-7181-F646-943FDD6731FE}"/>
              </a:ext>
            </a:extLst>
          </p:cNvPr>
          <p:cNvGrpSpPr/>
          <p:nvPr/>
        </p:nvGrpSpPr>
        <p:grpSpPr>
          <a:xfrm>
            <a:off x="8222984" y="1217144"/>
            <a:ext cx="579005" cy="450908"/>
            <a:chOff x="8554921" y="1290169"/>
            <a:chExt cx="579005" cy="450908"/>
          </a:xfrm>
        </p:grpSpPr>
        <p:sp>
          <p:nvSpPr>
            <p:cNvPr id="163" name="타원 162">
              <a:extLst>
                <a:ext uri="{FF2B5EF4-FFF2-40B4-BE49-F238E27FC236}">
                  <a16:creationId xmlns:a16="http://schemas.microsoft.com/office/drawing/2014/main" id="{2D6478FF-92EC-997D-BF51-B1126F826158}"/>
                </a:ext>
              </a:extLst>
            </p:cNvPr>
            <p:cNvSpPr/>
            <p:nvPr/>
          </p:nvSpPr>
          <p:spPr>
            <a:xfrm>
              <a:off x="8718423" y="1290169"/>
              <a:ext cx="252000" cy="252000"/>
            </a:xfrm>
            <a:prstGeom prst="ellipse">
              <a:avLst/>
            </a:prstGeom>
            <a:solidFill>
              <a:sysClr val="window" lastClr="FFFFFF">
                <a:lumMod val="50000"/>
              </a:sysClr>
            </a:solidFill>
            <a:ln w="3175" cap="flat" cmpd="sng" algn="ctr">
              <a:solidFill>
                <a:srgbClr val="4F81BD">
                  <a:shade val="1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AA402763-E600-1963-B404-5D90615C369B}"/>
                </a:ext>
              </a:extLst>
            </p:cNvPr>
            <p:cNvSpPr txBox="1"/>
            <p:nvPr/>
          </p:nvSpPr>
          <p:spPr>
            <a:xfrm>
              <a:off x="8639186" y="1308447"/>
              <a:ext cx="41047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~5/31</a:t>
              </a:r>
              <a:endPara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030FAA39-936C-E32B-1D45-8708ED6F5D9E}"/>
                </a:ext>
              </a:extLst>
            </p:cNvPr>
            <p:cNvSpPr txBox="1"/>
            <p:nvPr/>
          </p:nvSpPr>
          <p:spPr>
            <a:xfrm>
              <a:off x="8554921" y="1525633"/>
              <a:ext cx="57900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효과 검증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166" name="타원 165">
            <a:extLst>
              <a:ext uri="{FF2B5EF4-FFF2-40B4-BE49-F238E27FC236}">
                <a16:creationId xmlns:a16="http://schemas.microsoft.com/office/drawing/2014/main" id="{49872A8C-4314-DB87-4FC9-CF7C8DFA8D4A}"/>
              </a:ext>
            </a:extLst>
          </p:cNvPr>
          <p:cNvSpPr/>
          <p:nvPr/>
        </p:nvSpPr>
        <p:spPr>
          <a:xfrm>
            <a:off x="7317489" y="1214586"/>
            <a:ext cx="252000" cy="252000"/>
          </a:xfrm>
          <a:prstGeom prst="ellipse">
            <a:avLst/>
          </a:prstGeom>
          <a:solidFill>
            <a:sysClr val="window" lastClr="FFFFFF">
              <a:lumMod val="75000"/>
            </a:sysClr>
          </a:solidFill>
          <a:ln w="3175" cap="flat" cmpd="sng" algn="ctr">
            <a:solidFill>
              <a:srgbClr val="4F81BD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CF249ACC-BB29-6F12-860D-7B06C7064E43}"/>
              </a:ext>
            </a:extLst>
          </p:cNvPr>
          <p:cNvSpPr txBox="1"/>
          <p:nvPr/>
        </p:nvSpPr>
        <p:spPr>
          <a:xfrm>
            <a:off x="7238252" y="1232864"/>
            <a:ext cx="410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ko-KR" sz="8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2/26</a:t>
            </a:r>
            <a:endParaRPr lang="ko-KR" altLang="en-US" sz="8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45617624-53EC-7E8F-BDAC-BF009CB6FC0F}"/>
              </a:ext>
            </a:extLst>
          </p:cNvPr>
          <p:cNvSpPr txBox="1"/>
          <p:nvPr/>
        </p:nvSpPr>
        <p:spPr>
          <a:xfrm>
            <a:off x="7170405" y="1434175"/>
            <a:ext cx="550151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 latinLnBrk="0">
              <a:lnSpc>
                <a:spcPct val="90000"/>
              </a:lnSpc>
            </a:pP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양산라인</a:t>
            </a:r>
            <a:b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확대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169" name="표 168">
            <a:extLst>
              <a:ext uri="{FF2B5EF4-FFF2-40B4-BE49-F238E27FC236}">
                <a16:creationId xmlns:a16="http://schemas.microsoft.com/office/drawing/2014/main" id="{A097B9E2-BA18-DE0B-B88C-57689703AE65}"/>
              </a:ext>
            </a:extLst>
          </p:cNvPr>
          <p:cNvGraphicFramePr>
            <a:graphicFrameLocks noGrp="1"/>
          </p:cNvGraphicFramePr>
          <p:nvPr/>
        </p:nvGraphicFramePr>
        <p:xfrm>
          <a:off x="2460023" y="2927512"/>
          <a:ext cx="1958046" cy="917315"/>
        </p:xfrm>
        <a:graphic>
          <a:graphicData uri="http://schemas.openxmlformats.org/drawingml/2006/table">
            <a:tbl>
              <a:tblPr firstRow="1" bandRow="1"/>
              <a:tblGrid>
                <a:gridCol w="568269">
                  <a:extLst>
                    <a:ext uri="{9D8B030D-6E8A-4147-A177-3AD203B41FA5}">
                      <a16:colId xmlns:a16="http://schemas.microsoft.com/office/drawing/2014/main" val="1229798573"/>
                    </a:ext>
                  </a:extLst>
                </a:gridCol>
                <a:gridCol w="737095">
                  <a:extLst>
                    <a:ext uri="{9D8B030D-6E8A-4147-A177-3AD203B41FA5}">
                      <a16:colId xmlns:a16="http://schemas.microsoft.com/office/drawing/2014/main" val="635256209"/>
                    </a:ext>
                  </a:extLst>
                </a:gridCol>
                <a:gridCol w="652682">
                  <a:extLst>
                    <a:ext uri="{9D8B030D-6E8A-4147-A177-3AD203B41FA5}">
                      <a16:colId xmlns:a16="http://schemas.microsoft.com/office/drawing/2014/main" val="3703370453"/>
                    </a:ext>
                  </a:extLst>
                </a:gridCol>
              </a:tblGrid>
              <a:tr h="13104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vl="0" algn="ctr" latinLnBrk="1"/>
                      <a:r>
                        <a:rPr lang="ko-KR" altLang="en-US" sz="8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분류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vl="0" algn="ctr" latinLnBrk="1"/>
                      <a:r>
                        <a:rPr lang="ko-KR" altLang="en-US" sz="8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개소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vl="0" algn="ctr" latinLnBrk="1"/>
                      <a:r>
                        <a:rPr lang="ko-KR" altLang="en-US" sz="8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이동 방향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011734"/>
                  </a:ext>
                </a:extLst>
              </a:tr>
              <a:tr h="131045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vl="0" algn="ctr" latinLnBrk="1"/>
                      <a:r>
                        <a:rPr lang="ko-KR" altLang="en-US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커터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vl="0" algn="ctr" latinLnBrk="1"/>
                      <a:r>
                        <a:rPr lang="ko-KR" altLang="en-US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상부 전극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vl="0" algn="ctr" latinLnBrk="1"/>
                      <a:r>
                        <a:rPr lang="en-US" altLang="ko-KR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r>
                        <a:rPr lang="ko-KR" altLang="en-US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축 이동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8808445"/>
                  </a:ext>
                </a:extLst>
              </a:tr>
              <a:tr h="1310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vl="0" algn="ctr" latinLnBrk="1"/>
                      <a:r>
                        <a:rPr lang="ko-KR" altLang="en-US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중앙 전극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2798308"/>
                  </a:ext>
                </a:extLst>
              </a:tr>
              <a:tr h="1310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vl="0" algn="ctr" latinLnBrk="1"/>
                      <a:r>
                        <a:rPr lang="ko-KR" altLang="en-US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파이널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2491299"/>
                  </a:ext>
                </a:extLst>
              </a:tr>
              <a:tr h="131045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vl="0" algn="ctr" latinLnBrk="1"/>
                      <a:r>
                        <a:rPr lang="ko-KR" altLang="en-US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커터 外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vl="0" algn="ctr" latinLnBrk="1"/>
                      <a:r>
                        <a:rPr lang="ko-KR" altLang="en-US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세파 </a:t>
                      </a:r>
                      <a:r>
                        <a:rPr lang="ko-KR" altLang="en-US" sz="8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실러</a:t>
                      </a:r>
                      <a:endParaRPr lang="ko-KR" altLang="en-US" sz="8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vl="0" algn="ctr" latinLnBrk="1"/>
                      <a:r>
                        <a:rPr lang="en-US" altLang="ko-KR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r>
                        <a:rPr lang="ko-KR" altLang="en-US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축 이동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421230"/>
                  </a:ext>
                </a:extLst>
              </a:tr>
              <a:tr h="1310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vl="0" algn="ctr" latinLnBrk="1"/>
                      <a:r>
                        <a:rPr lang="ko-KR" altLang="en-US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쇼트 측정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6151463"/>
                  </a:ext>
                </a:extLst>
              </a:tr>
              <a:tr h="1310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vl="0" algn="ctr" latinLnBrk="1"/>
                      <a:r>
                        <a:rPr lang="ko-KR" altLang="en-US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비전 측정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6573278"/>
                  </a:ext>
                </a:extLst>
              </a:tr>
            </a:tbl>
          </a:graphicData>
        </a:graphic>
      </p:graphicFrame>
      <p:graphicFrame>
        <p:nvGraphicFramePr>
          <p:cNvPr id="170" name="표 169">
            <a:extLst>
              <a:ext uri="{FF2B5EF4-FFF2-40B4-BE49-F238E27FC236}">
                <a16:creationId xmlns:a16="http://schemas.microsoft.com/office/drawing/2014/main" id="{C485FAEA-5BEC-336D-7748-68E0BCAB0B63}"/>
              </a:ext>
            </a:extLst>
          </p:cNvPr>
          <p:cNvGraphicFramePr>
            <a:graphicFrameLocks noGrp="1"/>
          </p:cNvGraphicFramePr>
          <p:nvPr/>
        </p:nvGraphicFramePr>
        <p:xfrm>
          <a:off x="896515" y="5591073"/>
          <a:ext cx="3820397" cy="960877"/>
        </p:xfrm>
        <a:graphic>
          <a:graphicData uri="http://schemas.openxmlformats.org/drawingml/2006/table">
            <a:tbl>
              <a:tblPr firstRow="1" bandRow="1"/>
              <a:tblGrid>
                <a:gridCol w="141807">
                  <a:extLst>
                    <a:ext uri="{9D8B030D-6E8A-4147-A177-3AD203B41FA5}">
                      <a16:colId xmlns:a16="http://schemas.microsoft.com/office/drawing/2014/main" val="907293060"/>
                    </a:ext>
                  </a:extLst>
                </a:gridCol>
                <a:gridCol w="349658">
                  <a:extLst>
                    <a:ext uri="{9D8B030D-6E8A-4147-A177-3AD203B41FA5}">
                      <a16:colId xmlns:a16="http://schemas.microsoft.com/office/drawing/2014/main" val="985473117"/>
                    </a:ext>
                  </a:extLst>
                </a:gridCol>
                <a:gridCol w="215040">
                  <a:extLst>
                    <a:ext uri="{9D8B030D-6E8A-4147-A177-3AD203B41FA5}">
                      <a16:colId xmlns:a16="http://schemas.microsoft.com/office/drawing/2014/main" val="1213211635"/>
                    </a:ext>
                  </a:extLst>
                </a:gridCol>
                <a:gridCol w="993782">
                  <a:extLst>
                    <a:ext uri="{9D8B030D-6E8A-4147-A177-3AD203B41FA5}">
                      <a16:colId xmlns:a16="http://schemas.microsoft.com/office/drawing/2014/main" val="151124062"/>
                    </a:ext>
                  </a:extLst>
                </a:gridCol>
                <a:gridCol w="2120110">
                  <a:extLst>
                    <a:ext uri="{9D8B030D-6E8A-4147-A177-3AD203B41FA5}">
                      <a16:colId xmlns:a16="http://schemas.microsoft.com/office/drawing/2014/main" val="814591058"/>
                    </a:ext>
                  </a:extLst>
                </a:gridCol>
              </a:tblGrid>
              <a:tr h="13229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No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Date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Line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리니어 위치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현상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1190255"/>
                  </a:ext>
                </a:extLst>
              </a:tr>
              <a:tr h="188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'26.1/9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#1-3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Final Vision 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LM Block Ball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빠짐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End Cap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손상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Rail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갈림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342916"/>
                  </a:ext>
                </a:extLst>
              </a:tr>
              <a:tr h="188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'26.2/17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#2-1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단변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Sepa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Sealer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9104966"/>
                  </a:ext>
                </a:extLst>
              </a:tr>
              <a:tr h="188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'26.2/19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#1-5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Final Cutter - OP Side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LM Block Ball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빠짐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및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Rail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파손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56144"/>
                  </a:ext>
                </a:extLst>
              </a:tr>
              <a:tr h="26458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'26.3/23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#1-5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Center Cutter - OP Side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LM Block Ball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빠짐 </a:t>
                      </a:r>
                      <a:b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설비 부동 기간 점검 시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확인 및 조치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834354"/>
                  </a:ext>
                </a:extLst>
              </a:tr>
            </a:tbl>
          </a:graphicData>
        </a:graphic>
      </p:graphicFrame>
      <p:sp>
        <p:nvSpPr>
          <p:cNvPr id="171" name="Rectangle 2">
            <a:extLst>
              <a:ext uri="{FF2B5EF4-FFF2-40B4-BE49-F238E27FC236}">
                <a16:creationId xmlns:a16="http://schemas.microsoft.com/office/drawing/2014/main" id="{BA8DAA35-595C-77EE-373C-0322CFA0CF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550" y="5337382"/>
            <a:ext cx="338695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>
            <a:spAutoFit/>
          </a:bodyPr>
          <a:lstStyle/>
          <a:p>
            <a:pPr defTabSz="422041">
              <a:defRPr/>
            </a:pP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□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LM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블록 파손 이력</a:t>
            </a:r>
            <a:endParaRPr lang="en-US" altLang="ko-KR" sz="10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2" name="Text Box 118">
            <a:extLst>
              <a:ext uri="{FF2B5EF4-FFF2-40B4-BE49-F238E27FC236}">
                <a16:creationId xmlns:a16="http://schemas.microsoft.com/office/drawing/2014/main" id="{80AC6698-C790-2117-58F9-C7A506653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775" y="1059174"/>
            <a:ext cx="927329" cy="110800"/>
          </a:xfrm>
          <a:prstGeom prst="rect">
            <a:avLst/>
          </a:prstGeom>
          <a:solidFill>
            <a:sysClr val="window" lastClr="FFFFFF">
              <a:alpha val="80000"/>
            </a:sysClr>
          </a:solidFill>
          <a:ln>
            <a:noFill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180000" marR="0" lvl="0" indent="-180000" fontAlgn="base">
              <a:lnSpc>
                <a:spcPct val="110000"/>
              </a:lnSpc>
              <a:spcBef>
                <a:spcPts val="300"/>
              </a:spcBef>
              <a:spcAft>
                <a:spcPts val="700"/>
              </a:spcAft>
              <a:buClrTx/>
              <a:buSzPct val="80000"/>
              <a:buFont typeface="Wingdings" pitchFamily="2" charset="2"/>
              <a:buChar char="q"/>
              <a:tabLst/>
              <a:defRPr kumimoji="1" sz="1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  <a:lvl2pPr marL="742950" indent="-285750" eaLnBrk="0" hangingPunct="0">
              <a:defRPr kumimoji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9pPr>
          </a:lstStyle>
          <a:p>
            <a:pPr marL="0" marR="0" lvl="0" indent="0" defTabSz="844083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ts val="700"/>
              </a:spcAft>
              <a:buClrTx/>
              <a:buSzPct val="80000"/>
              <a:buFont typeface="Wingdings" pitchFamily="2" charset="2"/>
              <a:buNone/>
              <a:tabLst/>
              <a:defRPr/>
            </a:pP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(#1-1,2,3,4,5/2-1,5)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173" name="Rectangle 2">
            <a:extLst>
              <a:ext uri="{FF2B5EF4-FFF2-40B4-BE49-F238E27FC236}">
                <a16:creationId xmlns:a16="http://schemas.microsoft.com/office/drawing/2014/main" id="{FF92C935-32FD-218E-26E0-921A853C8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550" y="1734425"/>
            <a:ext cx="338695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>
            <a:spAutoFit/>
          </a:bodyPr>
          <a:lstStyle/>
          <a:p>
            <a:pPr defTabSz="422041">
              <a:defRPr/>
            </a:pP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□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Lamination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공정 내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리니어 모터 개소</a:t>
            </a:r>
            <a:endParaRPr lang="en-US" altLang="ko-KR" sz="10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4" name="Text Box 118">
            <a:extLst>
              <a:ext uri="{FF2B5EF4-FFF2-40B4-BE49-F238E27FC236}">
                <a16:creationId xmlns:a16="http://schemas.microsoft.com/office/drawing/2014/main" id="{7BAD67EC-C398-2C66-7956-03DD2FC39B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9093" y="954360"/>
            <a:ext cx="1617431" cy="221599"/>
          </a:xfrm>
          <a:prstGeom prst="rect">
            <a:avLst/>
          </a:prstGeom>
          <a:solidFill>
            <a:sysClr val="window" lastClr="FFFFFF">
              <a:alpha val="80000"/>
            </a:sysClr>
          </a:solidFill>
          <a:ln>
            <a:noFill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180000" marR="0" lvl="0" indent="-180000" fontAlgn="base">
              <a:lnSpc>
                <a:spcPct val="110000"/>
              </a:lnSpc>
              <a:spcBef>
                <a:spcPts val="300"/>
              </a:spcBef>
              <a:spcAft>
                <a:spcPts val="700"/>
              </a:spcAft>
              <a:buClrTx/>
              <a:buSzPct val="80000"/>
              <a:buFont typeface="Wingdings" pitchFamily="2" charset="2"/>
              <a:buChar char="q"/>
              <a:tabLst/>
              <a:defRPr kumimoji="1" sz="1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  <a:lvl2pPr marL="742950" indent="-285750" eaLnBrk="0" hangingPunct="0">
              <a:defRPr kumimoji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9pPr>
          </a:lstStyle>
          <a:p>
            <a:pPr marL="0" marR="0" lvl="0" indent="0" defTabSz="844083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ts val="700"/>
              </a:spcAft>
              <a:buClrTx/>
              <a:buSzPct val="80000"/>
              <a:buFont typeface="Wingdings" pitchFamily="2" charset="2"/>
              <a:buNone/>
              <a:tabLst/>
              <a:defRPr/>
            </a:pP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1) 1</a:t>
            </a:r>
            <a:r>
              <a:rPr kumimoji="1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차</a:t>
            </a: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: </a:t>
            </a:r>
            <a:r>
              <a:rPr kumimoji="1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온도 이상감지</a:t>
            </a:r>
            <a:b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</a:b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2) 2</a:t>
            </a:r>
            <a:r>
              <a:rPr kumimoji="1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차</a:t>
            </a: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: </a:t>
            </a:r>
            <a:r>
              <a:rPr kumimoji="1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온도</a:t>
            </a: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/</a:t>
            </a:r>
            <a:r>
              <a:rPr kumimoji="1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부하율 병렬 모델 운영</a:t>
            </a: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175" name="타원 174">
            <a:extLst>
              <a:ext uri="{FF2B5EF4-FFF2-40B4-BE49-F238E27FC236}">
                <a16:creationId xmlns:a16="http://schemas.microsoft.com/office/drawing/2014/main" id="{DBD82EB9-4A6B-2576-2FAC-92C57BC22A1B}"/>
              </a:ext>
            </a:extLst>
          </p:cNvPr>
          <p:cNvSpPr/>
          <p:nvPr/>
        </p:nvSpPr>
        <p:spPr>
          <a:xfrm>
            <a:off x="7854305" y="1216328"/>
            <a:ext cx="252000" cy="252000"/>
          </a:xfrm>
          <a:prstGeom prst="ellipse">
            <a:avLst/>
          </a:prstGeom>
          <a:solidFill>
            <a:sysClr val="window" lastClr="FFFFFF">
              <a:lumMod val="75000"/>
            </a:sysClr>
          </a:solidFill>
          <a:ln w="3175" cap="flat" cmpd="sng" algn="ctr">
            <a:solidFill>
              <a:srgbClr val="4F81BD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C85A6745-7471-9CEB-690A-C4115CFB9C30}"/>
              </a:ext>
            </a:extLst>
          </p:cNvPr>
          <p:cNvSpPr txBox="1"/>
          <p:nvPr/>
        </p:nvSpPr>
        <p:spPr>
          <a:xfrm>
            <a:off x="7775068" y="1234606"/>
            <a:ext cx="410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ko-KR" sz="8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3/31</a:t>
            </a:r>
            <a:endParaRPr lang="ko-KR" altLang="en-US" sz="8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E134260B-1562-2551-502F-6F9ED36BE263}"/>
              </a:ext>
            </a:extLst>
          </p:cNvPr>
          <p:cNvSpPr txBox="1"/>
          <p:nvPr/>
        </p:nvSpPr>
        <p:spPr>
          <a:xfrm>
            <a:off x="7649568" y="1435917"/>
            <a:ext cx="665567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 latinLnBrk="0">
              <a:lnSpc>
                <a:spcPct val="90000"/>
              </a:lnSpc>
            </a:pP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차 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FDC</a:t>
            </a:r>
            <a:b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모델링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8" name="Rectangle 2">
            <a:extLst>
              <a:ext uri="{FF2B5EF4-FFF2-40B4-BE49-F238E27FC236}">
                <a16:creationId xmlns:a16="http://schemas.microsoft.com/office/drawing/2014/main" id="{3D053CDA-1478-D88B-4DBD-8470B9774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8224" y="5312273"/>
            <a:ext cx="338695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>
            <a:spAutoFit/>
          </a:bodyPr>
          <a:lstStyle/>
          <a:p>
            <a:pPr defTabSz="422041">
              <a:defRPr/>
            </a:pP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□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검증 계획</a:t>
            </a:r>
            <a:b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-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하기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Process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를 통해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FDC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모델링 성과 파악하겠음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endParaRPr lang="en-US" altLang="ko-KR" sz="10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9DBDAFCA-C33F-BC14-2C67-F179ABBC417F}"/>
              </a:ext>
            </a:extLst>
          </p:cNvPr>
          <p:cNvGrpSpPr/>
          <p:nvPr/>
        </p:nvGrpSpPr>
        <p:grpSpPr>
          <a:xfrm>
            <a:off x="5656293" y="5704921"/>
            <a:ext cx="3199815" cy="319525"/>
            <a:chOff x="6117858" y="5704921"/>
            <a:chExt cx="3199815" cy="319525"/>
          </a:xfrm>
        </p:grpSpPr>
        <p:sp>
          <p:nvSpPr>
            <p:cNvPr id="180" name="사각형: 둥근 모서리 179" descr="ㅁ">
              <a:extLst>
                <a:ext uri="{FF2B5EF4-FFF2-40B4-BE49-F238E27FC236}">
                  <a16:creationId xmlns:a16="http://schemas.microsoft.com/office/drawing/2014/main" id="{39CF7634-1818-AE99-CBC0-3130819410EF}"/>
                </a:ext>
              </a:extLst>
            </p:cNvPr>
            <p:cNvSpPr/>
            <p:nvPr/>
          </p:nvSpPr>
          <p:spPr>
            <a:xfrm>
              <a:off x="6117858" y="5704921"/>
              <a:ext cx="708605" cy="319525"/>
            </a:xfrm>
            <a:prstGeom prst="roundRect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FDC </a:t>
              </a: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알람</a:t>
              </a:r>
            </a:p>
          </p:txBody>
        </p:sp>
        <p:sp>
          <p:nvSpPr>
            <p:cNvPr id="181" name="사각형: 둥근 모서리 180" descr="ㅁ">
              <a:extLst>
                <a:ext uri="{FF2B5EF4-FFF2-40B4-BE49-F238E27FC236}">
                  <a16:creationId xmlns:a16="http://schemas.microsoft.com/office/drawing/2014/main" id="{2D9FA705-85F1-9417-21EA-94B2259F383C}"/>
                </a:ext>
              </a:extLst>
            </p:cNvPr>
            <p:cNvSpPr/>
            <p:nvPr/>
          </p:nvSpPr>
          <p:spPr>
            <a:xfrm>
              <a:off x="6948261" y="5704921"/>
              <a:ext cx="708605" cy="319525"/>
            </a:xfrm>
            <a:prstGeom prst="roundRect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2</a:t>
              </a: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차 모델링</a:t>
              </a: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ctr" defTabSz="4572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Data </a:t>
              </a: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확인</a:t>
              </a: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82" name="사각형: 둥근 모서리 181" descr="ㅁ">
              <a:extLst>
                <a:ext uri="{FF2B5EF4-FFF2-40B4-BE49-F238E27FC236}">
                  <a16:creationId xmlns:a16="http://schemas.microsoft.com/office/drawing/2014/main" id="{65C2B40B-576F-76A7-014A-8E0AD5404042}"/>
                </a:ext>
              </a:extLst>
            </p:cNvPr>
            <p:cNvSpPr/>
            <p:nvPr/>
          </p:nvSpPr>
          <p:spPr>
            <a:xfrm>
              <a:off x="7778664" y="5704921"/>
              <a:ext cx="708605" cy="319525"/>
            </a:xfrm>
            <a:prstGeom prst="roundRect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리니어 모터</a:t>
              </a: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실물 점검</a:t>
              </a:r>
            </a:p>
          </p:txBody>
        </p:sp>
        <p:sp>
          <p:nvSpPr>
            <p:cNvPr id="183" name="사각형: 둥근 모서리 182" descr="ㅁ">
              <a:extLst>
                <a:ext uri="{FF2B5EF4-FFF2-40B4-BE49-F238E27FC236}">
                  <a16:creationId xmlns:a16="http://schemas.microsoft.com/office/drawing/2014/main" id="{457527FE-154C-E158-E222-6EDFD55EBCF7}"/>
                </a:ext>
              </a:extLst>
            </p:cNvPr>
            <p:cNvSpPr/>
            <p:nvPr/>
          </p:nvSpPr>
          <p:spPr>
            <a:xfrm>
              <a:off x="8609068" y="5704921"/>
              <a:ext cx="708605" cy="319525"/>
            </a:xfrm>
            <a:prstGeom prst="roundRect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모델링</a:t>
              </a: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진성</a:t>
              </a: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/</a:t>
              </a: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가성 판단</a:t>
              </a:r>
            </a:p>
          </p:txBody>
        </p:sp>
        <p:cxnSp>
          <p:nvCxnSpPr>
            <p:cNvPr id="184" name="직선 연결선 183">
              <a:extLst>
                <a:ext uri="{FF2B5EF4-FFF2-40B4-BE49-F238E27FC236}">
                  <a16:creationId xmlns:a16="http://schemas.microsoft.com/office/drawing/2014/main" id="{15C4ED7B-D04A-C2A8-93AF-B244BEE7A969}"/>
                </a:ext>
              </a:extLst>
            </p:cNvPr>
            <p:cNvCxnSpPr>
              <a:cxnSpLocks/>
              <a:endCxn id="181" idx="1"/>
            </p:cNvCxnSpPr>
            <p:nvPr/>
          </p:nvCxnSpPr>
          <p:spPr>
            <a:xfrm>
              <a:off x="6826463" y="5864683"/>
              <a:ext cx="121798" cy="1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85" name="직선 연결선 184">
              <a:extLst>
                <a:ext uri="{FF2B5EF4-FFF2-40B4-BE49-F238E27FC236}">
                  <a16:creationId xmlns:a16="http://schemas.microsoft.com/office/drawing/2014/main" id="{7C43EFB7-03DD-9FFD-6E9D-1AB4CEAC0154}"/>
                </a:ext>
              </a:extLst>
            </p:cNvPr>
            <p:cNvCxnSpPr>
              <a:cxnSpLocks/>
            </p:cNvCxnSpPr>
            <p:nvPr/>
          </p:nvCxnSpPr>
          <p:spPr>
            <a:xfrm>
              <a:off x="7656865" y="5864683"/>
              <a:ext cx="121798" cy="1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86" name="직선 연결선 185">
              <a:extLst>
                <a:ext uri="{FF2B5EF4-FFF2-40B4-BE49-F238E27FC236}">
                  <a16:creationId xmlns:a16="http://schemas.microsoft.com/office/drawing/2014/main" id="{4462A1A8-FBC4-52E0-F0A9-28BF0E45FCF5}"/>
                </a:ext>
              </a:extLst>
            </p:cNvPr>
            <p:cNvCxnSpPr>
              <a:cxnSpLocks/>
            </p:cNvCxnSpPr>
            <p:nvPr/>
          </p:nvCxnSpPr>
          <p:spPr>
            <a:xfrm>
              <a:off x="8487269" y="5864683"/>
              <a:ext cx="121798" cy="1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</p:grpSp>
      <p:sp>
        <p:nvSpPr>
          <p:cNvPr id="187" name="실행 단추: 앞으로 또는 다음으로 이동 186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54667E9D-E462-92A6-3889-902D94FA69C2}"/>
              </a:ext>
            </a:extLst>
          </p:cNvPr>
          <p:cNvSpPr/>
          <p:nvPr/>
        </p:nvSpPr>
        <p:spPr>
          <a:xfrm>
            <a:off x="8603657" y="3148102"/>
            <a:ext cx="144000" cy="144000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74295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88" name="Rectangle 2">
            <a:extLst>
              <a:ext uri="{FF2B5EF4-FFF2-40B4-BE49-F238E27FC236}">
                <a16:creationId xmlns:a16="http://schemas.microsoft.com/office/drawing/2014/main" id="{AB41BB49-5269-3CE2-4019-E5FC4CAAF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6736" y="6153187"/>
            <a:ext cx="338695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>
            <a:spAutoFit/>
          </a:bodyPr>
          <a:lstStyle/>
          <a:p>
            <a:pPr defTabSz="422041">
              <a:defRPr/>
            </a:pP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□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MI2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수평 전개</a:t>
            </a:r>
            <a:b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-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온도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&amp;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부하율 고도화 모델링 적용 완료 및 모니터링 중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(4/7~)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109994FD-C6CB-A230-2B28-ED3408FE7F42}"/>
              </a:ext>
            </a:extLst>
          </p:cNvPr>
          <p:cNvSpPr txBox="1"/>
          <p:nvPr/>
        </p:nvSpPr>
        <p:spPr>
          <a:xfrm>
            <a:off x="5444233" y="3182281"/>
            <a:ext cx="524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200" latinLnBrk="0">
              <a:defRPr/>
            </a:pPr>
            <a:r>
              <a:rPr kumimoji="1" lang="ko-KR" altLang="en-US" sz="9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온도</a:t>
            </a:r>
            <a:endParaRPr kumimoji="1" lang="en-US" altLang="ko-KR" sz="900" b="1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algn="r" defTabSz="457200" latinLnBrk="0">
              <a:defRPr/>
            </a:pPr>
            <a:r>
              <a:rPr kumimoji="1" lang="en-US" altLang="ko-KR" sz="9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</a:t>
            </a:r>
            <a:r>
              <a:rPr kumimoji="1" lang="ko-KR" altLang="en-US" sz="9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℃</a:t>
            </a:r>
            <a:r>
              <a:rPr kumimoji="1" lang="en-US" altLang="ko-KR" sz="9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)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AC58457E-C491-4331-33CF-5E8C31519BED}"/>
              </a:ext>
            </a:extLst>
          </p:cNvPr>
          <p:cNvSpPr txBox="1"/>
          <p:nvPr/>
        </p:nvSpPr>
        <p:spPr>
          <a:xfrm>
            <a:off x="5397928" y="4190662"/>
            <a:ext cx="599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200" latinLnBrk="0">
              <a:defRPr/>
            </a:pPr>
            <a:r>
              <a:rPr kumimoji="1" lang="ko-KR" altLang="en-US" sz="9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부하율</a:t>
            </a:r>
            <a:endParaRPr kumimoji="1" lang="en-US" altLang="ko-KR" sz="900" b="1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algn="r" defTabSz="457200" latinLnBrk="0">
              <a:defRPr/>
            </a:pPr>
            <a:r>
              <a:rPr kumimoji="1" lang="en-US" altLang="ko-KR" sz="9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(%)</a:t>
            </a:r>
          </a:p>
        </p:txBody>
      </p:sp>
      <p:grpSp>
        <p:nvGrpSpPr>
          <p:cNvPr id="191" name="그룹 190">
            <a:extLst>
              <a:ext uri="{FF2B5EF4-FFF2-40B4-BE49-F238E27FC236}">
                <a16:creationId xmlns:a16="http://schemas.microsoft.com/office/drawing/2014/main" id="{4CEDB945-84C8-EE16-C479-86C091516FC2}"/>
              </a:ext>
            </a:extLst>
          </p:cNvPr>
          <p:cNvGrpSpPr/>
          <p:nvPr/>
        </p:nvGrpSpPr>
        <p:grpSpPr>
          <a:xfrm>
            <a:off x="5871087" y="4249271"/>
            <a:ext cx="2293933" cy="1061866"/>
            <a:chOff x="6907216" y="4003484"/>
            <a:chExt cx="2293933" cy="1256342"/>
          </a:xfrm>
        </p:grpSpPr>
        <p:pic>
          <p:nvPicPr>
            <p:cNvPr id="192" name="그림 191">
              <a:extLst>
                <a:ext uri="{FF2B5EF4-FFF2-40B4-BE49-F238E27FC236}">
                  <a16:creationId xmlns:a16="http://schemas.microsoft.com/office/drawing/2014/main" id="{1E9CE8B3-86E0-79BA-5F4F-1A0A7202B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015162" y="4037226"/>
              <a:ext cx="2185987" cy="1123682"/>
            </a:xfrm>
            <a:prstGeom prst="rect">
              <a:avLst/>
            </a:prstGeom>
          </p:spPr>
        </p:pic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1122C98D-1C11-2B02-57B3-5BF6FE41E534}"/>
                </a:ext>
              </a:extLst>
            </p:cNvPr>
            <p:cNvSpPr txBox="1"/>
            <p:nvPr/>
          </p:nvSpPr>
          <p:spPr>
            <a:xfrm>
              <a:off x="6944663" y="5043612"/>
              <a:ext cx="326434" cy="216212"/>
            </a:xfrm>
            <a:prstGeom prst="rect">
              <a:avLst/>
            </a:prstGeom>
            <a:noFill/>
          </p:spPr>
          <p:txBody>
            <a:bodyPr wrap="square" lIns="74295" tIns="37148" rIns="74295" bIns="37148" rtlCol="0" anchor="t">
              <a:spAutoFit/>
            </a:bodyPr>
            <a:lstStyle/>
            <a:p>
              <a:pPr algn="ctr" defTabSz="457200" latinLnBrk="0">
                <a:spcBef>
                  <a:spcPts val="200"/>
                </a:spcBef>
                <a:defRPr/>
              </a:pPr>
              <a:r>
                <a:rPr lang="en-US" altLang="ko-KR" sz="700" dirty="0">
                  <a:solidFill>
                    <a:prstClr val="black"/>
                  </a:solidFill>
                  <a:highlight>
                    <a:srgbClr val="FFFFFF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  <a:cs typeface="Arial"/>
                </a:rPr>
                <a:t>1/1</a:t>
              </a:r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453623A6-6063-C22E-8A61-A73C3D18BE4F}"/>
                </a:ext>
              </a:extLst>
            </p:cNvPr>
            <p:cNvSpPr txBox="1"/>
            <p:nvPr/>
          </p:nvSpPr>
          <p:spPr>
            <a:xfrm>
              <a:off x="7339854" y="5043612"/>
              <a:ext cx="326434" cy="216212"/>
            </a:xfrm>
            <a:prstGeom prst="rect">
              <a:avLst/>
            </a:prstGeom>
            <a:noFill/>
          </p:spPr>
          <p:txBody>
            <a:bodyPr wrap="square" lIns="74295" tIns="37148" rIns="74295" bIns="37148" rtlCol="0" anchor="t">
              <a:spAutoFit/>
            </a:bodyPr>
            <a:lstStyle/>
            <a:p>
              <a:pPr algn="ctr" defTabSz="457200" latinLnBrk="0">
                <a:spcBef>
                  <a:spcPts val="200"/>
                </a:spcBef>
                <a:defRPr/>
              </a:pPr>
              <a:r>
                <a:rPr lang="en-US" altLang="ko-KR" sz="700" dirty="0">
                  <a:solidFill>
                    <a:prstClr val="black"/>
                  </a:solidFill>
                  <a:highlight>
                    <a:srgbClr val="FFFFFF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  <a:cs typeface="Arial"/>
                </a:rPr>
                <a:t>1/4</a:t>
              </a: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3C58F3DC-7952-B819-E8D4-819EAE915F70}"/>
                </a:ext>
              </a:extLst>
            </p:cNvPr>
            <p:cNvSpPr txBox="1"/>
            <p:nvPr/>
          </p:nvSpPr>
          <p:spPr>
            <a:xfrm>
              <a:off x="7852618" y="5043612"/>
              <a:ext cx="326434" cy="216212"/>
            </a:xfrm>
            <a:prstGeom prst="rect">
              <a:avLst/>
            </a:prstGeom>
            <a:noFill/>
          </p:spPr>
          <p:txBody>
            <a:bodyPr wrap="square" lIns="74295" tIns="37148" rIns="74295" bIns="37148" rtlCol="0" anchor="t">
              <a:spAutoFit/>
            </a:bodyPr>
            <a:lstStyle/>
            <a:p>
              <a:pPr algn="ctr" defTabSz="457200" latinLnBrk="0">
                <a:spcBef>
                  <a:spcPts val="200"/>
                </a:spcBef>
                <a:defRPr/>
              </a:pPr>
              <a:r>
                <a:rPr lang="en-US" altLang="ko-KR" sz="700" dirty="0">
                  <a:solidFill>
                    <a:prstClr val="black"/>
                  </a:solidFill>
                  <a:highlight>
                    <a:srgbClr val="FFFFFF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  <a:cs typeface="Arial"/>
                </a:rPr>
                <a:t>1/8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512B43D5-A0A3-7410-A54E-1EF8FCA50D79}"/>
                </a:ext>
              </a:extLst>
            </p:cNvPr>
            <p:cNvSpPr txBox="1"/>
            <p:nvPr/>
          </p:nvSpPr>
          <p:spPr>
            <a:xfrm>
              <a:off x="8364796" y="5043614"/>
              <a:ext cx="381591" cy="216212"/>
            </a:xfrm>
            <a:prstGeom prst="rect">
              <a:avLst/>
            </a:prstGeom>
            <a:noFill/>
          </p:spPr>
          <p:txBody>
            <a:bodyPr wrap="square" lIns="74295" tIns="37148" rIns="74295" bIns="37148" rtlCol="0" anchor="t">
              <a:spAutoFit/>
            </a:bodyPr>
            <a:lstStyle/>
            <a:p>
              <a:pPr algn="ctr" defTabSz="457200" latinLnBrk="0">
                <a:spcBef>
                  <a:spcPts val="200"/>
                </a:spcBef>
                <a:defRPr/>
              </a:pPr>
              <a:r>
                <a:rPr lang="en-US" altLang="ko-KR" sz="700" dirty="0">
                  <a:solidFill>
                    <a:prstClr val="black"/>
                  </a:solidFill>
                  <a:highlight>
                    <a:srgbClr val="FFFFFF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  <a:cs typeface="Arial"/>
                </a:rPr>
                <a:t>1/12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64B80613-07A0-F9EA-8E44-FEB3CC04612A}"/>
                </a:ext>
              </a:extLst>
            </p:cNvPr>
            <p:cNvSpPr txBox="1"/>
            <p:nvPr/>
          </p:nvSpPr>
          <p:spPr>
            <a:xfrm>
              <a:off x="8778537" y="5043613"/>
              <a:ext cx="380487" cy="216212"/>
            </a:xfrm>
            <a:prstGeom prst="rect">
              <a:avLst/>
            </a:prstGeom>
            <a:noFill/>
          </p:spPr>
          <p:txBody>
            <a:bodyPr wrap="square" lIns="74295" tIns="37148" rIns="74295" bIns="37148" rtlCol="0" anchor="t">
              <a:spAutoFit/>
            </a:bodyPr>
            <a:lstStyle/>
            <a:p>
              <a:pPr algn="ctr" defTabSz="457200" latinLnBrk="0">
                <a:spcBef>
                  <a:spcPts val="200"/>
                </a:spcBef>
                <a:defRPr/>
              </a:pPr>
              <a:r>
                <a:rPr lang="en-US" altLang="ko-KR" sz="700" dirty="0">
                  <a:solidFill>
                    <a:prstClr val="black"/>
                  </a:solidFill>
                  <a:highlight>
                    <a:srgbClr val="FFFFFF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  <a:cs typeface="Arial"/>
                </a:rPr>
                <a:t>1/15</a:t>
              </a: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444FDCCF-721A-07A3-F7A9-3658344D04BD}"/>
                </a:ext>
              </a:extLst>
            </p:cNvPr>
            <p:cNvSpPr txBox="1"/>
            <p:nvPr/>
          </p:nvSpPr>
          <p:spPr>
            <a:xfrm>
              <a:off x="6907216" y="4003484"/>
              <a:ext cx="252915" cy="12745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 defTabSz="457200" latinLnBrk="0">
                <a:spcBef>
                  <a:spcPts val="200"/>
                </a:spcBef>
                <a:defRPr/>
              </a:pPr>
              <a:r>
                <a:rPr lang="en-US" altLang="ko-KR" sz="700" dirty="0">
                  <a:solidFill>
                    <a:prstClr val="black"/>
                  </a:solidFill>
                  <a:highlight>
                    <a:srgbClr val="FFFFFF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  <a:cs typeface="Arial"/>
                </a:rPr>
                <a:t>160</a:t>
              </a: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53FE5D4F-F752-A56C-D882-3817EAC8BF4F}"/>
                </a:ext>
              </a:extLst>
            </p:cNvPr>
            <p:cNvSpPr txBox="1"/>
            <p:nvPr/>
          </p:nvSpPr>
          <p:spPr>
            <a:xfrm>
              <a:off x="6907216" y="4244268"/>
              <a:ext cx="252915" cy="12745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 defTabSz="457200" latinLnBrk="0">
                <a:spcBef>
                  <a:spcPts val="200"/>
                </a:spcBef>
                <a:defRPr/>
              </a:pPr>
              <a:r>
                <a:rPr lang="en-US" altLang="ko-KR" sz="700" dirty="0">
                  <a:solidFill>
                    <a:prstClr val="black"/>
                  </a:solidFill>
                  <a:highlight>
                    <a:srgbClr val="FFFFFF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  <a:cs typeface="Arial"/>
                </a:rPr>
                <a:t>120</a:t>
              </a: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D9137BFF-1883-7EF9-480F-2D3C0557E20C}"/>
                </a:ext>
              </a:extLst>
            </p:cNvPr>
            <p:cNvSpPr txBox="1"/>
            <p:nvPr/>
          </p:nvSpPr>
          <p:spPr>
            <a:xfrm>
              <a:off x="6907216" y="4492715"/>
              <a:ext cx="252915" cy="12745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 defTabSz="457200" latinLnBrk="0">
                <a:spcBef>
                  <a:spcPts val="200"/>
                </a:spcBef>
                <a:defRPr/>
              </a:pPr>
              <a:r>
                <a:rPr lang="en-US" altLang="ko-KR" sz="700" dirty="0">
                  <a:solidFill>
                    <a:prstClr val="black"/>
                  </a:solidFill>
                  <a:highlight>
                    <a:srgbClr val="FFFFFF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  <a:cs typeface="Arial"/>
                </a:rPr>
                <a:t>80</a:t>
              </a: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26FACD18-7B65-FC02-6A9F-762A3281DFEE}"/>
                </a:ext>
              </a:extLst>
            </p:cNvPr>
            <p:cNvSpPr txBox="1"/>
            <p:nvPr/>
          </p:nvSpPr>
          <p:spPr>
            <a:xfrm>
              <a:off x="6907216" y="4731438"/>
              <a:ext cx="252915" cy="12745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 defTabSz="457200" latinLnBrk="0">
                <a:spcBef>
                  <a:spcPts val="200"/>
                </a:spcBef>
                <a:defRPr/>
              </a:pPr>
              <a:r>
                <a:rPr lang="en-US" altLang="ko-KR" sz="700" dirty="0">
                  <a:solidFill>
                    <a:prstClr val="black"/>
                  </a:solidFill>
                  <a:highlight>
                    <a:srgbClr val="FFFFFF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  <a:cs typeface="Arial"/>
                </a:rPr>
                <a:t>40</a:t>
              </a: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F090398E-38C8-86A1-292F-6748CE358B0B}"/>
                </a:ext>
              </a:extLst>
            </p:cNvPr>
            <p:cNvSpPr txBox="1"/>
            <p:nvPr/>
          </p:nvSpPr>
          <p:spPr>
            <a:xfrm>
              <a:off x="6907216" y="4981109"/>
              <a:ext cx="252915" cy="12745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 defTabSz="457200" latinLnBrk="0">
                <a:spcBef>
                  <a:spcPts val="200"/>
                </a:spcBef>
                <a:defRPr/>
              </a:pPr>
              <a:r>
                <a:rPr lang="en-US" altLang="ko-KR" sz="700" dirty="0">
                  <a:solidFill>
                    <a:prstClr val="black"/>
                  </a:solidFill>
                  <a:highlight>
                    <a:srgbClr val="FFFFFF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  <a:cs typeface="Arial"/>
                </a:rPr>
                <a:t>0</a:t>
              </a:r>
            </a:p>
          </p:txBody>
        </p:sp>
      </p:grpSp>
      <p:grpSp>
        <p:nvGrpSpPr>
          <p:cNvPr id="203" name="그룹 202">
            <a:extLst>
              <a:ext uri="{FF2B5EF4-FFF2-40B4-BE49-F238E27FC236}">
                <a16:creationId xmlns:a16="http://schemas.microsoft.com/office/drawing/2014/main" id="{8DB85492-8471-D6A3-A5C3-944CD6B3C765}"/>
              </a:ext>
            </a:extLst>
          </p:cNvPr>
          <p:cNvGrpSpPr/>
          <p:nvPr/>
        </p:nvGrpSpPr>
        <p:grpSpPr>
          <a:xfrm>
            <a:off x="5831918" y="3106007"/>
            <a:ext cx="2329218" cy="1173773"/>
            <a:chOff x="6868047" y="3051961"/>
            <a:chExt cx="2329218" cy="1173773"/>
          </a:xfrm>
        </p:grpSpPr>
        <p:pic>
          <p:nvPicPr>
            <p:cNvPr id="204" name="그림 203">
              <a:extLst>
                <a:ext uri="{FF2B5EF4-FFF2-40B4-BE49-F238E27FC236}">
                  <a16:creationId xmlns:a16="http://schemas.microsoft.com/office/drawing/2014/main" id="{C173AE6A-684E-5C1B-6961-B2F476DB63A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004214" y="3170207"/>
              <a:ext cx="2193051" cy="970393"/>
            </a:xfrm>
            <a:prstGeom prst="rect">
              <a:avLst/>
            </a:prstGeom>
          </p:spPr>
        </p:pic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E20712B4-4030-984C-BEDD-F409A907F624}"/>
                </a:ext>
              </a:extLst>
            </p:cNvPr>
            <p:cNvSpPr txBox="1"/>
            <p:nvPr/>
          </p:nvSpPr>
          <p:spPr>
            <a:xfrm>
              <a:off x="7874517" y="3134853"/>
              <a:ext cx="35674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알람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1/9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206" name="폭발: 8pt 205">
              <a:extLst>
                <a:ext uri="{FF2B5EF4-FFF2-40B4-BE49-F238E27FC236}">
                  <a16:creationId xmlns:a16="http://schemas.microsoft.com/office/drawing/2014/main" id="{B75497EE-2B46-067D-AA4E-A456D3096D7C}"/>
                </a:ext>
              </a:extLst>
            </p:cNvPr>
            <p:cNvSpPr/>
            <p:nvPr/>
          </p:nvSpPr>
          <p:spPr>
            <a:xfrm>
              <a:off x="8139733" y="3339219"/>
              <a:ext cx="97053" cy="72205"/>
            </a:xfrm>
            <a:prstGeom prst="irregularSeal1">
              <a:avLst/>
            </a:prstGeom>
            <a:solidFill>
              <a:srgbClr val="C00000"/>
            </a:solidFill>
            <a:ln w="3175" cap="flat" cmpd="sng" algn="ctr">
              <a:solidFill>
                <a:srgbClr val="C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F14E0505-A512-6F7E-C9F6-504C18A737AD}"/>
                </a:ext>
              </a:extLst>
            </p:cNvPr>
            <p:cNvSpPr txBox="1"/>
            <p:nvPr/>
          </p:nvSpPr>
          <p:spPr>
            <a:xfrm>
              <a:off x="6868047" y="3284075"/>
              <a:ext cx="326434" cy="182743"/>
            </a:xfrm>
            <a:prstGeom prst="rect">
              <a:avLst/>
            </a:prstGeom>
            <a:noFill/>
          </p:spPr>
          <p:txBody>
            <a:bodyPr wrap="square" lIns="74295" tIns="37148" rIns="74295" bIns="37148" rtlCol="0" anchor="t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/>
                </a:rPr>
                <a:t>90</a:t>
              </a: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F01B86E7-48D3-2202-E8F3-D77D19B73344}"/>
                </a:ext>
              </a:extLst>
            </p:cNvPr>
            <p:cNvSpPr txBox="1"/>
            <p:nvPr/>
          </p:nvSpPr>
          <p:spPr>
            <a:xfrm>
              <a:off x="6872945" y="3505539"/>
              <a:ext cx="326434" cy="182743"/>
            </a:xfrm>
            <a:prstGeom prst="rect">
              <a:avLst/>
            </a:prstGeom>
            <a:noFill/>
          </p:spPr>
          <p:txBody>
            <a:bodyPr wrap="square" lIns="74295" tIns="37148" rIns="74295" bIns="37148" rtlCol="0" anchor="t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/>
                </a:rPr>
                <a:t>70</a:t>
              </a:r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6B930D9B-046A-A79C-C44B-6108E15DF666}"/>
                </a:ext>
              </a:extLst>
            </p:cNvPr>
            <p:cNvSpPr txBox="1"/>
            <p:nvPr/>
          </p:nvSpPr>
          <p:spPr>
            <a:xfrm>
              <a:off x="6870823" y="3726847"/>
              <a:ext cx="326434" cy="182743"/>
            </a:xfrm>
            <a:prstGeom prst="rect">
              <a:avLst/>
            </a:prstGeom>
            <a:noFill/>
          </p:spPr>
          <p:txBody>
            <a:bodyPr wrap="square" lIns="74295" tIns="37148" rIns="74295" bIns="37148" rtlCol="0" anchor="t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/>
                </a:rPr>
                <a:t>50</a:t>
              </a: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596DA7CE-1794-F5F1-38A5-55852246EF48}"/>
                </a:ext>
              </a:extLst>
            </p:cNvPr>
            <p:cNvSpPr txBox="1"/>
            <p:nvPr/>
          </p:nvSpPr>
          <p:spPr>
            <a:xfrm>
              <a:off x="6868047" y="3952478"/>
              <a:ext cx="326434" cy="182743"/>
            </a:xfrm>
            <a:prstGeom prst="rect">
              <a:avLst/>
            </a:prstGeom>
            <a:noFill/>
          </p:spPr>
          <p:txBody>
            <a:bodyPr wrap="square" lIns="74295" tIns="37148" rIns="74295" bIns="37148" rtlCol="0" anchor="t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/>
                </a:rPr>
                <a:t>30</a:t>
              </a: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09CB0FDE-6DA5-131E-0306-FD25140DFDA2}"/>
                </a:ext>
              </a:extLst>
            </p:cNvPr>
            <p:cNvSpPr txBox="1"/>
            <p:nvPr/>
          </p:nvSpPr>
          <p:spPr>
            <a:xfrm>
              <a:off x="6944663" y="4042990"/>
              <a:ext cx="326434" cy="182743"/>
            </a:xfrm>
            <a:prstGeom prst="rect">
              <a:avLst/>
            </a:prstGeom>
            <a:noFill/>
          </p:spPr>
          <p:txBody>
            <a:bodyPr wrap="square" lIns="74295" tIns="37148" rIns="74295" bIns="37148" rtlCol="0" anchor="t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/>
                </a:rPr>
                <a:t>1/1</a:t>
              </a: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83164B4F-51D1-D51D-E0AE-53B4705ECAF2}"/>
                </a:ext>
              </a:extLst>
            </p:cNvPr>
            <p:cNvSpPr txBox="1"/>
            <p:nvPr/>
          </p:nvSpPr>
          <p:spPr>
            <a:xfrm>
              <a:off x="7339854" y="4042990"/>
              <a:ext cx="326434" cy="182743"/>
            </a:xfrm>
            <a:prstGeom prst="rect">
              <a:avLst/>
            </a:prstGeom>
            <a:noFill/>
          </p:spPr>
          <p:txBody>
            <a:bodyPr wrap="square" lIns="74295" tIns="37148" rIns="74295" bIns="37148" rtlCol="0" anchor="t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/>
                </a:rPr>
                <a:t>1/4</a:t>
              </a:r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2820F303-711D-4780-7274-5F87E3E3D3AD}"/>
                </a:ext>
              </a:extLst>
            </p:cNvPr>
            <p:cNvSpPr txBox="1"/>
            <p:nvPr/>
          </p:nvSpPr>
          <p:spPr>
            <a:xfrm>
              <a:off x="7852618" y="4042990"/>
              <a:ext cx="326434" cy="182743"/>
            </a:xfrm>
            <a:prstGeom prst="rect">
              <a:avLst/>
            </a:prstGeom>
            <a:noFill/>
          </p:spPr>
          <p:txBody>
            <a:bodyPr wrap="square" lIns="74295" tIns="37148" rIns="74295" bIns="37148" rtlCol="0" anchor="t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/>
                </a:rPr>
                <a:t>1/8</a:t>
              </a: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61C8F968-4DD7-1578-6D05-9C3B69047F4F}"/>
                </a:ext>
              </a:extLst>
            </p:cNvPr>
            <p:cNvSpPr txBox="1"/>
            <p:nvPr/>
          </p:nvSpPr>
          <p:spPr>
            <a:xfrm>
              <a:off x="8364796" y="4042991"/>
              <a:ext cx="381591" cy="182743"/>
            </a:xfrm>
            <a:prstGeom prst="rect">
              <a:avLst/>
            </a:prstGeom>
            <a:noFill/>
          </p:spPr>
          <p:txBody>
            <a:bodyPr wrap="square" lIns="74295" tIns="37148" rIns="74295" bIns="37148" rtlCol="0" anchor="t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/>
                </a:rPr>
                <a:t>1/12</a:t>
              </a:r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B0375EDA-6919-23E1-C84F-8FAC9B29BC35}"/>
                </a:ext>
              </a:extLst>
            </p:cNvPr>
            <p:cNvSpPr txBox="1"/>
            <p:nvPr/>
          </p:nvSpPr>
          <p:spPr>
            <a:xfrm>
              <a:off x="8778537" y="4042991"/>
              <a:ext cx="380487" cy="182743"/>
            </a:xfrm>
            <a:prstGeom prst="rect">
              <a:avLst/>
            </a:prstGeom>
            <a:noFill/>
          </p:spPr>
          <p:txBody>
            <a:bodyPr wrap="square" lIns="74295" tIns="37148" rIns="74295" bIns="37148" rtlCol="0" anchor="t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/>
                </a:rPr>
                <a:t>1/15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7DEB2389-A795-8335-5E73-8F049A4EE3A9}"/>
                </a:ext>
              </a:extLst>
            </p:cNvPr>
            <p:cNvSpPr txBox="1"/>
            <p:nvPr/>
          </p:nvSpPr>
          <p:spPr>
            <a:xfrm>
              <a:off x="8104432" y="3051961"/>
              <a:ext cx="77479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▼ </a:t>
              </a:r>
              <a:r>
                <a:rPr kumimoji="0" lang="en-US" altLang="ko-KR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BM </a:t>
              </a:r>
              <a:r>
                <a:rPr kumimoji="0" lang="ko-KR" alt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조치</a:t>
              </a:r>
              <a:r>
                <a:rPr kumimoji="0" lang="en-US" altLang="ko-KR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(1/9)</a:t>
              </a:r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8C2E8375-AE26-222D-A7B1-314657E1814E}"/>
                </a:ext>
              </a:extLst>
            </p:cNvPr>
            <p:cNvSpPr txBox="1"/>
            <p:nvPr/>
          </p:nvSpPr>
          <p:spPr>
            <a:xfrm>
              <a:off x="6868047" y="3131736"/>
              <a:ext cx="326434" cy="182743"/>
            </a:xfrm>
            <a:prstGeom prst="rect">
              <a:avLst/>
            </a:prstGeom>
            <a:noFill/>
          </p:spPr>
          <p:txBody>
            <a:bodyPr wrap="square" lIns="74295" tIns="37148" rIns="74295" bIns="37148" rtlCol="0" anchor="t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/>
                </a:rPr>
                <a:t>100</a:t>
              </a:r>
            </a:p>
          </p:txBody>
        </p:sp>
      </p:grpSp>
      <p:sp>
        <p:nvSpPr>
          <p:cNvPr id="218" name="폭발: 8pt 217">
            <a:extLst>
              <a:ext uri="{FF2B5EF4-FFF2-40B4-BE49-F238E27FC236}">
                <a16:creationId xmlns:a16="http://schemas.microsoft.com/office/drawing/2014/main" id="{AB52D7B2-8589-D88F-CA0A-60DBC13E455C}"/>
              </a:ext>
            </a:extLst>
          </p:cNvPr>
          <p:cNvSpPr/>
          <p:nvPr/>
        </p:nvSpPr>
        <p:spPr>
          <a:xfrm>
            <a:off x="6763171" y="4342842"/>
            <a:ext cx="97053" cy="72205"/>
          </a:xfrm>
          <a:prstGeom prst="irregularSeal1">
            <a:avLst/>
          </a:prstGeom>
          <a:solidFill>
            <a:srgbClr val="C00000"/>
          </a:solidFill>
          <a:ln w="3175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19" name="직선 연결선 218">
            <a:extLst>
              <a:ext uri="{FF2B5EF4-FFF2-40B4-BE49-F238E27FC236}">
                <a16:creationId xmlns:a16="http://schemas.microsoft.com/office/drawing/2014/main" id="{CC2F09D7-A826-1A15-E574-BDFB2A478C1C}"/>
              </a:ext>
            </a:extLst>
          </p:cNvPr>
          <p:cNvCxnSpPr>
            <a:cxnSpLocks/>
          </p:cNvCxnSpPr>
          <p:nvPr/>
        </p:nvCxnSpPr>
        <p:spPr>
          <a:xfrm>
            <a:off x="7195905" y="3279347"/>
            <a:ext cx="0" cy="1903505"/>
          </a:xfrm>
          <a:prstGeom prst="line">
            <a:avLst/>
          </a:prstGeom>
          <a:noFill/>
          <a:ln w="28575" cap="flat" cmpd="sng" algn="ctr">
            <a:solidFill>
              <a:srgbClr val="0000FF"/>
            </a:solidFill>
            <a:prstDash val="sysDot"/>
          </a:ln>
          <a:effectLst/>
        </p:spPr>
      </p:cxnSp>
      <p:sp>
        <p:nvSpPr>
          <p:cNvPr id="220" name="오른쪽 중괄호 219">
            <a:extLst>
              <a:ext uri="{FF2B5EF4-FFF2-40B4-BE49-F238E27FC236}">
                <a16:creationId xmlns:a16="http://schemas.microsoft.com/office/drawing/2014/main" id="{82178CEB-774D-5F7F-0E0C-F11288C77282}"/>
              </a:ext>
            </a:extLst>
          </p:cNvPr>
          <p:cNvSpPr/>
          <p:nvPr/>
        </p:nvSpPr>
        <p:spPr>
          <a:xfrm>
            <a:off x="8166093" y="3251264"/>
            <a:ext cx="167018" cy="1956166"/>
          </a:xfrm>
          <a:prstGeom prst="rightBrace">
            <a:avLst/>
          </a:prstGeom>
          <a:noFill/>
          <a:ln w="9525" cap="flat" cmpd="sng" algn="ctr">
            <a:solidFill>
              <a:srgbClr val="0066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90D32BEE-60B3-B5A0-E71A-2AA7DCE16404}"/>
              </a:ext>
            </a:extLst>
          </p:cNvPr>
          <p:cNvSpPr/>
          <p:nvPr/>
        </p:nvSpPr>
        <p:spPr>
          <a:xfrm>
            <a:off x="8293427" y="4100233"/>
            <a:ext cx="924386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457200" latinLnBrk="0"/>
            <a:r>
              <a:rPr lang="ko-KR" altLang="en-US" sz="900" u="sng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알람 발생</a:t>
            </a:r>
            <a:endParaRPr lang="en-US" altLang="ko-KR" sz="900" u="sng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457200" latinLnBrk="0"/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온도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1/9 </a:t>
            </a:r>
          </a:p>
          <a:p>
            <a:pPr defTabSz="457200" latinLnBrk="0"/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부하율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1/5, 1/7 </a:t>
            </a:r>
          </a:p>
        </p:txBody>
      </p:sp>
      <p:sp>
        <p:nvSpPr>
          <p:cNvPr id="222" name="타원 221">
            <a:extLst>
              <a:ext uri="{FF2B5EF4-FFF2-40B4-BE49-F238E27FC236}">
                <a16:creationId xmlns:a16="http://schemas.microsoft.com/office/drawing/2014/main" id="{79ABB099-7267-89D0-F484-51FF4F3DB5ED}"/>
              </a:ext>
            </a:extLst>
          </p:cNvPr>
          <p:cNvSpPr/>
          <p:nvPr/>
        </p:nvSpPr>
        <p:spPr>
          <a:xfrm>
            <a:off x="6496497" y="4237326"/>
            <a:ext cx="533347" cy="533347"/>
          </a:xfrm>
          <a:prstGeom prst="ellipse">
            <a:avLst/>
          </a:prstGeom>
          <a:noFill/>
          <a:ln w="19050" cap="flat" cmpd="sng" algn="ctr">
            <a:solidFill>
              <a:srgbClr val="C00000"/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3" name="폭발: 8pt 222">
            <a:extLst>
              <a:ext uri="{FF2B5EF4-FFF2-40B4-BE49-F238E27FC236}">
                <a16:creationId xmlns:a16="http://schemas.microsoft.com/office/drawing/2014/main" id="{C5ED0D00-AC0D-8305-971C-A4CF2C6A3E72}"/>
              </a:ext>
            </a:extLst>
          </p:cNvPr>
          <p:cNvSpPr/>
          <p:nvPr/>
        </p:nvSpPr>
        <p:spPr>
          <a:xfrm>
            <a:off x="6591618" y="4568711"/>
            <a:ext cx="97053" cy="72205"/>
          </a:xfrm>
          <a:prstGeom prst="irregularSeal1">
            <a:avLst/>
          </a:prstGeom>
          <a:solidFill>
            <a:srgbClr val="C00000"/>
          </a:solidFill>
          <a:ln w="3175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26FC5E3A-A443-AF82-E110-8C17B45FE648}"/>
              </a:ext>
            </a:extLst>
          </p:cNvPr>
          <p:cNvSpPr txBox="1"/>
          <p:nvPr/>
        </p:nvSpPr>
        <p:spPr>
          <a:xfrm>
            <a:off x="6516718" y="4248282"/>
            <a:ext cx="35674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en-US" altLang="ko-KR" sz="700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1/7</a:t>
            </a:r>
            <a:endParaRPr lang="ko-KR" altLang="en-US" sz="700" dirty="0">
              <a:solidFill>
                <a:srgbClr val="C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FF6707B-F26C-5B26-BE2C-3482267816B4}"/>
              </a:ext>
            </a:extLst>
          </p:cNvPr>
          <p:cNvSpPr txBox="1"/>
          <p:nvPr/>
        </p:nvSpPr>
        <p:spPr>
          <a:xfrm>
            <a:off x="6451118" y="4430499"/>
            <a:ext cx="35674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en-US" altLang="ko-KR" sz="700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1/5</a:t>
            </a:r>
            <a:endParaRPr lang="ko-KR" altLang="en-US" sz="700" dirty="0">
              <a:solidFill>
                <a:srgbClr val="C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35E2E00-4FE3-AFFB-DDDE-DDADF35C6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11034"/>
            <a:ext cx="9144000" cy="14020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3323" tIns="3323" rIns="3323" bIns="3323" anchor="b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&lt; </a:t>
            </a:r>
            <a:r>
              <a:rPr kumimoji="1" lang="en-US" altLang="ko-KR" sz="8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9</a:t>
            </a:r>
            <a:r>
              <a:rPr kumimoji="1" lang="en-US" altLang="ko-KR" sz="7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/ 10 &gt;</a:t>
            </a:r>
            <a:endParaRPr kumimoji="1" lang="ko-KR" altLang="en-US" sz="7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827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직선 연결선 125">
            <a:extLst>
              <a:ext uri="{FF2B5EF4-FFF2-40B4-BE49-F238E27FC236}">
                <a16:creationId xmlns:a16="http://schemas.microsoft.com/office/drawing/2014/main" id="{9E1C09BA-9FCD-DC42-7D2A-7A9B29B48087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2">
            <a:extLst>
              <a:ext uri="{FF2B5EF4-FFF2-40B4-BE49-F238E27FC236}">
                <a16:creationId xmlns:a16="http://schemas.microsoft.com/office/drawing/2014/main" id="{73F69601-9019-A4FD-37B4-BDE15AA332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15" y="106985"/>
            <a:ext cx="1394911" cy="31314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3323" tIns="3323" rIns="3323" bIns="3323" anchor="b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4. DX</a:t>
            </a:r>
            <a:r>
              <a:rPr kumimoji="1" lang="ko-KR" altLang="en-US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과제 현황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4316D1-758A-7A52-063C-D09D144E37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8650" y="141033"/>
            <a:ext cx="5254365" cy="27909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3323" tIns="3323" rIns="3323" bIns="3323" anchor="b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4) DX </a:t>
            </a:r>
            <a:r>
              <a:rPr kumimoji="1" lang="ko-KR" altLang="en-US" sz="16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과제 추진 계획서</a:t>
            </a:r>
            <a:r>
              <a:rPr kumimoji="1" lang="en-US" altLang="ko-KR" sz="16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_ Tab Pitch </a:t>
            </a:r>
            <a:r>
              <a:rPr kumimoji="1" lang="ko-KR" altLang="en-US" sz="16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정보 수집을 통한 </a:t>
            </a:r>
            <a:r>
              <a:rPr kumimoji="1" lang="en-US" altLang="ko-KR" sz="16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Tab </a:t>
            </a:r>
            <a:r>
              <a:rPr kumimoji="1" lang="ko-KR" altLang="en-US" sz="16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불량 개선</a:t>
            </a:r>
            <a:endParaRPr kumimoji="1" lang="en-US" altLang="ko-KR" sz="1600" b="1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28" name="실행 단추: 돌아가기 27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8DD7E058-F323-920B-2FF1-E9AEB77C564A}"/>
              </a:ext>
            </a:extLst>
          </p:cNvPr>
          <p:cNvSpPr/>
          <p:nvPr/>
        </p:nvSpPr>
        <p:spPr>
          <a:xfrm>
            <a:off x="8945179" y="527848"/>
            <a:ext cx="144000" cy="144000"/>
          </a:xfrm>
          <a:prstGeom prst="actionButtonReturn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3E63F3F-8F4B-03A3-62AA-BB8247BA5A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970065"/>
              </p:ext>
            </p:extLst>
          </p:nvPr>
        </p:nvGraphicFramePr>
        <p:xfrm>
          <a:off x="50339" y="701475"/>
          <a:ext cx="9032701" cy="5896004"/>
        </p:xfrm>
        <a:graphic>
          <a:graphicData uri="http://schemas.openxmlformats.org/drawingml/2006/table">
            <a:tbl>
              <a:tblPr/>
              <a:tblGrid>
                <a:gridCol w="707468">
                  <a:extLst>
                    <a:ext uri="{9D8B030D-6E8A-4147-A177-3AD203B41FA5}">
                      <a16:colId xmlns:a16="http://schemas.microsoft.com/office/drawing/2014/main" val="3638908487"/>
                    </a:ext>
                  </a:extLst>
                </a:gridCol>
                <a:gridCol w="905522">
                  <a:extLst>
                    <a:ext uri="{9D8B030D-6E8A-4147-A177-3AD203B41FA5}">
                      <a16:colId xmlns:a16="http://schemas.microsoft.com/office/drawing/2014/main" val="3666032175"/>
                    </a:ext>
                  </a:extLst>
                </a:gridCol>
                <a:gridCol w="1100831">
                  <a:extLst>
                    <a:ext uri="{9D8B030D-6E8A-4147-A177-3AD203B41FA5}">
                      <a16:colId xmlns:a16="http://schemas.microsoft.com/office/drawing/2014/main" val="1153964512"/>
                    </a:ext>
                  </a:extLst>
                </a:gridCol>
                <a:gridCol w="1999429">
                  <a:extLst>
                    <a:ext uri="{9D8B030D-6E8A-4147-A177-3AD203B41FA5}">
                      <a16:colId xmlns:a16="http://schemas.microsoft.com/office/drawing/2014/main" val="3209056544"/>
                    </a:ext>
                  </a:extLst>
                </a:gridCol>
                <a:gridCol w="556700">
                  <a:extLst>
                    <a:ext uri="{9D8B030D-6E8A-4147-A177-3AD203B41FA5}">
                      <a16:colId xmlns:a16="http://schemas.microsoft.com/office/drawing/2014/main" val="4220853545"/>
                    </a:ext>
                  </a:extLst>
                </a:gridCol>
                <a:gridCol w="3762751">
                  <a:extLst>
                    <a:ext uri="{9D8B030D-6E8A-4147-A177-3AD203B41FA5}">
                      <a16:colId xmlns:a16="http://schemas.microsoft.com/office/drawing/2014/main" val="1062792777"/>
                    </a:ext>
                  </a:extLst>
                </a:gridCol>
              </a:tblGrid>
              <a:tr h="23961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>
                        <a:buFontTx/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과제 제목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l" fontAlgn="ctr">
                        <a:buFontTx/>
                        <a:buNone/>
                      </a:pPr>
                      <a:r>
                        <a:rPr lang="en-US" altLang="ko-KR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Tab Pitch </a:t>
                      </a:r>
                      <a:r>
                        <a:rPr lang="ko-KR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정보 수집을 통한 </a:t>
                      </a:r>
                      <a:r>
                        <a:rPr lang="en-US" altLang="ko-KR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Tab </a:t>
                      </a:r>
                      <a:r>
                        <a:rPr lang="ko-KR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불량 개선 </a:t>
                      </a:r>
                      <a:r>
                        <a:rPr lang="en-US" altLang="ko-KR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전극 선별 투입 시스템 병행</a:t>
                      </a:r>
                      <a:r>
                        <a:rPr lang="en-US" altLang="ko-KR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ctr" fontAlgn="ctr">
                        <a:buFont typeface="Arial" panose="020B0604020202020204" pitchFamily="34" charset="0"/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Char char="•"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Char char="•"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0094354"/>
                  </a:ext>
                </a:extLst>
              </a:tr>
              <a:tr h="7811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>
                        <a:buFontTx/>
                        <a:buNone/>
                      </a:pPr>
                      <a:endParaRPr lang="ko-KR" alt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ctr" fontAlgn="ctr">
                        <a:buFontTx/>
                        <a:buNone/>
                      </a:pP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11830817"/>
                  </a:ext>
                </a:extLst>
              </a:tr>
              <a:tr h="18747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>
                        <a:buFontTx/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법인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l" fontAlgn="ctr">
                        <a:buFontTx/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ESOT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ctr" fontAlgn="ctr">
                        <a:buFontTx/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모델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공정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라인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l" fontAlgn="ctr">
                        <a:buFontTx/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JF2 / Lamination / #1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추진방향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l" fontAlgn="ctr">
                        <a:buFontTx/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Davinci WF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를 통해 각 공정별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Tab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접힘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발생개소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파악 및 개선안 도출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3339179"/>
                  </a:ext>
                </a:extLst>
              </a:tr>
              <a:tr h="18747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ctr" fontAlgn="ctr">
                        <a:buFontTx/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 유형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l" fontAlgn="ctr">
                        <a:buFontTx/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불량률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수율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ctr" fontAlgn="ctr">
                        <a:buFontTx/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현수준/개선목표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l" fontAlgn="ctr">
                        <a:buFontTx/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탭 치수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0.14% → 0.05%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일정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l" fontAlgn="ctr">
                        <a:buFontTx/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185641"/>
                  </a:ext>
                </a:extLst>
              </a:tr>
              <a:tr h="34369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>
                        <a:buFontTx/>
                        <a:buNone/>
                      </a:pP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담당자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l" fontAlgn="ctr">
                        <a:buFontTx/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ESOT :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윤세현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||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생산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추진팀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조민수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fontAlgn="ctr">
                        <a:buFontTx/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추적솔루션개발팀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한기덕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윤성렬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제조빅데이터분석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팀 김석중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0506830"/>
                  </a:ext>
                </a:extLst>
              </a:tr>
              <a:tr h="2500177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>
                        <a:buFontTx/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Lay-out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및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주요현상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rowSpan="3"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l" fontAlgn="ctr">
                        <a:buFontTx/>
                        <a:buNone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fontAlgn="ctr">
                        <a:buFontTx/>
                        <a:buNone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fontAlgn="ctr">
                        <a:buFontTx/>
                        <a:buNone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fontAlgn="ctr">
                        <a:buFontTx/>
                        <a:buNone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fontAlgn="ctr">
                        <a:buFontTx/>
                        <a:buNone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algn="ctr" fontAlgn="ctr"/>
                      <a:endParaRPr lang="ko-KR" altLang="en-US" sz="1100" b="1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진행내역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l" fontAlgn="ctr">
                        <a:buNone/>
                      </a:pP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fontAlgn="ctr">
                        <a:buNone/>
                      </a:pP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fontAlgn="ctr">
                        <a:buNone/>
                      </a:pP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fontAlgn="ctr">
                        <a:buNone/>
                      </a:pP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fontAlgn="ctr">
                        <a:buNone/>
                      </a:pP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fontAlgn="ctr">
                        <a:buNone/>
                      </a:pP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fontAlgn="ctr">
                        <a:buNone/>
                      </a:pP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fontAlgn="ctr">
                        <a:buNone/>
                      </a:pP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fontAlgn="ctr">
                        <a:buNone/>
                      </a:pP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fontAlgn="ctr">
                        <a:buNone/>
                      </a:pP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fontAlgn="ctr">
                        <a:buNone/>
                      </a:pP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fontAlgn="ctr">
                        <a:buNone/>
                      </a:pP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fontAlgn="ctr">
                        <a:buNone/>
                      </a:pP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defTabSz="914400" rtl="0" eaLnBrk="1" fontAlgn="ctr" latinLnBrk="1" hangingPunct="1">
                        <a:buNone/>
                      </a:pPr>
                      <a:endParaRPr lang="en-US" altLang="ko-KR" sz="10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fontAlgn="ctr" latinLnBrk="1" hangingPunct="1">
                        <a:buNone/>
                      </a:pP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fontAlgn="ctr" latinLnBrk="1" hangingPunct="1">
                        <a:buNone/>
                      </a:pP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fontAlgn="ctr" latinLnBrk="1" hangingPunct="1">
                        <a:buNone/>
                      </a:pP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fontAlgn="ctr" latinLnBrk="1" hangingPunct="1">
                        <a:buNone/>
                      </a:pP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fontAlgn="ctr" latinLnBrk="1" hangingPunct="1">
                        <a:buNone/>
                      </a:pP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fontAlgn="ctr" latinLnBrk="1" hangingPunct="1">
                        <a:buNone/>
                      </a:pP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defTabSz="914400" fontAlgn="base" latinLnBrk="1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ko-KR" sz="1050" b="1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fontAlgn="ctr" latinLnBrk="1" hangingPunct="1">
                        <a:buNone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</a:p>
                    <a:p>
                      <a:pPr marL="0" indent="0" algn="l" defTabSz="914400" rtl="0" eaLnBrk="1" fontAlgn="ctr" latinLnBrk="1" hangingPunct="1">
                        <a:buNone/>
                      </a:pP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fontAlgn="ctr" latinLnBrk="1" hangingPunct="1">
                        <a:buNone/>
                      </a:pP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fontAlgn="ctr" latinLnBrk="1" hangingPunct="1">
                        <a:buNone/>
                      </a:pP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fontAlgn="ctr" latinLnBrk="1" hangingPunct="1">
                        <a:buNone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</a:p>
                  </a:txBody>
                  <a:tcPr marL="36000" marR="0" marT="0" marB="0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3249393"/>
                  </a:ext>
                </a:extLst>
              </a:tr>
              <a:tr h="371940">
                <a:tc vMerge="1"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 fontAlgn="ctr">
                        <a:buFontTx/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200" b="1" i="0" u="none" strike="noStrike" kern="120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성과평가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 Tab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접힘 데이터 확보 및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WF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구현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(~4/6)</a:t>
                      </a:r>
                    </a:p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Item 3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건 도출 및 적용 진행 중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(~5/20)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997417"/>
                  </a:ext>
                </a:extLst>
              </a:tr>
              <a:tr h="494820">
                <a:tc vMerge="1"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rtl="0" fontAlgn="base"/>
                      <a:endParaRPr lang="en-US" altLang="ko-KR" sz="1000" b="0" i="0" u="none" strike="noStrike" noProof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200" b="1" i="0" u="none" strike="noStrike" kern="120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수평전개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82750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91F8187-1464-AC80-60BB-4BAAD18E2975}"/>
              </a:ext>
            </a:extLst>
          </p:cNvPr>
          <p:cNvSpPr txBox="1"/>
          <p:nvPr/>
        </p:nvSpPr>
        <p:spPr>
          <a:xfrm>
            <a:off x="680368" y="1735263"/>
            <a:ext cx="2239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□ 현수준</a:t>
            </a:r>
            <a:endParaRPr kumimoji="1" lang="en-US" altLang="ko-KR" sz="11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C8E5150A-2DA9-7C19-D5F6-AD2DFEDB8FCF}"/>
              </a:ext>
            </a:extLst>
          </p:cNvPr>
          <p:cNvGrpSpPr/>
          <p:nvPr/>
        </p:nvGrpSpPr>
        <p:grpSpPr>
          <a:xfrm>
            <a:off x="5427592" y="1234285"/>
            <a:ext cx="2949863" cy="560720"/>
            <a:chOff x="6019800" y="1122730"/>
            <a:chExt cx="2949863" cy="560720"/>
          </a:xfrm>
        </p:grpSpPr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3E64630A-3E9A-2DFA-DA85-22249532AA67}"/>
                </a:ext>
              </a:extLst>
            </p:cNvPr>
            <p:cNvCxnSpPr>
              <a:cxnSpLocks/>
            </p:cNvCxnSpPr>
            <p:nvPr/>
          </p:nvCxnSpPr>
          <p:spPr>
            <a:xfrm>
              <a:off x="6019800" y="1248730"/>
              <a:ext cx="2949863" cy="0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4FD9CFAC-62A3-56AD-0F2D-68AEA11017D3}"/>
                </a:ext>
              </a:extLst>
            </p:cNvPr>
            <p:cNvSpPr/>
            <p:nvPr/>
          </p:nvSpPr>
          <p:spPr>
            <a:xfrm>
              <a:off x="6280275" y="1122730"/>
              <a:ext cx="252000" cy="252000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3175" cap="flat" cmpd="sng" algn="ctr">
              <a:solidFill>
                <a:srgbClr val="4F81BD">
                  <a:shade val="1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43F4947-13C7-4556-CEBF-3BB9DE23A043}"/>
                </a:ext>
              </a:extLst>
            </p:cNvPr>
            <p:cNvSpPr/>
            <p:nvPr/>
          </p:nvSpPr>
          <p:spPr>
            <a:xfrm>
              <a:off x="7056346" y="1122730"/>
              <a:ext cx="252000" cy="252000"/>
            </a:xfrm>
            <a:prstGeom prst="ellipse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rgbClr val="4F81BD">
                  <a:shade val="1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269D50C3-C5B4-20D8-26E2-DFFAEB987D91}"/>
                </a:ext>
              </a:extLst>
            </p:cNvPr>
            <p:cNvSpPr/>
            <p:nvPr/>
          </p:nvSpPr>
          <p:spPr>
            <a:xfrm>
              <a:off x="7650526" y="1122730"/>
              <a:ext cx="252000" cy="252000"/>
            </a:xfrm>
            <a:prstGeom prst="ellipse">
              <a:avLst/>
            </a:prstGeom>
            <a:solidFill>
              <a:sysClr val="window" lastClr="FFFFFF">
                <a:lumMod val="75000"/>
              </a:sysClr>
            </a:solidFill>
            <a:ln w="3175" cap="flat" cmpd="sng" algn="ctr">
              <a:solidFill>
                <a:srgbClr val="4F81BD">
                  <a:shade val="1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99F67AA9-CAD8-C563-DE83-C4079C182392}"/>
                </a:ext>
              </a:extLst>
            </p:cNvPr>
            <p:cNvSpPr/>
            <p:nvPr/>
          </p:nvSpPr>
          <p:spPr>
            <a:xfrm>
              <a:off x="8215640" y="1122730"/>
              <a:ext cx="252000" cy="252000"/>
            </a:xfrm>
            <a:prstGeom prst="ellipse">
              <a:avLst/>
            </a:prstGeom>
            <a:solidFill>
              <a:sysClr val="window" lastClr="FFFFFF">
                <a:lumMod val="50000"/>
              </a:sysClr>
            </a:solidFill>
            <a:ln w="3175" cap="flat" cmpd="sng" algn="ctr">
              <a:solidFill>
                <a:srgbClr val="4F81BD">
                  <a:shade val="1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03ED223-3C15-E11C-EDD4-6308669B448A}"/>
                </a:ext>
              </a:extLst>
            </p:cNvPr>
            <p:cNvSpPr txBox="1"/>
            <p:nvPr/>
          </p:nvSpPr>
          <p:spPr>
            <a:xfrm>
              <a:off x="6086948" y="1320279"/>
              <a:ext cx="6896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데이터 수집 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기반 구축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AF85060-41FF-6074-233E-0F4FCEB1281A}"/>
                </a:ext>
              </a:extLst>
            </p:cNvPr>
            <p:cNvSpPr txBox="1"/>
            <p:nvPr/>
          </p:nvSpPr>
          <p:spPr>
            <a:xfrm>
              <a:off x="6193272" y="1141008"/>
              <a:ext cx="42600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~3/31</a:t>
              </a:r>
              <a:endPara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07FCF29-17B9-FBCA-E2A2-98FA7D3E1E5E}"/>
                </a:ext>
              </a:extLst>
            </p:cNvPr>
            <p:cNvSpPr txBox="1"/>
            <p:nvPr/>
          </p:nvSpPr>
          <p:spPr>
            <a:xfrm>
              <a:off x="6948042" y="1141008"/>
              <a:ext cx="46860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~4/15</a:t>
              </a:r>
              <a:endPara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EF95812-87A7-6448-1FE0-1679BB2669D4}"/>
                </a:ext>
              </a:extLst>
            </p:cNvPr>
            <p:cNvSpPr txBox="1"/>
            <p:nvPr/>
          </p:nvSpPr>
          <p:spPr>
            <a:xfrm>
              <a:off x="7571289" y="1141008"/>
              <a:ext cx="41047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~4/30</a:t>
              </a:r>
              <a:endPara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F40A4E3-60C9-F1F6-F1D5-D8A0744493EF}"/>
                </a:ext>
              </a:extLst>
            </p:cNvPr>
            <p:cNvSpPr txBox="1"/>
            <p:nvPr/>
          </p:nvSpPr>
          <p:spPr>
            <a:xfrm>
              <a:off x="8136403" y="1141008"/>
              <a:ext cx="41047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~5/31</a:t>
              </a:r>
              <a:endPara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166C99A-C62E-5366-B1CF-F181E26589B5}"/>
                </a:ext>
              </a:extLst>
            </p:cNvPr>
            <p:cNvSpPr txBox="1"/>
            <p:nvPr/>
          </p:nvSpPr>
          <p:spPr>
            <a:xfrm>
              <a:off x="6864793" y="1320279"/>
              <a:ext cx="10935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데이터분석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: 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현상파악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BE6CF6A-75E7-1C91-AEA1-DD32B3061DBC}"/>
                </a:ext>
              </a:extLst>
            </p:cNvPr>
            <p:cNvSpPr txBox="1"/>
            <p:nvPr/>
          </p:nvSpPr>
          <p:spPr>
            <a:xfrm>
              <a:off x="7436977" y="1381834"/>
              <a:ext cx="71526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개선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Item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도출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69EE368-F052-6F64-CFA0-F47262D99A13}"/>
                </a:ext>
              </a:extLst>
            </p:cNvPr>
            <p:cNvSpPr txBox="1"/>
            <p:nvPr/>
          </p:nvSpPr>
          <p:spPr>
            <a:xfrm>
              <a:off x="8035272" y="1344896"/>
              <a:ext cx="7328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대표호기선정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&amp; 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효과 검증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graphicFrame>
        <p:nvGraphicFramePr>
          <p:cNvPr id="20" name="차트 19">
            <a:extLst>
              <a:ext uri="{FF2B5EF4-FFF2-40B4-BE49-F238E27FC236}">
                <a16:creationId xmlns:a16="http://schemas.microsoft.com/office/drawing/2014/main" id="{0C317843-87AB-0268-1FE6-6F69871229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1165751"/>
              </p:ext>
            </p:extLst>
          </p:nvPr>
        </p:nvGraphicFramePr>
        <p:xfrm>
          <a:off x="773322" y="2140164"/>
          <a:ext cx="3813210" cy="12277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직사각형 20">
            <a:extLst>
              <a:ext uri="{FF2B5EF4-FFF2-40B4-BE49-F238E27FC236}">
                <a16:creationId xmlns:a16="http://schemas.microsoft.com/office/drawing/2014/main" id="{6CC5C7B7-5005-8FA2-6360-C80B3834FDF2}"/>
              </a:ext>
            </a:extLst>
          </p:cNvPr>
          <p:cNvSpPr/>
          <p:nvPr/>
        </p:nvSpPr>
        <p:spPr>
          <a:xfrm>
            <a:off x="845379" y="1941139"/>
            <a:ext cx="421520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latinLnBrk="0"/>
            <a:r>
              <a:rPr kumimoji="1" lang="en-US" altLang="ko-KR" sz="900" b="1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Tab</a:t>
            </a:r>
            <a:r>
              <a:rPr kumimoji="1" lang="ko-KR" altLang="en-US" sz="900" b="1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불량은 </a:t>
            </a:r>
            <a:r>
              <a:rPr kumimoji="1" lang="en-US" altLang="ko-KR" sz="900" b="1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0.10%</a:t>
            </a:r>
            <a:r>
              <a:rPr kumimoji="1" lang="ko-KR" altLang="en-US" sz="900" b="1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내외로 </a:t>
            </a:r>
            <a:r>
              <a:rPr kumimoji="1" lang="en-US" altLang="ko-KR" sz="900" b="1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X</a:t>
            </a:r>
            <a:r>
              <a:rPr kumimoji="1" lang="ko-KR" altLang="en-US" sz="900" b="1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축위치불량 외 총 </a:t>
            </a:r>
            <a:r>
              <a:rPr kumimoji="1" lang="en-US" altLang="ko-KR" sz="900" b="1" dirty="0" err="1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Lami</a:t>
            </a:r>
            <a:r>
              <a:rPr kumimoji="1" lang="ko-KR" altLang="en-US" sz="900" b="1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불량 중 가장 큰 비중을 차지함</a:t>
            </a:r>
            <a:endParaRPr lang="ko-KR" altLang="en-US" sz="900" b="1" dirty="0">
              <a:solidFill>
                <a:srgbClr val="0000FF"/>
              </a:solidFill>
              <a:latin typeface="맑은 고딕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167338-E514-28DC-CCDA-5AE95470EFED}"/>
              </a:ext>
            </a:extLst>
          </p:cNvPr>
          <p:cNvSpPr txBox="1"/>
          <p:nvPr/>
        </p:nvSpPr>
        <p:spPr>
          <a:xfrm>
            <a:off x="680368" y="3365444"/>
            <a:ext cx="11818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□ </a:t>
            </a:r>
            <a:r>
              <a:rPr kumimoji="1" lang="en-US" altLang="ko-KR" sz="11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Pain</a:t>
            </a:r>
            <a:r>
              <a:rPr kumimoji="1" lang="ko-KR" altLang="en-US" sz="11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en-US" altLang="ko-KR" sz="11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Point</a:t>
            </a:r>
            <a:endParaRPr kumimoji="1" lang="en-US" altLang="ko-KR" sz="11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2F4C5D3-C2DF-D431-CF86-F4E8CD78596A}"/>
              </a:ext>
            </a:extLst>
          </p:cNvPr>
          <p:cNvSpPr/>
          <p:nvPr/>
        </p:nvSpPr>
        <p:spPr>
          <a:xfrm>
            <a:off x="812723" y="3548303"/>
            <a:ext cx="42152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latinLnBrk="0"/>
            <a:r>
              <a:rPr kumimoji="1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Tab </a:t>
            </a:r>
            <a:r>
              <a:rPr kumimoji="1" lang="ko-KR" altLang="en-US" sz="90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접힘불량은</a:t>
            </a:r>
            <a:r>
              <a:rPr kumimoji="1"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N&amp;D, L&amp;S</a:t>
            </a:r>
            <a:r>
              <a:rPr kumimoji="1"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공정에서 발생 중이며</a:t>
            </a:r>
            <a:r>
              <a:rPr kumimoji="1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1"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발생가능 위치가 다양하여</a:t>
            </a:r>
            <a:r>
              <a:rPr kumimoji="1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br>
              <a:rPr kumimoji="1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개선에 어려움 있음</a:t>
            </a:r>
            <a:r>
              <a:rPr kumimoji="1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r>
              <a:rPr kumimoji="1"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endParaRPr kumimoji="1" lang="en-US" altLang="ko-KR" sz="9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7F60200-0DE8-43F7-F2C0-EF4F97B10C31}"/>
              </a:ext>
            </a:extLst>
          </p:cNvPr>
          <p:cNvSpPr/>
          <p:nvPr/>
        </p:nvSpPr>
        <p:spPr>
          <a:xfrm>
            <a:off x="2028175" y="1815432"/>
            <a:ext cx="9634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latinLnBrk="0"/>
            <a:r>
              <a:rPr kumimoji="1" lang="en-US" altLang="ko-KR" sz="800" b="1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0.12%(26.3</a:t>
            </a:r>
            <a:r>
              <a:rPr kumimoji="1" lang="ko-KR" altLang="en-US" sz="800" b="1" dirty="0" err="1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월기준</a:t>
            </a:r>
            <a:r>
              <a:rPr kumimoji="1" lang="en-US" altLang="ko-KR" sz="800" b="1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800" b="1" dirty="0">
              <a:solidFill>
                <a:srgbClr val="008000"/>
              </a:solidFill>
              <a:latin typeface="맑은 고딕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926BCF-074A-D2DA-1EAB-B762494C2D3D}"/>
              </a:ext>
            </a:extLst>
          </p:cNvPr>
          <p:cNvSpPr txBox="1"/>
          <p:nvPr/>
        </p:nvSpPr>
        <p:spPr>
          <a:xfrm>
            <a:off x="680367" y="5899854"/>
            <a:ext cx="20734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□ </a:t>
            </a:r>
            <a:r>
              <a:rPr kumimoji="1" lang="en-US" altLang="ko-KR" sz="11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DX</a:t>
            </a:r>
            <a:r>
              <a:rPr kumimoji="1" lang="ko-KR" altLang="en-US" sz="11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활용</a:t>
            </a:r>
            <a:r>
              <a:rPr kumimoji="1" lang="en-US" altLang="ko-KR" sz="11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11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개선 아이디어</a:t>
            </a:r>
            <a:endParaRPr kumimoji="1" lang="en-US" altLang="ko-KR" sz="11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92B2CF9-3412-1A11-7477-403CE921DA24}"/>
              </a:ext>
            </a:extLst>
          </p:cNvPr>
          <p:cNvSpPr/>
          <p:nvPr/>
        </p:nvSpPr>
        <p:spPr>
          <a:xfrm>
            <a:off x="812723" y="6109879"/>
            <a:ext cx="42152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latinLnBrk="0"/>
            <a:r>
              <a:rPr kumimoji="1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1. </a:t>
            </a:r>
            <a:r>
              <a:rPr kumimoji="1"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기 설치된 센서 및 비전에서 </a:t>
            </a:r>
            <a:r>
              <a:rPr kumimoji="1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Tab </a:t>
            </a:r>
            <a:r>
              <a:rPr kumimoji="1"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치수 정보를 수집하여 탭 접힘 발생 영역 특정</a:t>
            </a:r>
            <a:endParaRPr kumimoji="1" lang="en-US" altLang="ko-KR" sz="9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457200" latinLnBrk="0"/>
            <a:r>
              <a:rPr kumimoji="1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2. </a:t>
            </a:r>
            <a:r>
              <a:rPr kumimoji="1"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수집된 </a:t>
            </a:r>
            <a:r>
              <a:rPr kumimoji="1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Data</a:t>
            </a:r>
            <a:r>
              <a:rPr kumimoji="1"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를 활용하여</a:t>
            </a:r>
            <a:r>
              <a:rPr kumimoji="1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1"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탭 접힘 위치</a:t>
            </a:r>
            <a:r>
              <a:rPr kumimoji="1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1" lang="ko-KR" altLang="en-US" sz="90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불량률등을</a:t>
            </a:r>
            <a:r>
              <a:rPr kumimoji="1"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실시간 확인할 수 있는 </a:t>
            </a:r>
            <a:r>
              <a:rPr kumimoji="1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W/F </a:t>
            </a:r>
            <a:r>
              <a:rPr kumimoji="1"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작성</a:t>
            </a:r>
            <a:endParaRPr kumimoji="1" lang="en-US" altLang="ko-KR" sz="9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076500BD-9977-903F-93E4-69026D6B505A}"/>
              </a:ext>
            </a:extLst>
          </p:cNvPr>
          <p:cNvGrpSpPr/>
          <p:nvPr/>
        </p:nvGrpSpPr>
        <p:grpSpPr>
          <a:xfrm>
            <a:off x="5349906" y="6148250"/>
            <a:ext cx="2093158" cy="474548"/>
            <a:chOff x="5942114" y="1122730"/>
            <a:chExt cx="2093158" cy="474548"/>
          </a:xfrm>
        </p:grpSpPr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4E20C50E-9E66-81E2-B309-0B910BC10B71}"/>
                </a:ext>
              </a:extLst>
            </p:cNvPr>
            <p:cNvCxnSpPr>
              <a:cxnSpLocks/>
            </p:cNvCxnSpPr>
            <p:nvPr/>
          </p:nvCxnSpPr>
          <p:spPr>
            <a:xfrm>
              <a:off x="6019800" y="1248730"/>
              <a:ext cx="2015472" cy="0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C515F89C-E6F9-01ED-E012-94880145A707}"/>
                </a:ext>
              </a:extLst>
            </p:cNvPr>
            <p:cNvSpPr/>
            <p:nvPr/>
          </p:nvSpPr>
          <p:spPr>
            <a:xfrm>
              <a:off x="6146492" y="1122730"/>
              <a:ext cx="252000" cy="252000"/>
            </a:xfrm>
            <a:prstGeom prst="ellipse">
              <a:avLst/>
            </a:prstGeom>
            <a:solidFill>
              <a:sysClr val="window" lastClr="FFFFFF">
                <a:lumMod val="75000"/>
              </a:sysClr>
            </a:solidFill>
            <a:ln w="3175" cap="flat" cmpd="sng" algn="ctr">
              <a:solidFill>
                <a:srgbClr val="4F81BD">
                  <a:shade val="1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BD12CF3-E5A0-C5F5-63D1-E052AC0FCB51}"/>
                </a:ext>
              </a:extLst>
            </p:cNvPr>
            <p:cNvSpPr txBox="1"/>
            <p:nvPr/>
          </p:nvSpPr>
          <p:spPr>
            <a:xfrm>
              <a:off x="5942114" y="1381834"/>
              <a:ext cx="93968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대표호기 결과분석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9968C389-9C74-1D88-5A1C-AF31080D4C9D}"/>
                </a:ext>
              </a:extLst>
            </p:cNvPr>
            <p:cNvSpPr/>
            <p:nvPr/>
          </p:nvSpPr>
          <p:spPr>
            <a:xfrm>
              <a:off x="7310977" y="1122730"/>
              <a:ext cx="252000" cy="252000"/>
            </a:xfrm>
            <a:prstGeom prst="ellipse">
              <a:avLst/>
            </a:prstGeom>
            <a:solidFill>
              <a:sysClr val="window" lastClr="FFFFFF">
                <a:lumMod val="50000"/>
              </a:sysClr>
            </a:solidFill>
            <a:ln w="3175" cap="flat" cmpd="sng" algn="ctr">
              <a:solidFill>
                <a:srgbClr val="4F81BD">
                  <a:shade val="1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937F0B2-C25B-9F41-A97F-626318489217}"/>
                </a:ext>
              </a:extLst>
            </p:cNvPr>
            <p:cNvSpPr txBox="1"/>
            <p:nvPr/>
          </p:nvSpPr>
          <p:spPr>
            <a:xfrm>
              <a:off x="7231740" y="1141008"/>
              <a:ext cx="41047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~6/30</a:t>
              </a:r>
              <a:endPara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75A833F-A61C-AF4D-57AB-3A019B07E2C6}"/>
                </a:ext>
              </a:extLst>
            </p:cNvPr>
            <p:cNvSpPr txBox="1"/>
            <p:nvPr/>
          </p:nvSpPr>
          <p:spPr>
            <a:xfrm>
              <a:off x="7193324" y="1381834"/>
              <a:ext cx="55015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확산전개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33861C5-80C5-478D-2F11-ADF6DEE96AFC}"/>
                </a:ext>
              </a:extLst>
            </p:cNvPr>
            <p:cNvSpPr txBox="1"/>
            <p:nvPr/>
          </p:nvSpPr>
          <p:spPr>
            <a:xfrm>
              <a:off x="6084216" y="1141008"/>
              <a:ext cx="41047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~6/7</a:t>
              </a:r>
              <a:endPara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AD4772B-1F24-128F-E3FB-B0A8B6ED46F5}"/>
              </a:ext>
            </a:extLst>
          </p:cNvPr>
          <p:cNvSpPr/>
          <p:nvPr/>
        </p:nvSpPr>
        <p:spPr>
          <a:xfrm>
            <a:off x="5348190" y="1901805"/>
            <a:ext cx="3734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1. Tab </a:t>
            </a:r>
            <a:r>
              <a:rPr kumimoji="1" lang="ko-KR" altLang="en-US" sz="9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치수측정 센서</a:t>
            </a:r>
            <a:r>
              <a:rPr kumimoji="1" lang="en-US" altLang="ko-KR" sz="9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kumimoji="1" lang="ko-KR" altLang="en-US" sz="9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비전 유무검토 및 시스템 내 데이터 수집 진행 완료</a:t>
            </a:r>
            <a:r>
              <a:rPr kumimoji="1" lang="en-US" altLang="ko-KR" sz="9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(~2/27)</a:t>
            </a:r>
          </a:p>
          <a:p>
            <a:pPr defTabSz="914400"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- N&amp;D/L&amp;S</a:t>
            </a:r>
            <a:r>
              <a:rPr kumimoji="1"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총 </a:t>
            </a:r>
            <a:r>
              <a:rPr kumimoji="1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14</a:t>
            </a:r>
            <a:r>
              <a:rPr kumimoji="1"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 중 </a:t>
            </a:r>
            <a:r>
              <a:rPr kumimoji="1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5</a:t>
            </a:r>
            <a:r>
              <a:rPr kumimoji="1"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 사용가능</a:t>
            </a:r>
            <a:r>
              <a:rPr kumimoji="1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5</a:t>
            </a:r>
            <a:r>
              <a:rPr kumimoji="1"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 사용불가</a:t>
            </a:r>
            <a:r>
              <a:rPr kumimoji="1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4</a:t>
            </a:r>
            <a:r>
              <a:rPr kumimoji="1"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 검토필요</a:t>
            </a:r>
            <a:br>
              <a:rPr kumimoji="1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- </a:t>
            </a:r>
            <a:r>
              <a:rPr kumimoji="1"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해당 개소 </a:t>
            </a:r>
            <a:r>
              <a:rPr kumimoji="1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EDC</a:t>
            </a:r>
            <a:r>
              <a:rPr kumimoji="1"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에</a:t>
            </a:r>
            <a:r>
              <a:rPr kumimoji="1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Data </a:t>
            </a:r>
            <a:r>
              <a:rPr kumimoji="1"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수집 </a:t>
            </a:r>
            <a:r>
              <a:rPr kumimoji="1" lang="ko-KR" altLang="en-US" sz="90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가능토록</a:t>
            </a:r>
            <a:r>
              <a:rPr kumimoji="1"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시스템 구축완료</a:t>
            </a:r>
            <a:endParaRPr kumimoji="1" lang="en-US" altLang="ko-KR" sz="9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7" name="실행 단추: 앞으로 또는 다음으로 이동 36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9CAF3AA1-45FC-C031-4198-BA4D62B62319}"/>
              </a:ext>
            </a:extLst>
          </p:cNvPr>
          <p:cNvSpPr/>
          <p:nvPr/>
        </p:nvSpPr>
        <p:spPr>
          <a:xfrm>
            <a:off x="8903566" y="1941139"/>
            <a:ext cx="148760" cy="14876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D28F88-F888-FF5E-99A3-04C7E94F24AB}"/>
              </a:ext>
            </a:extLst>
          </p:cNvPr>
          <p:cNvSpPr txBox="1"/>
          <p:nvPr/>
        </p:nvSpPr>
        <p:spPr>
          <a:xfrm>
            <a:off x="5247148" y="1720369"/>
            <a:ext cx="33304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 latinLnBrk="1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□ 진행사항</a:t>
            </a:r>
            <a:endParaRPr kumimoji="1" lang="en-US" altLang="ko-KR" sz="1100" b="1" i="0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ADBAB5A-CA80-C707-D58A-162148E49167}"/>
              </a:ext>
            </a:extLst>
          </p:cNvPr>
          <p:cNvSpPr/>
          <p:nvPr/>
        </p:nvSpPr>
        <p:spPr>
          <a:xfrm>
            <a:off x="5348190" y="2342269"/>
            <a:ext cx="3632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2. Davinci WF</a:t>
            </a:r>
            <a:r>
              <a:rPr kumimoji="1" lang="ko-KR" altLang="en-US" sz="9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제작</a:t>
            </a:r>
            <a:r>
              <a:rPr kumimoji="1" lang="en-US" altLang="ko-KR" sz="9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(~2/23)</a:t>
            </a:r>
          </a:p>
          <a:p>
            <a:pPr defTabSz="914400"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- WF</a:t>
            </a:r>
            <a:r>
              <a:rPr kumimoji="1"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와 실제 </a:t>
            </a:r>
            <a:r>
              <a:rPr kumimoji="1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Tab</a:t>
            </a:r>
            <a:r>
              <a:rPr kumimoji="1"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불량발생 </a:t>
            </a:r>
            <a:r>
              <a:rPr kumimoji="1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Cell Data </a:t>
            </a:r>
            <a:r>
              <a:rPr kumimoji="1"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정합성 검증완료</a:t>
            </a:r>
            <a:r>
              <a:rPr kumimoji="1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(2/23)</a:t>
            </a:r>
          </a:p>
        </p:txBody>
      </p:sp>
      <p:sp>
        <p:nvSpPr>
          <p:cNvPr id="40" name="실행 단추: 앞으로 또는 다음으로 이동 39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DED16B80-EC96-DF96-3BA5-95FD09ACE951}"/>
              </a:ext>
            </a:extLst>
          </p:cNvPr>
          <p:cNvSpPr/>
          <p:nvPr/>
        </p:nvSpPr>
        <p:spPr>
          <a:xfrm>
            <a:off x="6606444" y="2389374"/>
            <a:ext cx="148760" cy="14876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A39DEEA-E471-CE48-9B63-2F420D5E6BAC}"/>
              </a:ext>
            </a:extLst>
          </p:cNvPr>
          <p:cNvSpPr/>
          <p:nvPr/>
        </p:nvSpPr>
        <p:spPr>
          <a:xfrm>
            <a:off x="5334987" y="2671231"/>
            <a:ext cx="3632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3. Davinci WF</a:t>
            </a:r>
            <a:r>
              <a:rPr kumimoji="1" lang="ko-KR" altLang="en-US" sz="9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분석 및 개선 </a:t>
            </a:r>
            <a:r>
              <a:rPr kumimoji="1" lang="en-US" altLang="ko-KR" sz="9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Item</a:t>
            </a:r>
            <a:r>
              <a:rPr kumimoji="1" lang="ko-KR" altLang="en-US" sz="9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도출</a:t>
            </a:r>
            <a:r>
              <a:rPr kumimoji="1" lang="en-US" altLang="ko-KR" sz="9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(~2/23)</a:t>
            </a:r>
          </a:p>
          <a:p>
            <a:pPr defTabSz="914400"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kumimoji="1"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분석결과</a:t>
            </a:r>
            <a:r>
              <a:rPr kumimoji="1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kumimoji="1"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구간</a:t>
            </a:r>
            <a:r>
              <a:rPr kumimoji="1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3(74%)&gt;</a:t>
            </a:r>
            <a:r>
              <a:rPr kumimoji="1"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구간</a:t>
            </a:r>
            <a:r>
              <a:rPr kumimoji="1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2(20%)&gt;</a:t>
            </a:r>
            <a:r>
              <a:rPr kumimoji="1"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구간</a:t>
            </a:r>
            <a:r>
              <a:rPr kumimoji="1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1(5%)</a:t>
            </a:r>
            <a:r>
              <a:rPr kumimoji="1"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순으로 </a:t>
            </a:r>
            <a:r>
              <a:rPr kumimoji="1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Tab</a:t>
            </a:r>
            <a:r>
              <a:rPr kumimoji="1"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접힘 빈도가 높음</a:t>
            </a:r>
            <a:endParaRPr kumimoji="1" lang="en-US" altLang="ko-KR" sz="9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id="{E5B3239F-2788-005B-3D51-2E4F6F2881C9}"/>
              </a:ext>
            </a:extLst>
          </p:cNvPr>
          <p:cNvGraphicFramePr>
            <a:graphicFrameLocks noGrp="1"/>
          </p:cNvGraphicFramePr>
          <p:nvPr/>
        </p:nvGraphicFramePr>
        <p:xfrm>
          <a:off x="5423664" y="3084527"/>
          <a:ext cx="3609908" cy="210948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31605092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071044915"/>
                    </a:ext>
                  </a:extLst>
                </a:gridCol>
                <a:gridCol w="2409508">
                  <a:extLst>
                    <a:ext uri="{9D8B030D-6E8A-4147-A177-3AD203B41FA5}">
                      <a16:colId xmlns:a16="http://schemas.microsoft.com/office/drawing/2014/main" val="1068434066"/>
                    </a:ext>
                  </a:extLst>
                </a:gridCol>
                <a:gridCol w="309562">
                  <a:extLst>
                    <a:ext uri="{9D8B030D-6E8A-4147-A177-3AD203B41FA5}">
                      <a16:colId xmlns:a16="http://schemas.microsoft.com/office/drawing/2014/main" val="3422327416"/>
                    </a:ext>
                  </a:extLst>
                </a:gridCol>
                <a:gridCol w="350838">
                  <a:extLst>
                    <a:ext uri="{9D8B030D-6E8A-4147-A177-3AD203B41FA5}">
                      <a16:colId xmlns:a16="http://schemas.microsoft.com/office/drawing/2014/main" val="3680776957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위치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분석 및 개선</a:t>
                      </a:r>
                      <a:r>
                        <a:rPr lang="en-US" altLang="ko-KR" sz="7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Item </a:t>
                      </a:r>
                      <a:r>
                        <a:rPr lang="ko-KR" altLang="en-US" sz="7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진행사항</a:t>
                      </a:r>
                      <a:endParaRPr lang="en-US" sz="700" b="1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목표일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진행결과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961022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구간</a:t>
                      </a:r>
                      <a:r>
                        <a:rPr lang="en-US" altLang="ko-KR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br>
                        <a:rPr lang="en-US" altLang="ko-KR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공급부</a:t>
                      </a:r>
                      <a:r>
                        <a:rPr lang="ko-KR" altLang="en-US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endParaRPr lang="en-US" altLang="ko-KR" sz="7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~ </a:t>
                      </a:r>
                      <a:r>
                        <a:rPr lang="ko-KR" altLang="en-US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커터</a:t>
                      </a:r>
                      <a:r>
                        <a:rPr lang="en-US" altLang="ko-KR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7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endParaRPr lang="en-US" altLang="ko-KR" sz="7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ko-KR" altLang="en-US" sz="700" b="0" i="0" u="none" strike="sngStrike" baseline="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전공정</a:t>
                      </a:r>
                      <a:r>
                        <a:rPr lang="ko-KR" altLang="en-US" sz="700" b="0" i="0" u="none" strike="sng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700" b="0" i="0" u="none" strike="sng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Data</a:t>
                      </a:r>
                      <a:r>
                        <a:rPr lang="ko-KR" altLang="en-US" sz="700" b="0" i="0" u="none" strike="sng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와 </a:t>
                      </a:r>
                      <a:r>
                        <a:rPr lang="ko-KR" altLang="en-US" sz="700" b="0" i="0" u="none" strike="sngStrike" baseline="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라미</a:t>
                      </a:r>
                      <a:r>
                        <a:rPr lang="en-US" altLang="ko-KR" sz="700" b="0" i="0" u="none" strike="sng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Tab</a:t>
                      </a:r>
                      <a:r>
                        <a:rPr lang="ko-KR" altLang="en-US" sz="700" b="0" i="0" u="none" strike="sng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접힘 분석결과 </a:t>
                      </a:r>
                      <a:r>
                        <a:rPr lang="ko-KR" altLang="en-US" sz="700" b="0" i="0" u="none" strike="sngStrike" baseline="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유의성없음</a:t>
                      </a:r>
                      <a:r>
                        <a:rPr lang="en-US" altLang="ko-KR" sz="700" b="0" i="0" u="none" strike="sng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(1/27~3/29)</a:t>
                      </a:r>
                    </a:p>
                    <a:p>
                      <a:pPr marL="36000" algn="l" fontAlgn="ctr"/>
                      <a:r>
                        <a:rPr lang="ko-KR" altLang="en-US" sz="700" b="0" i="0" u="none" strike="sng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700" b="0" i="0" u="none" strike="sng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i="0" u="none" strike="sngStrike" baseline="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전공정</a:t>
                      </a:r>
                      <a:r>
                        <a:rPr lang="en-US" altLang="ko-KR" sz="700" b="0" i="0" u="none" strike="sng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Data: N&amp;D</a:t>
                      </a:r>
                      <a:r>
                        <a:rPr lang="ko-KR" altLang="en-US" sz="700" b="0" i="0" u="none" strike="sngStrike" baseline="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권취방향</a:t>
                      </a:r>
                      <a:r>
                        <a:rPr lang="en-US" altLang="ko-KR" sz="700" b="0" i="0" u="none" strike="sng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R/P</a:t>
                      </a:r>
                      <a:r>
                        <a:rPr lang="ko-KR" altLang="en-US" sz="700" b="0" i="0" u="none" strike="sng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후 전극보관기간</a:t>
                      </a:r>
                      <a:r>
                        <a:rPr lang="en-US" altLang="ko-KR" sz="700" b="0" i="0" u="none" strike="sng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N&amp;D Tab</a:t>
                      </a:r>
                      <a:r>
                        <a:rPr lang="ko-KR" altLang="en-US" sz="700" b="0" i="0" u="none" strike="sng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음영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1/27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062742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altLang="ko-KR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N&amp;D Tab</a:t>
                      </a:r>
                      <a:r>
                        <a:rPr lang="ko-KR" altLang="en-US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구간별 음영수준과 </a:t>
                      </a:r>
                      <a:r>
                        <a:rPr lang="en-US" altLang="ko-KR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Tab</a:t>
                      </a:r>
                      <a:r>
                        <a:rPr lang="ko-KR" altLang="en-US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접힘 유의성 파악</a:t>
                      </a:r>
                      <a:r>
                        <a:rPr lang="en-US" altLang="ko-KR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(~4/15)</a:t>
                      </a:r>
                    </a:p>
                    <a:p>
                      <a:pPr marL="36000" algn="l" fontAlgn="ctr"/>
                      <a:r>
                        <a:rPr lang="en-US" altLang="ko-KR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 Tab</a:t>
                      </a:r>
                      <a:r>
                        <a:rPr lang="ko-KR" altLang="en-US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끝단 음영발생시 접힘으로 간주</a:t>
                      </a:r>
                      <a:endParaRPr lang="en-US" altLang="ko-KR" sz="7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4/15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진행 중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7234087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ko-KR" altLang="en-US" sz="7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단차롤러</a:t>
                      </a:r>
                      <a:r>
                        <a:rPr lang="ko-KR" altLang="en-US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Tab</a:t>
                      </a:r>
                      <a:r>
                        <a:rPr lang="ko-KR" altLang="en-US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가이드 </a:t>
                      </a:r>
                      <a:r>
                        <a:rPr lang="ko-KR" altLang="en-US" sz="7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셋팅지그를</a:t>
                      </a:r>
                      <a:r>
                        <a:rPr lang="ko-KR" altLang="en-US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통한 </a:t>
                      </a:r>
                      <a:r>
                        <a:rPr lang="en-US" altLang="ko-KR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IP</a:t>
                      </a:r>
                      <a:r>
                        <a:rPr lang="ko-KR" altLang="en-US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정합화</a:t>
                      </a:r>
                      <a:r>
                        <a:rPr lang="en-US" altLang="ko-KR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(~5/20)</a:t>
                      </a:r>
                      <a:endParaRPr lang="ko-KR" altLang="en-US" sz="7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~5/20</a:t>
                      </a:r>
                      <a:r>
                        <a:rPr lang="ko-KR" altLang="en-US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진행 중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6587633"/>
                  </a:ext>
                </a:extLst>
              </a:tr>
              <a:tr h="37866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구간</a:t>
                      </a:r>
                      <a:r>
                        <a:rPr lang="en-US" altLang="ko-KR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br>
                        <a:rPr lang="en-US" altLang="ko-KR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커터</a:t>
                      </a:r>
                      <a:r>
                        <a:rPr lang="en-US" altLang="ko-KR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~</a:t>
                      </a:r>
                    </a:p>
                    <a:p>
                      <a:pPr algn="ctr" fontAlgn="ctr"/>
                      <a:r>
                        <a:rPr lang="ko-KR" altLang="en-US" sz="7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합치부</a:t>
                      </a:r>
                      <a:r>
                        <a:rPr lang="en-US" altLang="ko-KR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ko-KR" altLang="en-US" sz="700" b="0" i="0" u="none" strike="noStrike" kern="1200" baseline="0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커터가이드 </a:t>
                      </a:r>
                      <a:r>
                        <a:rPr lang="ko-KR" altLang="en-US" sz="700" b="0" i="0" u="none" strike="noStrike" kern="1200" baseline="0" dirty="0" err="1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진입단</a:t>
                      </a:r>
                      <a:r>
                        <a:rPr lang="en-US" altLang="ko-KR" sz="700" b="0" i="0" u="none" strike="noStrike" kern="1200" baseline="0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700" b="0" i="0" u="none" strike="noStrike" kern="1200" baseline="0" dirty="0" err="1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배출단</a:t>
                      </a:r>
                      <a:r>
                        <a:rPr lang="ko-KR" altLang="en-US" sz="700" b="0" i="0" u="none" strike="noStrike" kern="1200" baseline="0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형상 변경 적용</a:t>
                      </a:r>
                      <a:r>
                        <a:rPr lang="en-US" altLang="ko-KR" sz="700" b="0" i="0" u="none" strike="noStrike" kern="1200" baseline="0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(~4/30)</a:t>
                      </a:r>
                    </a:p>
                    <a:p>
                      <a:pPr marL="36000" algn="l" fontAlgn="ctr"/>
                      <a:r>
                        <a:rPr lang="en-US" altLang="ko-KR" sz="700" b="0" i="0" u="none" strike="noStrike" kern="1200" baseline="0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1)</a:t>
                      </a:r>
                      <a:r>
                        <a:rPr lang="ko-KR" altLang="en-US" sz="700" b="0" i="0" u="none" strike="noStrike" kern="1200" baseline="0" dirty="0" err="1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진입단</a:t>
                      </a:r>
                      <a:r>
                        <a:rPr lang="en-US" altLang="ko-KR" sz="700" b="0" i="0" u="none" strike="noStrike" kern="1200" baseline="0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Tab</a:t>
                      </a:r>
                      <a:r>
                        <a:rPr lang="ko-KR" altLang="en-US" sz="700" b="0" i="0" u="none" strike="noStrike" kern="1200" baseline="0" dirty="0" err="1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진입부</a:t>
                      </a:r>
                      <a:r>
                        <a:rPr lang="ko-KR" altLang="en-US" sz="700" b="0" i="0" u="none" strike="noStrike" kern="1200" baseline="0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가이드 모서리 형상변경</a:t>
                      </a:r>
                      <a:r>
                        <a:rPr lang="en-US" altLang="ko-KR" sz="700" b="0" i="0" u="none" strike="noStrike" kern="1200" baseline="0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(Chamfer</a:t>
                      </a:r>
                      <a:r>
                        <a:rPr lang="ko-KR" altLang="en-US" sz="700" b="0" i="0" u="none" strike="noStrike" kern="1200" baseline="0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적용</a:t>
                      </a:r>
                      <a:r>
                        <a:rPr lang="en-US" altLang="ko-KR" sz="700" b="0" i="0" u="none" strike="noStrike" kern="1200" baseline="0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36000" algn="l" fontAlgn="ctr"/>
                      <a:r>
                        <a:rPr lang="en-US" altLang="ko-KR" sz="700" b="0" i="0" u="none" strike="noStrike" kern="1200" baseline="0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2) </a:t>
                      </a:r>
                      <a:r>
                        <a:rPr lang="ko-KR" altLang="en-US" sz="700" b="0" i="0" u="none" strike="noStrike" kern="1200" baseline="0" dirty="0" err="1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배출단</a:t>
                      </a:r>
                      <a:endParaRPr lang="en-US" altLang="ko-KR" sz="700" b="0" i="0" u="none" strike="noStrike" kern="1200" baseline="0" dirty="0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36000" algn="l" fontAlgn="ctr"/>
                      <a:r>
                        <a:rPr lang="en-US" altLang="ko-KR" sz="7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X</a:t>
                      </a:r>
                      <a:r>
                        <a:rPr lang="ko-KR" altLang="en-US" sz="7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축</a:t>
                      </a:r>
                      <a:r>
                        <a:rPr lang="en-US" altLang="ko-KR" sz="7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7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진입가이드 </a:t>
                      </a:r>
                      <a:r>
                        <a:rPr lang="en-US" altLang="ko-KR" sz="7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~ </a:t>
                      </a:r>
                      <a:r>
                        <a:rPr lang="ko-KR" altLang="en-US" sz="7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상도 간격 </a:t>
                      </a:r>
                      <a:r>
                        <a:rPr lang="en-US" altLang="ko-KR" sz="7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(Gap 2.5</a:t>
                      </a:r>
                      <a:r>
                        <a:rPr lang="ko-KR" altLang="en-US" sz="7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→</a:t>
                      </a:r>
                      <a:r>
                        <a:rPr lang="en-US" altLang="ko-KR" sz="7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0.9mm)</a:t>
                      </a:r>
                    </a:p>
                    <a:p>
                      <a:pPr marL="3600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</a:t>
                      </a:r>
                      <a:r>
                        <a:rPr lang="ko-KR" altLang="en-US" sz="7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7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Z</a:t>
                      </a:r>
                      <a:r>
                        <a:rPr lang="ko-KR" altLang="en-US" sz="7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축</a:t>
                      </a:r>
                      <a:r>
                        <a:rPr lang="en-US" altLang="ko-KR" sz="7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7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진입가이드 </a:t>
                      </a:r>
                      <a:r>
                        <a:rPr lang="en-US" altLang="ko-KR" sz="7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~ </a:t>
                      </a:r>
                      <a:r>
                        <a:rPr lang="ko-KR" altLang="en-US" sz="7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하도 높이 </a:t>
                      </a:r>
                      <a:r>
                        <a:rPr lang="en-US" altLang="ko-KR" sz="7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(Gap 2.2</a:t>
                      </a:r>
                      <a:r>
                        <a:rPr lang="ko-KR" altLang="en-US" sz="7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→</a:t>
                      </a:r>
                      <a:r>
                        <a:rPr lang="en-US" altLang="ko-KR" sz="7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1.0mm)</a:t>
                      </a:r>
                    </a:p>
                    <a:p>
                      <a:pPr marL="207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700" b="0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207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700" b="0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207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700" b="0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207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700" b="0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207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700" b="0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207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700" b="0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4/30</a:t>
                      </a:r>
                      <a:r>
                        <a:rPr lang="ko-KR" altLang="en-US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진행 중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392053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구간</a:t>
                      </a:r>
                      <a:r>
                        <a:rPr lang="en-US" altLang="ko-KR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br>
                        <a:rPr lang="en-US" altLang="ko-KR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합치부</a:t>
                      </a:r>
                      <a:r>
                        <a:rPr lang="en-US" altLang="ko-KR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~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ko-KR" altLang="en-US" sz="7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센서 </a:t>
                      </a:r>
                      <a:r>
                        <a:rPr lang="en-US" altLang="ko-KR" sz="7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lang="ko-KR" altLang="en-US" sz="7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추가 적용 후</a:t>
                      </a:r>
                      <a:r>
                        <a:rPr lang="en-US" altLang="ko-KR" sz="7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WF</a:t>
                      </a:r>
                      <a:r>
                        <a:rPr lang="ko-KR" altLang="en-US" sz="7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및 추가개선안 검토</a:t>
                      </a:r>
                      <a:r>
                        <a:rPr lang="en-US" altLang="ko-KR" sz="7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(~4/20)</a:t>
                      </a:r>
                    </a:p>
                    <a:p>
                      <a:pPr marL="36000" algn="l" fontAlgn="ctr"/>
                      <a:r>
                        <a:rPr lang="ko-KR" altLang="en-US" sz="7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7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7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신규적용위치</a:t>
                      </a:r>
                      <a:r>
                        <a:rPr lang="en-US" altLang="ko-KR" sz="7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7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단변실러</a:t>
                      </a:r>
                      <a:r>
                        <a:rPr lang="ko-KR" altLang="en-US" sz="7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후단</a:t>
                      </a:r>
                      <a:r>
                        <a:rPr lang="en-US" altLang="ko-KR" sz="7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Final </a:t>
                      </a:r>
                      <a:r>
                        <a:rPr lang="ko-KR" altLang="en-US" sz="7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커터 후단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~4/20</a:t>
                      </a:r>
                      <a:endParaRPr lang="ko-KR" altLang="en-US" sz="7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진행 중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1752786"/>
                  </a:ext>
                </a:extLst>
              </a:tr>
            </a:tbl>
          </a:graphicData>
        </a:graphic>
      </p:graphicFrame>
      <p:pic>
        <p:nvPicPr>
          <p:cNvPr id="43" name="그림 42">
            <a:extLst>
              <a:ext uri="{FF2B5EF4-FFF2-40B4-BE49-F238E27FC236}">
                <a16:creationId xmlns:a16="http://schemas.microsoft.com/office/drawing/2014/main" id="{052F5155-78BF-D8FB-04D0-9F43DF84D3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2574" y="4381200"/>
            <a:ext cx="1088907" cy="528495"/>
          </a:xfrm>
          <a:prstGeom prst="rect">
            <a:avLst/>
          </a:prstGeom>
        </p:spPr>
      </p:pic>
      <p:sp>
        <p:nvSpPr>
          <p:cNvPr id="44" name="실행 단추: 앞으로 또는 다음으로 이동 43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398CB615-E931-4ACA-05BC-47A7D535C5FB}"/>
              </a:ext>
            </a:extLst>
          </p:cNvPr>
          <p:cNvSpPr/>
          <p:nvPr/>
        </p:nvSpPr>
        <p:spPr>
          <a:xfrm>
            <a:off x="7365725" y="2701047"/>
            <a:ext cx="148760" cy="14876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6AB52B2-5ACF-8BE0-62C8-AAC9552DBC9E}"/>
              </a:ext>
            </a:extLst>
          </p:cNvPr>
          <p:cNvSpPr txBox="1"/>
          <p:nvPr/>
        </p:nvSpPr>
        <p:spPr>
          <a:xfrm>
            <a:off x="5247148" y="5208970"/>
            <a:ext cx="33304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 latinLnBrk="1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□ 향후계획</a:t>
            </a:r>
            <a:endParaRPr kumimoji="1" lang="en-US" altLang="ko-KR" sz="1100" b="1" i="0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05008A26-D463-12F1-F8C9-781A9D1E4267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57543"/>
          <a:stretch/>
        </p:blipFill>
        <p:spPr>
          <a:xfrm>
            <a:off x="6399400" y="4693626"/>
            <a:ext cx="534162" cy="237557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E027277E-7762-F426-850F-BDDE530A3C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72890" y="4676600"/>
            <a:ext cx="413488" cy="261610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00CDD324-07CC-83AB-46C2-4362BC65D23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7878" y="4342106"/>
            <a:ext cx="738008" cy="278630"/>
          </a:xfrm>
          <a:prstGeom prst="rect">
            <a:avLst/>
          </a:prstGeom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DADAEE58-415C-C235-3615-270AFCECC43B}"/>
              </a:ext>
            </a:extLst>
          </p:cNvPr>
          <p:cNvSpPr/>
          <p:nvPr/>
        </p:nvSpPr>
        <p:spPr>
          <a:xfrm>
            <a:off x="6011276" y="4541304"/>
            <a:ext cx="344966" cy="21961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22041">
              <a:lnSpc>
                <a:spcPct val="130000"/>
              </a:lnSpc>
              <a:defRPr/>
            </a:pPr>
            <a:r>
              <a:rPr lang="ko-KR" altLang="en-US" sz="7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기존</a:t>
            </a:r>
            <a:endParaRPr lang="ko-KR" altLang="en-US" sz="7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23AAF8E-4C32-2557-9EF5-6D448D7E77C9}"/>
              </a:ext>
            </a:extLst>
          </p:cNvPr>
          <p:cNvSpPr/>
          <p:nvPr/>
        </p:nvSpPr>
        <p:spPr>
          <a:xfrm>
            <a:off x="6571267" y="4541304"/>
            <a:ext cx="445956" cy="21961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22041">
              <a:lnSpc>
                <a:spcPct val="130000"/>
              </a:lnSpc>
              <a:defRPr/>
            </a:pPr>
            <a:r>
              <a:rPr lang="ko-KR" altLang="en-US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개선 후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C41C94D9-59F1-C39A-D80C-DF85464A077D}"/>
              </a:ext>
            </a:extLst>
          </p:cNvPr>
          <p:cNvSpPr/>
          <p:nvPr/>
        </p:nvSpPr>
        <p:spPr>
          <a:xfrm>
            <a:off x="6229876" y="4264811"/>
            <a:ext cx="425116" cy="21961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22041">
              <a:lnSpc>
                <a:spcPct val="130000"/>
              </a:lnSpc>
              <a:defRPr/>
            </a:pPr>
            <a:r>
              <a:rPr lang="ko-KR" altLang="en-US" sz="700" dirty="0" err="1">
                <a:solidFill>
                  <a:srgbClr val="006600"/>
                </a:solidFill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진입단</a:t>
            </a:r>
            <a:endParaRPr lang="ko-KR" altLang="en-US" sz="700" dirty="0">
              <a:solidFill>
                <a:srgbClr val="006600"/>
              </a:solidFill>
              <a:highlight>
                <a:srgbClr val="FFFF00"/>
              </a:highlight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4BDE1432-5208-A9A0-68E2-991E33953537}"/>
              </a:ext>
            </a:extLst>
          </p:cNvPr>
          <p:cNvSpPr/>
          <p:nvPr/>
        </p:nvSpPr>
        <p:spPr>
          <a:xfrm>
            <a:off x="7742519" y="4268834"/>
            <a:ext cx="425116" cy="21961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22041">
              <a:lnSpc>
                <a:spcPct val="130000"/>
              </a:lnSpc>
              <a:defRPr/>
            </a:pPr>
            <a:r>
              <a:rPr lang="ko-KR" altLang="en-US" sz="700" dirty="0" err="1">
                <a:solidFill>
                  <a:srgbClr val="006600"/>
                </a:solidFill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배출단</a:t>
            </a:r>
            <a:endParaRPr lang="ko-KR" altLang="en-US" sz="700" dirty="0">
              <a:solidFill>
                <a:srgbClr val="006600"/>
              </a:solidFill>
              <a:highlight>
                <a:srgbClr val="FFFF00"/>
              </a:highlight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B55C3E4-5AFB-C6C9-4D66-A429EA534598}"/>
              </a:ext>
            </a:extLst>
          </p:cNvPr>
          <p:cNvSpPr/>
          <p:nvPr/>
        </p:nvSpPr>
        <p:spPr>
          <a:xfrm>
            <a:off x="5385283" y="5371936"/>
            <a:ext cx="3657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kumimoji="1"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구간</a:t>
            </a:r>
            <a:r>
              <a:rPr kumimoji="1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r>
              <a:rPr kumimoji="1"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의 추가센서 </a:t>
            </a:r>
            <a:r>
              <a:rPr kumimoji="1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r>
              <a:rPr kumimoji="1"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개소에 대해 </a:t>
            </a:r>
            <a:r>
              <a:rPr kumimoji="1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EDC</a:t>
            </a:r>
            <a:r>
              <a:rPr kumimoji="1"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데이터 연동 후</a:t>
            </a:r>
            <a:r>
              <a:rPr kumimoji="1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 W/F</a:t>
            </a:r>
            <a:r>
              <a:rPr kumimoji="1"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분석 예정</a:t>
            </a:r>
            <a:r>
              <a:rPr kumimoji="1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(~4/15)</a:t>
            </a:r>
          </a:p>
          <a:p>
            <a:pPr defTabSz="914400"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kumimoji="1"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개선</a:t>
            </a:r>
            <a:r>
              <a:rPr kumimoji="1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Item </a:t>
            </a:r>
            <a:r>
              <a:rPr kumimoji="1"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대표호기 적용 후 효과검증 및 확산전개</a:t>
            </a:r>
            <a:r>
              <a:rPr kumimoji="1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(~5/20)</a:t>
            </a: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ABE9DE5E-807C-18BB-B26E-897AE3BAE32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8315" y="3875492"/>
            <a:ext cx="3879499" cy="85323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FBA14B90-201C-9B52-41C6-A6B461E9AE04}"/>
              </a:ext>
            </a:extLst>
          </p:cNvPr>
          <p:cNvSpPr txBox="1"/>
          <p:nvPr/>
        </p:nvSpPr>
        <p:spPr>
          <a:xfrm>
            <a:off x="1090674" y="4235726"/>
            <a:ext cx="3826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b="1" dirty="0">
                <a:solidFill>
                  <a:srgbClr val="000000"/>
                </a:solidFill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①</a:t>
            </a:r>
            <a:endParaRPr kumimoji="1" lang="en-US" altLang="ko-KR" sz="800" b="1" dirty="0">
              <a:solidFill>
                <a:prstClr val="black"/>
              </a:solidFill>
              <a:highlight>
                <a:srgbClr val="FFFF00"/>
              </a:highlight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500C8DC-C666-0522-B182-39EA217C6E9B}"/>
              </a:ext>
            </a:extLst>
          </p:cNvPr>
          <p:cNvSpPr txBox="1"/>
          <p:nvPr/>
        </p:nvSpPr>
        <p:spPr>
          <a:xfrm>
            <a:off x="1437359" y="4235726"/>
            <a:ext cx="3826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b="1" dirty="0">
                <a:solidFill>
                  <a:srgbClr val="000000"/>
                </a:solidFill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②</a:t>
            </a:r>
            <a:endParaRPr kumimoji="1" lang="en-US" altLang="ko-KR" sz="800" b="1" dirty="0">
              <a:solidFill>
                <a:prstClr val="black"/>
              </a:solidFill>
              <a:highlight>
                <a:srgbClr val="FFFF00"/>
              </a:highlight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E937DE9-93C6-8786-78FB-3ED678F16B96}"/>
              </a:ext>
            </a:extLst>
          </p:cNvPr>
          <p:cNvSpPr txBox="1"/>
          <p:nvPr/>
        </p:nvSpPr>
        <p:spPr>
          <a:xfrm>
            <a:off x="1932065" y="4235726"/>
            <a:ext cx="3826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b="1" dirty="0">
                <a:solidFill>
                  <a:srgbClr val="000000"/>
                </a:solidFill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③</a:t>
            </a:r>
            <a:endParaRPr kumimoji="1" lang="en-US" altLang="ko-KR" sz="800" b="1" dirty="0">
              <a:solidFill>
                <a:prstClr val="black"/>
              </a:solidFill>
              <a:highlight>
                <a:srgbClr val="FFFF00"/>
              </a:highlight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B571B4E-0952-6316-915E-7E7CA150817E}"/>
              </a:ext>
            </a:extLst>
          </p:cNvPr>
          <p:cNvSpPr txBox="1"/>
          <p:nvPr/>
        </p:nvSpPr>
        <p:spPr>
          <a:xfrm>
            <a:off x="2302969" y="4235726"/>
            <a:ext cx="3826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b="1" dirty="0">
                <a:solidFill>
                  <a:srgbClr val="000000"/>
                </a:solidFill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④</a:t>
            </a:r>
            <a:endParaRPr kumimoji="1" lang="en-US" altLang="ko-KR" sz="800" b="1" dirty="0">
              <a:solidFill>
                <a:prstClr val="black"/>
              </a:solidFill>
              <a:highlight>
                <a:srgbClr val="FFFF00"/>
              </a:highlight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CC71FF4-188F-4701-0956-43C8A45469B3}"/>
              </a:ext>
            </a:extLst>
          </p:cNvPr>
          <p:cNvSpPr txBox="1"/>
          <p:nvPr/>
        </p:nvSpPr>
        <p:spPr>
          <a:xfrm>
            <a:off x="3359129" y="4235726"/>
            <a:ext cx="2558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b="1" dirty="0">
                <a:solidFill>
                  <a:srgbClr val="000000"/>
                </a:solidFill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⑤</a:t>
            </a:r>
            <a:endParaRPr kumimoji="1" lang="en-US" altLang="ko-KR" sz="800" b="1" dirty="0">
              <a:solidFill>
                <a:prstClr val="black"/>
              </a:solidFill>
              <a:highlight>
                <a:srgbClr val="FFFF00"/>
              </a:highlight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36E8ED5-46B9-785B-0A06-CDBC881FE594}"/>
              </a:ext>
            </a:extLst>
          </p:cNvPr>
          <p:cNvSpPr txBox="1"/>
          <p:nvPr/>
        </p:nvSpPr>
        <p:spPr>
          <a:xfrm>
            <a:off x="3608385" y="4235726"/>
            <a:ext cx="2558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b="1" dirty="0">
                <a:solidFill>
                  <a:srgbClr val="000000"/>
                </a:solidFill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⑥</a:t>
            </a:r>
            <a:endParaRPr kumimoji="1" lang="en-US" altLang="ko-KR" sz="800" b="1" dirty="0">
              <a:solidFill>
                <a:prstClr val="black"/>
              </a:solidFill>
              <a:highlight>
                <a:srgbClr val="FFFF00"/>
              </a:highlight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85D8E58-A2B6-ECD1-497F-BAF7A967835D}"/>
              </a:ext>
            </a:extLst>
          </p:cNvPr>
          <p:cNvSpPr txBox="1"/>
          <p:nvPr/>
        </p:nvSpPr>
        <p:spPr>
          <a:xfrm>
            <a:off x="3807042" y="4235726"/>
            <a:ext cx="2558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b="1" dirty="0">
                <a:solidFill>
                  <a:srgbClr val="000000"/>
                </a:solidFill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⑦</a:t>
            </a:r>
            <a:endParaRPr kumimoji="1" lang="en-US" altLang="ko-KR" sz="800" b="1" dirty="0">
              <a:solidFill>
                <a:prstClr val="black"/>
              </a:solidFill>
              <a:highlight>
                <a:srgbClr val="FFFF00"/>
              </a:highlight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70A11B5-EC00-91A5-22C9-7172EFA15ECA}"/>
              </a:ext>
            </a:extLst>
          </p:cNvPr>
          <p:cNvSpPr txBox="1"/>
          <p:nvPr/>
        </p:nvSpPr>
        <p:spPr>
          <a:xfrm>
            <a:off x="4005699" y="4235726"/>
            <a:ext cx="2558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b="1" dirty="0">
                <a:solidFill>
                  <a:srgbClr val="000000"/>
                </a:solidFill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⑧</a:t>
            </a:r>
            <a:endParaRPr kumimoji="1" lang="en-US" altLang="ko-KR" sz="800" b="1" dirty="0">
              <a:solidFill>
                <a:prstClr val="black"/>
              </a:solidFill>
              <a:highlight>
                <a:srgbClr val="FFFF00"/>
              </a:highlight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6BDD3D11-1846-CF69-B7AC-48A8E2672B47}"/>
              </a:ext>
            </a:extLst>
          </p:cNvPr>
          <p:cNvGrpSpPr/>
          <p:nvPr/>
        </p:nvGrpSpPr>
        <p:grpSpPr>
          <a:xfrm>
            <a:off x="776546" y="4696884"/>
            <a:ext cx="3995974" cy="1128789"/>
            <a:chOff x="776546" y="4614937"/>
            <a:chExt cx="3995974" cy="1128789"/>
          </a:xfrm>
        </p:grpSpPr>
        <p:pic>
          <p:nvPicPr>
            <p:cNvPr id="65" name="그림 64">
              <a:extLst>
                <a:ext uri="{FF2B5EF4-FFF2-40B4-BE49-F238E27FC236}">
                  <a16:creationId xmlns:a16="http://schemas.microsoft.com/office/drawing/2014/main" id="{6FD10888-7CFB-340C-1735-811F0B1C76B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/>
            <a:stretch>
              <a:fillRect/>
            </a:stretch>
          </p:blipFill>
          <p:spPr>
            <a:xfrm flipH="1">
              <a:off x="874921" y="4778768"/>
              <a:ext cx="870037" cy="381600"/>
            </a:xfrm>
            <a:prstGeom prst="rect">
              <a:avLst/>
            </a:prstGeom>
          </p:spPr>
        </p:pic>
        <p:pic>
          <p:nvPicPr>
            <p:cNvPr id="66" name="그림 65">
              <a:extLst>
                <a:ext uri="{FF2B5EF4-FFF2-40B4-BE49-F238E27FC236}">
                  <a16:creationId xmlns:a16="http://schemas.microsoft.com/office/drawing/2014/main" id="{4B5BD03D-3F66-87BC-3C5B-42DAFF4AED04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13"/>
            <a:srcRect l="12913" t="5472" r="13788" b="5673"/>
            <a:stretch/>
          </p:blipFill>
          <p:spPr>
            <a:xfrm rot="16200000">
              <a:off x="2092168" y="4534550"/>
              <a:ext cx="381600" cy="870037"/>
            </a:xfrm>
            <a:prstGeom prst="rect">
              <a:avLst/>
            </a:prstGeom>
          </p:spPr>
        </p:pic>
        <p:pic>
          <p:nvPicPr>
            <p:cNvPr id="67" name="그림 66">
              <a:extLst>
                <a:ext uri="{FF2B5EF4-FFF2-40B4-BE49-F238E27FC236}">
                  <a16:creationId xmlns:a16="http://schemas.microsoft.com/office/drawing/2014/main" id="{DC879CFC-BD0B-F3AC-4D9D-663072DC3F4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/>
            <a:stretch>
              <a:fillRect/>
            </a:stretch>
          </p:blipFill>
          <p:spPr>
            <a:xfrm flipH="1">
              <a:off x="3795410" y="4778768"/>
              <a:ext cx="870037" cy="381600"/>
            </a:xfrm>
            <a:prstGeom prst="rect">
              <a:avLst/>
            </a:prstGeom>
          </p:spPr>
        </p:pic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6634803D-D71E-D06C-8506-85A10EFBD05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820977" y="4778768"/>
              <a:ext cx="870037" cy="381600"/>
            </a:xfrm>
            <a:prstGeom prst="rect">
              <a:avLst/>
            </a:prstGeom>
          </p:spPr>
        </p:pic>
        <p:pic>
          <p:nvPicPr>
            <p:cNvPr id="69" name="그림 68">
              <a:extLst>
                <a:ext uri="{FF2B5EF4-FFF2-40B4-BE49-F238E27FC236}">
                  <a16:creationId xmlns:a16="http://schemas.microsoft.com/office/drawing/2014/main" id="{0FF33B6D-1907-36C9-4C9C-83DD0EC1533B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16"/>
            <a:srcRect b="9767"/>
            <a:stretch/>
          </p:blipFill>
          <p:spPr>
            <a:xfrm flipH="1" flipV="1">
              <a:off x="874921" y="5362125"/>
              <a:ext cx="870037" cy="381600"/>
            </a:xfrm>
            <a:prstGeom prst="rect">
              <a:avLst/>
            </a:prstGeom>
          </p:spPr>
        </p:pic>
        <p:pic>
          <p:nvPicPr>
            <p:cNvPr id="70" name="그림 69">
              <a:extLst>
                <a:ext uri="{FF2B5EF4-FFF2-40B4-BE49-F238E27FC236}">
                  <a16:creationId xmlns:a16="http://schemas.microsoft.com/office/drawing/2014/main" id="{0A7DC2A4-A55E-A3AD-56D9-AA4CD99357B9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17"/>
            <a:srcRect r="6372"/>
            <a:stretch/>
          </p:blipFill>
          <p:spPr>
            <a:xfrm rot="16200000">
              <a:off x="2092168" y="5117907"/>
              <a:ext cx="381600" cy="870037"/>
            </a:xfrm>
            <a:prstGeom prst="rect">
              <a:avLst/>
            </a:prstGeom>
          </p:spPr>
        </p:pic>
        <p:pic>
          <p:nvPicPr>
            <p:cNvPr id="71" name="그림 70">
              <a:extLst>
                <a:ext uri="{FF2B5EF4-FFF2-40B4-BE49-F238E27FC236}">
                  <a16:creationId xmlns:a16="http://schemas.microsoft.com/office/drawing/2014/main" id="{7FE024D8-DF22-299E-3754-8767803D236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5400000" flipH="1">
              <a:off x="4039628" y="5117907"/>
              <a:ext cx="381600" cy="870037"/>
            </a:xfrm>
            <a:prstGeom prst="rect">
              <a:avLst/>
            </a:prstGeom>
          </p:spPr>
        </p:pic>
        <p:pic>
          <p:nvPicPr>
            <p:cNvPr id="72" name="그림 71">
              <a:extLst>
                <a:ext uri="{FF2B5EF4-FFF2-40B4-BE49-F238E27FC236}">
                  <a16:creationId xmlns:a16="http://schemas.microsoft.com/office/drawing/2014/main" id="{D24BA28D-CAEA-1A06-DED6-AB055C77373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2820977" y="5362125"/>
              <a:ext cx="870037" cy="381600"/>
            </a:xfrm>
            <a:prstGeom prst="rect">
              <a:avLst/>
            </a:prstGeom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4F609DC-6C5E-3DBC-3F1A-8012AD7E4A96}"/>
                </a:ext>
              </a:extLst>
            </p:cNvPr>
            <p:cNvSpPr txBox="1"/>
            <p:nvPr/>
          </p:nvSpPr>
          <p:spPr>
            <a:xfrm>
              <a:off x="786072" y="4737581"/>
              <a:ext cx="38266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 b="1" dirty="0">
                  <a:solidFill>
                    <a:srgbClr val="000000"/>
                  </a:solidFill>
                  <a:highlight>
                    <a:srgbClr val="FFFF00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①</a:t>
              </a:r>
              <a:endParaRPr kumimoji="1" lang="en-US" altLang="ko-KR" sz="800" b="1" dirty="0">
                <a:solidFill>
                  <a:prstClr val="black"/>
                </a:solidFill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9CC6437-2E00-83ED-632B-49EC281E3A36}"/>
                </a:ext>
              </a:extLst>
            </p:cNvPr>
            <p:cNvSpPr txBox="1"/>
            <p:nvPr/>
          </p:nvSpPr>
          <p:spPr>
            <a:xfrm>
              <a:off x="1760976" y="4737769"/>
              <a:ext cx="38266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 b="1" dirty="0">
                  <a:solidFill>
                    <a:srgbClr val="000000"/>
                  </a:solidFill>
                  <a:highlight>
                    <a:srgbClr val="FFFF00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②</a:t>
              </a:r>
              <a:endParaRPr kumimoji="1" lang="en-US" altLang="ko-KR" sz="800" b="1" dirty="0">
                <a:solidFill>
                  <a:prstClr val="black"/>
                </a:solidFill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2CF73B49-00F3-0C66-B989-6EA9A91E56A4}"/>
                </a:ext>
              </a:extLst>
            </p:cNvPr>
            <p:cNvSpPr txBox="1"/>
            <p:nvPr/>
          </p:nvSpPr>
          <p:spPr>
            <a:xfrm>
              <a:off x="2728290" y="4730229"/>
              <a:ext cx="38266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 b="1" dirty="0">
                  <a:solidFill>
                    <a:srgbClr val="000000"/>
                  </a:solidFill>
                  <a:highlight>
                    <a:srgbClr val="FFFF00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③</a:t>
              </a:r>
              <a:endParaRPr kumimoji="1" lang="en-US" altLang="ko-KR" sz="800" b="1" dirty="0">
                <a:solidFill>
                  <a:prstClr val="black"/>
                </a:solidFill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8AA06AEA-5D28-EAE2-41B3-545A420B65A2}"/>
                </a:ext>
              </a:extLst>
            </p:cNvPr>
            <p:cNvSpPr txBox="1"/>
            <p:nvPr/>
          </p:nvSpPr>
          <p:spPr>
            <a:xfrm>
              <a:off x="3701080" y="4732153"/>
              <a:ext cx="38266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 b="1" dirty="0">
                  <a:solidFill>
                    <a:srgbClr val="000000"/>
                  </a:solidFill>
                  <a:highlight>
                    <a:srgbClr val="FFFF00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④</a:t>
              </a:r>
              <a:endParaRPr kumimoji="1" lang="en-US" altLang="ko-KR" sz="800" b="1" dirty="0">
                <a:solidFill>
                  <a:prstClr val="black"/>
                </a:solidFill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12ADF4A-D971-FC61-E3D4-314F37C50B5F}"/>
                </a:ext>
              </a:extLst>
            </p:cNvPr>
            <p:cNvSpPr txBox="1"/>
            <p:nvPr/>
          </p:nvSpPr>
          <p:spPr>
            <a:xfrm>
              <a:off x="776546" y="5306240"/>
              <a:ext cx="38266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 b="1" dirty="0">
                  <a:solidFill>
                    <a:srgbClr val="000000"/>
                  </a:solidFill>
                  <a:highlight>
                    <a:srgbClr val="FFFF00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⑤</a:t>
              </a:r>
              <a:endParaRPr kumimoji="1" lang="en-US" altLang="ko-KR" sz="800" b="1" dirty="0">
                <a:solidFill>
                  <a:prstClr val="black"/>
                </a:solidFill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626DF88B-C65C-9155-2632-8C2A79B9665A}"/>
                </a:ext>
              </a:extLst>
            </p:cNvPr>
            <p:cNvSpPr txBox="1"/>
            <p:nvPr/>
          </p:nvSpPr>
          <p:spPr>
            <a:xfrm>
              <a:off x="1751450" y="5306428"/>
              <a:ext cx="38266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 b="1" dirty="0">
                  <a:solidFill>
                    <a:srgbClr val="000000"/>
                  </a:solidFill>
                  <a:highlight>
                    <a:srgbClr val="FFFF00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⑥</a:t>
              </a:r>
              <a:endParaRPr kumimoji="1" lang="en-US" altLang="ko-KR" sz="800" b="1" dirty="0">
                <a:solidFill>
                  <a:prstClr val="black"/>
                </a:solidFill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5B6BEE38-6FCE-8EB5-2063-FF28B21349ED}"/>
                </a:ext>
              </a:extLst>
            </p:cNvPr>
            <p:cNvSpPr txBox="1"/>
            <p:nvPr/>
          </p:nvSpPr>
          <p:spPr>
            <a:xfrm>
              <a:off x="2718764" y="5298888"/>
              <a:ext cx="38266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 b="1" dirty="0">
                  <a:solidFill>
                    <a:srgbClr val="000000"/>
                  </a:solidFill>
                  <a:highlight>
                    <a:srgbClr val="FFFF00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⑦</a:t>
              </a:r>
              <a:endParaRPr kumimoji="1" lang="en-US" altLang="ko-KR" sz="800" b="1" dirty="0">
                <a:solidFill>
                  <a:prstClr val="black"/>
                </a:solidFill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AED1826-9B03-B29E-B0B4-E289A347207A}"/>
                </a:ext>
              </a:extLst>
            </p:cNvPr>
            <p:cNvSpPr txBox="1"/>
            <p:nvPr/>
          </p:nvSpPr>
          <p:spPr>
            <a:xfrm>
              <a:off x="3691554" y="5300812"/>
              <a:ext cx="38266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 b="1" dirty="0">
                  <a:solidFill>
                    <a:srgbClr val="000000"/>
                  </a:solidFill>
                  <a:highlight>
                    <a:srgbClr val="FFFF00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⑧</a:t>
              </a:r>
              <a:endParaRPr kumimoji="1" lang="en-US" altLang="ko-KR" sz="800" b="1" dirty="0">
                <a:solidFill>
                  <a:prstClr val="black"/>
                </a:solidFill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D018E9FB-81D4-A75E-33F5-36256FC63DC8}"/>
                </a:ext>
              </a:extLst>
            </p:cNvPr>
            <p:cNvSpPr txBox="1"/>
            <p:nvPr/>
          </p:nvSpPr>
          <p:spPr>
            <a:xfrm>
              <a:off x="1012451" y="4614937"/>
              <a:ext cx="6070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800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EPC</a:t>
              </a:r>
              <a:r>
                <a:rPr kumimoji="1" lang="ko-KR" altLang="en-US" sz="800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직후</a:t>
              </a:r>
              <a:endParaRPr kumimoji="1"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8A5012C9-EDC4-5ACE-02B4-FCD80E8F5714}"/>
                </a:ext>
              </a:extLst>
            </p:cNvPr>
            <p:cNvSpPr txBox="1"/>
            <p:nvPr/>
          </p:nvSpPr>
          <p:spPr>
            <a:xfrm>
              <a:off x="1996832" y="4614937"/>
              <a:ext cx="6070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80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Idle</a:t>
              </a:r>
              <a:r>
                <a:rPr kumimoji="1" lang="ko-KR" altLang="en-US" sz="800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롤러</a:t>
              </a:r>
              <a:endParaRPr kumimoji="1"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3F2AC6A2-B9A1-159F-DAC1-50FA5CE6BF5F}"/>
                </a:ext>
              </a:extLst>
            </p:cNvPr>
            <p:cNvSpPr txBox="1"/>
            <p:nvPr/>
          </p:nvSpPr>
          <p:spPr>
            <a:xfrm>
              <a:off x="2847629" y="4614937"/>
              <a:ext cx="7886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 err="1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음극컷터</a:t>
              </a:r>
              <a:r>
                <a:rPr kumimoji="1" lang="ko-KR" altLang="en-US" sz="8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 직후</a:t>
              </a:r>
              <a:endParaRPr kumimoji="1"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6C510632-6954-A218-8ED2-3F2699E1C10D}"/>
                </a:ext>
              </a:extLst>
            </p:cNvPr>
            <p:cNvSpPr txBox="1"/>
            <p:nvPr/>
          </p:nvSpPr>
          <p:spPr>
            <a:xfrm>
              <a:off x="3825716" y="4614937"/>
              <a:ext cx="7886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합치롤러 직후</a:t>
              </a:r>
              <a:endParaRPr kumimoji="1"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BB608DBC-2A3F-AAE2-D56D-DE3DBE8C59CF}"/>
                </a:ext>
              </a:extLst>
            </p:cNvPr>
            <p:cNvSpPr txBox="1"/>
            <p:nvPr/>
          </p:nvSpPr>
          <p:spPr>
            <a:xfrm>
              <a:off x="893435" y="5187552"/>
              <a:ext cx="85469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800" dirty="0" err="1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Sepa</a:t>
              </a:r>
              <a:r>
                <a:rPr kumimoji="1" lang="ko-KR" altLang="en-US" sz="8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 </a:t>
              </a:r>
              <a:r>
                <a:rPr kumimoji="1" lang="en-US" altLang="ko-KR" sz="8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Sealer</a:t>
              </a:r>
              <a:r>
                <a:rPr kumimoji="1" lang="ko-KR" altLang="en-US" sz="8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직전</a:t>
              </a:r>
              <a:endParaRPr kumimoji="1"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0C92EFD1-6CB7-3C17-8818-4A159A02DC21}"/>
                </a:ext>
              </a:extLst>
            </p:cNvPr>
            <p:cNvSpPr txBox="1"/>
            <p:nvPr/>
          </p:nvSpPr>
          <p:spPr>
            <a:xfrm>
              <a:off x="1847171" y="5187552"/>
              <a:ext cx="85469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800" err="1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Sepa</a:t>
              </a:r>
              <a:r>
                <a:rPr kumimoji="1" lang="en-US" altLang="ko-KR" sz="8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 Sealer</a:t>
              </a:r>
              <a:r>
                <a:rPr kumimoji="1" lang="ko-KR" altLang="en-US" sz="8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직후</a:t>
              </a:r>
              <a:endParaRPr kumimoji="1"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EF6CB63-C641-8B0E-625F-95102A4BF1ED}"/>
                </a:ext>
              </a:extLst>
            </p:cNvPr>
            <p:cNvSpPr txBox="1"/>
            <p:nvPr/>
          </p:nvSpPr>
          <p:spPr>
            <a:xfrm>
              <a:off x="2857220" y="5187552"/>
              <a:ext cx="85469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8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Final</a:t>
              </a:r>
              <a:r>
                <a:rPr kumimoji="1" lang="ko-KR" altLang="en-US" sz="800" dirty="0" err="1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컷터</a:t>
              </a:r>
              <a:r>
                <a:rPr kumimoji="1" lang="ko-KR" altLang="en-US" sz="8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 직후</a:t>
              </a:r>
              <a:endParaRPr kumimoji="1"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4D408BC3-FBD2-D1B1-50C9-B066A202A60C}"/>
                </a:ext>
              </a:extLst>
            </p:cNvPr>
            <p:cNvSpPr txBox="1"/>
            <p:nvPr/>
          </p:nvSpPr>
          <p:spPr>
            <a:xfrm>
              <a:off x="3795611" y="5187552"/>
              <a:ext cx="97690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8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Short</a:t>
              </a:r>
              <a:r>
                <a:rPr kumimoji="1" lang="ko-KR" altLang="en-US" sz="8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 </a:t>
              </a:r>
              <a:r>
                <a:rPr kumimoji="1" lang="en-US" altLang="ko-KR" sz="8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Checker </a:t>
              </a:r>
              <a:r>
                <a:rPr kumimoji="1" lang="ko-KR" altLang="en-US" sz="8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직후</a:t>
              </a:r>
              <a:endParaRPr kumimoji="1"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sp>
        <p:nvSpPr>
          <p:cNvPr id="89" name="Rectangle 2">
            <a:extLst>
              <a:ext uri="{FF2B5EF4-FFF2-40B4-BE49-F238E27FC236}">
                <a16:creationId xmlns:a16="http://schemas.microsoft.com/office/drawing/2014/main" id="{A4E28B0B-D567-5567-7D3D-DB7D266B1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11034"/>
            <a:ext cx="9144000" cy="14020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3323" tIns="3323" rIns="3323" bIns="3323" anchor="b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&lt; </a:t>
            </a:r>
            <a:r>
              <a:rPr kumimoji="1" lang="en-US" altLang="ko-KR" sz="8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10</a:t>
            </a:r>
            <a:r>
              <a:rPr kumimoji="1" lang="en-US" altLang="ko-KR" sz="7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/ 10 &gt;</a:t>
            </a:r>
            <a:endParaRPr kumimoji="1" lang="ko-KR" altLang="en-US" sz="7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7691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25">
            <a:extLst>
              <a:ext uri="{FF2B5EF4-FFF2-40B4-BE49-F238E27FC236}">
                <a16:creationId xmlns:a16="http://schemas.microsoft.com/office/drawing/2014/main" id="{C2D4D571-08C7-4A6C-A95A-2EBF7FCC7F38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4A6271C-3F4F-4C02-9FE7-43D2C9B44147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125">
            <a:extLst>
              <a:ext uri="{FF2B5EF4-FFF2-40B4-BE49-F238E27FC236}">
                <a16:creationId xmlns:a16="http://schemas.microsoft.com/office/drawing/2014/main" id="{0F5EEAD9-C2EC-FC50-6ABB-07990996E766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5">
            <a:extLst>
              <a:ext uri="{FF2B5EF4-FFF2-40B4-BE49-F238E27FC236}">
                <a16:creationId xmlns:a16="http://schemas.microsoft.com/office/drawing/2014/main" id="{C2D4D571-08C7-4A6C-A95A-2EBF7FCC7F38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F4A6271C-3F4F-4C02-9FE7-43D2C9B44147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5">
            <a:extLst>
              <a:ext uri="{FF2B5EF4-FFF2-40B4-BE49-F238E27FC236}">
                <a16:creationId xmlns:a16="http://schemas.microsoft.com/office/drawing/2014/main" id="{0F5EEAD9-C2EC-FC50-6ABB-07990996E766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제목 2">
            <a:extLst>
              <a:ext uri="{FF2B5EF4-FFF2-40B4-BE49-F238E27FC236}">
                <a16:creationId xmlns:a16="http://schemas.microsoft.com/office/drawing/2014/main" id="{76D664C2-D091-962B-B1D1-89981589E409}"/>
              </a:ext>
            </a:extLst>
          </p:cNvPr>
          <p:cNvSpPr txBox="1">
            <a:spLocks/>
          </p:cNvSpPr>
          <p:nvPr/>
        </p:nvSpPr>
        <p:spPr>
          <a:xfrm>
            <a:off x="0" y="123576"/>
            <a:ext cx="3995004" cy="347980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eaLnBrk="0" fontAlgn="base" hangingPunct="0"/>
            <a:r>
              <a:rPr lang="ko-KR" altLang="en-US" sz="1846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전극 보조 </a:t>
            </a:r>
            <a:r>
              <a:rPr lang="en-US" altLang="ko-KR" sz="1846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 ESOT N&amp;D </a:t>
            </a:r>
            <a:r>
              <a:rPr lang="ko-KR" altLang="en-US" sz="1846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잉크마킹 개선현황</a:t>
            </a:r>
            <a:endParaRPr lang="en-US" altLang="ko-KR" sz="1846" b="1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7" name="Text Box 118">
            <a:extLst>
              <a:ext uri="{FF2B5EF4-FFF2-40B4-BE49-F238E27FC236}">
                <a16:creationId xmlns:a16="http://schemas.microsoft.com/office/drawing/2014/main" id="{3FD417B5-9209-4A25-8062-5BA1C6BE39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93" y="549660"/>
            <a:ext cx="7302663" cy="29117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defRPr/>
            </a:pPr>
            <a:r>
              <a:rPr lang="ko-KR" altLang="en-US" sz="1292" dirty="0">
                <a:solidFill>
                  <a:prstClr val="black"/>
                </a:solidFill>
                <a:effectLst/>
                <a:latin typeface="Arial Narrow" panose="020B0606020202030204" pitchFamily="34" charset="0"/>
              </a:rPr>
              <a:t>주요 불량항목 개선하여 </a:t>
            </a:r>
            <a:r>
              <a:rPr lang="en-US" altLang="ko-KR" sz="1292" dirty="0">
                <a:solidFill>
                  <a:prstClr val="black"/>
                </a:solidFill>
                <a:effectLst/>
                <a:latin typeface="Arial Narrow" panose="020B0606020202030204" pitchFamily="34" charset="0"/>
              </a:rPr>
              <a:t>NG Marking(L&amp;S) 1.15%→ 0.32% (△0.83%) </a:t>
            </a:r>
            <a:r>
              <a:rPr lang="ko-KR" altLang="en-US" sz="1292" dirty="0">
                <a:solidFill>
                  <a:prstClr val="black"/>
                </a:solidFill>
                <a:effectLst/>
                <a:latin typeface="Arial Narrow" panose="020B0606020202030204" pitchFamily="34" charset="0"/>
              </a:rPr>
              <a:t>개선하겠습니다</a:t>
            </a:r>
            <a:r>
              <a:rPr lang="en-US" altLang="ko-KR" sz="1292" dirty="0">
                <a:solidFill>
                  <a:prstClr val="black"/>
                </a:solidFill>
                <a:effectLst/>
                <a:latin typeface="Arial Narrow" panose="020B0606020202030204" pitchFamily="34" charset="0"/>
              </a:rPr>
              <a:t>.</a:t>
            </a:r>
          </a:p>
        </p:txBody>
      </p:sp>
      <p:graphicFrame>
        <p:nvGraphicFramePr>
          <p:cNvPr id="27" name="차트 26">
            <a:extLst>
              <a:ext uri="{FF2B5EF4-FFF2-40B4-BE49-F238E27FC236}">
                <a16:creationId xmlns:a16="http://schemas.microsoft.com/office/drawing/2014/main" id="{BDB3EC4E-D4D0-8DA5-BFF1-1C4AA0A90FC6}"/>
              </a:ext>
            </a:extLst>
          </p:cNvPr>
          <p:cNvGraphicFramePr>
            <a:graphicFrameLocks/>
          </p:cNvGraphicFramePr>
          <p:nvPr/>
        </p:nvGraphicFramePr>
        <p:xfrm>
          <a:off x="2780145" y="792481"/>
          <a:ext cx="6363855" cy="17417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Text Box 118">
            <a:extLst>
              <a:ext uri="{FF2B5EF4-FFF2-40B4-BE49-F238E27FC236}">
                <a16:creationId xmlns:a16="http://schemas.microsoft.com/office/drawing/2014/main" id="{89E8911D-3C93-964E-0167-8622B23D31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866" y="896582"/>
            <a:ext cx="1179810" cy="1588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marL="180000" indent="-180000">
              <a:lnSpc>
                <a:spcPct val="140000"/>
              </a:lnSpc>
              <a:spcBef>
                <a:spcPts val="700"/>
              </a:spcBef>
              <a:spcAft>
                <a:spcPts val="700"/>
              </a:spcAft>
              <a:buFont typeface="Wingdings" pitchFamily="2" charset="2"/>
              <a:buChar char="q"/>
              <a:defRPr kumimoji="1" sz="1300" b="1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  <a:lvl2pPr marL="742950" indent="-285750" eaLnBrk="0" hangingPunct="0">
              <a:defRPr kumimoji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9pPr>
          </a:lstStyle>
          <a:p>
            <a:pPr marL="0" indent="0" fontAlgn="base">
              <a:lnSpc>
                <a:spcPct val="110000"/>
              </a:lnSpc>
              <a:spcBef>
                <a:spcPts val="256"/>
              </a:spcBef>
              <a:buSzPct val="80000"/>
              <a:tabLst>
                <a:tab pos="73048" algn="l"/>
              </a:tabLst>
              <a:defRPr/>
            </a:pPr>
            <a:r>
              <a:rPr lang="ko-KR" altLang="en-US" sz="1023" dirty="0">
                <a:solidFill>
                  <a:srgbClr val="000000"/>
                </a:solidFill>
              </a:rPr>
              <a:t> </a:t>
            </a:r>
            <a:r>
              <a:rPr lang="en-US" altLang="ko-KR" sz="1023" dirty="0">
                <a:solidFill>
                  <a:srgbClr val="000000"/>
                </a:solidFill>
              </a:rPr>
              <a:t>Monthly Trend (L&amp;S)</a:t>
            </a:r>
            <a:endParaRPr lang="ko-KR" altLang="en-US" sz="1023" dirty="0">
              <a:solidFill>
                <a:srgbClr val="000000"/>
              </a:solidFill>
            </a:endParaRPr>
          </a:p>
        </p:txBody>
      </p:sp>
      <p:sp>
        <p:nvSpPr>
          <p:cNvPr id="29" name="Text Box 118">
            <a:extLst>
              <a:ext uri="{FF2B5EF4-FFF2-40B4-BE49-F238E27FC236}">
                <a16:creationId xmlns:a16="http://schemas.microsoft.com/office/drawing/2014/main" id="{2C7358EE-08E5-60CE-31BB-4F23A71486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866" y="2728812"/>
            <a:ext cx="1394613" cy="163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marL="180000" indent="-180000">
              <a:lnSpc>
                <a:spcPct val="140000"/>
              </a:lnSpc>
              <a:spcBef>
                <a:spcPts val="700"/>
              </a:spcBef>
              <a:spcAft>
                <a:spcPts val="700"/>
              </a:spcAft>
              <a:buFont typeface="Wingdings" pitchFamily="2" charset="2"/>
              <a:buChar char="q"/>
              <a:defRPr kumimoji="1" sz="1300" b="1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  <a:lvl2pPr marL="742950" indent="-285750" eaLnBrk="0" hangingPunct="0">
              <a:defRPr kumimoji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9pPr>
          </a:lstStyle>
          <a:p>
            <a:pPr marL="0" indent="0" fontAlgn="base">
              <a:lnSpc>
                <a:spcPct val="110000"/>
              </a:lnSpc>
              <a:spcBef>
                <a:spcPts val="256"/>
              </a:spcBef>
              <a:buSzPct val="80000"/>
              <a:tabLst>
                <a:tab pos="73048" algn="l"/>
              </a:tabLst>
              <a:defRPr/>
            </a:pPr>
            <a:r>
              <a:rPr lang="ko-KR" altLang="en-US" sz="1023" dirty="0">
                <a:solidFill>
                  <a:srgbClr val="000000"/>
                </a:solidFill>
                <a:latin typeface="LG스마트체 Regular" panose="020B0600000101010101" pitchFamily="50" charset="-127"/>
              </a:rPr>
              <a:t> 주요 불량항목 개선 현황</a:t>
            </a:r>
          </a:p>
        </p:txBody>
      </p:sp>
      <p:sp>
        <p:nvSpPr>
          <p:cNvPr id="31" name="Text Box 118">
            <a:extLst>
              <a:ext uri="{FF2B5EF4-FFF2-40B4-BE49-F238E27FC236}">
                <a16:creationId xmlns:a16="http://schemas.microsoft.com/office/drawing/2014/main" id="{D9C7B8E4-FE86-9D33-7CB9-44C14C6D9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8527" y="905290"/>
            <a:ext cx="708527" cy="1588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marL="180000" indent="-180000">
              <a:lnSpc>
                <a:spcPct val="140000"/>
              </a:lnSpc>
              <a:spcBef>
                <a:spcPts val="700"/>
              </a:spcBef>
              <a:spcAft>
                <a:spcPts val="700"/>
              </a:spcAft>
              <a:buFont typeface="Wingdings" pitchFamily="2" charset="2"/>
              <a:buChar char="q"/>
              <a:defRPr kumimoji="1" sz="1300" b="1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  <a:lvl2pPr marL="742950" indent="-285750" eaLnBrk="0" hangingPunct="0">
              <a:defRPr kumimoji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9pPr>
          </a:lstStyle>
          <a:p>
            <a:pPr marL="0" indent="0" fontAlgn="base">
              <a:lnSpc>
                <a:spcPct val="110000"/>
              </a:lnSpc>
              <a:spcBef>
                <a:spcPts val="256"/>
              </a:spcBef>
              <a:buSzPct val="80000"/>
              <a:tabLst>
                <a:tab pos="73048" algn="l"/>
              </a:tabLst>
              <a:defRPr/>
            </a:pPr>
            <a:r>
              <a:rPr lang="ko-KR" altLang="en-US" sz="1023" dirty="0">
                <a:solidFill>
                  <a:srgbClr val="000000"/>
                </a:solidFill>
              </a:rPr>
              <a:t> </a:t>
            </a:r>
            <a:r>
              <a:rPr lang="en-US" altLang="ko-KR" sz="1023" dirty="0">
                <a:solidFill>
                  <a:srgbClr val="000000"/>
                </a:solidFill>
              </a:rPr>
              <a:t>Daily</a:t>
            </a:r>
            <a:r>
              <a:rPr lang="ko-KR" altLang="en-US" sz="1023" dirty="0">
                <a:solidFill>
                  <a:srgbClr val="000000"/>
                </a:solidFill>
              </a:rPr>
              <a:t> </a:t>
            </a:r>
            <a:r>
              <a:rPr lang="en-US" altLang="ko-KR" sz="1023" dirty="0">
                <a:solidFill>
                  <a:srgbClr val="000000"/>
                </a:solidFill>
              </a:rPr>
              <a:t>Trend</a:t>
            </a:r>
            <a:endParaRPr lang="ko-KR" altLang="en-US" sz="1023" dirty="0">
              <a:solidFill>
                <a:srgbClr val="000000"/>
              </a:solidFill>
            </a:endParaRPr>
          </a:p>
        </p:txBody>
      </p: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2F16B463-DA24-F699-3CD3-42EFBE9A84E6}"/>
              </a:ext>
            </a:extLst>
          </p:cNvPr>
          <p:cNvGraphicFramePr>
            <a:graphicFrameLocks noGrp="1"/>
          </p:cNvGraphicFramePr>
          <p:nvPr/>
        </p:nvGraphicFramePr>
        <p:xfrm>
          <a:off x="238866" y="2956716"/>
          <a:ext cx="8585094" cy="34923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334">
                  <a:extLst>
                    <a:ext uri="{9D8B030D-6E8A-4147-A177-3AD203B41FA5}">
                      <a16:colId xmlns:a16="http://schemas.microsoft.com/office/drawing/2014/main" val="1280230951"/>
                    </a:ext>
                  </a:extLst>
                </a:gridCol>
                <a:gridCol w="284334">
                  <a:extLst>
                    <a:ext uri="{9D8B030D-6E8A-4147-A177-3AD203B41FA5}">
                      <a16:colId xmlns:a16="http://schemas.microsoft.com/office/drawing/2014/main" val="1213019509"/>
                    </a:ext>
                  </a:extLst>
                </a:gridCol>
                <a:gridCol w="920114">
                  <a:extLst>
                    <a:ext uri="{9D8B030D-6E8A-4147-A177-3AD203B41FA5}">
                      <a16:colId xmlns:a16="http://schemas.microsoft.com/office/drawing/2014/main" val="2755466881"/>
                    </a:ext>
                  </a:extLst>
                </a:gridCol>
                <a:gridCol w="5841994">
                  <a:extLst>
                    <a:ext uri="{9D8B030D-6E8A-4147-A177-3AD203B41FA5}">
                      <a16:colId xmlns:a16="http://schemas.microsoft.com/office/drawing/2014/main" val="274531568"/>
                    </a:ext>
                  </a:extLst>
                </a:gridCol>
                <a:gridCol w="636104">
                  <a:extLst>
                    <a:ext uri="{9D8B030D-6E8A-4147-A177-3AD203B41FA5}">
                      <a16:colId xmlns:a16="http://schemas.microsoft.com/office/drawing/2014/main" val="4124276555"/>
                    </a:ext>
                  </a:extLst>
                </a:gridCol>
                <a:gridCol w="618214">
                  <a:extLst>
                    <a:ext uri="{9D8B030D-6E8A-4147-A177-3AD203B41FA5}">
                      <a16:colId xmlns:a16="http://schemas.microsoft.com/office/drawing/2014/main" val="1404099322"/>
                    </a:ext>
                  </a:extLst>
                </a:gridCol>
              </a:tblGrid>
              <a:tr h="2722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No.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불량항목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개선내용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현수준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목표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502844"/>
                  </a:ext>
                </a:extLst>
              </a:tr>
              <a:tr h="572812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음극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Crater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1. </a:t>
                      </a:r>
                      <a:r>
                        <a:rPr kumimoji="1" lang="ko-KR" altLang="en-US" sz="900" dirty="0" err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믹싱</a:t>
                      </a:r>
                      <a:r>
                        <a:rPr kumimoji="1"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정상 생산 후 추가 </a:t>
                      </a:r>
                      <a:r>
                        <a:rPr kumimoji="1" lang="ko-KR" altLang="en-US" sz="900" dirty="0" err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믹싱</a:t>
                      </a:r>
                      <a:r>
                        <a:rPr kumimoji="1"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</a:t>
                      </a:r>
                      <a:r>
                        <a:rPr kumimoji="1"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25</a:t>
                      </a:r>
                      <a:r>
                        <a:rPr kumimoji="1"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분 추가 진행 </a:t>
                      </a:r>
                      <a:r>
                        <a:rPr kumimoji="1"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3/2</a:t>
                      </a:r>
                    </a:p>
                    <a:p>
                      <a:pPr fontAlgn="base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2. Top</a:t>
                      </a:r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</a:t>
                      </a:r>
                      <a:r>
                        <a:rPr lang="ko-KR" altLang="en-US" sz="900" baseline="0" dirty="0" err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코터</a:t>
                      </a:r>
                      <a:r>
                        <a:rPr lang="ko-KR" altLang="en-US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배관 변경 낙차 감소</a:t>
                      </a:r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(3.2m </a:t>
                      </a:r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→ 2.1m) 3/12</a:t>
                      </a:r>
                      <a:endParaRPr lang="en-US" altLang="ko-KR" sz="9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fontAlgn="base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3.</a:t>
                      </a: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</a:t>
                      </a:r>
                      <a:r>
                        <a:rPr lang="ko-KR" altLang="en-US" sz="900" dirty="0" err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믹싱</a:t>
                      </a: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후 저장 탱크 내 진공 시간 적용</a:t>
                      </a:r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(20</a:t>
                      </a:r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min) 3/17</a:t>
                      </a:r>
                      <a:endParaRPr lang="en-US" altLang="ko-KR" sz="9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fontAlgn="base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kumimoji="1"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4.</a:t>
                      </a:r>
                      <a:r>
                        <a:rPr kumimoji="1"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</a:t>
                      </a:r>
                      <a:r>
                        <a:rPr kumimoji="1"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SBR </a:t>
                      </a:r>
                      <a:r>
                        <a:rPr kumimoji="1"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변경을 위한 </a:t>
                      </a:r>
                      <a:r>
                        <a:rPr kumimoji="1"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DLD </a:t>
                      </a:r>
                      <a:r>
                        <a:rPr kumimoji="1"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적용 </a:t>
                      </a:r>
                      <a:r>
                        <a:rPr kumimoji="1"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4/25 (</a:t>
                      </a:r>
                      <a:r>
                        <a:rPr kumimoji="1"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기존 </a:t>
                      </a:r>
                      <a:r>
                        <a:rPr kumimoji="1"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SBR </a:t>
                      </a:r>
                      <a:r>
                        <a:rPr kumimoji="1"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재고 소진 중</a:t>
                      </a:r>
                      <a:r>
                        <a:rPr kumimoji="1"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)</a:t>
                      </a:r>
                      <a:endParaRPr lang="ko-KR" altLang="en-US" sz="900" dirty="0"/>
                    </a:p>
                  </a:txBody>
                  <a:tcPr marL="30675" marR="0" marT="0" marB="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0.68%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0.06%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761938"/>
                  </a:ext>
                </a:extLst>
              </a:tr>
              <a:tr h="4028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Dent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자동연결을 위한 저속 가동 중 오일 클리너에 닦인 이물이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메인롤에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다시 전사되어 오염 발생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_</a:t>
                      </a:r>
                      <a:r>
                        <a:rPr kumimoji="1"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NG rate 2</a:t>
                      </a:r>
                      <a:r>
                        <a:rPr kumimoji="1"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kumimoji="1"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0.03% </a:t>
                      </a:r>
                      <a:r>
                        <a:rPr kumimoji="1"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 </a:t>
                      </a:r>
                      <a:r>
                        <a:rPr kumimoji="1"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kumimoji="1"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kumimoji="1"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0.05%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UW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자동연결 커팅 시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오일클리너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터치롤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전진 상태로 유지 및 압력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250→100kpa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(2/20)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설비 정지 시 지그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Hole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자국 개선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측면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Hole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가공된 개선 품 적용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(~3/31)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0675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0.04%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0.02%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2733551"/>
                  </a:ext>
                </a:extLst>
              </a:tr>
              <a:tr h="4028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Pitch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 보정값 초기화 기능 적용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이전 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Lot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의 자동보정값이 다음랏 초반에 과적용 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(3/8)</a:t>
                      </a:r>
                    </a:p>
                    <a:p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-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이전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Lot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보정값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100um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이하일 경우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으로 초기화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보정값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±100um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초과일 경우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±50um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로 초기화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재료 교체 후 초기 가동 시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Pitch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불량 증가 현상 원인 분석 중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with FDC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팀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(~4/22)</a:t>
                      </a:r>
                    </a:p>
                  </a:txBody>
                  <a:tcPr marL="30675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0.04%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0.02%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7838729"/>
                  </a:ext>
                </a:extLst>
              </a:tr>
              <a:tr h="4028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Foil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exposure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 Worst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호기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음극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레이저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Focus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확인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조정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Top/Bot Focus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300um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조정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(2/26) _</a:t>
                      </a:r>
                      <a:r>
                        <a:rPr kumimoji="1"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NG rate 2</a:t>
                      </a:r>
                      <a:r>
                        <a:rPr kumimoji="1"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kumimoji="1"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0.07% </a:t>
                      </a:r>
                      <a:r>
                        <a:rPr kumimoji="1"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 </a:t>
                      </a:r>
                      <a:r>
                        <a:rPr kumimoji="1"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kumimoji="1"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kumimoji="1"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0.04%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-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음극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NG rate 0.10%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→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0.06%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</a:t>
                      </a:r>
                    </a:p>
                  </a:txBody>
                  <a:tcPr marL="30675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0.05%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0.02%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487093"/>
                  </a:ext>
                </a:extLst>
              </a:tr>
              <a:tr h="402845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양극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Foil Exposure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defRPr/>
                      </a:pPr>
                      <a:r>
                        <a:rPr kumimoji="1"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</a:t>
                      </a:r>
                      <a:r>
                        <a:rPr kumimoji="1"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kumimoji="1" lang="ko-KR" altLang="en-US" sz="9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절연부</a:t>
                      </a:r>
                      <a:r>
                        <a:rPr kumimoji="1"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포일노출 </a:t>
                      </a:r>
                      <a:r>
                        <a:rPr kumimoji="1" lang="ko-KR" altLang="en-US" sz="9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과검</a:t>
                      </a:r>
                      <a:r>
                        <a:rPr kumimoji="1"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개선 </a:t>
                      </a:r>
                      <a:r>
                        <a:rPr kumimoji="1"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kumimoji="1"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절연 이물 </a:t>
                      </a:r>
                      <a:r>
                        <a:rPr kumimoji="1"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Dark Image </a:t>
                      </a:r>
                      <a:r>
                        <a:rPr kumimoji="1"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검사 제외</a:t>
                      </a:r>
                      <a:r>
                        <a:rPr kumimoji="1"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(2/22)_NG rate 2</a:t>
                      </a:r>
                      <a:r>
                        <a:rPr kumimoji="1"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kumimoji="1"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0.15% </a:t>
                      </a:r>
                      <a:r>
                        <a:rPr kumimoji="1"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 </a:t>
                      </a:r>
                      <a:r>
                        <a:rPr kumimoji="1"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kumimoji="1"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kumimoji="1"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0.08%</a:t>
                      </a:r>
                    </a:p>
                    <a:p>
                      <a:pPr algn="l" fontAlgn="base">
                        <a:defRPr/>
                      </a:pPr>
                      <a:r>
                        <a:rPr kumimoji="1"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Suction Blow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유량 조절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(200L/min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260L/min)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을 통한 부유 이물 개선 모니터링 진행 중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(3/17~)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0675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0.07%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0.03%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12465"/>
                  </a:ext>
                </a:extLst>
              </a:tr>
              <a:tr h="4028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Pitch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보정값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초기화 기능 알고리즘 적용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(~3/20) _</a:t>
                      </a:r>
                      <a:r>
                        <a:rPr kumimoji="1"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NG rate 2</a:t>
                      </a:r>
                      <a:r>
                        <a:rPr kumimoji="1"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kumimoji="1"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0.07% </a:t>
                      </a:r>
                      <a:r>
                        <a:rPr kumimoji="1"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 </a:t>
                      </a:r>
                      <a:r>
                        <a:rPr kumimoji="1"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kumimoji="1"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kumimoji="1"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0.03%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-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음극 적용 아이템 확산 적용 완료 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0675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0.03%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0.02%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7325221"/>
                  </a:ext>
                </a:extLst>
              </a:tr>
              <a:tr h="59163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Pinhole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전극 표면 절연 부유 이물 불량으로 검출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_</a:t>
                      </a:r>
                      <a:r>
                        <a:rPr kumimoji="1"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NG rate 2</a:t>
                      </a:r>
                      <a:r>
                        <a:rPr kumimoji="1"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kumimoji="1"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0.03% </a:t>
                      </a:r>
                      <a:r>
                        <a:rPr kumimoji="1"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 </a:t>
                      </a:r>
                      <a:r>
                        <a:rPr kumimoji="1"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kumimoji="1"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kumimoji="1"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0.02%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- Suction Blow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유량 조절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(200L/min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260L/min)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을 통한 부유 이물 개선 모니터링 진행 중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(3/17~)</a:t>
                      </a:r>
                    </a:p>
                    <a:p>
                      <a:pPr algn="l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-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검사 위치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Tab Guide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및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Guide Roll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이물 정기적 청소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회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/shift)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진행 </a:t>
                      </a:r>
                    </a:p>
                  </a:txBody>
                  <a:tcPr marL="30675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0.02%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0.00%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3994114"/>
                  </a:ext>
                </a:extLst>
              </a:tr>
            </a:tbl>
          </a:graphicData>
        </a:graphic>
      </p:graphicFrame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6CB51EFA-1506-A390-519A-8EBDC6955E5A}"/>
              </a:ext>
            </a:extLst>
          </p:cNvPr>
          <p:cNvGraphicFramePr>
            <a:graphicFrameLocks noGrp="1"/>
          </p:cNvGraphicFramePr>
          <p:nvPr/>
        </p:nvGraphicFramePr>
        <p:xfrm>
          <a:off x="5841953" y="3442546"/>
          <a:ext cx="1241533" cy="223434"/>
        </p:xfrm>
        <a:graphic>
          <a:graphicData uri="http://schemas.openxmlformats.org/drawingml/2006/table">
            <a:tbl>
              <a:tblPr/>
              <a:tblGrid>
                <a:gridCol w="253633">
                  <a:extLst>
                    <a:ext uri="{9D8B030D-6E8A-4147-A177-3AD203B41FA5}">
                      <a16:colId xmlns:a16="http://schemas.microsoft.com/office/drawing/2014/main" val="1782219833"/>
                    </a:ext>
                  </a:extLst>
                </a:gridCol>
                <a:gridCol w="197580">
                  <a:extLst>
                    <a:ext uri="{9D8B030D-6E8A-4147-A177-3AD203B41FA5}">
                      <a16:colId xmlns:a16="http://schemas.microsoft.com/office/drawing/2014/main" val="213658912"/>
                    </a:ext>
                  </a:extLst>
                </a:gridCol>
                <a:gridCol w="197580">
                  <a:extLst>
                    <a:ext uri="{9D8B030D-6E8A-4147-A177-3AD203B41FA5}">
                      <a16:colId xmlns:a16="http://schemas.microsoft.com/office/drawing/2014/main" val="1787867274"/>
                    </a:ext>
                  </a:extLst>
                </a:gridCol>
                <a:gridCol w="197580">
                  <a:extLst>
                    <a:ext uri="{9D8B030D-6E8A-4147-A177-3AD203B41FA5}">
                      <a16:colId xmlns:a16="http://schemas.microsoft.com/office/drawing/2014/main" val="103559054"/>
                    </a:ext>
                  </a:extLst>
                </a:gridCol>
                <a:gridCol w="197580">
                  <a:extLst>
                    <a:ext uri="{9D8B030D-6E8A-4147-A177-3AD203B41FA5}">
                      <a16:colId xmlns:a16="http://schemas.microsoft.com/office/drawing/2014/main" val="756343300"/>
                    </a:ext>
                  </a:extLst>
                </a:gridCol>
                <a:gridCol w="197580">
                  <a:extLst>
                    <a:ext uri="{9D8B030D-6E8A-4147-A177-3AD203B41FA5}">
                      <a16:colId xmlns:a16="http://schemas.microsoft.com/office/drawing/2014/main" val="4264676559"/>
                    </a:ext>
                  </a:extLst>
                </a:gridCol>
              </a:tblGrid>
              <a:tr h="111717">
                <a:tc>
                  <a:txBody>
                    <a:bodyPr/>
                    <a:lstStyle/>
                    <a:p>
                      <a:pPr algn="ctr" fontAlgn="ctr">
                        <a:lnSpc>
                          <a:spcPts val="800"/>
                        </a:lnSpc>
                      </a:pPr>
                      <a:r>
                        <a:rPr lang="ko-KR" altLang="en-US" sz="6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</a:t>
                      </a:r>
                    </a:p>
                  </a:txBody>
                  <a:tcPr marL="8116" marR="8116" marT="8116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800"/>
                        </a:lnSpc>
                      </a:pPr>
                      <a:r>
                        <a:rPr lang="en-US" altLang="ko-KR" sz="6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W10</a:t>
                      </a:r>
                      <a:endParaRPr lang="ko-KR" altLang="en-US" sz="6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116" marR="8116" marT="8116" marB="0" anchor="ctr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800"/>
                        </a:lnSpc>
                      </a:pPr>
                      <a:r>
                        <a:rPr lang="en-US" altLang="ko-KR" sz="6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W11</a:t>
                      </a:r>
                      <a:endParaRPr lang="ko-KR" altLang="en-US" sz="6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116" marR="8116" marT="8116" marB="0" anchor="ctr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800"/>
                        </a:lnSpc>
                      </a:pPr>
                      <a:r>
                        <a:rPr lang="en-US" altLang="ko-KR" sz="6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W12</a:t>
                      </a:r>
                      <a:endParaRPr lang="ko-KR" altLang="en-US" sz="6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116" marR="8116" marT="8116" marB="0" anchor="ctr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800"/>
                        </a:lnSpc>
                      </a:pPr>
                      <a:r>
                        <a:rPr lang="en-US" altLang="ko-KR" sz="6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W13</a:t>
                      </a:r>
                      <a:endParaRPr lang="ko-KR" altLang="en-US" sz="6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116" marR="8116" marT="8116" marB="0" anchor="ctr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800"/>
                        </a:lnSpc>
                      </a:pPr>
                      <a:r>
                        <a:rPr lang="en-US" altLang="ko-KR" sz="6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W14</a:t>
                      </a:r>
                      <a:endParaRPr lang="ko-KR" altLang="en-US" sz="6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116" marR="8116" marT="8116" marB="0" anchor="ctr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0363164"/>
                  </a:ext>
                </a:extLst>
              </a:tr>
              <a:tr h="111717">
                <a:tc>
                  <a:txBody>
                    <a:bodyPr/>
                    <a:lstStyle/>
                    <a:p>
                      <a:pPr algn="ctr" fontAlgn="ctr">
                        <a:lnSpc>
                          <a:spcPts val="800"/>
                        </a:lnSpc>
                      </a:pPr>
                      <a:r>
                        <a:rPr lang="en-US" altLang="ko-KR" sz="6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N&amp;D</a:t>
                      </a:r>
                      <a:endParaRPr lang="ko-KR" altLang="en-US" sz="6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116" marR="8116" marT="8116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800"/>
                        </a:lnSpc>
                      </a:pPr>
                      <a:r>
                        <a:rPr lang="en-US" altLang="ko-KR" sz="6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0.91</a:t>
                      </a:r>
                      <a:endParaRPr lang="ko-KR" altLang="en-US" sz="6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116" marR="8116" marT="8116" marB="0" anchor="ctr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800"/>
                        </a:lnSpc>
                      </a:pPr>
                      <a:r>
                        <a:rPr lang="en-US" altLang="ko-KR" sz="6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0.94</a:t>
                      </a:r>
                      <a:endParaRPr lang="ko-KR" altLang="en-US" sz="6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116" marR="8116" marT="8116" marB="0" anchor="ctr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800"/>
                        </a:lnSpc>
                      </a:pPr>
                      <a:r>
                        <a:rPr lang="en-US" altLang="ko-KR" sz="6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0.54</a:t>
                      </a:r>
                      <a:endParaRPr lang="ko-KR" altLang="en-US" sz="6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116" marR="8116" marT="8116" marB="0" anchor="ctr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800"/>
                        </a:lnSpc>
                      </a:pPr>
                      <a:r>
                        <a:rPr lang="en-US" altLang="ko-KR" sz="6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0.45</a:t>
                      </a:r>
                      <a:endParaRPr lang="ko-KR" altLang="en-US" sz="6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116" marR="8116" marT="8116" marB="0" anchor="ctr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800"/>
                        </a:lnSpc>
                      </a:pPr>
                      <a:r>
                        <a:rPr lang="en-US" altLang="ko-KR" sz="6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0.38</a:t>
                      </a:r>
                    </a:p>
                  </a:txBody>
                  <a:tcPr marL="8116" marR="8116" marT="8116" marB="0" anchor="ctr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9161586"/>
                  </a:ext>
                </a:extLst>
              </a:tr>
            </a:tbl>
          </a:graphicData>
        </a:graphic>
      </p:graphicFrame>
      <p:sp>
        <p:nvSpPr>
          <p:cNvPr id="34" name="직사각형 33">
            <a:extLst>
              <a:ext uri="{FF2B5EF4-FFF2-40B4-BE49-F238E27FC236}">
                <a16:creationId xmlns:a16="http://schemas.microsoft.com/office/drawing/2014/main" id="{55ABF4A2-A940-B83E-AFB9-4E71FE3F461A}"/>
              </a:ext>
            </a:extLst>
          </p:cNvPr>
          <p:cNvSpPr/>
          <p:nvPr/>
        </p:nvSpPr>
        <p:spPr>
          <a:xfrm>
            <a:off x="5841955" y="3327679"/>
            <a:ext cx="750205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*.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분화구 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Trend (%)</a:t>
            </a:r>
            <a:endParaRPr lang="ko-KR" altLang="en-US" sz="800" dirty="0"/>
          </a:p>
        </p:txBody>
      </p:sp>
      <p:sp>
        <p:nvSpPr>
          <p:cNvPr id="35" name="Text Box 118">
            <a:extLst>
              <a:ext uri="{FF2B5EF4-FFF2-40B4-BE49-F238E27FC236}">
                <a16:creationId xmlns:a16="http://schemas.microsoft.com/office/drawing/2014/main" id="{3D8052B6-AB64-D890-6D7F-2B214B0F3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7769" y="2458855"/>
            <a:ext cx="1075615" cy="1325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marL="180000" indent="-180000">
              <a:lnSpc>
                <a:spcPct val="140000"/>
              </a:lnSpc>
              <a:spcBef>
                <a:spcPts val="700"/>
              </a:spcBef>
              <a:spcAft>
                <a:spcPts val="700"/>
              </a:spcAft>
              <a:buFont typeface="Wingdings" pitchFamily="2" charset="2"/>
              <a:buChar char="q"/>
              <a:defRPr kumimoji="1" sz="1300" b="1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  <a:lvl2pPr marL="742950" indent="-285750" eaLnBrk="0" hangingPunct="0">
              <a:defRPr kumimoji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9pPr>
          </a:lstStyle>
          <a:p>
            <a:pPr marL="0" indent="0" fontAlgn="base">
              <a:lnSpc>
                <a:spcPct val="110000"/>
              </a:lnSpc>
              <a:spcBef>
                <a:spcPts val="256"/>
              </a:spcBef>
              <a:buSzPct val="80000"/>
              <a:buNone/>
              <a:tabLst>
                <a:tab pos="73048" algn="l"/>
              </a:tabLst>
              <a:defRPr/>
            </a:pPr>
            <a:r>
              <a:rPr lang="en-US" altLang="ko-KR" sz="831" dirty="0">
                <a:solidFill>
                  <a:srgbClr val="FF0000"/>
                </a:solidFill>
                <a:latin typeface="LG스마트체 Regular" panose="020B0600000101010101" pitchFamily="50" charset="-127"/>
              </a:rPr>
              <a:t>Top </a:t>
            </a:r>
            <a:r>
              <a:rPr lang="ko-KR" altLang="en-US" sz="831" dirty="0">
                <a:solidFill>
                  <a:srgbClr val="FF0000"/>
                </a:solidFill>
                <a:latin typeface="LG스마트체 Regular" panose="020B0600000101010101" pitchFamily="50" charset="-127"/>
              </a:rPr>
              <a:t>배관 변경</a:t>
            </a:r>
            <a:r>
              <a:rPr lang="en-US" altLang="ko-KR" sz="831" dirty="0">
                <a:solidFill>
                  <a:srgbClr val="FF0000"/>
                </a:solidFill>
                <a:latin typeface="LG스마트체 Regular" panose="020B0600000101010101" pitchFamily="50" charset="-127"/>
              </a:rPr>
              <a:t>(</a:t>
            </a:r>
            <a:r>
              <a:rPr lang="ko-KR" altLang="en-US" sz="831" dirty="0">
                <a:solidFill>
                  <a:srgbClr val="FF0000"/>
                </a:solidFill>
                <a:latin typeface="LG스마트체 Regular" panose="020B0600000101010101" pitchFamily="50" charset="-127"/>
              </a:rPr>
              <a:t>낙차 감소</a:t>
            </a:r>
            <a:r>
              <a:rPr lang="en-US" altLang="ko-KR" sz="831" dirty="0">
                <a:solidFill>
                  <a:srgbClr val="FF0000"/>
                </a:solidFill>
                <a:latin typeface="LG스마트체 Regular" panose="020B0600000101010101" pitchFamily="50" charset="-127"/>
              </a:rPr>
              <a:t>)</a:t>
            </a:r>
            <a:endParaRPr lang="ko-KR" altLang="en-US" sz="831" dirty="0">
              <a:solidFill>
                <a:srgbClr val="FF0000"/>
              </a:solidFill>
              <a:latin typeface="LG스마트체 Regular" panose="020B0600000101010101" pitchFamily="50" charset="-127"/>
            </a:endParaRPr>
          </a:p>
        </p:txBody>
      </p:sp>
      <p:sp>
        <p:nvSpPr>
          <p:cNvPr id="41" name="Text Box 118">
            <a:extLst>
              <a:ext uri="{FF2B5EF4-FFF2-40B4-BE49-F238E27FC236}">
                <a16:creationId xmlns:a16="http://schemas.microsoft.com/office/drawing/2014/main" id="{E92734CA-45CE-A3CB-E326-963DE50B6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8860" y="2453764"/>
            <a:ext cx="865622" cy="1325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marL="180000" indent="-180000">
              <a:lnSpc>
                <a:spcPct val="140000"/>
              </a:lnSpc>
              <a:spcBef>
                <a:spcPts val="700"/>
              </a:spcBef>
              <a:spcAft>
                <a:spcPts val="700"/>
              </a:spcAft>
              <a:buFont typeface="Wingdings" pitchFamily="2" charset="2"/>
              <a:buChar char="q"/>
              <a:defRPr kumimoji="1" sz="1300" b="1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  <a:lvl2pPr marL="742950" indent="-285750" eaLnBrk="0" hangingPunct="0">
              <a:defRPr kumimoji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9pPr>
          </a:lstStyle>
          <a:p>
            <a:pPr marL="0" indent="0" fontAlgn="base">
              <a:lnSpc>
                <a:spcPct val="110000"/>
              </a:lnSpc>
              <a:spcBef>
                <a:spcPts val="256"/>
              </a:spcBef>
              <a:buSzPct val="80000"/>
              <a:buNone/>
              <a:tabLst>
                <a:tab pos="73048" algn="l"/>
              </a:tabLst>
              <a:defRPr/>
            </a:pPr>
            <a:r>
              <a:rPr lang="ko-KR" altLang="en-US" sz="831" dirty="0">
                <a:solidFill>
                  <a:srgbClr val="FF0000"/>
                </a:solidFill>
                <a:latin typeface="LG스마트체 Regular" panose="020B0600000101010101" pitchFamily="50" charset="-127"/>
              </a:rPr>
              <a:t>믹서 진공 </a:t>
            </a:r>
            <a:r>
              <a:rPr lang="en-US" altLang="ko-KR" sz="831" dirty="0">
                <a:solidFill>
                  <a:srgbClr val="FF0000"/>
                </a:solidFill>
                <a:latin typeface="LG스마트체 Regular" panose="020B0600000101010101" pitchFamily="50" charset="-127"/>
              </a:rPr>
              <a:t>20</a:t>
            </a:r>
            <a:r>
              <a:rPr lang="ko-KR" altLang="en-US" sz="831" dirty="0">
                <a:solidFill>
                  <a:srgbClr val="FF0000"/>
                </a:solidFill>
                <a:latin typeface="LG스마트체 Regular" panose="020B0600000101010101" pitchFamily="50" charset="-127"/>
              </a:rPr>
              <a:t>분 추가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F3C56E8C-D201-862B-A3C2-E1D0DA3B8D42}"/>
              </a:ext>
            </a:extLst>
          </p:cNvPr>
          <p:cNvGrpSpPr/>
          <p:nvPr/>
        </p:nvGrpSpPr>
        <p:grpSpPr>
          <a:xfrm>
            <a:off x="3450370" y="1295633"/>
            <a:ext cx="133566" cy="1005013"/>
            <a:chOff x="3312912" y="1501496"/>
            <a:chExt cx="182002" cy="1136821"/>
          </a:xfrm>
        </p:grpSpPr>
        <p:sp>
          <p:nvSpPr>
            <p:cNvPr id="43" name="이등변 삼각형 42">
              <a:extLst>
                <a:ext uri="{FF2B5EF4-FFF2-40B4-BE49-F238E27FC236}">
                  <a16:creationId xmlns:a16="http://schemas.microsoft.com/office/drawing/2014/main" id="{0F9899BC-5A3F-9193-499A-FEF23003AB7E}"/>
                </a:ext>
              </a:extLst>
            </p:cNvPr>
            <p:cNvSpPr/>
            <p:nvPr/>
          </p:nvSpPr>
          <p:spPr>
            <a:xfrm rot="5400000">
              <a:off x="3349768" y="1484226"/>
              <a:ext cx="124429" cy="165863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/>
            </a:p>
          </p:txBody>
        </p: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7BCE1FDC-43EB-E826-06E6-2CE183AE4B29}"/>
                </a:ext>
              </a:extLst>
            </p:cNvPr>
            <p:cNvCxnSpPr/>
            <p:nvPr/>
          </p:nvCxnSpPr>
          <p:spPr>
            <a:xfrm>
              <a:off x="3312912" y="1501496"/>
              <a:ext cx="0" cy="113682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D65C87A0-31EA-FA59-5B21-5E00DB6D70C8}"/>
              </a:ext>
            </a:extLst>
          </p:cNvPr>
          <p:cNvGrpSpPr/>
          <p:nvPr/>
        </p:nvGrpSpPr>
        <p:grpSpPr>
          <a:xfrm>
            <a:off x="4895452" y="1300516"/>
            <a:ext cx="126315" cy="1005013"/>
            <a:chOff x="3322792" y="1491049"/>
            <a:chExt cx="172122" cy="1136821"/>
          </a:xfrm>
        </p:grpSpPr>
        <p:sp>
          <p:nvSpPr>
            <p:cNvPr id="47" name="이등변 삼각형 46">
              <a:extLst>
                <a:ext uri="{FF2B5EF4-FFF2-40B4-BE49-F238E27FC236}">
                  <a16:creationId xmlns:a16="http://schemas.microsoft.com/office/drawing/2014/main" id="{11083FC6-A195-9887-6F06-95270F186385}"/>
                </a:ext>
              </a:extLst>
            </p:cNvPr>
            <p:cNvSpPr/>
            <p:nvPr/>
          </p:nvSpPr>
          <p:spPr>
            <a:xfrm rot="5400000">
              <a:off x="3349768" y="1484226"/>
              <a:ext cx="124429" cy="165863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/>
            </a:p>
          </p:txBody>
        </p: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F741BA42-2F15-5280-95DA-E2AB87CB1CB2}"/>
                </a:ext>
              </a:extLst>
            </p:cNvPr>
            <p:cNvCxnSpPr/>
            <p:nvPr/>
          </p:nvCxnSpPr>
          <p:spPr>
            <a:xfrm>
              <a:off x="3322792" y="1491049"/>
              <a:ext cx="0" cy="113682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6" name="차트 55">
            <a:extLst>
              <a:ext uri="{FF2B5EF4-FFF2-40B4-BE49-F238E27FC236}">
                <a16:creationId xmlns:a16="http://schemas.microsoft.com/office/drawing/2014/main" id="{58018A26-2F20-4EED-A455-4B427079E7C5}"/>
              </a:ext>
            </a:extLst>
          </p:cNvPr>
          <p:cNvGraphicFramePr>
            <a:graphicFrameLocks/>
          </p:cNvGraphicFramePr>
          <p:nvPr/>
        </p:nvGraphicFramePr>
        <p:xfrm>
          <a:off x="177970" y="1118281"/>
          <a:ext cx="2632736" cy="13794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9" name="TextBox 58">
            <a:extLst>
              <a:ext uri="{FF2B5EF4-FFF2-40B4-BE49-F238E27FC236}">
                <a16:creationId xmlns:a16="http://schemas.microsoft.com/office/drawing/2014/main" id="{BBB75965-103A-D2DB-B19C-7EB43553E1A7}"/>
              </a:ext>
            </a:extLst>
          </p:cNvPr>
          <p:cNvSpPr txBox="1"/>
          <p:nvPr/>
        </p:nvSpPr>
        <p:spPr>
          <a:xfrm>
            <a:off x="126580" y="2443915"/>
            <a:ext cx="300938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MI</a:t>
            </a:r>
            <a:r>
              <a:rPr lang="ko-KR" altLang="en-US" sz="7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</a:t>
            </a:r>
            <a:r>
              <a:rPr lang="en-US" altLang="ko-KR" sz="7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0.84%</a:t>
            </a:r>
            <a:r>
              <a:rPr lang="ko-KR" altLang="en-US" sz="7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</a:t>
            </a:r>
            <a:r>
              <a:rPr lang="en-US" altLang="ko-KR" sz="7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0.58%</a:t>
            </a:r>
            <a:r>
              <a:rPr lang="ko-KR" altLang="en-US" sz="7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   </a:t>
            </a:r>
            <a:r>
              <a:rPr lang="en-US" altLang="ko-KR" sz="7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0.60%</a:t>
            </a:r>
            <a:r>
              <a:rPr lang="ko-KR" altLang="en-US" sz="7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</a:t>
            </a:r>
            <a:r>
              <a:rPr lang="en-US" altLang="ko-KR" sz="7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0.56%</a:t>
            </a:r>
            <a:endParaRPr lang="ko-KR" altLang="en-US" sz="700" dirty="0">
              <a:solidFill>
                <a:srgbClr val="0066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" name="Action Button: Home 319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B9FBF45A-C907-5147-E747-0180C4AB9C18}"/>
              </a:ext>
            </a:extLst>
          </p:cNvPr>
          <p:cNvSpPr/>
          <p:nvPr/>
        </p:nvSpPr>
        <p:spPr>
          <a:xfrm>
            <a:off x="8823960" y="213360"/>
            <a:ext cx="194370" cy="218970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22041">
              <a:defRPr/>
            </a:pPr>
            <a:endParaRPr lang="en-US" sz="1662" dirty="0">
              <a:solidFill>
                <a:prstClr val="white"/>
              </a:solidFill>
              <a:latin typeface="Malgun Gothic Semilight"/>
              <a:ea typeface="LG스마트체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080055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137">
            <a:extLst>
              <a:ext uri="{FF2B5EF4-FFF2-40B4-BE49-F238E27FC236}">
                <a16:creationId xmlns:a16="http://schemas.microsoft.com/office/drawing/2014/main" id="{DC70A6A5-35D1-48FB-8303-A582758EB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129" y="552841"/>
            <a:ext cx="3925185" cy="251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/>
            </a:pPr>
            <a:r>
              <a:rPr kumimoji="1" lang="en-US" altLang="ko-KR" sz="10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2/1~3/31 </a:t>
            </a:r>
            <a:r>
              <a:rPr kumimoji="1" lang="ko-KR" altLang="en-US" sz="10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양극 롤프레스 호일 검출 횟수 및 단선 횟수</a:t>
            </a:r>
            <a:endParaRPr lang="ko-KR" altLang="en-US" sz="1000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Arial"/>
            </a:endParaRPr>
          </a:p>
        </p:txBody>
      </p:sp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97512164-6703-4333-9713-0B932379C187}"/>
              </a:ext>
            </a:extLst>
          </p:cNvPr>
          <p:cNvGraphicFramePr>
            <a:graphicFrameLocks noGrp="1"/>
          </p:cNvGraphicFramePr>
          <p:nvPr/>
        </p:nvGraphicFramePr>
        <p:xfrm>
          <a:off x="4851293" y="843542"/>
          <a:ext cx="4206011" cy="5714013"/>
        </p:xfrm>
        <a:graphic>
          <a:graphicData uri="http://schemas.openxmlformats.org/drawingml/2006/table">
            <a:tbl>
              <a:tblPr/>
              <a:tblGrid>
                <a:gridCol w="590485">
                  <a:extLst>
                    <a:ext uri="{9D8B030D-6E8A-4147-A177-3AD203B41FA5}">
                      <a16:colId xmlns:a16="http://schemas.microsoft.com/office/drawing/2014/main" val="1539382447"/>
                    </a:ext>
                  </a:extLst>
                </a:gridCol>
                <a:gridCol w="792773">
                  <a:extLst>
                    <a:ext uri="{9D8B030D-6E8A-4147-A177-3AD203B41FA5}">
                      <a16:colId xmlns:a16="http://schemas.microsoft.com/office/drawing/2014/main" val="4199924042"/>
                    </a:ext>
                  </a:extLst>
                </a:gridCol>
                <a:gridCol w="459443">
                  <a:extLst>
                    <a:ext uri="{9D8B030D-6E8A-4147-A177-3AD203B41FA5}">
                      <a16:colId xmlns:a16="http://schemas.microsoft.com/office/drawing/2014/main" val="4263476739"/>
                    </a:ext>
                  </a:extLst>
                </a:gridCol>
                <a:gridCol w="963692">
                  <a:extLst>
                    <a:ext uri="{9D8B030D-6E8A-4147-A177-3AD203B41FA5}">
                      <a16:colId xmlns:a16="http://schemas.microsoft.com/office/drawing/2014/main" val="632808934"/>
                    </a:ext>
                  </a:extLst>
                </a:gridCol>
                <a:gridCol w="764308">
                  <a:extLst>
                    <a:ext uri="{9D8B030D-6E8A-4147-A177-3AD203B41FA5}">
                      <a16:colId xmlns:a16="http://schemas.microsoft.com/office/drawing/2014/main" val="2394630075"/>
                    </a:ext>
                  </a:extLst>
                </a:gridCol>
                <a:gridCol w="635310">
                  <a:extLst>
                    <a:ext uri="{9D8B030D-6E8A-4147-A177-3AD203B41FA5}">
                      <a16:colId xmlns:a16="http://schemas.microsoft.com/office/drawing/2014/main" val="3861367053"/>
                    </a:ext>
                  </a:extLst>
                </a:gridCol>
              </a:tblGrid>
              <a:tr h="16034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Foil Lot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 기기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이미지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크기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mm)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876575"/>
                  </a:ext>
                </a:extLst>
              </a:tr>
              <a:tr h="92561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9CF2L145R1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253209-410-C-R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핀홀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비전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0.12x0.23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핀홀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비전 검출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단선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미발생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9456299"/>
                  </a:ext>
                </a:extLst>
              </a:tr>
              <a:tr h="92561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9CF2L141R1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253209-410-C-R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핀홀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비전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0.18x0.12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핀홀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비전 검출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단선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미발생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6581639"/>
                  </a:ext>
                </a:extLst>
              </a:tr>
              <a:tr h="92561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9CF37112R1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253227-329-C1-N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핀홀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비전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0.41x1.39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핀홀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비전 검출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단선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미발생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→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UAP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이후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핀홀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찢김 발생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9560063"/>
                  </a:ext>
                </a:extLst>
              </a:tr>
              <a:tr h="92561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9CF3D146R1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253210-433-C-N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Dino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0.2x0.2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메인롤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직후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단선 발생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0414365"/>
                  </a:ext>
                </a:extLst>
              </a:tr>
              <a:tr h="92561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9CF3D146R1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253210-433-C-N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Dino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0.26x0.26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메인롤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직후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단선 발생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1934022"/>
                  </a:ext>
                </a:extLst>
              </a:tr>
              <a:tr h="92561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9CF38112R2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253229-339-C-N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Dino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0.22x0.22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메인롤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직후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단선 발생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3182668"/>
                  </a:ext>
                </a:extLst>
              </a:tr>
            </a:tbl>
          </a:graphicData>
        </a:graphic>
      </p:graphicFrame>
      <p:pic>
        <p:nvPicPr>
          <p:cNvPr id="58" name="그림 57">
            <a:extLst>
              <a:ext uri="{FF2B5EF4-FFF2-40B4-BE49-F238E27FC236}">
                <a16:creationId xmlns:a16="http://schemas.microsoft.com/office/drawing/2014/main" id="{32954114-A4F2-4174-B870-FD58325519CB}"/>
              </a:ext>
            </a:extLst>
          </p:cNvPr>
          <p:cNvPicPr>
            <a:picLocks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38583" y="1156239"/>
            <a:ext cx="664615" cy="664615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0FBDA48E-8423-4176-AEE9-3A46DD3F7283}"/>
              </a:ext>
            </a:extLst>
          </p:cNvPr>
          <p:cNvPicPr>
            <a:picLocks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2974" t="34825" r="32974" b="34825"/>
          <a:stretch/>
        </p:blipFill>
        <p:spPr>
          <a:xfrm>
            <a:off x="6829875" y="2073058"/>
            <a:ext cx="664615" cy="664615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D5FD49B5-FC88-4318-8DB5-31CEFB9114B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7113" y="3906691"/>
            <a:ext cx="704977" cy="664615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4598B0DB-F019-4A12-A0A1-1B5B63A96E8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36230" y="4814800"/>
            <a:ext cx="714102" cy="664615"/>
          </a:xfrm>
          <a:prstGeom prst="rect">
            <a:avLst/>
          </a:prstGeom>
        </p:spPr>
      </p:pic>
      <p:pic>
        <p:nvPicPr>
          <p:cNvPr id="67" name="그림 66">
            <a:extLst>
              <a:ext uri="{FF2B5EF4-FFF2-40B4-BE49-F238E27FC236}">
                <a16:creationId xmlns:a16="http://schemas.microsoft.com/office/drawing/2014/main" id="{E98B8218-72C2-425A-98DA-D90D0EF2F13A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5143" y="5731619"/>
            <a:ext cx="742605" cy="664615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15626174-03D5-49BD-860F-BFDC38C23DB0}"/>
              </a:ext>
            </a:extLst>
          </p:cNvPr>
          <p:cNvPicPr>
            <a:picLocks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3714" t="35661" r="33714" b="35661"/>
          <a:stretch/>
        </p:blipFill>
        <p:spPr>
          <a:xfrm>
            <a:off x="6829876" y="2981166"/>
            <a:ext cx="664615" cy="664615"/>
          </a:xfrm>
          <a:prstGeom prst="rect">
            <a:avLst/>
          </a:prstGeom>
        </p:spPr>
      </p:pic>
      <p:sp>
        <p:nvSpPr>
          <p:cNvPr id="71" name="Rectangle 137">
            <a:extLst>
              <a:ext uri="{FF2B5EF4-FFF2-40B4-BE49-F238E27FC236}">
                <a16:creationId xmlns:a16="http://schemas.microsoft.com/office/drawing/2014/main" id="{E0A512B0-3F3F-440F-96E6-97BC35F6E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9457" y="552841"/>
            <a:ext cx="3925185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/>
            </a:pPr>
            <a:r>
              <a:rPr kumimoji="1" lang="en-US" altLang="ko-KR" sz="10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kumimoji="1" lang="ko-KR" altLang="en-US" sz="10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핀홀</a:t>
            </a:r>
            <a:r>
              <a:rPr kumimoji="1" lang="ko-KR" altLang="en-US" sz="10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비전 검사 이미지 및 단선 발생 </a:t>
            </a:r>
            <a:r>
              <a:rPr kumimoji="1" lang="ko-KR" altLang="en-US" sz="10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핀홀</a:t>
            </a:r>
            <a:r>
              <a:rPr kumimoji="1" lang="en-US" altLang="ko-KR" sz="10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kumimoji="1" lang="ko-KR" altLang="en-US" sz="10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이미지</a:t>
            </a:r>
            <a:r>
              <a:rPr kumimoji="1" lang="en-US" altLang="ko-KR" sz="10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(Dino </a:t>
            </a:r>
            <a:r>
              <a:rPr kumimoji="1" lang="ko-KR" altLang="en-US" sz="10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촬영</a:t>
            </a:r>
            <a:r>
              <a:rPr kumimoji="1" lang="en-US" altLang="ko-KR" sz="831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831" dirty="0"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FAF6AB-6068-2855-0DAC-BE8EA72D1E9C}"/>
              </a:ext>
            </a:extLst>
          </p:cNvPr>
          <p:cNvSpPr txBox="1"/>
          <p:nvPr/>
        </p:nvSpPr>
        <p:spPr>
          <a:xfrm>
            <a:off x="193108" y="3279542"/>
            <a:ext cx="4572724" cy="392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kumimoji="1" sz="900" b="1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sz="1000" dirty="0">
                <a:latin typeface="LG스마트체 Regular" panose="020B0600000101010101" pitchFamily="50" charset="-127"/>
              </a:rPr>
              <a:t> 포일 </a:t>
            </a:r>
            <a:r>
              <a:rPr lang="en-US" altLang="ko-KR" sz="1000" dirty="0">
                <a:latin typeface="LG스마트체 Regular" panose="020B0600000101010101" pitchFamily="50" charset="-127"/>
              </a:rPr>
              <a:t>LOT </a:t>
            </a:r>
            <a:r>
              <a:rPr lang="ko-KR" altLang="en-US" sz="1000" dirty="0">
                <a:latin typeface="LG스마트체 Regular" panose="020B0600000101010101" pitchFamily="50" charset="-127"/>
              </a:rPr>
              <a:t>별 </a:t>
            </a:r>
            <a:r>
              <a:rPr lang="ko-KR" altLang="en-US" sz="1000" dirty="0" err="1">
                <a:latin typeface="LG스마트체 Regular" panose="020B0600000101010101" pitchFamily="50" charset="-127"/>
              </a:rPr>
              <a:t>무지부</a:t>
            </a:r>
            <a:r>
              <a:rPr lang="ko-KR" altLang="en-US" sz="1000" dirty="0">
                <a:latin typeface="LG스마트체 Regular" panose="020B0600000101010101" pitchFamily="50" charset="-127"/>
              </a:rPr>
              <a:t> </a:t>
            </a:r>
            <a:r>
              <a:rPr lang="ko-KR" altLang="en-US" sz="1000" dirty="0" err="1">
                <a:latin typeface="LG스마트체 Regular" panose="020B0600000101010101" pitchFamily="50" charset="-127"/>
              </a:rPr>
              <a:t>핀홀</a:t>
            </a:r>
            <a:r>
              <a:rPr lang="ko-KR" altLang="en-US" sz="1000" dirty="0">
                <a:latin typeface="LG스마트체 Regular" panose="020B0600000101010101" pitchFamily="50" charset="-127"/>
              </a:rPr>
              <a:t> 수 </a:t>
            </a:r>
            <a:r>
              <a:rPr lang="en-US" altLang="ko-KR" sz="1000" dirty="0">
                <a:latin typeface="LG스마트체 Regular" panose="020B0600000101010101" pitchFamily="50" charset="-127"/>
              </a:rPr>
              <a:t>vs</a:t>
            </a:r>
            <a:r>
              <a:rPr lang="ko-KR" altLang="en-US" sz="1000" dirty="0">
                <a:latin typeface="LG스마트체 Regular" panose="020B0600000101010101" pitchFamily="50" charset="-127"/>
              </a:rPr>
              <a:t> 롤프레스 단선 상관관계</a:t>
            </a:r>
            <a:endParaRPr lang="en-US" altLang="ko-KR" sz="1000" dirty="0">
              <a:latin typeface="LG스마트체 Regular" panose="020B0600000101010101" pitchFamily="50" charset="-127"/>
            </a:endParaRPr>
          </a:p>
          <a:p>
            <a:pPr>
              <a:buNone/>
            </a:pPr>
            <a:r>
              <a:rPr lang="ko-KR" altLang="en-US" sz="800" dirty="0">
                <a:latin typeface="LG스마트체 Regular" panose="020B0600000101010101" pitchFamily="50" charset="-127"/>
              </a:rPr>
              <a:t>     </a:t>
            </a:r>
            <a:r>
              <a:rPr lang="en-US" altLang="ko-KR" sz="800" dirty="0">
                <a:latin typeface="LG스마트체 Regular" panose="020B0600000101010101" pitchFamily="50" charset="-127"/>
              </a:rPr>
              <a:t>:</a:t>
            </a:r>
            <a:r>
              <a:rPr lang="ko-KR" altLang="en-US" sz="800" b="0" dirty="0" err="1">
                <a:latin typeface="LG스마트체 Regular" panose="020B0600000101010101" pitchFamily="50" charset="-127"/>
              </a:rPr>
              <a:t>무지부</a:t>
            </a:r>
            <a:r>
              <a:rPr lang="ko-KR" altLang="en-US" sz="800" b="0" dirty="0">
                <a:latin typeface="LG스마트체 Regular" panose="020B0600000101010101" pitchFamily="50" charset="-127"/>
              </a:rPr>
              <a:t> </a:t>
            </a:r>
            <a:r>
              <a:rPr lang="ko-KR" altLang="en-US" sz="800" b="0" dirty="0" err="1">
                <a:latin typeface="LG스마트체 Regular" panose="020B0600000101010101" pitchFamily="50" charset="-127"/>
              </a:rPr>
              <a:t>핀홀</a:t>
            </a:r>
            <a:r>
              <a:rPr lang="ko-KR" altLang="en-US" sz="800" b="0" dirty="0">
                <a:latin typeface="LG스마트체 Regular" panose="020B0600000101010101" pitchFamily="50" charset="-127"/>
              </a:rPr>
              <a:t> 개수와 롤프레스 단선 상관성 분석 시 상관 계수 높음</a:t>
            </a:r>
            <a:r>
              <a:rPr lang="en-US" altLang="ko-KR" sz="800" b="0" dirty="0">
                <a:latin typeface="LG스마트체 Regular" panose="020B0600000101010101" pitchFamily="50" charset="-127"/>
              </a:rPr>
              <a:t>(r=0.631)</a:t>
            </a:r>
            <a:endParaRPr lang="ko-KR" altLang="en-US" sz="800" b="0" dirty="0">
              <a:latin typeface="LG스마트체 Regular" panose="020B0600000101010101" pitchFamily="50" charset="-127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FF21488-6015-1037-B8E0-2595C96008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15" y="136416"/>
            <a:ext cx="4118414" cy="2837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3323" tIns="3323" rIns="3323" bIns="3323" anchor="b" anchorCtr="0">
            <a:spAutoFit/>
          </a:bodyPr>
          <a:lstStyle/>
          <a:p>
            <a:r>
              <a:rPr lang="ko-KR" altLang="en-US" sz="1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보조</a:t>
            </a:r>
            <a:r>
              <a:rPr lang="en-US" altLang="ko-KR" sz="1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lang="ko-KR" altLang="en-US" sz="1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포일 </a:t>
            </a:r>
            <a:r>
              <a:rPr lang="ko-KR" altLang="en-US" sz="1800" b="1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핀홀</a:t>
            </a:r>
            <a:r>
              <a:rPr lang="ko-KR" altLang="en-US" sz="1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기인 양극 롤프레스 단선</a:t>
            </a:r>
            <a:r>
              <a:rPr lang="en-US" altLang="ko-KR" sz="1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분석 </a:t>
            </a:r>
          </a:p>
        </p:txBody>
      </p:sp>
      <p:cxnSp>
        <p:nvCxnSpPr>
          <p:cNvPr id="3" name="직선 연결선 125">
            <a:extLst>
              <a:ext uri="{FF2B5EF4-FFF2-40B4-BE49-F238E27FC236}">
                <a16:creationId xmlns:a16="http://schemas.microsoft.com/office/drawing/2014/main" id="{6362CA8A-283F-5F9C-9AAC-A79D1FA6326D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10C008F4-D1B1-F289-1099-03BD73FF2694}"/>
              </a:ext>
            </a:extLst>
          </p:cNvPr>
          <p:cNvGraphicFramePr>
            <a:graphicFrameLocks/>
          </p:cNvGraphicFramePr>
          <p:nvPr/>
        </p:nvGraphicFramePr>
        <p:xfrm>
          <a:off x="77988" y="1374037"/>
          <a:ext cx="4572724" cy="19366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pic>
        <p:nvPicPr>
          <p:cNvPr id="10" name="그림 9">
            <a:extLst>
              <a:ext uri="{FF2B5EF4-FFF2-40B4-BE49-F238E27FC236}">
                <a16:creationId xmlns:a16="http://schemas.microsoft.com/office/drawing/2014/main" id="{020221EA-3FF6-C09D-5500-298CD970F91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8409" y="3727483"/>
            <a:ext cx="4249297" cy="2832865"/>
          </a:xfrm>
          <a:prstGeom prst="rect">
            <a:avLst/>
          </a:prstGeom>
        </p:spPr>
      </p:pic>
      <p:sp>
        <p:nvSpPr>
          <p:cNvPr id="4" name="Action Button: Home 319">
            <a:hlinkClick r:id="rId11" action="ppaction://hlinksldjump" highlightClick="1"/>
            <a:extLst>
              <a:ext uri="{FF2B5EF4-FFF2-40B4-BE49-F238E27FC236}">
                <a16:creationId xmlns:a16="http://schemas.microsoft.com/office/drawing/2014/main" id="{9FD630C6-6651-5C17-E7E2-C587D206B163}"/>
              </a:ext>
            </a:extLst>
          </p:cNvPr>
          <p:cNvSpPr/>
          <p:nvPr/>
        </p:nvSpPr>
        <p:spPr>
          <a:xfrm>
            <a:off x="8823960" y="213360"/>
            <a:ext cx="194370" cy="218970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22041">
              <a:defRPr/>
            </a:pPr>
            <a:endParaRPr lang="en-US" sz="1662" dirty="0">
              <a:solidFill>
                <a:prstClr val="white"/>
              </a:solidFill>
              <a:latin typeface="Malgun Gothic Semilight"/>
              <a:ea typeface="LG스마트체 Regular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CECEE6C2-13A7-49C1-558B-9DBE79F688F6}"/>
              </a:ext>
            </a:extLst>
          </p:cNvPr>
          <p:cNvGraphicFramePr>
            <a:graphicFrameLocks noGrp="1"/>
          </p:cNvGraphicFramePr>
          <p:nvPr/>
        </p:nvGraphicFramePr>
        <p:xfrm>
          <a:off x="1616753" y="1091996"/>
          <a:ext cx="900000" cy="262890"/>
        </p:xfrm>
        <a:graphic>
          <a:graphicData uri="http://schemas.openxmlformats.org/drawingml/2006/table">
            <a:tbl>
              <a:tblPr/>
              <a:tblGrid>
                <a:gridCol w="252000">
                  <a:extLst>
                    <a:ext uri="{9D8B030D-6E8A-4147-A177-3AD203B41FA5}">
                      <a16:colId xmlns:a16="http://schemas.microsoft.com/office/drawing/2014/main" val="1020610280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255187236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586721619"/>
                    </a:ext>
                  </a:extLst>
                </a:gridCol>
              </a:tblGrid>
              <a:tr h="12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2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3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3176500"/>
                  </a:ext>
                </a:extLst>
              </a:tr>
              <a:tr h="12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합계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0.7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0.9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0421681"/>
                  </a:ext>
                </a:extLst>
              </a:tr>
            </a:tbl>
          </a:graphicData>
        </a:graphic>
      </p:graphicFrame>
      <p:sp>
        <p:nvSpPr>
          <p:cNvPr id="26" name="Rectangle 137">
            <a:extLst>
              <a:ext uri="{FF2B5EF4-FFF2-40B4-BE49-F238E27FC236}">
                <a16:creationId xmlns:a16="http://schemas.microsoft.com/office/drawing/2014/main" id="{81663F01-B37B-EAFC-8F50-FC6B9A3FB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9723" y="930628"/>
            <a:ext cx="1231029" cy="1270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■ </a:t>
            </a:r>
            <a:r>
              <a:rPr lang="ko-KR" altLang="en-US" sz="800" dirty="0" err="1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핀홀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검출 횟수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/10km</a:t>
            </a:r>
            <a:endParaRPr lang="ko-KR" altLang="en-US" sz="800" dirty="0"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E7BA2CEE-B95D-FED7-6260-74500ACDC012}"/>
              </a:ext>
            </a:extLst>
          </p:cNvPr>
          <p:cNvGraphicFramePr>
            <a:graphicFrameLocks noGrp="1"/>
          </p:cNvGraphicFramePr>
          <p:nvPr/>
        </p:nvGraphicFramePr>
        <p:xfrm>
          <a:off x="264706" y="1091996"/>
          <a:ext cx="1224000" cy="262890"/>
        </p:xfrm>
        <a:graphic>
          <a:graphicData uri="http://schemas.openxmlformats.org/drawingml/2006/table">
            <a:tbl>
              <a:tblPr/>
              <a:tblGrid>
                <a:gridCol w="252000">
                  <a:extLst>
                    <a:ext uri="{9D8B030D-6E8A-4147-A177-3AD203B41FA5}">
                      <a16:colId xmlns:a16="http://schemas.microsoft.com/office/drawing/2014/main" val="1020610280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778030293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255187236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586721619"/>
                    </a:ext>
                  </a:extLst>
                </a:gridCol>
              </a:tblGrid>
              <a:tr h="12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1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2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3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3176500"/>
                  </a:ext>
                </a:extLst>
              </a:tr>
              <a:tr h="12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합계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0.5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0.6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1.7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0421681"/>
                  </a:ext>
                </a:extLst>
              </a:tr>
            </a:tbl>
          </a:graphicData>
        </a:graphic>
      </p:graphicFrame>
      <p:sp>
        <p:nvSpPr>
          <p:cNvPr id="28" name="Rectangle 137">
            <a:extLst>
              <a:ext uri="{FF2B5EF4-FFF2-40B4-BE49-F238E27FC236}">
                <a16:creationId xmlns:a16="http://schemas.microsoft.com/office/drawing/2014/main" id="{F5C89438-81BE-7BE7-C72D-DB42F6472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77" y="930628"/>
            <a:ext cx="856550" cy="1270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■ 단선 횟수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/10km</a:t>
            </a:r>
            <a:endParaRPr lang="ko-KR" altLang="en-US" sz="800" dirty="0"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BA48168-E38A-22CA-6FBE-B40129CD9AE2}"/>
              </a:ext>
            </a:extLst>
          </p:cNvPr>
          <p:cNvSpPr txBox="1"/>
          <p:nvPr/>
        </p:nvSpPr>
        <p:spPr>
          <a:xfrm>
            <a:off x="230909" y="1339271"/>
            <a:ext cx="2586182" cy="2216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MI</a:t>
            </a:r>
            <a:r>
              <a:rPr lang="ko-KR" altLang="en-US" sz="8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              </a:t>
            </a:r>
            <a:r>
              <a:rPr lang="en-US" altLang="ko-KR" sz="8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0.8</a:t>
            </a:r>
            <a:r>
              <a:rPr lang="ko-KR" altLang="en-US" sz="8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회                              </a:t>
            </a:r>
            <a:r>
              <a:rPr lang="en-US" altLang="ko-KR" sz="8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</a:t>
            </a:r>
            <a:r>
              <a:rPr lang="ko-KR" altLang="en-US" sz="8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회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2300DE-FE36-4319-9CF7-B31F75AEC659}"/>
              </a:ext>
            </a:extLst>
          </p:cNvPr>
          <p:cNvSpPr txBox="1"/>
          <p:nvPr/>
        </p:nvSpPr>
        <p:spPr>
          <a:xfrm>
            <a:off x="2419927" y="1200729"/>
            <a:ext cx="22074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＊폐기 및 재 연결 </a:t>
            </a:r>
            <a:r>
              <a:rPr lang="en-US" altLang="ko-KR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Loss: 0.11%(3</a:t>
            </a:r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</a:t>
            </a:r>
            <a:r>
              <a:rPr lang="en-US" altLang="ko-KR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sz="8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001346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그림 106">
            <a:extLst>
              <a:ext uri="{FF2B5EF4-FFF2-40B4-BE49-F238E27FC236}">
                <a16:creationId xmlns:a16="http://schemas.microsoft.com/office/drawing/2014/main" id="{638DABDC-18BB-01F1-14EC-6F75BFDA801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2488" y="2898952"/>
            <a:ext cx="1362396" cy="1132999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0FF21488-6015-1037-B8E0-2595C96008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15" y="136416"/>
            <a:ext cx="5440891" cy="2837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3323" tIns="3323" rIns="3323" bIns="3323" anchor="b" anchorCtr="0">
            <a:spAutoFit/>
          </a:bodyPr>
          <a:lstStyle/>
          <a:p>
            <a:r>
              <a:rPr lang="ko-KR" altLang="en-US" sz="1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보조</a:t>
            </a:r>
            <a:r>
              <a:rPr lang="en-US" altLang="ko-KR" sz="1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lang="ko-KR" altLang="en-US" sz="1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롤프레스 </a:t>
            </a:r>
            <a:r>
              <a:rPr lang="ko-KR" altLang="en-US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테이프 부착 방법 변경을 통한 </a:t>
            </a:r>
            <a:r>
              <a:rPr lang="en-US" altLang="ko-KR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N&amp;D </a:t>
            </a:r>
            <a:r>
              <a:rPr lang="ko-KR" altLang="en-US" sz="1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단선 개선</a:t>
            </a:r>
            <a:r>
              <a:rPr lang="en-US" altLang="ko-KR" sz="1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</a:t>
            </a:r>
            <a:endParaRPr lang="ko-KR" altLang="en-US" sz="18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" name="직선 연결선 125">
            <a:extLst>
              <a:ext uri="{FF2B5EF4-FFF2-40B4-BE49-F238E27FC236}">
                <a16:creationId xmlns:a16="http://schemas.microsoft.com/office/drawing/2014/main" id="{6362CA8A-283F-5F9C-9AAC-A79D1FA6326D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0241EB7-0AEA-53C7-F916-0E1304B475A6}"/>
              </a:ext>
            </a:extLst>
          </p:cNvPr>
          <p:cNvSpPr txBox="1"/>
          <p:nvPr/>
        </p:nvSpPr>
        <p:spPr>
          <a:xfrm>
            <a:off x="154635" y="633792"/>
            <a:ext cx="8434983" cy="285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89628"/>
            <a:r>
              <a:rPr lang="en-US" altLang="ko-KR" sz="1258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R/W Prep </a:t>
            </a:r>
            <a:r>
              <a:rPr lang="ko-KR" altLang="en-US" sz="1258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작업 시 </a:t>
            </a:r>
            <a:r>
              <a:rPr lang="en-US" altLang="ko-KR" sz="1258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Differential Tape</a:t>
            </a:r>
            <a:r>
              <a:rPr lang="ko-KR" altLang="en-US" sz="1258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적용 및 작업 방법 보완을 통하여 전극 안쪽 양면 테이프 노출로 인한 단선 개선을 하였습니다</a:t>
            </a:r>
            <a:endParaRPr lang="en-US" altLang="ko-KR" sz="1258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9B79AED-72A6-8EF5-7576-DD9E1DEE1D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714" y="1415106"/>
            <a:ext cx="4034288" cy="4764511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defTabSz="719333" fontAlgn="base" latinLnBrk="1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ko-KR" sz="1573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4D8DA61-255E-FBA3-9338-F2700E129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7272" y="1416999"/>
            <a:ext cx="3999016" cy="4769246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defTabSz="719333" fontAlgn="base" latinLnBrk="1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ko-KR" sz="1573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" name="직사각형 27">
            <a:extLst>
              <a:ext uri="{FF2B5EF4-FFF2-40B4-BE49-F238E27FC236}">
                <a16:creationId xmlns:a16="http://schemas.microsoft.com/office/drawing/2014/main" id="{4A9A817A-C755-7845-892B-4ADB2F3F3805}"/>
              </a:ext>
            </a:extLst>
          </p:cNvPr>
          <p:cNvSpPr/>
          <p:nvPr/>
        </p:nvSpPr>
        <p:spPr>
          <a:xfrm>
            <a:off x="1728166" y="1274272"/>
            <a:ext cx="1653383" cy="2524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3314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193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As-was</a:t>
            </a:r>
          </a:p>
        </p:txBody>
      </p:sp>
      <p:sp>
        <p:nvSpPr>
          <p:cNvPr id="15" name="직사각형 27">
            <a:extLst>
              <a:ext uri="{FF2B5EF4-FFF2-40B4-BE49-F238E27FC236}">
                <a16:creationId xmlns:a16="http://schemas.microsoft.com/office/drawing/2014/main" id="{11D6E113-8EFD-9125-3143-0591F241DEAC}"/>
              </a:ext>
            </a:extLst>
          </p:cNvPr>
          <p:cNvSpPr/>
          <p:nvPr/>
        </p:nvSpPr>
        <p:spPr>
          <a:xfrm>
            <a:off x="5780087" y="1274272"/>
            <a:ext cx="1653383" cy="2524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3314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193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As-is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1BECA8-2C9C-D2D7-2F99-76871569B5A1}"/>
              </a:ext>
            </a:extLst>
          </p:cNvPr>
          <p:cNvSpPr txBox="1"/>
          <p:nvPr/>
        </p:nvSpPr>
        <p:spPr>
          <a:xfrm>
            <a:off x="488056" y="1587575"/>
            <a:ext cx="4119215" cy="1771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39500"/>
            <a:r>
              <a:rPr lang="en-US" altLang="ko-KR" sz="969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[</a:t>
            </a:r>
            <a:r>
              <a:rPr lang="ko-KR" altLang="en-US" sz="969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현 상</a:t>
            </a:r>
            <a:r>
              <a:rPr lang="en-US" altLang="ko-KR" sz="969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]</a:t>
            </a:r>
          </a:p>
          <a:p>
            <a:pPr defTabSz="539500"/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MI </a:t>
            </a:r>
            <a:r>
              <a:rPr lang="ko-KR" altLang="en-US" sz="10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레슨런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항목으로 전극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재료 진행 중 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R/W Cutting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후 전극 꼬리 기인 </a:t>
            </a:r>
            <a:endParaRPr lang="en-US" altLang="ko-KR" sz="1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539500"/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ko-KR" altLang="en-US" sz="10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권취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전극 크랙 및 단선 발생 인지하여 초기 세팅 시 꼬리길이를 최소화 하여 </a:t>
            </a:r>
            <a:endParaRPr lang="en-US" altLang="ko-KR" sz="1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539500"/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세팅함</a:t>
            </a:r>
            <a:endParaRPr lang="en-US" altLang="ko-KR" sz="1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539500"/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-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양면 테이프가 노출 되어 보빈 안쪽 위치 전극이 손상 되는 현상이 있어 개선  </a:t>
            </a:r>
            <a:endParaRPr lang="en-US" altLang="ko-KR" sz="1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539500"/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안으로 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differential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테이프로 변경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(1pc)</a:t>
            </a:r>
          </a:p>
          <a:p>
            <a:pPr defTabSz="539500"/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-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접착력이 낮아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(15gf)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보빈 안쪽 전극 주행 시 전극이 테이프와 탈락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되는 </a:t>
            </a:r>
            <a:endParaRPr lang="en-US" altLang="ko-KR" sz="1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539500"/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현상 발생됨  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endParaRPr lang="en-US" altLang="ko-KR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539500"/>
            <a:br>
              <a:rPr lang="en-US" altLang="ko-KR" sz="932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endParaRPr lang="en-US" altLang="ko-KR" sz="932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389628">
              <a:lnSpc>
                <a:spcPct val="130000"/>
              </a:lnSpc>
            </a:pPr>
            <a:endParaRPr lang="ko-KR" altLang="en-US" sz="932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443865-5049-F4ED-F6F2-454D3D8EC56D}"/>
              </a:ext>
            </a:extLst>
          </p:cNvPr>
          <p:cNvSpPr txBox="1"/>
          <p:nvPr/>
        </p:nvSpPr>
        <p:spPr>
          <a:xfrm>
            <a:off x="4537396" y="1574278"/>
            <a:ext cx="4119215" cy="116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39500"/>
            <a:r>
              <a:rPr lang="en-US" altLang="ko-KR" sz="969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[</a:t>
            </a:r>
            <a:r>
              <a:rPr lang="ko-KR" altLang="en-US" sz="969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개선 사항</a:t>
            </a:r>
            <a:r>
              <a:rPr lang="en-US" altLang="ko-KR" sz="969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]</a:t>
            </a:r>
          </a:p>
          <a:p>
            <a:pPr defTabSz="539500"/>
            <a:r>
              <a:rPr lang="ko-KR" altLang="en-US" sz="932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differential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테이프 부착 방법 개선을 통한 전극 탈락 개선   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endParaRPr lang="en-US" altLang="ko-KR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539500"/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 </a:t>
            </a:r>
          </a:p>
          <a:p>
            <a:pPr defTabSz="539500"/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  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-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기존 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: Differential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테이프 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1pc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부착</a:t>
            </a:r>
            <a:endParaRPr lang="en-US" altLang="ko-KR" sz="1000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defTabSz="539500"/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  -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변경 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: Differential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테이프 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1pc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부착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+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부착 위치 정합화</a:t>
            </a:r>
            <a:endParaRPr lang="ko-KR" altLang="en-US" sz="1000" b="1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539500"/>
            <a:endParaRPr lang="en-US" altLang="ko-KR" sz="932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389628">
              <a:lnSpc>
                <a:spcPct val="130000"/>
              </a:lnSpc>
            </a:pPr>
            <a:endParaRPr lang="ko-KR" altLang="en-US" sz="932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F4BFB04-9675-EAE3-F11B-352EC868DD17}"/>
              </a:ext>
            </a:extLst>
          </p:cNvPr>
          <p:cNvSpPr/>
          <p:nvPr/>
        </p:nvSpPr>
        <p:spPr>
          <a:xfrm>
            <a:off x="803296" y="4703049"/>
            <a:ext cx="1448311" cy="118442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B8A3227-3373-9869-DFF2-031EF37DEDC3}"/>
              </a:ext>
            </a:extLst>
          </p:cNvPr>
          <p:cNvSpPr/>
          <p:nvPr/>
        </p:nvSpPr>
        <p:spPr>
          <a:xfrm>
            <a:off x="2853025" y="4703049"/>
            <a:ext cx="1448311" cy="118442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62DD65-C83F-C0D2-FC39-ABFB2B5127C6}"/>
              </a:ext>
            </a:extLst>
          </p:cNvPr>
          <p:cNvSpPr txBox="1"/>
          <p:nvPr/>
        </p:nvSpPr>
        <p:spPr>
          <a:xfrm>
            <a:off x="1072204" y="5863619"/>
            <a:ext cx="938808" cy="249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89628">
              <a:lnSpc>
                <a:spcPct val="150000"/>
              </a:lnSpc>
            </a:pPr>
            <a:r>
              <a:rPr lang="en-US" altLang="ko-KR" sz="766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766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기존</a:t>
            </a:r>
            <a:r>
              <a:rPr lang="en-US" altLang="ko-KR" sz="766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Prep </a:t>
            </a:r>
            <a:r>
              <a:rPr lang="ko-KR" altLang="en-US" sz="766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방법</a:t>
            </a:r>
            <a:r>
              <a:rPr lang="en-US" altLang="ko-KR" sz="766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49F12F-861B-21CA-D78A-BD6CDEC31735}"/>
              </a:ext>
            </a:extLst>
          </p:cNvPr>
          <p:cNvSpPr txBox="1"/>
          <p:nvPr/>
        </p:nvSpPr>
        <p:spPr>
          <a:xfrm>
            <a:off x="3029878" y="5851345"/>
            <a:ext cx="1167131" cy="249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89628">
              <a:lnSpc>
                <a:spcPct val="150000"/>
              </a:lnSpc>
            </a:pPr>
            <a:r>
              <a:rPr lang="en-US" altLang="ko-KR" sz="766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766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전극과 테이프 탈락 현상</a:t>
            </a:r>
            <a:r>
              <a:rPr lang="en-US" altLang="ko-KR" sz="766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5D3698-B786-2F46-51D4-69301F90EF6A}"/>
              </a:ext>
            </a:extLst>
          </p:cNvPr>
          <p:cNvSpPr/>
          <p:nvPr/>
        </p:nvSpPr>
        <p:spPr>
          <a:xfrm>
            <a:off x="4906333" y="2861655"/>
            <a:ext cx="1448311" cy="118442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6D674A-D34C-4D51-E6F8-AAA7AA5E35F7}"/>
              </a:ext>
            </a:extLst>
          </p:cNvPr>
          <p:cNvSpPr txBox="1"/>
          <p:nvPr/>
        </p:nvSpPr>
        <p:spPr>
          <a:xfrm>
            <a:off x="5175241" y="4069850"/>
            <a:ext cx="938808" cy="249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89628">
              <a:lnSpc>
                <a:spcPct val="150000"/>
              </a:lnSpc>
            </a:pPr>
            <a:r>
              <a:rPr lang="en-US" altLang="ko-KR" sz="766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766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개선 </a:t>
            </a:r>
            <a:r>
              <a:rPr lang="en-US" altLang="ko-KR" sz="766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Prep </a:t>
            </a:r>
            <a:r>
              <a:rPr lang="ko-KR" altLang="en-US" sz="766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방법</a:t>
            </a:r>
            <a:r>
              <a:rPr lang="en-US" altLang="ko-KR" sz="766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BF0B369B-D94E-B24B-B38D-AF0A90F42DF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583254" y="2882303"/>
            <a:ext cx="1263706" cy="1057239"/>
          </a:xfrm>
          <a:prstGeom prst="rect">
            <a:avLst/>
          </a:prstGeom>
          <a:ln w="3175">
            <a:solidFill>
              <a:srgbClr val="C00000"/>
            </a:solidFill>
            <a:prstDash val="sysDash"/>
          </a:ln>
        </p:spPr>
      </p:pic>
      <p:sp>
        <p:nvSpPr>
          <p:cNvPr id="28" name="타원 27">
            <a:extLst>
              <a:ext uri="{FF2B5EF4-FFF2-40B4-BE49-F238E27FC236}">
                <a16:creationId xmlns:a16="http://schemas.microsoft.com/office/drawing/2014/main" id="{37435399-0CFD-AE72-889D-4459C5C875D4}"/>
              </a:ext>
            </a:extLst>
          </p:cNvPr>
          <p:cNvSpPr/>
          <p:nvPr/>
        </p:nvSpPr>
        <p:spPr>
          <a:xfrm>
            <a:off x="656398" y="2982539"/>
            <a:ext cx="875503" cy="521638"/>
          </a:xfrm>
          <a:prstGeom prst="ellipse">
            <a:avLst/>
          </a:prstGeom>
          <a:noFill/>
          <a:ln w="31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2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1517BA-EA6C-6123-86ED-A63AE9706077}"/>
              </a:ext>
            </a:extLst>
          </p:cNvPr>
          <p:cNvSpPr txBox="1"/>
          <p:nvPr/>
        </p:nvSpPr>
        <p:spPr>
          <a:xfrm>
            <a:off x="557339" y="3896163"/>
            <a:ext cx="1203951" cy="249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89628">
              <a:lnSpc>
                <a:spcPct val="150000"/>
              </a:lnSpc>
            </a:pPr>
            <a:r>
              <a:rPr lang="en-US" altLang="ko-KR" sz="766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[R/W Cutting </a:t>
            </a:r>
            <a:r>
              <a:rPr lang="ko-KR" altLang="en-US" sz="766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후 전극 꼬리</a:t>
            </a:r>
            <a:r>
              <a:rPr lang="en-US" altLang="ko-KR" sz="766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7634BED2-F826-F7FF-4D6D-A94B9A7244F0}"/>
              </a:ext>
            </a:extLst>
          </p:cNvPr>
          <p:cNvCxnSpPr/>
          <p:nvPr/>
        </p:nvCxnSpPr>
        <p:spPr>
          <a:xfrm>
            <a:off x="656650" y="4234470"/>
            <a:ext cx="371283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B85453E-D980-2309-232E-2F355E6C5D1A}"/>
              </a:ext>
            </a:extLst>
          </p:cNvPr>
          <p:cNvSpPr/>
          <p:nvPr/>
        </p:nvSpPr>
        <p:spPr>
          <a:xfrm>
            <a:off x="1923887" y="2878212"/>
            <a:ext cx="1264205" cy="104941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C498D50-4B0B-EC9C-A3F9-96EC73E34DAB}"/>
              </a:ext>
            </a:extLst>
          </p:cNvPr>
          <p:cNvSpPr txBox="1"/>
          <p:nvPr/>
        </p:nvSpPr>
        <p:spPr>
          <a:xfrm>
            <a:off x="1932009" y="3877752"/>
            <a:ext cx="1234638" cy="249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89628">
              <a:lnSpc>
                <a:spcPct val="150000"/>
              </a:lnSpc>
            </a:pPr>
            <a:r>
              <a:rPr lang="en-US" altLang="ko-KR" sz="766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[R/W </a:t>
            </a:r>
            <a:r>
              <a:rPr lang="ko-KR" altLang="en-US" sz="766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꼬리 길이 최소화 세팅</a:t>
            </a:r>
            <a:r>
              <a:rPr lang="en-US" altLang="ko-KR" sz="766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09D2FEA-139B-69C7-38AF-CC65EE9C9C05}"/>
              </a:ext>
            </a:extLst>
          </p:cNvPr>
          <p:cNvSpPr/>
          <p:nvPr/>
        </p:nvSpPr>
        <p:spPr>
          <a:xfrm>
            <a:off x="3273947" y="2878212"/>
            <a:ext cx="1264205" cy="104941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C140B7-CB16-3A1F-46AF-AC2F13EBBB91}"/>
              </a:ext>
            </a:extLst>
          </p:cNvPr>
          <p:cNvSpPr txBox="1"/>
          <p:nvPr/>
        </p:nvSpPr>
        <p:spPr>
          <a:xfrm>
            <a:off x="3230669" y="3886638"/>
            <a:ext cx="1388956" cy="249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89628">
              <a:lnSpc>
                <a:spcPct val="150000"/>
              </a:lnSpc>
            </a:pPr>
            <a:r>
              <a:rPr lang="en-US" altLang="ko-KR" sz="766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766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양면 테이프 노출로 인한 손상</a:t>
            </a:r>
            <a:r>
              <a:rPr lang="en-US" altLang="ko-KR" sz="766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</a:p>
        </p:txBody>
      </p:sp>
      <p:sp>
        <p:nvSpPr>
          <p:cNvPr id="38" name="화살표: 아래쪽 37">
            <a:extLst>
              <a:ext uri="{FF2B5EF4-FFF2-40B4-BE49-F238E27FC236}">
                <a16:creationId xmlns:a16="http://schemas.microsoft.com/office/drawing/2014/main" id="{C792290E-79F4-ED1D-2D69-831915B91ACF}"/>
              </a:ext>
            </a:extLst>
          </p:cNvPr>
          <p:cNvSpPr/>
          <p:nvPr/>
        </p:nvSpPr>
        <p:spPr>
          <a:xfrm>
            <a:off x="2000250" y="4362450"/>
            <a:ext cx="990600" cy="238125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B4F26F6-0C20-68CD-7AC9-4CBE5039702B}"/>
              </a:ext>
            </a:extLst>
          </p:cNvPr>
          <p:cNvSpPr txBox="1"/>
          <p:nvPr/>
        </p:nvSpPr>
        <p:spPr>
          <a:xfrm>
            <a:off x="2714625" y="4267200"/>
            <a:ext cx="1419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Differential Tape </a:t>
            </a:r>
            <a:r>
              <a:rPr lang="ko-KR" altLang="en-US" sz="1000" dirty="0"/>
              <a:t>적용</a:t>
            </a: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8ED789FD-FEC4-49A6-7F6E-14E58C6AAA6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7567" y="2885770"/>
            <a:ext cx="1233784" cy="1029005"/>
          </a:xfrm>
          <a:prstGeom prst="rect">
            <a:avLst/>
          </a:prstGeom>
        </p:spPr>
      </p:pic>
      <p:sp>
        <p:nvSpPr>
          <p:cNvPr id="42" name="타원 41">
            <a:extLst>
              <a:ext uri="{FF2B5EF4-FFF2-40B4-BE49-F238E27FC236}">
                <a16:creationId xmlns:a16="http://schemas.microsoft.com/office/drawing/2014/main" id="{3745A3A6-7C48-43AD-5EE1-6F7A2E0C6711}"/>
              </a:ext>
            </a:extLst>
          </p:cNvPr>
          <p:cNvSpPr/>
          <p:nvPr/>
        </p:nvSpPr>
        <p:spPr>
          <a:xfrm rot="18696127">
            <a:off x="1891728" y="3239732"/>
            <a:ext cx="875503" cy="325914"/>
          </a:xfrm>
          <a:prstGeom prst="ellipse">
            <a:avLst/>
          </a:prstGeom>
          <a:noFill/>
          <a:ln w="31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2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6F91A60B-0CE5-8B47-F506-A6048FEFD63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76550" y="4728926"/>
            <a:ext cx="1409700" cy="1147999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3A9A2C88-C373-936C-8AD2-7B61A48F4490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98972" y="2905124"/>
            <a:ext cx="1215878" cy="1019175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78F18238-50E8-DEFE-8DCA-3D521508DA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96100" y="2981257"/>
            <a:ext cx="1009650" cy="971686"/>
          </a:xfrm>
          <a:prstGeom prst="rect">
            <a:avLst/>
          </a:prstGeom>
        </p:spPr>
      </p:pic>
      <p:sp>
        <p:nvSpPr>
          <p:cNvPr id="73" name="직사각형 72">
            <a:extLst>
              <a:ext uri="{FF2B5EF4-FFF2-40B4-BE49-F238E27FC236}">
                <a16:creationId xmlns:a16="http://schemas.microsoft.com/office/drawing/2014/main" id="{8906FA19-AEE8-6A81-A438-6F1DB5890C3E}"/>
              </a:ext>
            </a:extLst>
          </p:cNvPr>
          <p:cNvSpPr/>
          <p:nvPr/>
        </p:nvSpPr>
        <p:spPr>
          <a:xfrm>
            <a:off x="6830383" y="2861655"/>
            <a:ext cx="1448311" cy="118442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B74E23AB-2F7B-4252-10FD-19844A5FB574}"/>
              </a:ext>
            </a:extLst>
          </p:cNvPr>
          <p:cNvSpPr/>
          <p:nvPr/>
        </p:nvSpPr>
        <p:spPr>
          <a:xfrm>
            <a:off x="5739547" y="3401511"/>
            <a:ext cx="381000" cy="323850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41231D82-15F3-B3F3-762B-5ADB8E9F91E0}"/>
              </a:ext>
            </a:extLst>
          </p:cNvPr>
          <p:cNvCxnSpPr>
            <a:cxnSpLocks/>
          </p:cNvCxnSpPr>
          <p:nvPr/>
        </p:nvCxnSpPr>
        <p:spPr>
          <a:xfrm flipV="1">
            <a:off x="5958942" y="2867025"/>
            <a:ext cx="880008" cy="5144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DF47E69F-68F4-9E46-5703-2B998593D8C6}"/>
              </a:ext>
            </a:extLst>
          </p:cNvPr>
          <p:cNvCxnSpPr>
            <a:cxnSpLocks/>
            <a:stCxn id="74" idx="4"/>
          </p:cNvCxnSpPr>
          <p:nvPr/>
        </p:nvCxnSpPr>
        <p:spPr>
          <a:xfrm>
            <a:off x="5930047" y="3725361"/>
            <a:ext cx="899378" cy="3037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9CC2CD6B-6BA2-5D45-9651-803433A6B1B6}"/>
              </a:ext>
            </a:extLst>
          </p:cNvPr>
          <p:cNvSpPr txBox="1"/>
          <p:nvPr/>
        </p:nvSpPr>
        <p:spPr>
          <a:xfrm>
            <a:off x="7202594" y="3677088"/>
            <a:ext cx="1388956" cy="249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89628">
              <a:lnSpc>
                <a:spcPct val="150000"/>
              </a:lnSpc>
            </a:pPr>
            <a:r>
              <a:rPr lang="en-US" altLang="ko-KR" sz="766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PET</a:t>
            </a:r>
            <a:r>
              <a:rPr lang="ko-KR" altLang="en-US" sz="766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와 </a:t>
            </a:r>
            <a:r>
              <a:rPr lang="en-US" altLang="ko-KR" sz="766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Tape </a:t>
            </a:r>
            <a:r>
              <a:rPr lang="ko-KR" altLang="en-US" sz="766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사이 갭 제거</a:t>
            </a:r>
            <a:endParaRPr lang="en-US" altLang="ko-KR" sz="766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661CB62-0DAE-4DFF-6F3B-EB7A63E2ABF7}"/>
              </a:ext>
            </a:extLst>
          </p:cNvPr>
          <p:cNvSpPr txBox="1"/>
          <p:nvPr/>
        </p:nvSpPr>
        <p:spPr>
          <a:xfrm>
            <a:off x="944669" y="5990464"/>
            <a:ext cx="1388956" cy="249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89628">
              <a:lnSpc>
                <a:spcPct val="150000"/>
              </a:lnSpc>
            </a:pPr>
            <a:r>
              <a:rPr lang="ko-KR" altLang="en-US" sz="766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＊</a:t>
            </a:r>
            <a:r>
              <a:rPr lang="en-US" altLang="ko-KR" sz="766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PET</a:t>
            </a:r>
            <a:r>
              <a:rPr lang="ko-KR" altLang="en-US" sz="766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와 </a:t>
            </a:r>
            <a:r>
              <a:rPr lang="en-US" altLang="ko-KR" sz="766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Tape </a:t>
            </a:r>
            <a:r>
              <a:rPr lang="ko-KR" altLang="en-US" sz="766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사이 갭 있음</a:t>
            </a:r>
            <a:endParaRPr lang="en-US" altLang="ko-KR" sz="766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5FEA30D3-38B9-9733-716C-6E678CD0FAA9}"/>
              </a:ext>
            </a:extLst>
          </p:cNvPr>
          <p:cNvSpPr/>
          <p:nvPr/>
        </p:nvSpPr>
        <p:spPr>
          <a:xfrm>
            <a:off x="590387" y="2878212"/>
            <a:ext cx="1264205" cy="104941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4E008F07-4E76-A83F-508C-A7AB7B0187CC}"/>
              </a:ext>
            </a:extLst>
          </p:cNvPr>
          <p:cNvCxnSpPr/>
          <p:nvPr/>
        </p:nvCxnSpPr>
        <p:spPr>
          <a:xfrm flipH="1">
            <a:off x="7315200" y="3429000"/>
            <a:ext cx="142875" cy="323850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D18C89B1-61C2-C5E4-6487-17AD8EEECE7D}"/>
              </a:ext>
            </a:extLst>
          </p:cNvPr>
          <p:cNvSpPr txBox="1"/>
          <p:nvPr/>
        </p:nvSpPr>
        <p:spPr>
          <a:xfrm>
            <a:off x="2549933" y="4423180"/>
            <a:ext cx="2307817" cy="256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8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폭 </a:t>
            </a:r>
            <a:r>
              <a:rPr lang="en-US" altLang="ko-KR" sz="8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75mm </a:t>
            </a:r>
            <a:r>
              <a:rPr lang="ko-KR" altLang="en-US" sz="8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양면</a:t>
            </a:r>
            <a:r>
              <a:rPr lang="en-US" altLang="ko-KR" sz="8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8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테이프 </a:t>
            </a:r>
            <a:r>
              <a:rPr lang="en-US" altLang="ko-KR" sz="8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8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접착력 </a:t>
            </a:r>
            <a:r>
              <a:rPr lang="en-US" altLang="ko-KR" sz="8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1000gf, 15gf)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6493211-DCA4-FB1B-4718-CFC09A91997E}"/>
              </a:ext>
            </a:extLst>
          </p:cNvPr>
          <p:cNvSpPr txBox="1"/>
          <p:nvPr/>
        </p:nvSpPr>
        <p:spPr>
          <a:xfrm>
            <a:off x="4537396" y="4260328"/>
            <a:ext cx="4119215" cy="692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39500"/>
            <a:r>
              <a:rPr lang="en-US" altLang="ko-KR" sz="969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[</a:t>
            </a:r>
            <a:r>
              <a:rPr lang="ko-KR" altLang="en-US" sz="969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검증 결과</a:t>
            </a:r>
            <a:r>
              <a:rPr lang="en-US" altLang="ko-KR" sz="969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]</a:t>
            </a:r>
          </a:p>
          <a:p>
            <a:pPr defTabSz="539500"/>
            <a:endParaRPr lang="en-US" altLang="ko-KR" sz="932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539500"/>
            <a:r>
              <a:rPr lang="en-US" altLang="ko-KR" sz="932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테이프와 전극 탈락으로 인한 단선 발생 없음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(3/27~)</a:t>
            </a:r>
          </a:p>
          <a:p>
            <a:pPr defTabSz="539500"/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</a:t>
            </a:r>
            <a:endParaRPr lang="ko-KR" altLang="en-US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101" name="그림 100">
            <a:extLst>
              <a:ext uri="{FF2B5EF4-FFF2-40B4-BE49-F238E27FC236}">
                <a16:creationId xmlns:a16="http://schemas.microsoft.com/office/drawing/2014/main" id="{18F66C3F-1D06-A870-E75C-B8DE3CA853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5350" y="4995295"/>
            <a:ext cx="2610106" cy="1157856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FF1015EA-8EB8-B1E8-0EA8-5501FE48DF97}"/>
              </a:ext>
            </a:extLst>
          </p:cNvPr>
          <p:cNvSpPr txBox="1"/>
          <p:nvPr/>
        </p:nvSpPr>
        <p:spPr>
          <a:xfrm>
            <a:off x="5219700" y="4752975"/>
            <a:ext cx="1962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&lt;Tape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기인 단선 횟수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/10km&gt;</a:t>
            </a:r>
            <a:endParaRPr lang="ko-KR" altLang="en-US" sz="1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105" name="그림 104">
            <a:extLst>
              <a:ext uri="{FF2B5EF4-FFF2-40B4-BE49-F238E27FC236}">
                <a16:creationId xmlns:a16="http://schemas.microsoft.com/office/drawing/2014/main" id="{584DC05C-2598-C8BE-5ADA-866286728494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3061" y="4727492"/>
            <a:ext cx="1293269" cy="1114849"/>
          </a:xfrm>
          <a:prstGeom prst="rect">
            <a:avLst/>
          </a:prstGeom>
        </p:spPr>
      </p:pic>
      <p:sp>
        <p:nvSpPr>
          <p:cNvPr id="5" name="Action Button: Home 319">
            <a:hlinkClick r:id="rId11" action="ppaction://hlinksldjump" highlightClick="1"/>
            <a:extLst>
              <a:ext uri="{FF2B5EF4-FFF2-40B4-BE49-F238E27FC236}">
                <a16:creationId xmlns:a16="http://schemas.microsoft.com/office/drawing/2014/main" id="{A282E750-1BC3-32ED-7265-4E7370DF04E9}"/>
              </a:ext>
            </a:extLst>
          </p:cNvPr>
          <p:cNvSpPr/>
          <p:nvPr/>
        </p:nvSpPr>
        <p:spPr>
          <a:xfrm>
            <a:off x="8823960" y="213360"/>
            <a:ext cx="194370" cy="218970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22041">
              <a:defRPr/>
            </a:pPr>
            <a:endParaRPr lang="en-US" sz="1662" dirty="0">
              <a:solidFill>
                <a:prstClr val="white"/>
              </a:solidFill>
              <a:latin typeface="Malgun Gothic Semilight"/>
              <a:ea typeface="LG스마트체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7171351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455" y="2129679"/>
            <a:ext cx="5767438" cy="2699476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2631040" y="3663881"/>
            <a:ext cx="1733748" cy="518917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2"/>
          </a:p>
        </p:txBody>
      </p:sp>
      <p:sp>
        <p:nvSpPr>
          <p:cNvPr id="5" name="이등변 삼각형 4"/>
          <p:cNvSpPr/>
          <p:nvPr/>
        </p:nvSpPr>
        <p:spPr>
          <a:xfrm rot="10800000">
            <a:off x="2762641" y="3718266"/>
            <a:ext cx="88148" cy="81686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2"/>
          </a:p>
        </p:txBody>
      </p:sp>
      <p:sp>
        <p:nvSpPr>
          <p:cNvPr id="6" name="Text Box 32">
            <a:extLst>
              <a:ext uri="{FF2B5EF4-FFF2-40B4-BE49-F238E27FC236}">
                <a16:creationId xmlns:a16="http://schemas.microsoft.com/office/drawing/2014/main" id="{4484EB86-CDF2-43EA-85A0-CB2A96F9FC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0024" y="3459292"/>
            <a:ext cx="1115105" cy="23436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>
              <a:spcBef>
                <a:spcPct val="50000"/>
              </a:spcBef>
              <a:defRPr/>
            </a:pPr>
            <a:r>
              <a:rPr lang="ko-KR" altLang="en-US" sz="923" b="1" dirty="0" err="1">
                <a:ln w="3175">
                  <a:noFill/>
                </a:ln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열매유</a:t>
            </a:r>
            <a:r>
              <a:rPr lang="ko-KR" altLang="en-US" sz="923" b="1" dirty="0">
                <a:ln w="3175">
                  <a:noFill/>
                </a:ln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ko-KR" altLang="en-US" sz="923" b="1" dirty="0" err="1">
                <a:ln w="3175">
                  <a:noFill/>
                </a:ln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유증기</a:t>
            </a:r>
            <a:r>
              <a:rPr lang="ko-KR" altLang="en-US" sz="923" b="1" dirty="0">
                <a:ln w="3175">
                  <a:noFill/>
                </a:ln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분출</a:t>
            </a:r>
            <a:endParaRPr lang="en-US" altLang="ko-KR" sz="923" b="1" dirty="0">
              <a:ln w="3175">
                <a:noFill/>
              </a:ln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" name="Text Box 32">
            <a:extLst>
              <a:ext uri="{FF2B5EF4-FFF2-40B4-BE49-F238E27FC236}">
                <a16:creationId xmlns:a16="http://schemas.microsoft.com/office/drawing/2014/main" id="{4484EB86-CDF2-43EA-85A0-CB2A96F9FC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1924" y="3960086"/>
            <a:ext cx="1269894" cy="23436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>
              <a:spcBef>
                <a:spcPct val="50000"/>
              </a:spcBef>
              <a:defRPr/>
            </a:pPr>
            <a:r>
              <a:rPr lang="ko-KR" altLang="en-US" sz="923" b="1" dirty="0" err="1">
                <a:ln w="3175">
                  <a:noFill/>
                </a:ln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코터</a:t>
            </a:r>
            <a:r>
              <a:rPr lang="ko-KR" altLang="en-US" sz="923" b="1" dirty="0">
                <a:ln w="3175">
                  <a:noFill/>
                </a:ln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923" b="1" dirty="0">
                <a:ln w="3175">
                  <a:noFill/>
                </a:ln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2 </a:t>
            </a:r>
            <a:r>
              <a:rPr lang="ko-KR" altLang="en-US" sz="923" b="1" dirty="0">
                <a:ln w="3175">
                  <a:noFill/>
                </a:ln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라인 </a:t>
            </a:r>
            <a:r>
              <a:rPr lang="en-US" altLang="ko-KR" sz="923" b="1" dirty="0">
                <a:ln w="3175">
                  <a:noFill/>
                </a:ln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Back </a:t>
            </a:r>
            <a:r>
              <a:rPr lang="ko-KR" altLang="en-US" sz="923" b="1" dirty="0">
                <a:ln w="3175">
                  <a:noFill/>
                </a:ln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오븐</a:t>
            </a:r>
            <a:endParaRPr lang="en-US" altLang="ko-KR" sz="923" b="1" dirty="0">
              <a:ln w="3175">
                <a:noFill/>
              </a:ln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11" name="직선 화살표 연결선 10"/>
          <p:cNvCxnSpPr/>
          <p:nvPr/>
        </p:nvCxnSpPr>
        <p:spPr>
          <a:xfrm flipV="1">
            <a:off x="1575582" y="3951569"/>
            <a:ext cx="1113429" cy="10461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6A14F4C-830B-C453-4F94-6E3341E0AC8F}"/>
              </a:ext>
            </a:extLst>
          </p:cNvPr>
          <p:cNvSpPr/>
          <p:nvPr/>
        </p:nvSpPr>
        <p:spPr>
          <a:xfrm>
            <a:off x="117455" y="1733846"/>
            <a:ext cx="4377244" cy="376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44083" latinLnBrk="1"/>
            <a:r>
              <a:rPr lang="en-US" altLang="ko-KR" sz="923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1. </a:t>
            </a:r>
            <a:r>
              <a:rPr lang="ko-KR" altLang="en-US" sz="923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발생 일시 </a:t>
            </a:r>
            <a:r>
              <a:rPr lang="en-US" altLang="ko-KR" sz="923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en-US" altLang="ko-KR" sz="923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2026</a:t>
            </a:r>
            <a:r>
              <a:rPr lang="ko-KR" altLang="en-US" sz="923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년 </a:t>
            </a:r>
            <a:r>
              <a:rPr lang="en-US" altLang="ko-KR" sz="923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r>
              <a:rPr lang="ko-KR" altLang="en-US" sz="923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 </a:t>
            </a:r>
            <a:r>
              <a:rPr lang="en-US" altLang="ko-KR" sz="923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16</a:t>
            </a:r>
            <a:r>
              <a:rPr lang="ko-KR" altLang="en-US" sz="923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일 </a:t>
            </a:r>
            <a:r>
              <a:rPr lang="en-US" altLang="ko-KR" sz="923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19:28</a:t>
            </a:r>
            <a:r>
              <a:rPr lang="ko-KR" altLang="en-US" sz="923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</a:t>
            </a:r>
            <a:r>
              <a:rPr lang="ko-KR" altLang="en-US" sz="923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br>
              <a:rPr lang="en-US" altLang="ko-KR" sz="923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923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2. </a:t>
            </a:r>
            <a:r>
              <a:rPr lang="ko-KR" altLang="en-US" sz="923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현상 </a:t>
            </a:r>
            <a:r>
              <a:rPr lang="en-US" altLang="ko-KR" sz="923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923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양극 열매유 보일러 </a:t>
            </a:r>
            <a:r>
              <a:rPr lang="en-US" altLang="ko-KR" sz="923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r>
              <a:rPr lang="ko-KR" altLang="en-US" sz="923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호기 </a:t>
            </a:r>
            <a:r>
              <a:rPr lang="en-US" altLang="ko-KR" sz="923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Back Supply </a:t>
            </a:r>
            <a:r>
              <a:rPr lang="ko-KR" altLang="en-US" sz="923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배관의 바이패스 벨브리크 발생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7621C30-AB72-A95E-6BF4-822D3DCAAD1E}"/>
              </a:ext>
            </a:extLst>
          </p:cNvPr>
          <p:cNvSpPr/>
          <p:nvPr/>
        </p:nvSpPr>
        <p:spPr>
          <a:xfrm>
            <a:off x="5914111" y="1743233"/>
            <a:ext cx="3145483" cy="1796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23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3. </a:t>
            </a:r>
            <a:r>
              <a:rPr lang="ko-KR" altLang="en-US" sz="923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발생 경위  </a:t>
            </a:r>
            <a:br>
              <a:rPr lang="en-US" altLang="ko-KR" sz="923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923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</a:t>
            </a:r>
            <a:r>
              <a:rPr lang="en-US" altLang="ko-KR" sz="923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양극 전극 </a:t>
            </a:r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라인 가동을 위해 오븐 </a:t>
            </a:r>
            <a:r>
              <a:rPr lang="ko-KR" altLang="en-US" sz="923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승온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중 열 공급 증가를 </a:t>
            </a:r>
            <a:endParaRPr lang="en-US" altLang="ko-KR" sz="923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위해 바이패스 밸브 오픈함</a:t>
            </a:r>
            <a:endParaRPr lang="en-US" altLang="ko-KR" sz="923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밸브 오픈 후 </a:t>
            </a:r>
            <a:r>
              <a:rPr lang="ko-KR" altLang="en-US" sz="923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하무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바닥으로 오일 </a:t>
            </a:r>
            <a:r>
              <a:rPr lang="ko-KR" altLang="en-US" sz="923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리크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및 </a:t>
            </a:r>
            <a:r>
              <a:rPr lang="ko-KR" altLang="en-US" sz="923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유증기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발생</a:t>
            </a:r>
            <a:endParaRPr lang="en-US" altLang="ko-KR" sz="923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endParaRPr lang="en-US" altLang="ko-KR" sz="923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923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5. </a:t>
            </a:r>
            <a:r>
              <a:rPr lang="ko-KR" altLang="en-US" sz="923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원인 분석</a:t>
            </a:r>
            <a:endParaRPr lang="en-US" altLang="ko-KR" sz="923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</a:t>
            </a:r>
            <a:r>
              <a:rPr lang="ko-KR" altLang="en-US" sz="923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열매유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고온</a:t>
            </a:r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고압 </a:t>
            </a:r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(1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라인 가동 중</a:t>
            </a:r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상태에서 바이패스 밸브 </a:t>
            </a:r>
            <a:endParaRPr lang="en-US" altLang="ko-KR" sz="923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오픈하였고</a:t>
            </a:r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금속 피로</a:t>
            </a:r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균열로 인해 파손 된 것으로 판단됨</a:t>
            </a:r>
            <a:endParaRPr lang="en-US" altLang="ko-KR" sz="923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endParaRPr lang="en-US" altLang="ko-KR" sz="923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923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6. </a:t>
            </a:r>
            <a:r>
              <a:rPr lang="ko-KR" altLang="en-US" sz="923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대책 방안</a:t>
            </a:r>
            <a:endParaRPr lang="en-US" altLang="ko-KR" sz="923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파손된 밸브는 </a:t>
            </a:r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4/1 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부동 시</a:t>
            </a:r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교체 예정임</a:t>
            </a:r>
            <a:endParaRPr lang="en-US" altLang="ko-KR" sz="923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</a:t>
            </a:r>
            <a:r>
              <a:rPr lang="ko-KR" altLang="en-US" sz="923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열매유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고온</a:t>
            </a:r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고압 상태에서 바이패스 밸브 작동 금지함</a:t>
            </a:r>
            <a:endParaRPr lang="ko-KR" altLang="en-US" sz="923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ADA98FEC-505F-4E95-9CAE-32CF2BC5C367}"/>
              </a:ext>
            </a:extLst>
          </p:cNvPr>
          <p:cNvSpPr/>
          <p:nvPr/>
        </p:nvSpPr>
        <p:spPr>
          <a:xfrm>
            <a:off x="0" y="508534"/>
            <a:ext cx="875652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>
              <a:lnSpc>
                <a:spcPts val="1754"/>
              </a:lnSpc>
              <a:buSzPct val="75000"/>
              <a:defRPr/>
            </a:pPr>
            <a:r>
              <a:rPr lang="ko-KR" altLang="en-US" sz="1292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양극 </a:t>
            </a:r>
            <a:r>
              <a:rPr lang="en-US" altLang="ko-KR" sz="1292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r>
              <a:rPr lang="ko-KR" altLang="en-US" sz="1292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라인 샤프트 연마 후 가동 점검을 위한 </a:t>
            </a:r>
            <a:r>
              <a:rPr lang="ko-KR" altLang="en-US" sz="1292" b="1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승온</a:t>
            </a:r>
            <a:r>
              <a:rPr lang="ko-KR" altLang="en-US" sz="1292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진행 중 바이패스 밸브에서 </a:t>
            </a:r>
            <a:r>
              <a:rPr lang="ko-KR" altLang="en-US" sz="1292" b="1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열매유</a:t>
            </a:r>
            <a:r>
              <a:rPr lang="ko-KR" altLang="en-US" sz="1292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292" b="1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유증기</a:t>
            </a:r>
            <a:r>
              <a:rPr lang="ko-KR" altLang="en-US" sz="1292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분출됨</a:t>
            </a:r>
            <a:endParaRPr lang="en-US" altLang="ko-KR" sz="1292" b="1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eaLnBrk="0" hangingPunct="0">
              <a:lnSpc>
                <a:spcPts val="1754"/>
              </a:lnSpc>
              <a:buSzPct val="75000"/>
              <a:defRPr/>
            </a:pPr>
            <a:r>
              <a:rPr lang="ko-KR" altLang="en-US" sz="1292" b="1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열매유</a:t>
            </a:r>
            <a:r>
              <a:rPr lang="ko-KR" altLang="en-US" sz="1292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배관 구조 상 </a:t>
            </a:r>
            <a:r>
              <a:rPr lang="ko-KR" altLang="en-US" sz="1292" b="1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코터</a:t>
            </a:r>
            <a:r>
              <a:rPr lang="ko-KR" altLang="en-US" sz="1292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292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1,2 </a:t>
            </a:r>
            <a:r>
              <a:rPr lang="ko-KR" altLang="en-US" sz="1292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라인 배관이 모두 연결되어 있어</a:t>
            </a:r>
            <a:r>
              <a:rPr lang="en-US" altLang="ko-KR" sz="1292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292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조치를 위해 </a:t>
            </a:r>
            <a:r>
              <a:rPr lang="en-US" altLang="ko-KR" sz="1292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 </a:t>
            </a:r>
            <a:r>
              <a:rPr lang="ko-KR" altLang="en-US" sz="1292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라인 정지 후 조사 진행되었음</a:t>
            </a:r>
            <a:endParaRPr lang="en-US" altLang="ko-KR" sz="1292" b="1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eaLnBrk="0" hangingPunct="0">
              <a:lnSpc>
                <a:spcPts val="1754"/>
              </a:lnSpc>
              <a:buSzPct val="75000"/>
              <a:defRPr/>
            </a:pPr>
            <a:r>
              <a:rPr lang="ko-KR" altLang="en-US" sz="1292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원인은 </a:t>
            </a:r>
            <a:r>
              <a:rPr lang="ko-KR" altLang="en-US" sz="1292" b="1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열매유</a:t>
            </a:r>
            <a:r>
              <a:rPr lang="ko-KR" altLang="en-US" sz="1292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고온</a:t>
            </a:r>
            <a:r>
              <a:rPr lang="en-US" altLang="ko-KR" sz="1292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292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고압 충격에 의한 밸브 파손이며</a:t>
            </a:r>
            <a:r>
              <a:rPr lang="en-US" altLang="ko-KR" sz="1292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292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가동 중 바이패스 밸브 작동 금지 현장 지시함</a:t>
            </a:r>
            <a:endParaRPr lang="en-US" altLang="ko-KR" sz="1292" b="1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eaLnBrk="0" hangingPunct="0">
              <a:lnSpc>
                <a:spcPts val="1754"/>
              </a:lnSpc>
              <a:buSzPct val="75000"/>
              <a:defRPr/>
            </a:pPr>
            <a:r>
              <a:rPr lang="ko-KR" altLang="en-US" sz="1292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파손 부품은 </a:t>
            </a:r>
            <a:r>
              <a:rPr lang="en-US" altLang="ko-KR" sz="1292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4/1 </a:t>
            </a:r>
            <a:r>
              <a:rPr lang="ko-KR" altLang="en-US" sz="1292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재고 조사 부동 기간 중 교체 예정임</a:t>
            </a:r>
            <a:endParaRPr lang="en-US" altLang="ko-KR" sz="1292" b="1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151615" y="4858438"/>
            <a:ext cx="4659536" cy="1397142"/>
            <a:chOff x="164249" y="4623554"/>
            <a:chExt cx="5337080" cy="1600300"/>
          </a:xfrm>
        </p:grpSpPr>
        <p:sp>
          <p:nvSpPr>
            <p:cNvPr id="3" name="직사각형 2"/>
            <p:cNvSpPr/>
            <p:nvPr/>
          </p:nvSpPr>
          <p:spPr>
            <a:xfrm>
              <a:off x="164249" y="4623554"/>
              <a:ext cx="5337080" cy="1600300"/>
            </a:xfrm>
            <a:prstGeom prst="rect">
              <a:avLst/>
            </a:prstGeom>
            <a:solidFill>
              <a:schemeClr val="bg1">
                <a:lumMod val="85000"/>
                <a:alpha val="6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/>
            </a:p>
          </p:txBody>
        </p: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72C0E525-8F1D-79C7-BE53-8233882E7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2284" y="4920845"/>
              <a:ext cx="1917096" cy="1135213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973B39DD-5AA5-0917-732E-1953759775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22229" y="4767006"/>
              <a:ext cx="1476960" cy="1297156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0FB7334E-16DB-7217-2700-23900E8200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955885" y="4685607"/>
              <a:ext cx="1488747" cy="1440608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2" name="TextBox 11"/>
            <p:cNvSpPr txBox="1"/>
            <p:nvPr/>
          </p:nvSpPr>
          <p:spPr>
            <a:xfrm>
              <a:off x="1341683" y="5723061"/>
              <a:ext cx="840932" cy="13006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38" dirty="0" err="1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열매유</a:t>
              </a:r>
              <a:r>
                <a:rPr lang="ko-KR" altLang="en-US" sz="738" dirty="0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ko-KR" altLang="en-US" sz="738" dirty="0" err="1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유증기</a:t>
              </a:r>
              <a:r>
                <a:rPr lang="ko-KR" altLang="en-US" sz="738" dirty="0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분출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872168" y="5599950"/>
              <a:ext cx="615092" cy="13006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38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바이패스 밸브</a:t>
              </a:r>
              <a:endParaRPr lang="ko-KR" altLang="en-US" sz="738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20" name="Line 3">
            <a:extLst>
              <a:ext uri="{FF2B5EF4-FFF2-40B4-BE49-F238E27FC236}">
                <a16:creationId xmlns:a16="http://schemas.microsoft.com/office/drawing/2014/main" id="{BDA89145-85F3-48E5-9C64-ECBF67AAE4F5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00" y="437338"/>
            <a:ext cx="5275217" cy="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defTabSz="844078" fontAlgn="base">
              <a:spcBef>
                <a:spcPts val="185"/>
              </a:spcBef>
              <a:spcAft>
                <a:spcPct val="0"/>
              </a:spcAft>
              <a:buSzPct val="80000"/>
              <a:buFontTx/>
              <a:buChar char="•"/>
              <a:defRPr/>
            </a:pPr>
            <a:endParaRPr kumimoji="1" lang="ko-KR" altLang="en-US" sz="1846" b="1" kern="0" dirty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D1462A-BEC3-8EFE-C57D-E1350DD04D15}"/>
              </a:ext>
            </a:extLst>
          </p:cNvPr>
          <p:cNvSpPr txBox="1"/>
          <p:nvPr/>
        </p:nvSpPr>
        <p:spPr>
          <a:xfrm>
            <a:off x="23056" y="77344"/>
            <a:ext cx="5331909" cy="3763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46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보조</a:t>
            </a:r>
            <a:r>
              <a:rPr lang="en-US" altLang="ko-KR" sz="1846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lang="ko-KR" altLang="en-US" sz="1846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양극 </a:t>
            </a:r>
            <a:r>
              <a:rPr lang="ko-KR" altLang="en-US" sz="1846" b="1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열매유보일러</a:t>
            </a:r>
            <a:r>
              <a:rPr lang="ko-KR" altLang="en-US" sz="1846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846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r>
              <a:rPr lang="ko-KR" altLang="en-US" sz="1846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라인 가동 중 </a:t>
            </a:r>
            <a:r>
              <a:rPr lang="ko-KR" altLang="en-US" sz="1846" b="1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유증기</a:t>
            </a:r>
            <a:r>
              <a:rPr lang="ko-KR" altLang="en-US" sz="1846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누출 발생</a:t>
            </a:r>
          </a:p>
        </p:txBody>
      </p:sp>
      <p:sp>
        <p:nvSpPr>
          <p:cNvPr id="15" name="Action Button: Home 319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7925B32C-AD62-2941-A525-4112AE01DC91}"/>
              </a:ext>
            </a:extLst>
          </p:cNvPr>
          <p:cNvSpPr/>
          <p:nvPr/>
        </p:nvSpPr>
        <p:spPr>
          <a:xfrm>
            <a:off x="8823960" y="213360"/>
            <a:ext cx="194370" cy="218970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22041">
              <a:defRPr/>
            </a:pPr>
            <a:endParaRPr lang="en-US" sz="1662" dirty="0">
              <a:solidFill>
                <a:prstClr val="white"/>
              </a:solidFill>
              <a:latin typeface="Malgun Gothic Semilight"/>
              <a:ea typeface="LG스마트체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469134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6D1462A-BEC3-8EFE-C57D-E1350DD04D15}"/>
              </a:ext>
            </a:extLst>
          </p:cNvPr>
          <p:cNvSpPr txBox="1"/>
          <p:nvPr/>
        </p:nvSpPr>
        <p:spPr>
          <a:xfrm>
            <a:off x="66913" y="81438"/>
            <a:ext cx="3775393" cy="3763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46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보조</a:t>
            </a:r>
            <a:r>
              <a:rPr lang="en-US" altLang="ko-KR" sz="1846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lang="ko-KR" altLang="en-US" sz="1846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양극</a:t>
            </a:r>
            <a:r>
              <a:rPr lang="en-US" altLang="ko-KR" sz="1846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r>
              <a:rPr lang="ko-KR" altLang="en-US" sz="1846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호 배기 팬 덕트 캔버스 손상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E6A6F77C-A7E4-A31F-D1DA-63E263557ED9}"/>
              </a:ext>
            </a:extLst>
          </p:cNvPr>
          <p:cNvCxnSpPr>
            <a:cxnSpLocks/>
          </p:cNvCxnSpPr>
          <p:nvPr/>
        </p:nvCxnSpPr>
        <p:spPr>
          <a:xfrm>
            <a:off x="151132" y="450770"/>
            <a:ext cx="3674503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4" name="그룹 23"/>
          <p:cNvGrpSpPr/>
          <p:nvPr/>
        </p:nvGrpSpPr>
        <p:grpSpPr>
          <a:xfrm>
            <a:off x="332346" y="2624989"/>
            <a:ext cx="4064250" cy="1827296"/>
            <a:chOff x="306223" y="1690595"/>
            <a:chExt cx="6178380" cy="2777814"/>
          </a:xfrm>
        </p:grpSpPr>
        <p:grpSp>
          <p:nvGrpSpPr>
            <p:cNvPr id="4" name="그룹 3"/>
            <p:cNvGrpSpPr/>
            <p:nvPr/>
          </p:nvGrpSpPr>
          <p:grpSpPr>
            <a:xfrm>
              <a:off x="306223" y="1705404"/>
              <a:ext cx="6178380" cy="2763005"/>
              <a:chOff x="-3578435" y="-103545"/>
              <a:chExt cx="16130398" cy="7213602"/>
            </a:xfrm>
          </p:grpSpPr>
          <p:pic>
            <p:nvPicPr>
              <p:cNvPr id="5" name="그림 4"/>
              <p:cNvPicPr>
                <a:picLocks noChangeAspect="1"/>
              </p:cNvPicPr>
              <p:nvPr/>
            </p:nvPicPr>
            <p:blipFill rotWithShape="1"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 rot="10800000">
                <a:off x="739015" y="-103545"/>
                <a:ext cx="6120250" cy="7213601"/>
              </a:xfrm>
              <a:prstGeom prst="rect">
                <a:avLst/>
              </a:prstGeom>
            </p:spPr>
          </p:pic>
          <p:pic>
            <p:nvPicPr>
              <p:cNvPr id="6" name="그림 5"/>
              <p:cNvPicPr>
                <a:picLocks noChangeAspect="1"/>
              </p:cNvPicPr>
              <p:nvPr/>
            </p:nvPicPr>
            <p:blipFill rotWithShape="1"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7063353" y="-103545"/>
                <a:ext cx="5488610" cy="7213602"/>
              </a:xfrm>
              <a:prstGeom prst="rect">
                <a:avLst/>
              </a:prstGeom>
            </p:spPr>
          </p:pic>
          <p:pic>
            <p:nvPicPr>
              <p:cNvPr id="7" name="그림 6"/>
              <p:cNvPicPr>
                <a:picLocks noChangeAspect="1"/>
              </p:cNvPicPr>
              <p:nvPr/>
            </p:nvPicPr>
            <p:blipFill rotWithShape="1"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-3578435" y="-103544"/>
                <a:ext cx="4107543" cy="7213601"/>
              </a:xfrm>
              <a:prstGeom prst="rect">
                <a:avLst/>
              </a:prstGeom>
            </p:spPr>
          </p:pic>
        </p:grpSp>
        <p:sp>
          <p:nvSpPr>
            <p:cNvPr id="11" name="타원 10"/>
            <p:cNvSpPr/>
            <p:nvPr/>
          </p:nvSpPr>
          <p:spPr>
            <a:xfrm>
              <a:off x="578090" y="3240971"/>
              <a:ext cx="444843" cy="444843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/>
            </a:p>
          </p:txBody>
        </p:sp>
        <p:sp>
          <p:nvSpPr>
            <p:cNvPr id="12" name="타원 11"/>
            <p:cNvSpPr/>
            <p:nvPr/>
          </p:nvSpPr>
          <p:spPr>
            <a:xfrm rot="1550099">
              <a:off x="2555171" y="2927933"/>
              <a:ext cx="799283" cy="1029730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/>
            </a:p>
          </p:txBody>
        </p:sp>
        <p:sp>
          <p:nvSpPr>
            <p:cNvPr id="13" name="타원 12"/>
            <p:cNvSpPr/>
            <p:nvPr/>
          </p:nvSpPr>
          <p:spPr>
            <a:xfrm>
              <a:off x="348891" y="3287076"/>
              <a:ext cx="329515" cy="329515"/>
            </a:xfrm>
            <a:prstGeom prst="ellipse">
              <a:avLst/>
            </a:prstGeom>
            <a:noFill/>
            <a:ln w="12700">
              <a:solidFill>
                <a:srgbClr val="0000FF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/>
            </a:p>
          </p:txBody>
        </p:sp>
        <p:sp>
          <p:nvSpPr>
            <p:cNvPr id="18" name="타원 17"/>
            <p:cNvSpPr/>
            <p:nvPr/>
          </p:nvSpPr>
          <p:spPr>
            <a:xfrm>
              <a:off x="429810" y="2128862"/>
              <a:ext cx="329514" cy="329514"/>
            </a:xfrm>
            <a:prstGeom prst="ellipse">
              <a:avLst/>
            </a:prstGeom>
            <a:noFill/>
            <a:ln w="12700">
              <a:solidFill>
                <a:srgbClr val="0000FF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/>
            </a:p>
          </p:txBody>
        </p:sp>
        <p:sp>
          <p:nvSpPr>
            <p:cNvPr id="19" name="타원 18"/>
            <p:cNvSpPr/>
            <p:nvPr/>
          </p:nvSpPr>
          <p:spPr>
            <a:xfrm>
              <a:off x="429810" y="1690595"/>
              <a:ext cx="329514" cy="329514"/>
            </a:xfrm>
            <a:prstGeom prst="ellipse">
              <a:avLst/>
            </a:prstGeom>
            <a:noFill/>
            <a:ln w="12700">
              <a:solidFill>
                <a:srgbClr val="0000FF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00510" y="2060206"/>
              <a:ext cx="800065" cy="431809"/>
            </a:xfrm>
            <a:prstGeom prst="rect">
              <a:avLst/>
            </a:prstGeom>
            <a:solidFill>
              <a:schemeClr val="bg1">
                <a:alpha val="29000"/>
              </a:schemeClr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923" dirty="0">
                  <a:solidFill>
                    <a:srgbClr val="0000FF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볼트 머리 간섭 위치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17161" y="3763790"/>
              <a:ext cx="1062364" cy="21590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923" dirty="0">
                  <a:solidFill>
                    <a:srgbClr val="FF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캔버스 찢어짐 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554687" y="4003416"/>
              <a:ext cx="1062364" cy="21590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923" dirty="0">
                  <a:solidFill>
                    <a:srgbClr val="FF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캔버스 찢어짐 </a:t>
              </a:r>
            </a:p>
          </p:txBody>
        </p:sp>
        <p:sp>
          <p:nvSpPr>
            <p:cNvPr id="35" name="타원 34"/>
            <p:cNvSpPr/>
            <p:nvPr/>
          </p:nvSpPr>
          <p:spPr>
            <a:xfrm>
              <a:off x="2136628" y="3498071"/>
              <a:ext cx="433304" cy="433304"/>
            </a:xfrm>
            <a:prstGeom prst="ellipse">
              <a:avLst/>
            </a:prstGeom>
            <a:noFill/>
            <a:ln w="12700">
              <a:solidFill>
                <a:srgbClr val="0000FF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DF883F60-BEAC-49E8-AB44-634C85DCD175}"/>
              </a:ext>
            </a:extLst>
          </p:cNvPr>
          <p:cNvSpPr txBox="1"/>
          <p:nvPr/>
        </p:nvSpPr>
        <p:spPr>
          <a:xfrm>
            <a:off x="332346" y="824810"/>
            <a:ext cx="3903960" cy="1583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1. 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시간 </a:t>
            </a:r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현지시간 </a:t>
            </a:r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3/17(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화</a:t>
            </a:r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오전 </a:t>
            </a:r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</a:t>
            </a:r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18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분경</a:t>
            </a:r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2. 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장소 </a:t>
            </a:r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양극 </a:t>
            </a:r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호 외부 배기 팬 덕트 캔버스 연결 위치</a:t>
            </a:r>
            <a:endParaRPr lang="en-US" altLang="ko-KR" sz="923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3. 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내용</a:t>
            </a:r>
            <a:endParaRPr lang="en-US" altLang="ko-KR" sz="923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1) UT 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인원 외부 </a:t>
            </a:r>
            <a:r>
              <a:rPr lang="ko-KR" altLang="en-US" sz="923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패트롤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중 캔버스 찢어진 부위로 </a:t>
            </a:r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NMP 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액화 현상 확인됨</a:t>
            </a:r>
            <a:endParaRPr lang="en-US" altLang="ko-KR" sz="923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[SRP 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연결 </a:t>
            </a:r>
            <a:r>
              <a:rPr lang="ko-KR" altLang="en-US" sz="923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덕트로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외부 </a:t>
            </a:r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NMP 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액화 및 유출 확인됨</a:t>
            </a:r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2) 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라인 정지 및 캔버스 교체 작업 진행</a:t>
            </a:r>
            <a:endParaRPr lang="en-US" altLang="ko-KR" sz="923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923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246548" y="681971"/>
            <a:ext cx="4235848" cy="451345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2"/>
          </a:p>
        </p:txBody>
      </p:sp>
      <p:sp>
        <p:nvSpPr>
          <p:cNvPr id="26" name="직사각형 25"/>
          <p:cNvSpPr/>
          <p:nvPr/>
        </p:nvSpPr>
        <p:spPr>
          <a:xfrm>
            <a:off x="4752642" y="681971"/>
            <a:ext cx="4235848" cy="451345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2"/>
          </a:p>
        </p:txBody>
      </p:sp>
      <p:sp>
        <p:nvSpPr>
          <p:cNvPr id="27" name="TextBox 26"/>
          <p:cNvSpPr txBox="1"/>
          <p:nvPr/>
        </p:nvSpPr>
        <p:spPr>
          <a:xfrm>
            <a:off x="1563006" y="583312"/>
            <a:ext cx="1256418" cy="22730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77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이슈 현황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2356" y="583312"/>
            <a:ext cx="1256418" cy="22730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77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원인</a:t>
            </a:r>
            <a:r>
              <a:rPr lang="en-US" altLang="ko-KR" sz="1477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477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883F60-BEAC-49E8-AB44-634C85DCD175}"/>
              </a:ext>
            </a:extLst>
          </p:cNvPr>
          <p:cNvSpPr txBox="1"/>
          <p:nvPr/>
        </p:nvSpPr>
        <p:spPr>
          <a:xfrm>
            <a:off x="4818798" y="1691476"/>
            <a:ext cx="4169691" cy="731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5. 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조치 사항</a:t>
            </a:r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: 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라인 정지 후 캔버스 교체</a:t>
            </a:r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(3/17)</a:t>
            </a:r>
          </a:p>
          <a:p>
            <a:pPr>
              <a:lnSpc>
                <a:spcPct val="150000"/>
              </a:lnSpc>
            </a:pPr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1) 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볼트 머리 간섭 최소화를 위한 캔버스 연결 시 펄럭이지 않게 </a:t>
            </a:r>
            <a:r>
              <a:rPr lang="ko-KR" altLang="en-US" sz="923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텐션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강화</a:t>
            </a:r>
            <a:endParaRPr lang="en-US" altLang="ko-KR" sz="923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2) 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볼트 머리 부위 변경 </a:t>
            </a:r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육각 </a:t>
            </a:r>
            <a:r>
              <a:rPr lang="ko-KR" altLang="en-US" sz="923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→ 원형</a:t>
            </a:r>
            <a:r>
              <a:rPr lang="en-US" altLang="ko-KR" sz="923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en-US" altLang="ko-KR" sz="923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883F60-BEAC-49E8-AB44-634C85DCD175}"/>
              </a:ext>
            </a:extLst>
          </p:cNvPr>
          <p:cNvSpPr txBox="1"/>
          <p:nvPr/>
        </p:nvSpPr>
        <p:spPr>
          <a:xfrm>
            <a:off x="4837394" y="718125"/>
            <a:ext cx="3903960" cy="1157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4. 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원인 분석</a:t>
            </a:r>
            <a:endParaRPr lang="en-US" altLang="ko-KR" sz="923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1) 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외부 바람에 의한 캔버스</a:t>
            </a:r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덕트 연결 볼트 간 지속적인 간섭 발생</a:t>
            </a:r>
            <a:endParaRPr lang="en-US" altLang="ko-KR" sz="923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2) 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볼트 머리 간섭에 의한 캔버스 찢어짐 발생</a:t>
            </a:r>
            <a:endParaRPr lang="en-US" altLang="ko-KR" sz="923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3) 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찢어진 부위에서 덕트 내</a:t>
            </a:r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외부 온도 차이에 의한 </a:t>
            </a:r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NMP 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액화 발생</a:t>
            </a:r>
            <a:endParaRPr lang="en-US" altLang="ko-KR" sz="923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923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31" name="Picture 2">
            <a:extLst>
              <a:ext uri="{FF2B5EF4-FFF2-40B4-BE49-F238E27FC236}">
                <a16:creationId xmlns:a16="http://schemas.microsoft.com/office/drawing/2014/main" id="{70ABC2C0-782E-F344-E8F3-D237F0E7796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5041" y="2734521"/>
            <a:ext cx="1101373" cy="804116"/>
          </a:xfrm>
          <a:prstGeom prst="rect">
            <a:avLst/>
          </a:prstGeom>
        </p:spPr>
      </p:pic>
      <p:pic>
        <p:nvPicPr>
          <p:cNvPr id="32" name="Picture 8" descr="A person's hand with a torn piece of fabric&#10;&#10;AI-generated content may be incorrect.">
            <a:extLst>
              <a:ext uri="{FF2B5EF4-FFF2-40B4-BE49-F238E27FC236}">
                <a16:creationId xmlns:a16="http://schemas.microsoft.com/office/drawing/2014/main" id="{3F65F252-29F9-DE30-8CA0-BACD97FEACE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90269" y="3770320"/>
            <a:ext cx="564126" cy="752168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F883F60-BEAC-49E8-AB44-634C85DCD175}"/>
              </a:ext>
            </a:extLst>
          </p:cNvPr>
          <p:cNvSpPr txBox="1"/>
          <p:nvPr/>
        </p:nvSpPr>
        <p:spPr>
          <a:xfrm>
            <a:off x="4974625" y="2555850"/>
            <a:ext cx="1101373" cy="305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&lt; 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원형 볼트 머리 </a:t>
            </a:r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&gt;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F883F60-BEAC-49E8-AB44-634C85DCD175}"/>
              </a:ext>
            </a:extLst>
          </p:cNvPr>
          <p:cNvSpPr txBox="1"/>
          <p:nvPr/>
        </p:nvSpPr>
        <p:spPr>
          <a:xfrm>
            <a:off x="3137945" y="2386920"/>
            <a:ext cx="1197816" cy="305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&lt; </a:t>
            </a:r>
            <a:r>
              <a:rPr lang="ko-KR" altLang="en-US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캔버스 교체 작업 </a:t>
            </a:r>
            <a:r>
              <a:rPr lang="en-US" altLang="ko-KR" sz="923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&gt;</a:t>
            </a:r>
          </a:p>
        </p:txBody>
      </p:sp>
      <p:sp>
        <p:nvSpPr>
          <p:cNvPr id="2" name="Action Button: Home 319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37B48B6A-DB59-43EC-7719-A3166BD7289B}"/>
              </a:ext>
            </a:extLst>
          </p:cNvPr>
          <p:cNvSpPr/>
          <p:nvPr/>
        </p:nvSpPr>
        <p:spPr>
          <a:xfrm>
            <a:off x="8823960" y="213360"/>
            <a:ext cx="194370" cy="218970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22041">
              <a:defRPr/>
            </a:pPr>
            <a:endParaRPr lang="en-US" sz="1662" dirty="0">
              <a:solidFill>
                <a:prstClr val="white"/>
              </a:solidFill>
              <a:latin typeface="Malgun Gothic Semilight"/>
              <a:ea typeface="LG스마트체 Regular"/>
            </a:endParaRPr>
          </a:p>
        </p:txBody>
      </p:sp>
    </p:spTree>
    <p:extLst>
      <p:ext uri="{BB962C8B-B14F-4D97-AF65-F5344CB8AC3E}">
        <p14:creationId xmlns:p14="http://schemas.microsoft.com/office/powerpoint/2010/main" val="9840261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2">
            <a:extLst>
              <a:ext uri="{FF2B5EF4-FFF2-40B4-BE49-F238E27FC236}">
                <a16:creationId xmlns:a16="http://schemas.microsoft.com/office/drawing/2014/main" id="{B4BFA6DA-9B86-43CC-B0E3-A44C2C143059}"/>
              </a:ext>
            </a:extLst>
          </p:cNvPr>
          <p:cNvSpPr txBox="1">
            <a:spLocks/>
          </p:cNvSpPr>
          <p:nvPr/>
        </p:nvSpPr>
        <p:spPr>
          <a:xfrm>
            <a:off x="141515" y="513312"/>
            <a:ext cx="968535" cy="258532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/>
            <a:r>
              <a:rPr lang="ko-KR" altLang="en-US" sz="1200" b="1" dirty="0">
                <a:solidFill>
                  <a:srgbClr val="000000"/>
                </a:solidFill>
                <a:latin typeface="Arial Narrow"/>
                <a:ea typeface="LG스마트체 Regular"/>
              </a:rPr>
              <a:t>■ 외관 불량</a:t>
            </a:r>
            <a:endParaRPr lang="en-US" altLang="ko-KR" sz="1200" b="1" dirty="0">
              <a:solidFill>
                <a:srgbClr val="000000"/>
              </a:solidFill>
              <a:latin typeface="Arial Narrow"/>
              <a:ea typeface="LG스마트체 Regula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B938E4-30A5-4C90-BA63-3439CC52A165}"/>
              </a:ext>
            </a:extLst>
          </p:cNvPr>
          <p:cNvSpPr txBox="1"/>
          <p:nvPr/>
        </p:nvSpPr>
        <p:spPr>
          <a:xfrm>
            <a:off x="141515" y="2173300"/>
            <a:ext cx="23548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000000"/>
                </a:solidFill>
                <a:latin typeface="Arial Narrow"/>
                <a:ea typeface="LG스마트체 Regular"/>
                <a:cs typeface="+mj-cs"/>
              </a:rPr>
              <a:t>■ 대표 불량 현상 분석</a:t>
            </a: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E4F83F52-7967-42D2-BA31-2D18736F7710}"/>
              </a:ext>
            </a:extLst>
          </p:cNvPr>
          <p:cNvGraphicFramePr>
            <a:graphicFrameLocks noGrp="1"/>
          </p:cNvGraphicFramePr>
          <p:nvPr/>
        </p:nvGraphicFramePr>
        <p:xfrm>
          <a:off x="270728" y="758743"/>
          <a:ext cx="6288334" cy="11909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3049">
                  <a:extLst>
                    <a:ext uri="{9D8B030D-6E8A-4147-A177-3AD203B41FA5}">
                      <a16:colId xmlns:a16="http://schemas.microsoft.com/office/drawing/2014/main" val="1356592171"/>
                    </a:ext>
                  </a:extLst>
                </a:gridCol>
                <a:gridCol w="429555">
                  <a:extLst>
                    <a:ext uri="{9D8B030D-6E8A-4147-A177-3AD203B41FA5}">
                      <a16:colId xmlns:a16="http://schemas.microsoft.com/office/drawing/2014/main" val="828195884"/>
                    </a:ext>
                  </a:extLst>
                </a:gridCol>
                <a:gridCol w="2312911">
                  <a:extLst>
                    <a:ext uri="{9D8B030D-6E8A-4147-A177-3AD203B41FA5}">
                      <a16:colId xmlns:a16="http://schemas.microsoft.com/office/drawing/2014/main" val="3393982165"/>
                    </a:ext>
                  </a:extLst>
                </a:gridCol>
                <a:gridCol w="2735420">
                  <a:extLst>
                    <a:ext uri="{9D8B030D-6E8A-4147-A177-3AD203B41FA5}">
                      <a16:colId xmlns:a16="http://schemas.microsoft.com/office/drawing/2014/main" val="522012375"/>
                    </a:ext>
                  </a:extLst>
                </a:gridCol>
                <a:gridCol w="347399">
                  <a:extLst>
                    <a:ext uri="{9D8B030D-6E8A-4147-A177-3AD203B41FA5}">
                      <a16:colId xmlns:a16="http://schemas.microsoft.com/office/drawing/2014/main" val="3619036811"/>
                    </a:ext>
                  </a:extLst>
                </a:gridCol>
              </a:tblGrid>
              <a:tr h="1304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유형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불량률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원인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개선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일정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957337"/>
                  </a:ext>
                </a:extLst>
              </a:tr>
              <a:tr h="3913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찍힘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0.74%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-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디가스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핫프레스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이물에 의한 표면 찍힘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  <a:p>
                      <a:pPr algn="l" latinLnBrk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  (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구리스가 셀 표면에 낙하 후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핫프레스에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고착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-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구리스 낙하 가능 개소 커버 설치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-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청소 교육강화 및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SOP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변경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(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마른헝겁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  <a:sym typeface="Wingdings" panose="05000000000000000000" pitchFamily="2" charset="2"/>
                        </a:rPr>
                        <a:t>알콜헝겁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- NaCl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검사를 통한 양품화 진행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(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지속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4/4</a:t>
                      </a:r>
                    </a:p>
                    <a:p>
                      <a:pPr algn="ctr" latinLnBrk="1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지속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1241197"/>
                  </a:ext>
                </a:extLst>
              </a:tr>
              <a:tr h="3345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리드</a:t>
                      </a:r>
                      <a:endParaRPr lang="en-US" altLang="ko-KR" sz="800" b="1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변형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0.15%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- J/F PP Jig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그리퍼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간섭에 의한 리드코너 변형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  <a:p>
                      <a:pPr algn="l" latinLnBrk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-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강화선별 셀 이동 시 리드 찍힘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- PP Jig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그리퍼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가이드제거를 통한 간섭 방지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  <a:p>
                      <a:pPr algn="l" latinLnBrk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-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리드 커팅 영역 규격 협의완료로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양품화 예정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3/30</a:t>
                      </a:r>
                    </a:p>
                    <a:p>
                      <a:pPr algn="ctr" latinLnBrk="1"/>
                      <a:endParaRPr lang="ko-KR" altLang="en-US" sz="8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6654732"/>
                  </a:ext>
                </a:extLst>
              </a:tr>
              <a:tr h="3345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오염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0.06%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- PM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후 구리스 낙하에 의한 오염 불량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  <a:p>
                      <a:pPr algn="l" latinLnBrk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  (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리드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50%,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표면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50%)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 -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구리스 낙하 가능 개소 커버 설치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~5/1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5587751"/>
                  </a:ext>
                </a:extLst>
              </a:tr>
            </a:tbl>
          </a:graphicData>
        </a:graphic>
      </p:graphicFrame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A032FA87-C27D-4B14-9172-22F8C9272498}"/>
              </a:ext>
            </a:extLst>
          </p:cNvPr>
          <p:cNvGraphicFramePr>
            <a:graphicFrameLocks noGrp="1"/>
          </p:cNvGraphicFramePr>
          <p:nvPr/>
        </p:nvGraphicFramePr>
        <p:xfrm>
          <a:off x="252750" y="2505612"/>
          <a:ext cx="8557142" cy="43095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9105">
                  <a:extLst>
                    <a:ext uri="{9D8B030D-6E8A-4147-A177-3AD203B41FA5}">
                      <a16:colId xmlns:a16="http://schemas.microsoft.com/office/drawing/2014/main" val="1356592171"/>
                    </a:ext>
                  </a:extLst>
                </a:gridCol>
                <a:gridCol w="407342">
                  <a:extLst>
                    <a:ext uri="{9D8B030D-6E8A-4147-A177-3AD203B41FA5}">
                      <a16:colId xmlns:a16="http://schemas.microsoft.com/office/drawing/2014/main" val="828195884"/>
                    </a:ext>
                  </a:extLst>
                </a:gridCol>
                <a:gridCol w="2193311">
                  <a:extLst>
                    <a:ext uri="{9D8B030D-6E8A-4147-A177-3AD203B41FA5}">
                      <a16:colId xmlns:a16="http://schemas.microsoft.com/office/drawing/2014/main" val="3393982165"/>
                    </a:ext>
                  </a:extLst>
                </a:gridCol>
                <a:gridCol w="2593974">
                  <a:extLst>
                    <a:ext uri="{9D8B030D-6E8A-4147-A177-3AD203B41FA5}">
                      <a16:colId xmlns:a16="http://schemas.microsoft.com/office/drawing/2014/main" val="522012375"/>
                    </a:ext>
                  </a:extLst>
                </a:gridCol>
                <a:gridCol w="2593974">
                  <a:extLst>
                    <a:ext uri="{9D8B030D-6E8A-4147-A177-3AD203B41FA5}">
                      <a16:colId xmlns:a16="http://schemas.microsoft.com/office/drawing/2014/main" val="48759482"/>
                    </a:ext>
                  </a:extLst>
                </a:gridCol>
                <a:gridCol w="329436">
                  <a:extLst>
                    <a:ext uri="{9D8B030D-6E8A-4147-A177-3AD203B41FA5}">
                      <a16:colId xmlns:a16="http://schemas.microsoft.com/office/drawing/2014/main" val="3619036811"/>
                    </a:ext>
                  </a:extLst>
                </a:gridCol>
              </a:tblGrid>
              <a:tr h="2055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3/21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불량률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현상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원인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개선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일정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957337"/>
                  </a:ext>
                </a:extLst>
              </a:tr>
              <a:tr h="16369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찍힘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0.74%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8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4/4</a:t>
                      </a:r>
                    </a:p>
                    <a:p>
                      <a:pPr algn="ctr" latinLnBrk="1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지속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1241197"/>
                  </a:ext>
                </a:extLst>
              </a:tr>
              <a:tr h="24669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리드</a:t>
                      </a:r>
                      <a:endParaRPr lang="en-US" altLang="ko-KR" sz="800" b="1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변형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0.15%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3/30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6654732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D80F1A3A-58C6-4DD8-ADB6-B591FCA474B2}"/>
              </a:ext>
            </a:extLst>
          </p:cNvPr>
          <p:cNvGrpSpPr/>
          <p:nvPr/>
        </p:nvGrpSpPr>
        <p:grpSpPr>
          <a:xfrm>
            <a:off x="1124177" y="3004962"/>
            <a:ext cx="2123115" cy="1193633"/>
            <a:chOff x="1691238" y="2652727"/>
            <a:chExt cx="2547547" cy="1193633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010E9FCA-9368-4BF2-9A81-6372FA5E7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291551" y="3230303"/>
              <a:ext cx="668863" cy="61605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A90F68BE-8DE5-4BEA-B27B-4025A9CBA2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91238" y="2652727"/>
              <a:ext cx="2547547" cy="495965"/>
            </a:xfrm>
            <a:prstGeom prst="rect">
              <a:avLst/>
            </a:prstGeom>
          </p:spPr>
        </p:pic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B9BCB684-80B6-4B1A-AEF6-5E0730586E65}"/>
                </a:ext>
              </a:extLst>
            </p:cNvPr>
            <p:cNvSpPr/>
            <p:nvPr/>
          </p:nvSpPr>
          <p:spPr>
            <a:xfrm>
              <a:off x="2811427" y="3036658"/>
              <a:ext cx="136392" cy="126789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9B4B000-9FAE-4E6A-8136-99B549A0DB28}"/>
                </a:ext>
              </a:extLst>
            </p:cNvPr>
            <p:cNvSpPr txBox="1"/>
            <p:nvPr/>
          </p:nvSpPr>
          <p:spPr>
            <a:xfrm>
              <a:off x="2985316" y="3465503"/>
              <a:ext cx="1143979" cy="184666"/>
            </a:xfrm>
            <a:prstGeom prst="rect">
              <a:avLst/>
            </a:prstGeom>
            <a:solidFill>
              <a:schemeClr val="bg1">
                <a:alpha val="83000"/>
              </a:schemeClr>
            </a:solidFill>
          </p:spPr>
          <p:txBody>
            <a:bodyPr wrap="square" lIns="0" tIns="0" rIns="0" bIns="0" anchor="t">
              <a:spAutoFit/>
            </a:bodyPr>
            <a:lstStyle>
              <a:defPPr>
                <a:defRPr lang="ko-KR"/>
              </a:defPPr>
              <a:lvl1pPr algn="ctr">
                <a:defRPr sz="600" b="1">
                  <a:latin typeface="Arial Narrow" panose="020B0606020202030204" pitchFamily="34" charset="0"/>
                  <a:ea typeface="LG스마트체 Regular" panose="020B0600000101010101" pitchFamily="34" charset="-127"/>
                </a:defRPr>
              </a:lvl1pPr>
            </a:lstStyle>
            <a:p>
              <a:r>
                <a:rPr lang="en-US" altLang="ko-KR" dirty="0"/>
                <a:t>DGS Hot Press</a:t>
              </a:r>
            </a:p>
            <a:p>
              <a:r>
                <a:rPr lang="en-US" altLang="ko-KR" dirty="0"/>
                <a:t>Foreign Debris</a:t>
              </a:r>
              <a:endParaRPr lang="ko-KR" altLang="en-US" dirty="0"/>
            </a:p>
          </p:txBody>
        </p:sp>
      </p:grpSp>
      <p:pic>
        <p:nvPicPr>
          <p:cNvPr id="49" name="그림 48">
            <a:extLst>
              <a:ext uri="{FF2B5EF4-FFF2-40B4-BE49-F238E27FC236}">
                <a16:creationId xmlns:a16="http://schemas.microsoft.com/office/drawing/2014/main" id="{6288E261-149E-4BCF-B3A8-25C4E0A4711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31692" y="2973616"/>
            <a:ext cx="1926506" cy="1311711"/>
          </a:xfrm>
          <a:prstGeom prst="rect">
            <a:avLst/>
          </a:prstGeom>
        </p:spPr>
      </p:pic>
      <p:grpSp>
        <p:nvGrpSpPr>
          <p:cNvPr id="66" name="그룹 65">
            <a:extLst>
              <a:ext uri="{FF2B5EF4-FFF2-40B4-BE49-F238E27FC236}">
                <a16:creationId xmlns:a16="http://schemas.microsoft.com/office/drawing/2014/main" id="{35D66A04-E3B0-4AEC-AF14-69496B18BC40}"/>
              </a:ext>
            </a:extLst>
          </p:cNvPr>
          <p:cNvGrpSpPr/>
          <p:nvPr/>
        </p:nvGrpSpPr>
        <p:grpSpPr>
          <a:xfrm>
            <a:off x="3608025" y="2973616"/>
            <a:ext cx="1926506" cy="1311711"/>
            <a:chOff x="3315473" y="2621381"/>
            <a:chExt cx="1926506" cy="1311711"/>
          </a:xfrm>
        </p:grpSpPr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522327B1-C3B1-4658-80F7-E0DA734598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315473" y="2621381"/>
              <a:ext cx="1926506" cy="1311711"/>
            </a:xfrm>
            <a:prstGeom prst="rect">
              <a:avLst/>
            </a:prstGeom>
          </p:spPr>
        </p:pic>
        <p:sp>
          <p:nvSpPr>
            <p:cNvPr id="35" name="화살표: 오른쪽 34">
              <a:extLst>
                <a:ext uri="{FF2B5EF4-FFF2-40B4-BE49-F238E27FC236}">
                  <a16:creationId xmlns:a16="http://schemas.microsoft.com/office/drawing/2014/main" id="{C0AC106C-515C-4497-879B-8263BCDF8955}"/>
                </a:ext>
              </a:extLst>
            </p:cNvPr>
            <p:cNvSpPr/>
            <p:nvPr/>
          </p:nvSpPr>
          <p:spPr>
            <a:xfrm rot="5400000">
              <a:off x="4294464" y="3532138"/>
              <a:ext cx="206294" cy="148048"/>
            </a:xfrm>
            <a:prstGeom prst="rightArrow">
              <a:avLst>
                <a:gd name="adj1" fmla="val 37097"/>
                <a:gd name="adj2" fmla="val 50000"/>
              </a:avLst>
            </a:prstGeom>
            <a:solidFill>
              <a:schemeClr val="bg1"/>
            </a:solidFill>
            <a:ln w="6350"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0384F5EB-C847-4FEB-B9B6-6C5797F1533A}"/>
                </a:ext>
              </a:extLst>
            </p:cNvPr>
            <p:cNvGrpSpPr/>
            <p:nvPr/>
          </p:nvGrpSpPr>
          <p:grpSpPr>
            <a:xfrm>
              <a:off x="3507747" y="3331198"/>
              <a:ext cx="1645278" cy="365138"/>
              <a:chOff x="3507747" y="3331198"/>
              <a:chExt cx="1645278" cy="365138"/>
            </a:xfrm>
          </p:grpSpPr>
          <p:sp>
            <p:nvSpPr>
              <p:cNvPr id="38" name="타원 37">
                <a:extLst>
                  <a:ext uri="{FF2B5EF4-FFF2-40B4-BE49-F238E27FC236}">
                    <a16:creationId xmlns:a16="http://schemas.microsoft.com/office/drawing/2014/main" id="{2532354F-5C15-4928-AF0A-F6D20032B18C}"/>
                  </a:ext>
                </a:extLst>
              </p:cNvPr>
              <p:cNvSpPr/>
              <p:nvPr/>
            </p:nvSpPr>
            <p:spPr>
              <a:xfrm>
                <a:off x="4340776" y="3360137"/>
                <a:ext cx="113669" cy="126789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" name="Rectangle 12">
                <a:extLst>
                  <a:ext uri="{FF2B5EF4-FFF2-40B4-BE49-F238E27FC236}">
                    <a16:creationId xmlns:a16="http://schemas.microsoft.com/office/drawing/2014/main" id="{155677CF-68B9-4E4A-BDCE-068AAE43E6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1635" y="3331198"/>
                <a:ext cx="471736" cy="92333"/>
              </a:xfrm>
              <a:prstGeom prst="rect">
                <a:avLst/>
              </a:prstGeom>
              <a:solidFill>
                <a:schemeClr val="bg1">
                  <a:alpha val="83000"/>
                </a:schemeClr>
              </a:solidFill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lang="en-US" altLang="ko-KR" sz="600" b="1" dirty="0">
                    <a:latin typeface="Arial Narrow" panose="020B0606020202030204" pitchFamily="34" charset="0"/>
                    <a:ea typeface="LG스마트체 Regular" panose="020B0600000101010101" pitchFamily="34" charset="-127"/>
                    <a:sym typeface="Wingdings" panose="05000000000000000000" pitchFamily="2" charset="2"/>
                  </a:rPr>
                  <a:t>LM</a:t>
                </a:r>
                <a:r>
                  <a:rPr lang="ko-KR" altLang="en-US" sz="600" b="1" dirty="0">
                    <a:latin typeface="Arial Narrow" panose="020B0606020202030204" pitchFamily="34" charset="0"/>
                    <a:ea typeface="LG스마트체 Regular" panose="020B0600000101010101" pitchFamily="34" charset="-127"/>
                    <a:sym typeface="Wingdings" panose="05000000000000000000" pitchFamily="2" charset="2"/>
                  </a:rPr>
                  <a:t> 구리스 뭉침</a:t>
                </a:r>
                <a:endParaRPr lang="en-US" altLang="ko-KR" sz="600" b="1" dirty="0">
                  <a:latin typeface="Arial Narrow" panose="020B0606020202030204" pitchFamily="34" charset="0"/>
                  <a:ea typeface="LG스마트체 Regular" panose="020B0600000101010101" pitchFamily="34" charset="-127"/>
                  <a:sym typeface="Wingdings" panose="05000000000000000000" pitchFamily="2" charset="2"/>
                </a:endParaRPr>
              </a:p>
            </p:txBody>
          </p:sp>
          <p:sp>
            <p:nvSpPr>
              <p:cNvPr id="41" name="Rectangle 12">
                <a:extLst>
                  <a:ext uri="{FF2B5EF4-FFF2-40B4-BE49-F238E27FC236}">
                    <a16:creationId xmlns:a16="http://schemas.microsoft.com/office/drawing/2014/main" id="{A4B8A347-ABEA-4581-A301-C2BA2EE686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1635" y="3604003"/>
                <a:ext cx="681390" cy="92333"/>
              </a:xfrm>
              <a:prstGeom prst="rect">
                <a:avLst/>
              </a:prstGeom>
              <a:solidFill>
                <a:schemeClr val="bg1">
                  <a:alpha val="83000"/>
                </a:schemeClr>
              </a:solidFill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lang="ko-KR" altLang="en-US" sz="600" b="1" dirty="0">
                    <a:latin typeface="Arial Narrow" panose="020B0606020202030204" pitchFamily="34" charset="0"/>
                    <a:ea typeface="LG스마트체 Regular" panose="020B0600000101010101" pitchFamily="34" charset="-127"/>
                    <a:sym typeface="Wingdings" panose="05000000000000000000" pitchFamily="2" charset="2"/>
                  </a:rPr>
                  <a:t>셀 이송 구간으로 낙하</a:t>
                </a:r>
                <a:endParaRPr lang="en-US" altLang="ko-KR" sz="600" b="1" dirty="0">
                  <a:latin typeface="Arial Narrow" panose="020B0606020202030204" pitchFamily="34" charset="0"/>
                  <a:ea typeface="LG스마트체 Regular" panose="020B0600000101010101" pitchFamily="34" charset="-127"/>
                  <a:sym typeface="Wingdings" panose="05000000000000000000" pitchFamily="2" charset="2"/>
                </a:endParaRPr>
              </a:p>
            </p:txBody>
          </p:sp>
          <p:sp>
            <p:nvSpPr>
              <p:cNvPr id="103" name="Rectangle 12">
                <a:extLst>
                  <a:ext uri="{FF2B5EF4-FFF2-40B4-BE49-F238E27FC236}">
                    <a16:creationId xmlns:a16="http://schemas.microsoft.com/office/drawing/2014/main" id="{7C0BB218-DECA-4B9A-9C4A-7E8113E968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7747" y="3374224"/>
                <a:ext cx="471736" cy="92333"/>
              </a:xfrm>
              <a:prstGeom prst="rect">
                <a:avLst/>
              </a:prstGeom>
              <a:solidFill>
                <a:schemeClr val="bg1">
                  <a:alpha val="83000"/>
                </a:schemeClr>
              </a:solidFill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lang="en-US" altLang="ko-KR" sz="600" b="1" dirty="0">
                    <a:latin typeface="Arial Narrow" panose="020B0606020202030204" pitchFamily="34" charset="0"/>
                    <a:ea typeface="LG스마트체 Regular" panose="020B0600000101010101" pitchFamily="34" charset="-127"/>
                    <a:sym typeface="Wingdings" panose="05000000000000000000" pitchFamily="2" charset="2"/>
                  </a:rPr>
                  <a:t>Linear</a:t>
                </a:r>
                <a:r>
                  <a:rPr lang="ko-KR" altLang="en-US" sz="600" b="1" dirty="0">
                    <a:latin typeface="Arial Narrow" panose="020B0606020202030204" pitchFamily="34" charset="0"/>
                    <a:ea typeface="LG스마트체 Regular" panose="020B0600000101010101" pitchFamily="34" charset="-127"/>
                    <a:sym typeface="Wingdings" panose="05000000000000000000" pitchFamily="2" charset="2"/>
                  </a:rPr>
                  <a:t> </a:t>
                </a:r>
                <a:r>
                  <a:rPr lang="en-US" altLang="ko-KR" sz="600" b="1" dirty="0">
                    <a:latin typeface="Arial Narrow" panose="020B0606020202030204" pitchFamily="34" charset="0"/>
                    <a:ea typeface="LG스마트체 Regular" panose="020B0600000101010101" pitchFamily="34" charset="-127"/>
                    <a:sym typeface="Wingdings" panose="05000000000000000000" pitchFamily="2" charset="2"/>
                  </a:rPr>
                  <a:t>motor</a:t>
                </a:r>
              </a:p>
            </p:txBody>
          </p:sp>
        </p:grpSp>
      </p:grpSp>
      <p:pic>
        <p:nvPicPr>
          <p:cNvPr id="43" name="그림 42">
            <a:extLst>
              <a:ext uri="{FF2B5EF4-FFF2-40B4-BE49-F238E27FC236}">
                <a16:creationId xmlns:a16="http://schemas.microsoft.com/office/drawing/2014/main" id="{EB2264F4-55D7-4C9D-81A9-1329755E2B5D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817" b="89437" l="6173" r="94239">
                        <a14:foregroundMark x1="72016" y1="42958" x2="79835" y2="78873"/>
                        <a14:foregroundMark x1="79835" y1="78873" x2="50206" y2="86620"/>
                        <a14:foregroundMark x1="50206" y1="86620" x2="23457" y2="85211"/>
                        <a14:foregroundMark x1="23457" y1="85211" x2="18930" y2="36620"/>
                        <a14:foregroundMark x1="80658" y1="11268" x2="91770" y2="2817"/>
                        <a14:foregroundMark x1="78189" y1="4930" x2="6173" y2="3521"/>
                        <a14:foregroundMark x1="92181" y1="4225" x2="94239" y2="563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1290874" y="5003466"/>
            <a:ext cx="1782058" cy="1302429"/>
          </a:xfrm>
          <a:prstGeom prst="rect">
            <a:avLst/>
          </a:prstGeom>
          <a:noFill/>
          <a:ln w="38100">
            <a:noFill/>
            <a:miter lim="800000"/>
            <a:headEnd type="none" w="sm" len="sm"/>
            <a:tailEnd type="none" w="sm" len="sm"/>
          </a:ln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37AB9D77-3DC4-4CD3-9AE1-75CF6EF64281}"/>
              </a:ext>
            </a:extLst>
          </p:cNvPr>
          <p:cNvSpPr txBox="1"/>
          <p:nvPr/>
        </p:nvSpPr>
        <p:spPr>
          <a:xfrm>
            <a:off x="2203423" y="5483981"/>
            <a:ext cx="585902" cy="92333"/>
          </a:xfrm>
          <a:prstGeom prst="rect">
            <a:avLst/>
          </a:prstGeom>
          <a:solidFill>
            <a:schemeClr val="bg1">
              <a:alpha val="83000"/>
            </a:schemeClr>
          </a:solidFill>
        </p:spPr>
        <p:txBody>
          <a:bodyPr wrap="square" lIns="0" tIns="0" rIns="0" bIns="0" anchor="t">
            <a:spAutoFit/>
          </a:bodyPr>
          <a:lstStyle>
            <a:defPPr>
              <a:defRPr lang="ko-KR"/>
            </a:defPPr>
            <a:lvl1pPr algn="ctr">
              <a:defRPr sz="600" b="1">
                <a:latin typeface="Arial Narrow" panose="020B0606020202030204" pitchFamily="34" charset="0"/>
                <a:ea typeface="LG스마트체 Regular" panose="020B0600000101010101" pitchFamily="34" charset="-127"/>
              </a:defRPr>
            </a:lvl1pPr>
          </a:lstStyle>
          <a:p>
            <a:r>
              <a:rPr lang="ko-KR" altLang="en-US" dirty="0"/>
              <a:t>리드코너 변형</a:t>
            </a: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F15AC43F-DE69-4406-B996-DA594FEDBCA2}"/>
              </a:ext>
            </a:extLst>
          </p:cNvPr>
          <p:cNvCxnSpPr>
            <a:cxnSpLocks/>
          </p:cNvCxnSpPr>
          <p:nvPr/>
        </p:nvCxnSpPr>
        <p:spPr>
          <a:xfrm flipV="1">
            <a:off x="2709823" y="5148072"/>
            <a:ext cx="47486" cy="31195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B54BB993-13F0-4420-BDF1-7398E85C08B4}"/>
              </a:ext>
            </a:extLst>
          </p:cNvPr>
          <p:cNvGrpSpPr/>
          <p:nvPr/>
        </p:nvGrpSpPr>
        <p:grpSpPr>
          <a:xfrm>
            <a:off x="5906821" y="5782244"/>
            <a:ext cx="2144185" cy="967892"/>
            <a:chOff x="6199009" y="5460027"/>
            <a:chExt cx="2144185" cy="967892"/>
          </a:xfrm>
        </p:grpSpPr>
        <p:pic>
          <p:nvPicPr>
            <p:cNvPr id="54" name="그림 53">
              <a:extLst>
                <a:ext uri="{FF2B5EF4-FFF2-40B4-BE49-F238E27FC236}">
                  <a16:creationId xmlns:a16="http://schemas.microsoft.com/office/drawing/2014/main" id="{8F2DC46F-CB7C-4171-B22A-7B306EF1077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2817" b="89437" l="6173" r="94239">
                          <a14:foregroundMark x1="72016" y1="42958" x2="79835" y2="78873"/>
                          <a14:foregroundMark x1="79835" y1="78873" x2="50206" y2="86620"/>
                          <a14:foregroundMark x1="50206" y1="86620" x2="23457" y2="85211"/>
                          <a14:foregroundMark x1="23457" y1="85211" x2="18930" y2="36620"/>
                          <a14:foregroundMark x1="80658" y1="11268" x2="91770" y2="2817"/>
                          <a14:foregroundMark x1="78189" y1="4930" x2="6173" y2="3521"/>
                          <a14:foregroundMark x1="92181" y1="4225" x2="94239" y2="5634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0800000">
              <a:off x="6199009" y="5460027"/>
              <a:ext cx="1324326" cy="967892"/>
            </a:xfrm>
            <a:prstGeom prst="rect">
              <a:avLst/>
            </a:prstGeom>
            <a:noFill/>
            <a:ln w="38100">
              <a:noFill/>
              <a:miter lim="800000"/>
              <a:headEnd type="none" w="sm" len="sm"/>
              <a:tailEnd type="none" w="sm" len="sm"/>
            </a:ln>
          </p:spPr>
        </p:pic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C353FD70-C198-4DCD-82DA-430C38BCC7B6}"/>
                </a:ext>
              </a:extLst>
            </p:cNvPr>
            <p:cNvCxnSpPr>
              <a:cxnSpLocks/>
              <a:stCxn id="54" idx="3"/>
              <a:endCxn id="54" idx="1"/>
            </p:cNvCxnSpPr>
            <p:nvPr/>
          </p:nvCxnSpPr>
          <p:spPr>
            <a:xfrm>
              <a:off x="6199009" y="5943973"/>
              <a:ext cx="1324326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3276A17-2B4C-46B5-B279-30190D676940}"/>
                </a:ext>
              </a:extLst>
            </p:cNvPr>
            <p:cNvSpPr txBox="1"/>
            <p:nvPr/>
          </p:nvSpPr>
          <p:spPr>
            <a:xfrm>
              <a:off x="6614289" y="5735865"/>
              <a:ext cx="585902" cy="92333"/>
            </a:xfrm>
            <a:prstGeom prst="rect">
              <a:avLst/>
            </a:prstGeom>
            <a:solidFill>
              <a:schemeClr val="bg1">
                <a:alpha val="83000"/>
              </a:schemeClr>
            </a:solidFill>
          </p:spPr>
          <p:txBody>
            <a:bodyPr wrap="square" lIns="0" tIns="0" rIns="0" bIns="0" anchor="t">
              <a:spAutoFit/>
            </a:bodyPr>
            <a:lstStyle>
              <a:defPPr>
                <a:defRPr lang="ko-KR"/>
              </a:defPPr>
              <a:lvl1pPr algn="ctr">
                <a:defRPr sz="600" b="1">
                  <a:latin typeface="Arial Narrow" panose="020B0606020202030204" pitchFamily="34" charset="0"/>
                  <a:ea typeface="LG스마트체 Regular" panose="020B0600000101010101" pitchFamily="34" charset="-127"/>
                </a:defRPr>
              </a:lvl1pPr>
            </a:lstStyle>
            <a:p>
              <a:r>
                <a:rPr lang="en-US" altLang="ko-KR" dirty="0"/>
                <a:t>Cutting zone</a:t>
              </a:r>
              <a:endParaRPr lang="ko-KR" alt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96B5C31-177F-41AB-B4C3-38B5028FFEA4}"/>
                </a:ext>
              </a:extLst>
            </p:cNvPr>
            <p:cNvSpPr txBox="1"/>
            <p:nvPr/>
          </p:nvSpPr>
          <p:spPr>
            <a:xfrm>
              <a:off x="7449106" y="5651130"/>
              <a:ext cx="894088" cy="184666"/>
            </a:xfrm>
            <a:prstGeom prst="rect">
              <a:avLst/>
            </a:prstGeom>
            <a:solidFill>
              <a:schemeClr val="bg1">
                <a:alpha val="83000"/>
              </a:schemeClr>
            </a:solidFill>
          </p:spPr>
          <p:txBody>
            <a:bodyPr wrap="square" lIns="0" tIns="0" rIns="0" bIns="0" anchor="t">
              <a:spAutoFit/>
            </a:bodyPr>
            <a:lstStyle>
              <a:defPPr>
                <a:defRPr lang="ko-KR"/>
              </a:defPPr>
              <a:lvl1pPr algn="ctr">
                <a:defRPr sz="600" b="1">
                  <a:latin typeface="Arial Narrow" panose="020B0606020202030204" pitchFamily="34" charset="0"/>
                  <a:ea typeface="LG스마트체 Regular" panose="020B0600000101010101" pitchFamily="34" charset="-127"/>
                </a:defRPr>
              </a:lvl1pPr>
            </a:lstStyle>
            <a:p>
              <a:r>
                <a:rPr lang="en-US" altLang="ko-KR" dirty="0"/>
                <a:t>Cutting zone </a:t>
              </a:r>
              <a:r>
                <a:rPr lang="ko-KR" altLang="en-US" dirty="0"/>
                <a:t>으로</a:t>
              </a:r>
              <a:endParaRPr lang="en-US" altLang="ko-KR" dirty="0"/>
            </a:p>
            <a:p>
              <a:r>
                <a:rPr lang="ko-KR" altLang="en-US" dirty="0"/>
                <a:t>외관 판정 제외협의 완료</a:t>
              </a:r>
            </a:p>
          </p:txBody>
        </p:sp>
        <p:sp>
          <p:nvSpPr>
            <p:cNvPr id="60" name="오른쪽 중괄호 59">
              <a:extLst>
                <a:ext uri="{FF2B5EF4-FFF2-40B4-BE49-F238E27FC236}">
                  <a16:creationId xmlns:a16="http://schemas.microsoft.com/office/drawing/2014/main" id="{38923306-B903-42B1-9B1F-C5ADCABA017D}"/>
                </a:ext>
              </a:extLst>
            </p:cNvPr>
            <p:cNvSpPr/>
            <p:nvPr/>
          </p:nvSpPr>
          <p:spPr>
            <a:xfrm>
              <a:off x="7433168" y="5534230"/>
              <a:ext cx="45719" cy="409742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1" name="자유형: 도형 60">
            <a:extLst>
              <a:ext uri="{FF2B5EF4-FFF2-40B4-BE49-F238E27FC236}">
                <a16:creationId xmlns:a16="http://schemas.microsoft.com/office/drawing/2014/main" id="{B3573043-964F-43A4-B38F-1600ED4C2E5E}"/>
              </a:ext>
            </a:extLst>
          </p:cNvPr>
          <p:cNvSpPr/>
          <p:nvPr/>
        </p:nvSpPr>
        <p:spPr>
          <a:xfrm>
            <a:off x="6248400" y="3624073"/>
            <a:ext cx="1802606" cy="223837"/>
          </a:xfrm>
          <a:custGeom>
            <a:avLst/>
            <a:gdLst>
              <a:gd name="connsiteX0" fmla="*/ 0 w 1802606"/>
              <a:gd name="connsiteY0" fmla="*/ 66675 h 223837"/>
              <a:gd name="connsiteX1" fmla="*/ 83344 w 1802606"/>
              <a:gd name="connsiteY1" fmla="*/ 223837 h 223837"/>
              <a:gd name="connsiteX2" fmla="*/ 1790700 w 1802606"/>
              <a:gd name="connsiteY2" fmla="*/ 195262 h 223837"/>
              <a:gd name="connsiteX3" fmla="*/ 1802606 w 1802606"/>
              <a:gd name="connsiteY3" fmla="*/ 0 h 223837"/>
              <a:gd name="connsiteX4" fmla="*/ 0 w 1802606"/>
              <a:gd name="connsiteY4" fmla="*/ 66675 h 223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2606" h="223837">
                <a:moveTo>
                  <a:pt x="0" y="66675"/>
                </a:moveTo>
                <a:lnTo>
                  <a:pt x="83344" y="223837"/>
                </a:lnTo>
                <a:lnTo>
                  <a:pt x="1790700" y="195262"/>
                </a:lnTo>
                <a:lnTo>
                  <a:pt x="1802606" y="0"/>
                </a:lnTo>
                <a:lnTo>
                  <a:pt x="0" y="66675"/>
                </a:lnTo>
                <a:close/>
              </a:path>
            </a:pathLst>
          </a:custGeom>
          <a:solidFill>
            <a:schemeClr val="accent1">
              <a:alpha val="4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Rectangle 12">
            <a:extLst>
              <a:ext uri="{FF2B5EF4-FFF2-40B4-BE49-F238E27FC236}">
                <a16:creationId xmlns:a16="http://schemas.microsoft.com/office/drawing/2014/main" id="{94FFB116-C5D5-442D-9850-1E8ABEFAA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4821" y="3523818"/>
            <a:ext cx="1233377" cy="92333"/>
          </a:xfrm>
          <a:prstGeom prst="rect">
            <a:avLst/>
          </a:prstGeom>
          <a:solidFill>
            <a:schemeClr val="bg1">
              <a:alpha val="83000"/>
            </a:schemeClr>
          </a:solidFill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600" b="1">
                <a:latin typeface="Arial Narrow" panose="020B0606020202030204" pitchFamily="34" charset="0"/>
                <a:ea typeface="LG스마트체 Regular" panose="020B0600000101010101" pitchFamily="34" charset="-127"/>
                <a:sym typeface="Wingdings" panose="05000000000000000000" pitchFamily="2" charset="2"/>
              </a:rPr>
              <a:t>구리스 낙하 방지 커버 설치 예정</a:t>
            </a:r>
            <a:endParaRPr lang="en-US" altLang="ko-KR" sz="600" b="1" dirty="0">
              <a:latin typeface="Arial Narrow" panose="020B0606020202030204" pitchFamily="34" charset="0"/>
              <a:ea typeface="LG스마트체 Regular" panose="020B0600000101010101" pitchFamily="34" charset="-127"/>
              <a:sym typeface="Wingdings" panose="05000000000000000000" pitchFamily="2" charset="2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E754D19-D20B-427D-8E16-5A845606E1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rot="5400000">
            <a:off x="3665958" y="4425476"/>
            <a:ext cx="1713719" cy="2363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4" name="화살표: 위로 굽음 83">
            <a:extLst>
              <a:ext uri="{FF2B5EF4-FFF2-40B4-BE49-F238E27FC236}">
                <a16:creationId xmlns:a16="http://schemas.microsoft.com/office/drawing/2014/main" id="{876E62D1-7D87-47F4-849B-849D774F7F65}"/>
              </a:ext>
            </a:extLst>
          </p:cNvPr>
          <p:cNvSpPr/>
          <p:nvPr/>
        </p:nvSpPr>
        <p:spPr>
          <a:xfrm rot="10800000">
            <a:off x="4572175" y="5756506"/>
            <a:ext cx="428449" cy="300767"/>
          </a:xfrm>
          <a:prstGeom prst="bentUp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06C716D-5315-4932-A871-9F0D9C0ADC60}"/>
              </a:ext>
            </a:extLst>
          </p:cNvPr>
          <p:cNvSpPr txBox="1"/>
          <p:nvPr/>
        </p:nvSpPr>
        <p:spPr>
          <a:xfrm>
            <a:off x="4616139" y="5650723"/>
            <a:ext cx="372694" cy="92333"/>
          </a:xfrm>
          <a:prstGeom prst="rect">
            <a:avLst/>
          </a:prstGeom>
          <a:solidFill>
            <a:schemeClr val="bg1">
              <a:alpha val="83000"/>
            </a:schemeClr>
          </a:solidFill>
        </p:spPr>
        <p:txBody>
          <a:bodyPr wrap="square" lIns="0" tIns="0" rIns="0" bIns="0" anchor="t">
            <a:spAutoFit/>
          </a:bodyPr>
          <a:lstStyle>
            <a:defPPr>
              <a:defRPr lang="ko-KR"/>
            </a:defPPr>
            <a:lvl1pPr algn="ctr">
              <a:defRPr sz="600" b="1">
                <a:latin typeface="Arial Narrow" panose="020B0606020202030204" pitchFamily="34" charset="0"/>
                <a:ea typeface="LG스마트체 Regular" panose="020B0600000101010101" pitchFamily="34" charset="-127"/>
              </a:defRPr>
            </a:lvl1pPr>
          </a:lstStyle>
          <a:p>
            <a:r>
              <a:rPr lang="ko-KR" altLang="en-US" dirty="0"/>
              <a:t>셀 이동 방향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0F5B90B-B84A-48C7-9357-54F45E972791}"/>
              </a:ext>
            </a:extLst>
          </p:cNvPr>
          <p:cNvSpPr txBox="1"/>
          <p:nvPr/>
        </p:nvSpPr>
        <p:spPr>
          <a:xfrm>
            <a:off x="4187985" y="5914591"/>
            <a:ext cx="363798" cy="184666"/>
          </a:xfrm>
          <a:prstGeom prst="rect">
            <a:avLst/>
          </a:prstGeom>
          <a:solidFill>
            <a:schemeClr val="bg1">
              <a:alpha val="83000"/>
            </a:schemeClr>
          </a:solidFill>
        </p:spPr>
        <p:txBody>
          <a:bodyPr wrap="square" lIns="0" tIns="0" rIns="0" bIns="0" anchor="t">
            <a:spAutoFit/>
          </a:bodyPr>
          <a:lstStyle>
            <a:defPPr>
              <a:defRPr lang="ko-KR"/>
            </a:defPPr>
            <a:lvl1pPr algn="ctr">
              <a:defRPr sz="600" b="1">
                <a:latin typeface="Arial Narrow" panose="020B0606020202030204" pitchFamily="34" charset="0"/>
                <a:ea typeface="LG스마트체 Regular" panose="020B0600000101010101" pitchFamily="34" charset="-127"/>
              </a:defRPr>
            </a:lvl1pPr>
          </a:lstStyle>
          <a:p>
            <a:r>
              <a:rPr lang="ko-KR" altLang="en-US" dirty="0"/>
              <a:t>리드코너</a:t>
            </a:r>
            <a:endParaRPr lang="en-US" altLang="ko-KR" dirty="0"/>
          </a:p>
          <a:p>
            <a:r>
              <a:rPr lang="ko-KR" altLang="en-US" dirty="0"/>
              <a:t>간섭위치</a:t>
            </a:r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9FF7C940-8D20-4804-AAD4-94506D4381C7}"/>
              </a:ext>
            </a:extLst>
          </p:cNvPr>
          <p:cNvCxnSpPr>
            <a:cxnSpLocks/>
          </p:cNvCxnSpPr>
          <p:nvPr/>
        </p:nvCxnSpPr>
        <p:spPr>
          <a:xfrm>
            <a:off x="3955992" y="6266190"/>
            <a:ext cx="37966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3ADB870D-9F7D-45C0-A504-D96881A72B86}"/>
              </a:ext>
            </a:extLst>
          </p:cNvPr>
          <p:cNvSpPr txBox="1"/>
          <p:nvPr/>
        </p:nvSpPr>
        <p:spPr>
          <a:xfrm>
            <a:off x="3608025" y="6158489"/>
            <a:ext cx="440196" cy="174270"/>
          </a:xfrm>
          <a:prstGeom prst="rect">
            <a:avLst/>
          </a:prstGeom>
          <a:solidFill>
            <a:schemeClr val="bg1">
              <a:alpha val="83000"/>
            </a:schemeClr>
          </a:solidFill>
        </p:spPr>
        <p:txBody>
          <a:bodyPr wrap="square" lIns="0" tIns="0" rIns="0" bIns="0" anchor="t">
            <a:noAutofit/>
          </a:bodyPr>
          <a:lstStyle>
            <a:defPPr>
              <a:defRPr lang="ko-KR"/>
            </a:defPPr>
            <a:lvl1pPr algn="ctr">
              <a:defRPr sz="600" b="1">
                <a:latin typeface="Arial Narrow" panose="020B0606020202030204" pitchFamily="34" charset="0"/>
                <a:ea typeface="LG스마트체 Regular" panose="020B0600000101010101" pitchFamily="34" charset="-127"/>
              </a:defRPr>
            </a:lvl1pPr>
          </a:lstStyle>
          <a:p>
            <a:r>
              <a:rPr lang="en-US" altLang="ko-KR" dirty="0"/>
              <a:t>PP Jig</a:t>
            </a:r>
          </a:p>
          <a:p>
            <a:r>
              <a:rPr lang="ko-KR" altLang="en-US" dirty="0" err="1"/>
              <a:t>그리퍼</a:t>
            </a:r>
            <a:r>
              <a:rPr lang="ko-KR" altLang="en-US" dirty="0"/>
              <a:t> 가이드</a:t>
            </a:r>
          </a:p>
        </p:txBody>
      </p:sp>
      <p:sp>
        <p:nvSpPr>
          <p:cNvPr id="104" name="폭발: 8pt 103">
            <a:extLst>
              <a:ext uri="{FF2B5EF4-FFF2-40B4-BE49-F238E27FC236}">
                <a16:creationId xmlns:a16="http://schemas.microsoft.com/office/drawing/2014/main" id="{5096B6FE-92D2-4F46-A559-F98E85366374}"/>
              </a:ext>
            </a:extLst>
          </p:cNvPr>
          <p:cNvSpPr/>
          <p:nvPr/>
        </p:nvSpPr>
        <p:spPr>
          <a:xfrm>
            <a:off x="4522817" y="6033591"/>
            <a:ext cx="236220" cy="227180"/>
          </a:xfrm>
          <a:prstGeom prst="irregularSeal1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37FC1165-F126-467F-B71A-509C7E888A9F}"/>
              </a:ext>
            </a:extLst>
          </p:cNvPr>
          <p:cNvSpPr/>
          <p:nvPr/>
        </p:nvSpPr>
        <p:spPr>
          <a:xfrm>
            <a:off x="5815163" y="5672418"/>
            <a:ext cx="130997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② 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리드 커팅 영역 규격 완화</a:t>
            </a:r>
            <a:endParaRPr lang="ko-KR" altLang="en-US" dirty="0"/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103804D5-2D8F-4D15-A6DD-304899229B52}"/>
              </a:ext>
            </a:extLst>
          </p:cNvPr>
          <p:cNvSpPr/>
          <p:nvPr/>
        </p:nvSpPr>
        <p:spPr>
          <a:xfrm>
            <a:off x="5815163" y="4347825"/>
            <a:ext cx="203453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① PP Jig </a:t>
            </a:r>
            <a:r>
              <a:rPr lang="ko-KR" altLang="en-US" sz="800" dirty="0" err="1">
                <a:latin typeface="Arial Narrow" panose="020B0606020202030204" pitchFamily="34" charset="0"/>
                <a:ea typeface="LG스마트체 Regular" panose="020B0600000101010101" pitchFamily="34" charset="-127"/>
              </a:rPr>
              <a:t>그리퍼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 가이드제거를 통한 간섭 방지</a:t>
            </a:r>
            <a:endParaRPr lang="en-US" altLang="ko-KR" sz="800" dirty="0">
              <a:latin typeface="Arial Narrow" panose="020B0606020202030204" pitchFamily="34" charset="0"/>
              <a:ea typeface="LG스마트체 Regular" panose="020B0600000101010101" pitchFamily="34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A3D4BE5-7CB5-407D-B658-74F2071F3973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6055627" y="4570762"/>
            <a:ext cx="1349491" cy="1087454"/>
          </a:xfrm>
          <a:prstGeom prst="rect">
            <a:avLst/>
          </a:prstGeom>
        </p:spPr>
      </p:pic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639EC5B6-6843-4A40-9386-76A5541AE51C}"/>
              </a:ext>
            </a:extLst>
          </p:cNvPr>
          <p:cNvCxnSpPr>
            <a:cxnSpLocks/>
          </p:cNvCxnSpPr>
          <p:nvPr/>
        </p:nvCxnSpPr>
        <p:spPr>
          <a:xfrm flipH="1">
            <a:off x="6791398" y="5347291"/>
            <a:ext cx="812564" cy="0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8E4FAC32-594D-48B9-A3B2-661C548B8010}"/>
              </a:ext>
            </a:extLst>
          </p:cNvPr>
          <p:cNvSpPr/>
          <p:nvPr/>
        </p:nvSpPr>
        <p:spPr>
          <a:xfrm>
            <a:off x="6361523" y="4617244"/>
            <a:ext cx="472665" cy="802481"/>
          </a:xfrm>
          <a:custGeom>
            <a:avLst/>
            <a:gdLst>
              <a:gd name="connsiteX0" fmla="*/ 0 w 435769"/>
              <a:gd name="connsiteY0" fmla="*/ 783431 h 802481"/>
              <a:gd name="connsiteX1" fmla="*/ 0 w 435769"/>
              <a:gd name="connsiteY1" fmla="*/ 783431 h 802481"/>
              <a:gd name="connsiteX2" fmla="*/ 354806 w 435769"/>
              <a:gd name="connsiteY2" fmla="*/ 802481 h 802481"/>
              <a:gd name="connsiteX3" fmla="*/ 435769 w 435769"/>
              <a:gd name="connsiteY3" fmla="*/ 11906 h 802481"/>
              <a:gd name="connsiteX4" fmla="*/ 178594 w 435769"/>
              <a:gd name="connsiteY4" fmla="*/ 0 h 802481"/>
              <a:gd name="connsiteX5" fmla="*/ 0 w 435769"/>
              <a:gd name="connsiteY5" fmla="*/ 783431 h 802481"/>
              <a:gd name="connsiteX0" fmla="*/ 3558 w 472665"/>
              <a:gd name="connsiteY0" fmla="*/ 783431 h 802481"/>
              <a:gd name="connsiteX1" fmla="*/ 36896 w 472665"/>
              <a:gd name="connsiteY1" fmla="*/ 783431 h 802481"/>
              <a:gd name="connsiteX2" fmla="*/ 391702 w 472665"/>
              <a:gd name="connsiteY2" fmla="*/ 802481 h 802481"/>
              <a:gd name="connsiteX3" fmla="*/ 472665 w 472665"/>
              <a:gd name="connsiteY3" fmla="*/ 11906 h 802481"/>
              <a:gd name="connsiteX4" fmla="*/ 215490 w 472665"/>
              <a:gd name="connsiteY4" fmla="*/ 0 h 802481"/>
              <a:gd name="connsiteX5" fmla="*/ 3558 w 472665"/>
              <a:gd name="connsiteY5" fmla="*/ 783431 h 802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2665" h="802481">
                <a:moveTo>
                  <a:pt x="3558" y="783431"/>
                </a:moveTo>
                <a:cubicBezTo>
                  <a:pt x="14671" y="783431"/>
                  <a:pt x="-27795" y="780256"/>
                  <a:pt x="36896" y="783431"/>
                </a:cubicBezTo>
                <a:lnTo>
                  <a:pt x="391702" y="802481"/>
                </a:lnTo>
                <a:lnTo>
                  <a:pt x="472665" y="11906"/>
                </a:lnTo>
                <a:lnTo>
                  <a:pt x="215490" y="0"/>
                </a:lnTo>
                <a:lnTo>
                  <a:pt x="3558" y="783431"/>
                </a:lnTo>
                <a:close/>
              </a:path>
            </a:pathLst>
          </a:custGeom>
          <a:solidFill>
            <a:schemeClr val="bg1">
              <a:lumMod val="95000"/>
              <a:alpha val="28000"/>
            </a:schemeClr>
          </a:solidFill>
          <a:ln w="28575"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6E1A4F2-9828-49A2-8E50-495CA099FD90}"/>
              </a:ext>
            </a:extLst>
          </p:cNvPr>
          <p:cNvSpPr txBox="1"/>
          <p:nvPr/>
        </p:nvSpPr>
        <p:spPr>
          <a:xfrm>
            <a:off x="7523967" y="5235059"/>
            <a:ext cx="894088" cy="184666"/>
          </a:xfrm>
          <a:prstGeom prst="rect">
            <a:avLst/>
          </a:prstGeom>
          <a:solidFill>
            <a:schemeClr val="bg1">
              <a:alpha val="83000"/>
            </a:schemeClr>
          </a:solidFill>
        </p:spPr>
        <p:txBody>
          <a:bodyPr wrap="square" lIns="0" tIns="0" rIns="0" bIns="0" anchor="t">
            <a:spAutoFit/>
          </a:bodyPr>
          <a:lstStyle>
            <a:defPPr>
              <a:defRPr lang="ko-KR"/>
            </a:defPPr>
            <a:lvl1pPr algn="ctr">
              <a:defRPr sz="600" b="1">
                <a:latin typeface="Arial Narrow" panose="020B0606020202030204" pitchFamily="34" charset="0"/>
                <a:ea typeface="LG스마트체 Regular" panose="020B0600000101010101" pitchFamily="34" charset="-127"/>
              </a:defRPr>
            </a:lvl1pPr>
          </a:lstStyle>
          <a:p>
            <a:r>
              <a:rPr lang="en-US" altLang="ko-KR" dirty="0"/>
              <a:t>PP Jig </a:t>
            </a:r>
            <a:r>
              <a:rPr lang="ko-KR" altLang="en-US" dirty="0" err="1"/>
              <a:t>그리퍼</a:t>
            </a:r>
            <a:r>
              <a:rPr lang="ko-KR" altLang="en-US" dirty="0"/>
              <a:t> 가이드</a:t>
            </a:r>
            <a:endParaRPr lang="en-US" altLang="ko-KR" dirty="0"/>
          </a:p>
          <a:p>
            <a:r>
              <a:rPr lang="ko-KR" altLang="en-US" dirty="0"/>
              <a:t>제거 완료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640F274-43DF-77DE-9768-697165B17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15" y="136416"/>
            <a:ext cx="1324379" cy="2837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3323" tIns="3323" rIns="3323" bIns="3323" anchor="b" anchorCtr="0">
            <a:spAutoFit/>
          </a:bodyPr>
          <a:lstStyle/>
          <a:p>
            <a:r>
              <a:rPr lang="ko-KR" altLang="en-US" sz="1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보조</a:t>
            </a:r>
            <a:r>
              <a:rPr lang="en-US" altLang="ko-KR" sz="1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lang="ko-KR" altLang="en-US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외관불량</a:t>
            </a:r>
            <a:endParaRPr lang="ko-KR" altLang="en-US" sz="18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8" name="직선 연결선 125">
            <a:extLst>
              <a:ext uri="{FF2B5EF4-FFF2-40B4-BE49-F238E27FC236}">
                <a16:creationId xmlns:a16="http://schemas.microsoft.com/office/drawing/2014/main" id="{29FE9A54-6D21-70A4-7DA1-2C28BB4D4921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실행 단추: 홈으로 이동 12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93517759-DD89-45AD-2030-DEEB56E9664E}"/>
              </a:ext>
            </a:extLst>
          </p:cNvPr>
          <p:cNvSpPr/>
          <p:nvPr/>
        </p:nvSpPr>
        <p:spPr>
          <a:xfrm>
            <a:off x="8795364" y="118944"/>
            <a:ext cx="245117" cy="260618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94587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8" name="표 167">
            <a:extLst>
              <a:ext uri="{FF2B5EF4-FFF2-40B4-BE49-F238E27FC236}">
                <a16:creationId xmlns:a16="http://schemas.microsoft.com/office/drawing/2014/main" id="{2E4B2442-A56D-43A9-AEEC-A3D7A35DC3D3}"/>
              </a:ext>
            </a:extLst>
          </p:cNvPr>
          <p:cNvGraphicFramePr>
            <a:graphicFrameLocks noGrp="1"/>
          </p:cNvGraphicFramePr>
          <p:nvPr/>
        </p:nvGraphicFramePr>
        <p:xfrm>
          <a:off x="4941439" y="2189180"/>
          <a:ext cx="4091327" cy="151605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4050">
                  <a:extLst>
                    <a:ext uri="{9D8B030D-6E8A-4147-A177-3AD203B41FA5}">
                      <a16:colId xmlns:a16="http://schemas.microsoft.com/office/drawing/2014/main" val="1356592171"/>
                    </a:ext>
                  </a:extLst>
                </a:gridCol>
                <a:gridCol w="1987550">
                  <a:extLst>
                    <a:ext uri="{9D8B030D-6E8A-4147-A177-3AD203B41FA5}">
                      <a16:colId xmlns:a16="http://schemas.microsoft.com/office/drawing/2014/main" val="3393982165"/>
                    </a:ext>
                  </a:extLst>
                </a:gridCol>
                <a:gridCol w="1449727">
                  <a:extLst>
                    <a:ext uri="{9D8B030D-6E8A-4147-A177-3AD203B41FA5}">
                      <a16:colId xmlns:a16="http://schemas.microsoft.com/office/drawing/2014/main" val="522012375"/>
                    </a:ext>
                  </a:extLst>
                </a:gridCol>
              </a:tblGrid>
              <a:tr h="1196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구분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원인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개선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957337"/>
                  </a:ext>
                </a:extLst>
              </a:tr>
              <a:tr h="6812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개선 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7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1241197"/>
                  </a:ext>
                </a:extLst>
              </a:tr>
              <a:tr h="7151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34" charset="-127"/>
                          <a:cs typeface="+mn-cs"/>
                        </a:rPr>
                        <a:t>개선 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7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856908"/>
                  </a:ext>
                </a:extLst>
              </a:tr>
            </a:tbl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4D3584C7-8608-E76C-D601-E625CC4ACE05}"/>
              </a:ext>
            </a:extLst>
          </p:cNvPr>
          <p:cNvGraphicFramePr>
            <a:graphicFrameLocks/>
          </p:cNvGraphicFramePr>
          <p:nvPr/>
        </p:nvGraphicFramePr>
        <p:xfrm>
          <a:off x="290666" y="2181795"/>
          <a:ext cx="4076586" cy="13298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F95F3DD0-EF3B-44B3-A54B-4A1EC20FB3C2}"/>
              </a:ext>
            </a:extLst>
          </p:cNvPr>
          <p:cNvCxnSpPr>
            <a:cxnSpLocks/>
          </p:cNvCxnSpPr>
          <p:nvPr/>
        </p:nvCxnSpPr>
        <p:spPr>
          <a:xfrm>
            <a:off x="1287390" y="2342733"/>
            <a:ext cx="0" cy="525547"/>
          </a:xfrm>
          <a:prstGeom prst="line">
            <a:avLst/>
          </a:prstGeom>
          <a:ln>
            <a:solidFill>
              <a:schemeClr val="tx1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직사각형 40">
            <a:extLst>
              <a:ext uri="{FF2B5EF4-FFF2-40B4-BE49-F238E27FC236}">
                <a16:creationId xmlns:a16="http://schemas.microsoft.com/office/drawing/2014/main" id="{27113F74-0E49-4A74-B8A8-26FFE3A7F637}"/>
              </a:ext>
            </a:extLst>
          </p:cNvPr>
          <p:cNvSpPr/>
          <p:nvPr/>
        </p:nvSpPr>
        <p:spPr>
          <a:xfrm>
            <a:off x="238441" y="1581225"/>
            <a:ext cx="4076586" cy="22313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>
              <a:defRPr/>
            </a:pP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■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절연저항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Trend</a:t>
            </a:r>
          </a:p>
        </p:txBody>
      </p:sp>
      <p:sp>
        <p:nvSpPr>
          <p:cNvPr id="86" name="TextBox 46">
            <a:extLst>
              <a:ext uri="{FF2B5EF4-FFF2-40B4-BE49-F238E27FC236}">
                <a16:creationId xmlns:a16="http://schemas.microsoft.com/office/drawing/2014/main" id="{30AF2728-5B5A-4AE9-8476-B47293CD7147}"/>
              </a:ext>
            </a:extLst>
          </p:cNvPr>
          <p:cNvSpPr txBox="1"/>
          <p:nvPr/>
        </p:nvSpPr>
        <p:spPr>
          <a:xfrm>
            <a:off x="253652" y="3652540"/>
            <a:ext cx="3463783" cy="500137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>
            <a:defPPr>
              <a:defRPr lang="en-US"/>
            </a:defPPr>
            <a:lvl1pPr>
              <a:defRPr sz="1000">
                <a:latin typeface="Arial Narrow" panose="020B0606020202030204" pitchFamily="34" charset="0"/>
                <a:ea typeface="LG스마트체 Regular" panose="020B0600000101010101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kumimoji="1" lang="ko-KR" altLang="en-US" b="1" spc="-21" dirty="0">
                <a:ea typeface="LG스마트체 Regular" panose="020B0600000101010101" pitchFamily="50" charset="-127"/>
              </a:rPr>
              <a:t>■</a:t>
            </a:r>
            <a:r>
              <a:rPr kumimoji="1" lang="en-US" altLang="ko-KR" b="1" spc="-21" dirty="0">
                <a:ea typeface="LG스마트체 Regular" panose="020B0600000101010101" pitchFamily="50" charset="-127"/>
              </a:rPr>
              <a:t> </a:t>
            </a:r>
            <a:r>
              <a:rPr kumimoji="1" lang="ko-KR" altLang="en-US" b="1" spc="-21" dirty="0">
                <a:ea typeface="LG스마트체 Regular" panose="020B0600000101010101" pitchFamily="50" charset="-127"/>
              </a:rPr>
              <a:t>분석</a:t>
            </a:r>
            <a:r>
              <a:rPr kumimoji="1" lang="en-US" altLang="ko-KR" b="1" spc="-21" dirty="0">
                <a:ea typeface="LG스마트체 Regular" panose="020B0600000101010101" pitchFamily="50" charset="-127"/>
              </a:rPr>
              <a:t>(Hi-pot TEST &amp; TDA)</a:t>
            </a:r>
          </a:p>
          <a:p>
            <a:r>
              <a:rPr lang="en-US" altLang="ko-KR" sz="900" dirty="0"/>
              <a:t>    </a:t>
            </a:r>
            <a:r>
              <a:rPr lang="ko-KR" altLang="en-US" sz="900" dirty="0"/>
              <a:t>①</a:t>
            </a:r>
            <a:r>
              <a:rPr lang="en-US" altLang="ko-KR" sz="900" dirty="0"/>
              <a:t> PKG Top Sealing(</a:t>
            </a:r>
            <a:r>
              <a:rPr lang="ko-KR" altLang="en-US" sz="900" dirty="0"/>
              <a:t>양</a:t>
            </a:r>
            <a:r>
              <a:rPr lang="en-US" altLang="ko-KR" sz="900" dirty="0"/>
              <a:t>/</a:t>
            </a:r>
            <a:r>
              <a:rPr lang="ko-KR" altLang="en-US" sz="900" dirty="0"/>
              <a:t>음극</a:t>
            </a:r>
            <a:r>
              <a:rPr lang="en-US" altLang="ko-KR" sz="900" dirty="0"/>
              <a:t>)</a:t>
            </a:r>
            <a:r>
              <a:rPr lang="ko-KR" altLang="en-US" sz="900" dirty="0"/>
              <a:t> 위치 발생 불량률 </a:t>
            </a:r>
            <a:r>
              <a:rPr lang="en-US" altLang="ko-KR" sz="900" dirty="0"/>
              <a:t>0.17%</a:t>
            </a:r>
          </a:p>
          <a:p>
            <a:r>
              <a:rPr lang="ko-KR" altLang="en-US" sz="900" dirty="0"/>
              <a:t>    ② </a:t>
            </a:r>
            <a:r>
              <a:rPr lang="en-US" altLang="ko-KR" sz="900" dirty="0"/>
              <a:t>DGS 2-1 Cup corner &amp; Main Sealing </a:t>
            </a:r>
            <a:r>
              <a:rPr lang="ko-KR" altLang="en-US" sz="900" dirty="0"/>
              <a:t>위치</a:t>
            </a:r>
            <a:r>
              <a:rPr lang="en-US" altLang="ko-KR" sz="900" dirty="0"/>
              <a:t> </a:t>
            </a:r>
            <a:r>
              <a:rPr lang="ko-KR" altLang="en-US" sz="900" dirty="0"/>
              <a:t>발생 불량률 </a:t>
            </a:r>
            <a:r>
              <a:rPr lang="en-US" altLang="ko-KR" sz="900" dirty="0"/>
              <a:t>0.10%</a:t>
            </a:r>
          </a:p>
        </p:txBody>
      </p:sp>
      <p:sp>
        <p:nvSpPr>
          <p:cNvPr id="95" name="직사각형 40">
            <a:extLst>
              <a:ext uri="{FF2B5EF4-FFF2-40B4-BE49-F238E27FC236}">
                <a16:creationId xmlns:a16="http://schemas.microsoft.com/office/drawing/2014/main" id="{38FFE3C2-9E47-4B91-891D-7E7EC97716FD}"/>
              </a:ext>
            </a:extLst>
          </p:cNvPr>
          <p:cNvSpPr/>
          <p:nvPr/>
        </p:nvSpPr>
        <p:spPr>
          <a:xfrm>
            <a:off x="4675110" y="3846661"/>
            <a:ext cx="4509517" cy="48474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>
              <a:defRPr/>
            </a:pP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  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②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DGS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설비 개조를 통한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Cup Corner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주름 개선 예정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(~4/15)</a:t>
            </a:r>
          </a:p>
          <a:p>
            <a:pPr>
              <a:defRPr/>
            </a:pP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      - Pouch Pocket Pusher Size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증대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 : 31.0mm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→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42.0mm(Push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면적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2mm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증가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)</a:t>
            </a:r>
          </a:p>
          <a:p>
            <a:pPr>
              <a:defRPr/>
            </a:pP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      - Cup corner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부를 펼 수 있도록 상부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Tool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형상 변경</a:t>
            </a:r>
            <a:endParaRPr lang="en-US" altLang="ko-KR" sz="900" dirty="0">
              <a:latin typeface="Arial Narrow" panose="020B0606020202030204" pitchFamily="34" charset="0"/>
              <a:ea typeface="LG스마트체 Regular" panose="020B0600000101010101" pitchFamily="34" charset="-127"/>
            </a:endParaRPr>
          </a:p>
        </p:txBody>
      </p:sp>
      <p:sp>
        <p:nvSpPr>
          <p:cNvPr id="96" name="제목 2">
            <a:extLst>
              <a:ext uri="{FF2B5EF4-FFF2-40B4-BE49-F238E27FC236}">
                <a16:creationId xmlns:a16="http://schemas.microsoft.com/office/drawing/2014/main" id="{E2C0058A-CA6F-4B9C-AC1C-C30A952C5C0D}"/>
              </a:ext>
            </a:extLst>
          </p:cNvPr>
          <p:cNvSpPr txBox="1">
            <a:spLocks/>
          </p:cNvSpPr>
          <p:nvPr/>
        </p:nvSpPr>
        <p:spPr>
          <a:xfrm>
            <a:off x="98979" y="538006"/>
            <a:ext cx="8680390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/>
            <a:r>
              <a:rPr lang="en-US" altLang="ko-KR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DGS</a:t>
            </a:r>
            <a:r>
              <a:rPr lang="ko-KR" altLang="en-US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2-1 </a:t>
            </a:r>
            <a:r>
              <a:rPr lang="ko-KR" altLang="en-US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음극 </a:t>
            </a:r>
            <a:r>
              <a:rPr lang="en-US" altLang="ko-KR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Cup Corner </a:t>
            </a:r>
            <a:r>
              <a:rPr lang="ko-KR" altLang="en-US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주름에 의한 </a:t>
            </a:r>
            <a:r>
              <a:rPr lang="ko-KR" altLang="en-US" sz="1200" b="1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가착</a:t>
            </a:r>
            <a:r>
              <a:rPr lang="ko-KR" altLang="en-US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형성 및 </a:t>
            </a:r>
            <a:r>
              <a:rPr lang="en-US" altLang="ko-KR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PKG Top Sealing </a:t>
            </a:r>
            <a:r>
              <a:rPr lang="ko-KR" altLang="en-US" sz="1200" b="1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가착</a:t>
            </a:r>
            <a:r>
              <a:rPr lang="ko-KR" altLang="en-US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영역 길이 증가로 절연 불량 증가되었으며</a:t>
            </a:r>
            <a:r>
              <a:rPr lang="en-US" altLang="ko-KR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</a:p>
          <a:p>
            <a:pPr eaLnBrk="0" fontAlgn="base" hangingPunct="0"/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PP </a:t>
            </a:r>
            <a:r>
              <a:rPr lang="ko-KR" altLang="en-US" sz="1200" b="1" dirty="0" err="1">
                <a:latin typeface="Arial Narrow" panose="020B0606020202030204" pitchFamily="34" charset="0"/>
                <a:ea typeface="LG스마트체 Regular" panose="020B0600000101010101" pitchFamily="34" charset="-127"/>
              </a:rPr>
              <a:t>가착</a:t>
            </a:r>
            <a:r>
              <a:rPr lang="ko-KR" altLang="en-US" sz="1200" b="1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 발생 최소화를 위해 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DGS Pouch Pocket</a:t>
            </a:r>
            <a:r>
              <a:rPr lang="ko-KR" altLang="en-US" sz="1200" b="1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 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Pusher </a:t>
            </a:r>
            <a:r>
              <a:rPr lang="ko-KR" altLang="en-US" sz="1200" b="1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개조 및 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PKG Top sealing </a:t>
            </a:r>
            <a:r>
              <a:rPr lang="ko-KR" altLang="en-US" sz="1200" b="1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하부 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Stage</a:t>
            </a:r>
            <a:r>
              <a:rPr lang="ko-KR" altLang="en-US" sz="1200" b="1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 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Suction Pad </a:t>
            </a:r>
            <a:r>
              <a:rPr lang="ko-KR" altLang="en-US" sz="1200" b="1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추가하여 절연 불량 개선 진행 하겠음</a:t>
            </a:r>
            <a:endParaRPr lang="en-US" altLang="ko-KR" sz="1200" b="1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CECD77-3B79-80EA-6008-CD1420955E0F}"/>
              </a:ext>
            </a:extLst>
          </p:cNvPr>
          <p:cNvSpPr txBox="1"/>
          <p:nvPr/>
        </p:nvSpPr>
        <p:spPr>
          <a:xfrm>
            <a:off x="1237816" y="2242300"/>
            <a:ext cx="24160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 </a:t>
            </a:r>
            <a:r>
              <a:rPr lang="en-US" altLang="ko-KR" sz="6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-</a:t>
            </a:r>
            <a:r>
              <a:rPr lang="ko-KR" altLang="en-US" sz="6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 </a:t>
            </a:r>
            <a:r>
              <a:rPr lang="en-US" altLang="ko-KR" sz="6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PKG 2-1 Sealing Gap 310 </a:t>
            </a:r>
            <a:r>
              <a:rPr lang="ko-KR" altLang="en-US" sz="6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→ </a:t>
            </a:r>
            <a:r>
              <a:rPr lang="en-US" altLang="ko-KR" sz="6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320</a:t>
            </a:r>
            <a:r>
              <a:rPr lang="ko-KR" altLang="en-US" sz="6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㎛ 조정 후</a:t>
            </a:r>
            <a:endParaRPr lang="en-US" altLang="ko-KR" sz="600" dirty="0">
              <a:solidFill>
                <a:srgbClr val="00B050"/>
              </a:solidFill>
              <a:latin typeface="Arial Narrow" panose="020B0606020202030204" pitchFamily="34" charset="0"/>
              <a:ea typeface="LG스마트체 Regular" panose="020B0600000101010101" pitchFamily="34" charset="-127"/>
            </a:endParaRPr>
          </a:p>
          <a:p>
            <a:r>
              <a:rPr lang="en-US" altLang="ko-KR" sz="6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     </a:t>
            </a:r>
            <a:r>
              <a:rPr lang="ko-KR" altLang="en-US" sz="6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 </a:t>
            </a:r>
            <a:r>
              <a:rPr lang="en-US" altLang="ko-KR" sz="6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IR </a:t>
            </a:r>
            <a:r>
              <a:rPr lang="ko-KR" altLang="en-US" sz="6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불량 </a:t>
            </a:r>
            <a:r>
              <a:rPr lang="en-US" altLang="ko-KR" sz="6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1.11 </a:t>
            </a:r>
            <a:r>
              <a:rPr lang="ko-KR" altLang="en-US" sz="6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→ </a:t>
            </a:r>
            <a:r>
              <a:rPr lang="en-US" altLang="ko-KR" sz="6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0.22%</a:t>
            </a:r>
            <a:r>
              <a:rPr lang="ko-KR" altLang="en-US" sz="6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로</a:t>
            </a:r>
            <a:r>
              <a:rPr lang="en-US" altLang="ko-KR" sz="6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 </a:t>
            </a:r>
            <a:r>
              <a:rPr lang="ko-KR" altLang="en-US" sz="6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감소</a:t>
            </a:r>
            <a:endParaRPr lang="ko-KR" altLang="en-US" sz="600" dirty="0">
              <a:solidFill>
                <a:srgbClr val="00B050"/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2422501-B408-D532-67B5-59A6D5DE377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23159" y="5804599"/>
            <a:ext cx="1595437" cy="790575"/>
          </a:xfrm>
          <a:prstGeom prst="rect">
            <a:avLst/>
          </a:prstGeom>
        </p:spPr>
      </p:pic>
      <p:cxnSp>
        <p:nvCxnSpPr>
          <p:cNvPr id="62" name="직선 연결선 125">
            <a:extLst>
              <a:ext uri="{FF2B5EF4-FFF2-40B4-BE49-F238E27FC236}">
                <a16:creationId xmlns:a16="http://schemas.microsoft.com/office/drawing/2014/main" id="{1DBDA0C9-5DE5-4552-8B01-910A9306FDCF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FF01CB58-07B6-4A42-B3CE-6F6C0AFFD1B2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125">
            <a:extLst>
              <a:ext uri="{FF2B5EF4-FFF2-40B4-BE49-F238E27FC236}">
                <a16:creationId xmlns:a16="http://schemas.microsoft.com/office/drawing/2014/main" id="{5002965C-950C-48B5-ADA4-C04C818B4496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125">
            <a:extLst>
              <a:ext uri="{FF2B5EF4-FFF2-40B4-BE49-F238E27FC236}">
                <a16:creationId xmlns:a16="http://schemas.microsoft.com/office/drawing/2014/main" id="{F0811B22-D8F5-44C0-8489-DC436F73A2FB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AA9339CF-1518-450F-B1DF-DDECC0E36FD5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BCE74DE5-097B-FECE-997F-858C4E790605}"/>
              </a:ext>
            </a:extLst>
          </p:cNvPr>
          <p:cNvGrpSpPr/>
          <p:nvPr/>
        </p:nvGrpSpPr>
        <p:grpSpPr>
          <a:xfrm>
            <a:off x="4809231" y="4615303"/>
            <a:ext cx="1964438" cy="712853"/>
            <a:chOff x="5074798" y="2100888"/>
            <a:chExt cx="3157895" cy="611137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2B578453-B188-BE15-F697-86C00189AF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74798" y="2100888"/>
              <a:ext cx="3157895" cy="611137"/>
            </a:xfrm>
            <a:prstGeom prst="rect">
              <a:avLst/>
            </a:prstGeom>
          </p:spPr>
        </p:pic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A783F9F-47B2-114E-87B5-F6CF67DFCF54}"/>
                </a:ext>
              </a:extLst>
            </p:cNvPr>
            <p:cNvSpPr/>
            <p:nvPr/>
          </p:nvSpPr>
          <p:spPr>
            <a:xfrm>
              <a:off x="5253859" y="2124045"/>
              <a:ext cx="2799771" cy="98083"/>
            </a:xfrm>
            <a:prstGeom prst="rect">
              <a:avLst/>
            </a:prstGeom>
            <a:solidFill>
              <a:srgbClr val="FF000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D73BB6BA-AF28-CA4F-5390-2117298CDDED}"/>
              </a:ext>
            </a:extLst>
          </p:cNvPr>
          <p:cNvSpPr txBox="1"/>
          <p:nvPr/>
        </p:nvSpPr>
        <p:spPr>
          <a:xfrm>
            <a:off x="4920620" y="4432280"/>
            <a:ext cx="17416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&lt;</a:t>
            </a:r>
            <a:r>
              <a:rPr lang="ko-KR" altLang="en-US" sz="800" dirty="0">
                <a:latin typeface="+mn-ea"/>
              </a:rPr>
              <a:t>변경 전</a:t>
            </a:r>
            <a:r>
              <a:rPr lang="en-US" altLang="ko-KR" sz="800" dirty="0">
                <a:latin typeface="+mn-ea"/>
              </a:rPr>
              <a:t>&gt;</a:t>
            </a:r>
            <a:endParaRPr lang="ko-KR" altLang="en-US" sz="800" dirty="0">
              <a:latin typeface="+mn-ea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6CA0155B-9C91-B67E-1F3A-043130B9233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77609" y="4608169"/>
            <a:ext cx="1964438" cy="704233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F778C727-18D4-2541-5BB3-A1CEF96A06D0}"/>
              </a:ext>
            </a:extLst>
          </p:cNvPr>
          <p:cNvGrpSpPr/>
          <p:nvPr/>
        </p:nvGrpSpPr>
        <p:grpSpPr>
          <a:xfrm>
            <a:off x="7195046" y="4629647"/>
            <a:ext cx="1735106" cy="195184"/>
            <a:chOff x="8950329" y="1960934"/>
            <a:chExt cx="2789234" cy="148245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052D054D-CC1B-6716-52E1-D4680666BE15}"/>
                </a:ext>
              </a:extLst>
            </p:cNvPr>
            <p:cNvSpPr/>
            <p:nvPr/>
          </p:nvSpPr>
          <p:spPr>
            <a:xfrm>
              <a:off x="8950329" y="1960934"/>
              <a:ext cx="2789234" cy="104429"/>
            </a:xfrm>
            <a:prstGeom prst="rect">
              <a:avLst/>
            </a:prstGeom>
            <a:solidFill>
              <a:srgbClr val="FF000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DEE7AE47-688F-EB08-38FE-DD1A1A9EF078}"/>
                </a:ext>
              </a:extLst>
            </p:cNvPr>
            <p:cNvSpPr/>
            <p:nvPr/>
          </p:nvSpPr>
          <p:spPr>
            <a:xfrm>
              <a:off x="8950329" y="2061558"/>
              <a:ext cx="91277" cy="43406"/>
            </a:xfrm>
            <a:prstGeom prst="rect">
              <a:avLst/>
            </a:prstGeom>
            <a:solidFill>
              <a:srgbClr val="FF000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6E812130-2696-C4F2-FCB7-889F2BEC219F}"/>
                </a:ext>
              </a:extLst>
            </p:cNvPr>
            <p:cNvSpPr/>
            <p:nvPr/>
          </p:nvSpPr>
          <p:spPr>
            <a:xfrm>
              <a:off x="11648286" y="2065774"/>
              <a:ext cx="91277" cy="43405"/>
            </a:xfrm>
            <a:prstGeom prst="rect">
              <a:avLst/>
            </a:prstGeom>
            <a:solidFill>
              <a:srgbClr val="FF000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5F8384C6-0CCE-1CB2-85AE-84F9765D03D4}"/>
              </a:ext>
            </a:extLst>
          </p:cNvPr>
          <p:cNvSpPr txBox="1"/>
          <p:nvPr/>
        </p:nvSpPr>
        <p:spPr>
          <a:xfrm>
            <a:off x="7193605" y="4432280"/>
            <a:ext cx="17351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&lt;</a:t>
            </a:r>
            <a:r>
              <a:rPr lang="ko-KR" altLang="en-US" sz="800" dirty="0">
                <a:latin typeface="+mn-ea"/>
              </a:rPr>
              <a:t>변경 후</a:t>
            </a:r>
            <a:r>
              <a:rPr lang="en-US" altLang="ko-KR" sz="800" dirty="0">
                <a:latin typeface="+mn-ea"/>
              </a:rPr>
              <a:t>&gt;</a:t>
            </a:r>
            <a:endParaRPr lang="ko-KR" altLang="en-US" sz="800" dirty="0">
              <a:latin typeface="+mn-ea"/>
            </a:endParaRPr>
          </a:p>
        </p:txBody>
      </p:sp>
      <p:sp>
        <p:nvSpPr>
          <p:cNvPr id="123" name="타원 122">
            <a:extLst>
              <a:ext uri="{FF2B5EF4-FFF2-40B4-BE49-F238E27FC236}">
                <a16:creationId xmlns:a16="http://schemas.microsoft.com/office/drawing/2014/main" id="{D8BD366F-4E4D-CA78-B888-BE9FE1763E1C}"/>
              </a:ext>
            </a:extLst>
          </p:cNvPr>
          <p:cNvSpPr/>
          <p:nvPr/>
        </p:nvSpPr>
        <p:spPr>
          <a:xfrm>
            <a:off x="8799040" y="4703005"/>
            <a:ext cx="180170" cy="177526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Rectangle 16">
            <a:extLst>
              <a:ext uri="{FF2B5EF4-FFF2-40B4-BE49-F238E27FC236}">
                <a16:creationId xmlns:a16="http://schemas.microsoft.com/office/drawing/2014/main" id="{8287FC8A-0058-4581-892D-D75A095A86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7629" y="4675574"/>
            <a:ext cx="789804" cy="26326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5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48mm</a:t>
            </a: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B84BBE8B-0B89-4CEE-BD09-F6B584896EB6}"/>
              </a:ext>
            </a:extLst>
          </p:cNvPr>
          <p:cNvCxnSpPr>
            <a:cxnSpLocks/>
          </p:cNvCxnSpPr>
          <p:nvPr/>
        </p:nvCxnSpPr>
        <p:spPr>
          <a:xfrm>
            <a:off x="225560" y="1528893"/>
            <a:ext cx="42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349ABD11-3D07-48BE-9CE3-E2C5A8D7263A}"/>
              </a:ext>
            </a:extLst>
          </p:cNvPr>
          <p:cNvSpPr txBox="1"/>
          <p:nvPr/>
        </p:nvSpPr>
        <p:spPr>
          <a:xfrm>
            <a:off x="219652" y="1277054"/>
            <a:ext cx="42458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1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현상 분석</a:t>
            </a:r>
            <a:endParaRPr lang="en-US" altLang="ko-KR" sz="11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C58502B8-3C86-44FF-9256-EAA15FAFE7BE}"/>
              </a:ext>
            </a:extLst>
          </p:cNvPr>
          <p:cNvCxnSpPr>
            <a:cxnSpLocks/>
          </p:cNvCxnSpPr>
          <p:nvPr/>
        </p:nvCxnSpPr>
        <p:spPr>
          <a:xfrm>
            <a:off x="4681018" y="1528890"/>
            <a:ext cx="42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9AC434A1-6016-432E-A270-80518FABB9B6}"/>
              </a:ext>
            </a:extLst>
          </p:cNvPr>
          <p:cNvSpPr txBox="1"/>
          <p:nvPr/>
        </p:nvSpPr>
        <p:spPr>
          <a:xfrm>
            <a:off x="4675110" y="1277051"/>
            <a:ext cx="42458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100" b="1" spc="-28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개선 방안</a:t>
            </a:r>
            <a:endParaRPr lang="en-US" altLang="ko-KR" sz="11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98" name="그림 97" descr="물질적 속성, 실내, 패브릭, 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B42D942-E971-489B-A7A0-0C13B316347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1728" t="24077" r="-1727" b="18805"/>
          <a:stretch>
            <a:fillRect/>
          </a:stretch>
        </p:blipFill>
        <p:spPr>
          <a:xfrm>
            <a:off x="4941439" y="5355839"/>
            <a:ext cx="1736219" cy="844048"/>
          </a:xfrm>
          <a:prstGeom prst="rect">
            <a:avLst/>
          </a:prstGeom>
        </p:spPr>
      </p:pic>
      <p:pic>
        <p:nvPicPr>
          <p:cNvPr id="99" name="그림 98" descr="실내, 벽, 예술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B0D4273-51F3-453D-9C62-C2E52E228C3A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500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0552" t="24767" r="-315" b="17939"/>
          <a:stretch>
            <a:fillRect/>
          </a:stretch>
        </p:blipFill>
        <p:spPr>
          <a:xfrm>
            <a:off x="7196000" y="5357616"/>
            <a:ext cx="1732710" cy="845738"/>
          </a:xfrm>
          <a:prstGeom prst="rect">
            <a:avLst/>
          </a:prstGeom>
        </p:spPr>
      </p:pic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45702B1A-4E85-44FB-91B0-3FD65A3F6408}"/>
              </a:ext>
            </a:extLst>
          </p:cNvPr>
          <p:cNvCxnSpPr>
            <a:cxnSpLocks/>
          </p:cNvCxnSpPr>
          <p:nvPr/>
        </p:nvCxnSpPr>
        <p:spPr>
          <a:xfrm flipH="1">
            <a:off x="5811069" y="5777059"/>
            <a:ext cx="31226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ectangle 12">
            <a:extLst>
              <a:ext uri="{FF2B5EF4-FFF2-40B4-BE49-F238E27FC236}">
                <a16:creationId xmlns:a16="http://schemas.microsoft.com/office/drawing/2014/main" id="{BDF53377-BCDE-42F8-AB82-F79779F43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2625" y="5680879"/>
            <a:ext cx="425820" cy="192360"/>
          </a:xfrm>
          <a:prstGeom prst="rect">
            <a:avLst/>
          </a:prstGeom>
          <a:solidFill>
            <a:schemeClr val="bg1">
              <a:alpha val="83000"/>
            </a:schemeClr>
          </a:solidFill>
        </p:spPr>
        <p:txBody>
          <a:bodyPr wrap="square" lIns="68580" tIns="34290" rIns="68580" bIns="34290" anchor="t">
            <a:spAutoFit/>
          </a:bodyPr>
          <a:lstStyle/>
          <a:p>
            <a:pPr algn="ctr"/>
            <a:r>
              <a:rPr lang="ko-KR" altLang="en-US" sz="800" b="1">
                <a:latin typeface="Arial Narrow" panose="020B0606020202030204" pitchFamily="34" charset="0"/>
                <a:ea typeface="LG스마트체 Regular" panose="020B0600000101010101" pitchFamily="34" charset="-127"/>
                <a:sym typeface="Wingdings" panose="05000000000000000000" pitchFamily="2" charset="2"/>
              </a:rPr>
              <a:t>주름</a:t>
            </a:r>
            <a:endParaRPr lang="en-US" altLang="ko-KR" sz="800" b="1" dirty="0">
              <a:latin typeface="Arial Narrow" panose="020B0606020202030204" pitchFamily="34" charset="0"/>
              <a:ea typeface="LG스마트체 Regular" panose="020B0600000101010101" pitchFamily="34" charset="-127"/>
              <a:sym typeface="Wingdings" panose="05000000000000000000" pitchFamily="2" charset="2"/>
            </a:endParaRPr>
          </a:p>
        </p:txBody>
      </p: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9241D991-E2C3-4CD4-AD60-706C291DC4A1}"/>
              </a:ext>
            </a:extLst>
          </p:cNvPr>
          <p:cNvCxnSpPr>
            <a:cxnSpLocks/>
          </p:cNvCxnSpPr>
          <p:nvPr/>
        </p:nvCxnSpPr>
        <p:spPr>
          <a:xfrm flipH="1">
            <a:off x="8175757" y="5897522"/>
            <a:ext cx="31226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ectangle 12">
            <a:extLst>
              <a:ext uri="{FF2B5EF4-FFF2-40B4-BE49-F238E27FC236}">
                <a16:creationId xmlns:a16="http://schemas.microsoft.com/office/drawing/2014/main" id="{A0E6032F-A3C9-423F-99E5-AECF2F610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0156" y="5715503"/>
            <a:ext cx="403691" cy="315471"/>
          </a:xfrm>
          <a:prstGeom prst="rect">
            <a:avLst/>
          </a:prstGeom>
          <a:solidFill>
            <a:schemeClr val="bg1">
              <a:alpha val="83000"/>
            </a:schemeClr>
          </a:solidFill>
        </p:spPr>
        <p:txBody>
          <a:bodyPr wrap="square" lIns="68580" tIns="34290" rIns="68580" bIns="34290" anchor="t">
            <a:spAutoFit/>
          </a:bodyPr>
          <a:lstStyle/>
          <a:p>
            <a:pPr algn="ctr"/>
            <a:r>
              <a:rPr lang="ko-KR" altLang="en-US" sz="800" b="1">
                <a:latin typeface="Arial Narrow" panose="020B0606020202030204" pitchFamily="34" charset="0"/>
                <a:ea typeface="LG스마트체 Regular" panose="020B0600000101010101" pitchFamily="34" charset="-127"/>
                <a:sym typeface="Wingdings" panose="05000000000000000000" pitchFamily="2" charset="2"/>
              </a:rPr>
              <a:t>주름</a:t>
            </a:r>
            <a:endParaRPr lang="en-US" altLang="ko-KR" sz="800" b="1" dirty="0">
              <a:latin typeface="Arial Narrow" panose="020B0606020202030204" pitchFamily="34" charset="0"/>
              <a:ea typeface="LG스마트체 Regular" panose="020B0600000101010101" pitchFamily="34" charset="-127"/>
              <a:sym typeface="Wingdings" panose="05000000000000000000" pitchFamily="2" charset="2"/>
            </a:endParaRPr>
          </a:p>
          <a:p>
            <a:pPr algn="ctr"/>
            <a:r>
              <a:rPr lang="ko-KR" altLang="en-US" sz="800" b="1" dirty="0">
                <a:latin typeface="Arial Narrow" panose="020B0606020202030204" pitchFamily="34" charset="0"/>
                <a:ea typeface="LG스마트체 Regular" panose="020B0600000101010101" pitchFamily="34" charset="-127"/>
                <a:sym typeface="Wingdings" panose="05000000000000000000" pitchFamily="2" charset="2"/>
              </a:rPr>
              <a:t>완화</a:t>
            </a:r>
            <a:endParaRPr lang="en-US" altLang="ko-KR" sz="800" b="1" dirty="0">
              <a:latin typeface="Arial Narrow" panose="020B0606020202030204" pitchFamily="34" charset="0"/>
              <a:ea typeface="LG스마트체 Regular" panose="020B0600000101010101" pitchFamily="34" charset="-127"/>
              <a:sym typeface="Wingdings" panose="05000000000000000000" pitchFamily="2" charset="2"/>
            </a:endParaRP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27BA1348-0FB4-4766-9704-D770F0C91730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14529" y="2339991"/>
            <a:ext cx="1239115" cy="1302032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EF3A8FE5-9E63-4BF7-9A45-FCB03454573F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01271" y="2367263"/>
            <a:ext cx="1239115" cy="553137"/>
          </a:xfrm>
          <a:prstGeom prst="rect">
            <a:avLst/>
          </a:prstGeom>
        </p:spPr>
      </p:pic>
      <p:pic>
        <p:nvPicPr>
          <p:cNvPr id="155" name="그림 154">
            <a:extLst>
              <a:ext uri="{FF2B5EF4-FFF2-40B4-BE49-F238E27FC236}">
                <a16:creationId xmlns:a16="http://schemas.microsoft.com/office/drawing/2014/main" id="{6A915417-AD4C-4AA1-8B03-EC8C33A1198E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97151" y="3096383"/>
            <a:ext cx="1239115" cy="552719"/>
          </a:xfrm>
          <a:prstGeom prst="rect">
            <a:avLst/>
          </a:prstGeom>
        </p:spPr>
      </p:pic>
      <p:sp>
        <p:nvSpPr>
          <p:cNvPr id="156" name="타원 155">
            <a:extLst>
              <a:ext uri="{FF2B5EF4-FFF2-40B4-BE49-F238E27FC236}">
                <a16:creationId xmlns:a16="http://schemas.microsoft.com/office/drawing/2014/main" id="{C4C71F8C-5ADD-430D-9A00-C6788250DDAE}"/>
              </a:ext>
            </a:extLst>
          </p:cNvPr>
          <p:cNvSpPr/>
          <p:nvPr/>
        </p:nvSpPr>
        <p:spPr>
          <a:xfrm>
            <a:off x="7123866" y="4698394"/>
            <a:ext cx="201528" cy="198571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E3DE3C6A-ECD7-42B4-98B7-5CA8BF200A1C}"/>
              </a:ext>
            </a:extLst>
          </p:cNvPr>
          <p:cNvCxnSpPr>
            <a:cxnSpLocks/>
          </p:cNvCxnSpPr>
          <p:nvPr/>
        </p:nvCxnSpPr>
        <p:spPr>
          <a:xfrm>
            <a:off x="5828496" y="2760701"/>
            <a:ext cx="950119" cy="159544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1DCCF4CB-49DF-4B51-8B87-F9ED7FB33F8A}"/>
              </a:ext>
            </a:extLst>
          </p:cNvPr>
          <p:cNvCxnSpPr>
            <a:cxnSpLocks/>
          </p:cNvCxnSpPr>
          <p:nvPr/>
        </p:nvCxnSpPr>
        <p:spPr>
          <a:xfrm>
            <a:off x="5823733" y="3472695"/>
            <a:ext cx="950119" cy="159544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3" name="직사각형 40">
            <a:extLst>
              <a:ext uri="{FF2B5EF4-FFF2-40B4-BE49-F238E27FC236}">
                <a16:creationId xmlns:a16="http://schemas.microsoft.com/office/drawing/2014/main" id="{E7E450F5-F8C3-4910-9E75-4D5C5404E88F}"/>
              </a:ext>
            </a:extLst>
          </p:cNvPr>
          <p:cNvSpPr/>
          <p:nvPr/>
        </p:nvSpPr>
        <p:spPr>
          <a:xfrm>
            <a:off x="6893899" y="2673757"/>
            <a:ext cx="723247" cy="176972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>
              <a:defRPr/>
            </a:pPr>
            <a:r>
              <a:rPr lang="ko-KR" altLang="en-US" sz="7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파우치 들림</a:t>
            </a:r>
            <a:endParaRPr lang="en-US" altLang="ko-KR" sz="700" dirty="0">
              <a:latin typeface="Arial Narrow" panose="020B0606020202030204" pitchFamily="34" charset="0"/>
              <a:ea typeface="LG스마트체 Regular" panose="020B0600000101010101" pitchFamily="34" charset="-127"/>
            </a:endParaRPr>
          </a:p>
        </p:txBody>
      </p:sp>
      <p:cxnSp>
        <p:nvCxnSpPr>
          <p:cNvPr id="164" name="직선 화살표 연결선 163">
            <a:extLst>
              <a:ext uri="{FF2B5EF4-FFF2-40B4-BE49-F238E27FC236}">
                <a16:creationId xmlns:a16="http://schemas.microsoft.com/office/drawing/2014/main" id="{21EC864A-B7CD-4952-9EA2-CD76658CC967}"/>
              </a:ext>
            </a:extLst>
          </p:cNvPr>
          <p:cNvCxnSpPr>
            <a:cxnSpLocks/>
          </p:cNvCxnSpPr>
          <p:nvPr/>
        </p:nvCxnSpPr>
        <p:spPr>
          <a:xfrm flipH="1">
            <a:off x="6688946" y="2767264"/>
            <a:ext cx="248248" cy="12130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직사각형 40">
            <a:extLst>
              <a:ext uri="{FF2B5EF4-FFF2-40B4-BE49-F238E27FC236}">
                <a16:creationId xmlns:a16="http://schemas.microsoft.com/office/drawing/2014/main" id="{6A2BE738-A73F-4CFD-A489-CA61AF350048}"/>
              </a:ext>
            </a:extLst>
          </p:cNvPr>
          <p:cNvSpPr/>
          <p:nvPr/>
        </p:nvSpPr>
        <p:spPr>
          <a:xfrm>
            <a:off x="6907884" y="3383434"/>
            <a:ext cx="723247" cy="176972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>
              <a:defRPr/>
            </a:pPr>
            <a:r>
              <a:rPr lang="ko-KR" altLang="en-US" sz="7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파우치 고정</a:t>
            </a:r>
            <a:endParaRPr lang="en-US" altLang="ko-KR" sz="700" dirty="0">
              <a:latin typeface="Arial Narrow" panose="020B0606020202030204" pitchFamily="34" charset="0"/>
              <a:ea typeface="LG스마트체 Regular" panose="020B0600000101010101" pitchFamily="34" charset="-127"/>
            </a:endParaRPr>
          </a:p>
        </p:txBody>
      </p:sp>
      <p:cxnSp>
        <p:nvCxnSpPr>
          <p:cNvPr id="171" name="직선 화살표 연결선 170">
            <a:extLst>
              <a:ext uri="{FF2B5EF4-FFF2-40B4-BE49-F238E27FC236}">
                <a16:creationId xmlns:a16="http://schemas.microsoft.com/office/drawing/2014/main" id="{E0DDF291-69C0-472D-B390-2917BE4501ED}"/>
              </a:ext>
            </a:extLst>
          </p:cNvPr>
          <p:cNvCxnSpPr>
            <a:cxnSpLocks/>
          </p:cNvCxnSpPr>
          <p:nvPr/>
        </p:nvCxnSpPr>
        <p:spPr>
          <a:xfrm flipH="1">
            <a:off x="6702931" y="3476941"/>
            <a:ext cx="248248" cy="12130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직선 화살표 연결선 171">
            <a:extLst>
              <a:ext uri="{FF2B5EF4-FFF2-40B4-BE49-F238E27FC236}">
                <a16:creationId xmlns:a16="http://schemas.microsoft.com/office/drawing/2014/main" id="{4525790E-D4B3-4846-A92B-797D086D9FC7}"/>
              </a:ext>
            </a:extLst>
          </p:cNvPr>
          <p:cNvCxnSpPr>
            <a:cxnSpLocks/>
          </p:cNvCxnSpPr>
          <p:nvPr/>
        </p:nvCxnSpPr>
        <p:spPr>
          <a:xfrm>
            <a:off x="6272339" y="2653010"/>
            <a:ext cx="0" cy="14778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직사각형 40">
            <a:extLst>
              <a:ext uri="{FF2B5EF4-FFF2-40B4-BE49-F238E27FC236}">
                <a16:creationId xmlns:a16="http://schemas.microsoft.com/office/drawing/2014/main" id="{36B5A9A8-3C61-49C4-AFE2-646B31AA6AC6}"/>
              </a:ext>
            </a:extLst>
          </p:cNvPr>
          <p:cNvSpPr/>
          <p:nvPr/>
        </p:nvSpPr>
        <p:spPr>
          <a:xfrm>
            <a:off x="6179164" y="2519228"/>
            <a:ext cx="723247" cy="146194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>
              <a:defRPr/>
            </a:pPr>
            <a:r>
              <a:rPr lang="ko-KR" altLang="en-US" sz="500">
                <a:latin typeface="Arial Narrow" panose="020B0606020202030204" pitchFamily="34" charset="0"/>
                <a:ea typeface="LG스마트체 Regular" panose="020B0600000101010101" pitchFamily="34" charset="-127"/>
              </a:rPr>
              <a:t>흡착패드 </a:t>
            </a:r>
            <a:r>
              <a:rPr lang="en-US" altLang="ko-KR" sz="5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1</a:t>
            </a:r>
            <a:r>
              <a:rPr lang="ko-KR" altLang="en-US" sz="5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개</a:t>
            </a:r>
            <a:endParaRPr lang="en-US" altLang="ko-KR" sz="500" dirty="0">
              <a:latin typeface="Arial Narrow" panose="020B0606020202030204" pitchFamily="34" charset="0"/>
              <a:ea typeface="LG스마트체 Regular" panose="020B0600000101010101" pitchFamily="34" charset="-127"/>
            </a:endParaRPr>
          </a:p>
        </p:txBody>
      </p:sp>
      <p:cxnSp>
        <p:nvCxnSpPr>
          <p:cNvPr id="175" name="직선 화살표 연결선 174">
            <a:extLst>
              <a:ext uri="{FF2B5EF4-FFF2-40B4-BE49-F238E27FC236}">
                <a16:creationId xmlns:a16="http://schemas.microsoft.com/office/drawing/2014/main" id="{5439F0A5-69CD-4BAA-843D-855A1F9779DA}"/>
              </a:ext>
            </a:extLst>
          </p:cNvPr>
          <p:cNvCxnSpPr>
            <a:cxnSpLocks/>
          </p:cNvCxnSpPr>
          <p:nvPr/>
        </p:nvCxnSpPr>
        <p:spPr>
          <a:xfrm>
            <a:off x="6272339" y="3383609"/>
            <a:ext cx="0" cy="14778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직사각형 40">
            <a:extLst>
              <a:ext uri="{FF2B5EF4-FFF2-40B4-BE49-F238E27FC236}">
                <a16:creationId xmlns:a16="http://schemas.microsoft.com/office/drawing/2014/main" id="{C310C563-5BEB-4415-A047-06D5CF6D03BB}"/>
              </a:ext>
            </a:extLst>
          </p:cNvPr>
          <p:cNvSpPr/>
          <p:nvPr/>
        </p:nvSpPr>
        <p:spPr>
          <a:xfrm>
            <a:off x="6179164" y="3249827"/>
            <a:ext cx="723247" cy="146194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>
              <a:defRPr/>
            </a:pPr>
            <a:r>
              <a:rPr lang="ko-KR" altLang="en-US" sz="5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흡착패드 </a:t>
            </a:r>
            <a:r>
              <a:rPr lang="en-US" altLang="ko-KR" sz="5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3</a:t>
            </a:r>
            <a:r>
              <a:rPr lang="ko-KR" altLang="en-US" sz="5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개</a:t>
            </a:r>
            <a:endParaRPr lang="en-US" altLang="ko-KR" sz="500" dirty="0">
              <a:latin typeface="Arial Narrow" panose="020B0606020202030204" pitchFamily="34" charset="0"/>
              <a:ea typeface="LG스마트체 Regular" panose="020B0600000101010101" pitchFamily="34" charset="-127"/>
            </a:endParaRPr>
          </a:p>
        </p:txBody>
      </p:sp>
      <p:cxnSp>
        <p:nvCxnSpPr>
          <p:cNvPr id="177" name="직선 화살표 연결선 176">
            <a:extLst>
              <a:ext uri="{FF2B5EF4-FFF2-40B4-BE49-F238E27FC236}">
                <a16:creationId xmlns:a16="http://schemas.microsoft.com/office/drawing/2014/main" id="{9214B2F3-BF45-44ED-9256-A1EB06EAB8FA}"/>
              </a:ext>
            </a:extLst>
          </p:cNvPr>
          <p:cNvCxnSpPr>
            <a:cxnSpLocks/>
          </p:cNvCxnSpPr>
          <p:nvPr/>
        </p:nvCxnSpPr>
        <p:spPr>
          <a:xfrm>
            <a:off x="6272339" y="3383609"/>
            <a:ext cx="191729" cy="16654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직선 화살표 연결선 178">
            <a:extLst>
              <a:ext uri="{FF2B5EF4-FFF2-40B4-BE49-F238E27FC236}">
                <a16:creationId xmlns:a16="http://schemas.microsoft.com/office/drawing/2014/main" id="{FC3568BA-EF56-4770-9F66-CAE49717C3E4}"/>
              </a:ext>
            </a:extLst>
          </p:cNvPr>
          <p:cNvCxnSpPr>
            <a:cxnSpLocks/>
          </p:cNvCxnSpPr>
          <p:nvPr/>
        </p:nvCxnSpPr>
        <p:spPr>
          <a:xfrm flipH="1">
            <a:off x="6080611" y="3383609"/>
            <a:ext cx="191728" cy="11487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직사각형 40">
            <a:extLst>
              <a:ext uri="{FF2B5EF4-FFF2-40B4-BE49-F238E27FC236}">
                <a16:creationId xmlns:a16="http://schemas.microsoft.com/office/drawing/2014/main" id="{0CBBF9FD-240F-4C7A-AAB8-1CF024122F9B}"/>
              </a:ext>
            </a:extLst>
          </p:cNvPr>
          <p:cNvSpPr/>
          <p:nvPr/>
        </p:nvSpPr>
        <p:spPr>
          <a:xfrm>
            <a:off x="4675110" y="1557146"/>
            <a:ext cx="4509517" cy="638636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>
              <a:defRPr/>
            </a:pPr>
            <a:r>
              <a:rPr kumimoji="1" lang="ko-KR" altLang="en-US" sz="1000" b="1" spc="-2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■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개선</a:t>
            </a:r>
            <a:endParaRPr lang="en-US" altLang="ko-KR" sz="1000" dirty="0">
              <a:latin typeface="Arial Narrow" panose="020B0606020202030204" pitchFamily="34" charset="0"/>
              <a:ea typeface="LG스마트체 Regular" panose="020B0600000101010101" pitchFamily="34" charset="-127"/>
            </a:endParaRPr>
          </a:p>
          <a:p>
            <a:pPr>
              <a:defRPr/>
            </a:pP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  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 ①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PKG Top Sealing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부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Buffer Table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의 단변부 흡착 패드 변경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(3/25,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완료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)</a:t>
            </a:r>
          </a:p>
          <a:p>
            <a:pPr>
              <a:defRPr/>
            </a:pP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      -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원인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: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흡착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PAD 3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개 →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  <a:sym typeface="Wingdings" panose="05000000000000000000" pitchFamily="2" charset="2"/>
              </a:rPr>
              <a:t>1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  <a:sym typeface="Wingdings" panose="05000000000000000000" pitchFamily="2" charset="2"/>
              </a:rPr>
              <a:t>개 변경 이후 파우치 </a:t>
            </a:r>
            <a:r>
              <a:rPr lang="ko-KR" altLang="en-US" sz="900" dirty="0" err="1">
                <a:latin typeface="Arial Narrow" panose="020B0606020202030204" pitchFamily="34" charset="0"/>
                <a:ea typeface="LG스마트체 Regular" panose="020B0600000101010101" pitchFamily="34" charset="-127"/>
                <a:sym typeface="Wingdings" panose="05000000000000000000" pitchFamily="2" charset="2"/>
              </a:rPr>
              <a:t>고정력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  <a:sym typeface="Wingdings" panose="05000000000000000000" pitchFamily="2" charset="2"/>
              </a:rPr>
              <a:t> 약화로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  <a:sym typeface="Wingdings" panose="05000000000000000000" pitchFamily="2" charset="2"/>
              </a:rPr>
              <a:t>Top </a:t>
            </a:r>
            <a:r>
              <a:rPr lang="ko-KR" altLang="en-US" sz="900" dirty="0" err="1">
                <a:latin typeface="Arial Narrow" panose="020B0606020202030204" pitchFamily="34" charset="0"/>
                <a:ea typeface="LG스마트체 Regular" panose="020B0600000101010101" pitchFamily="34" charset="-127"/>
                <a:sym typeface="Wingdings" panose="05000000000000000000" pitchFamily="2" charset="2"/>
              </a:rPr>
              <a:t>씰링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  <a:sym typeface="Wingdings" panose="05000000000000000000" pitchFamily="2" charset="2"/>
              </a:rPr>
              <a:t> 시 들림 발생</a:t>
            </a:r>
            <a:endParaRPr lang="en-US" altLang="ko-KR" sz="900" dirty="0">
              <a:latin typeface="Arial Narrow" panose="020B0606020202030204" pitchFamily="34" charset="0"/>
              <a:ea typeface="LG스마트체 Regular" panose="020B0600000101010101" pitchFamily="34" charset="-127"/>
              <a:sym typeface="Wingdings" panose="05000000000000000000" pitchFamily="2" charset="2"/>
            </a:endParaRPr>
          </a:p>
          <a:p>
            <a:pPr>
              <a:defRPr/>
            </a:pP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      -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개선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: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흡착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PAD 1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개 →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3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개 원복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후 가착영역 개선 확인됨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.  (FC25 Lot IR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불량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0.08%)</a:t>
            </a:r>
          </a:p>
        </p:txBody>
      </p:sp>
      <p:pic>
        <p:nvPicPr>
          <p:cNvPr id="206" name="그림 205">
            <a:extLst>
              <a:ext uri="{FF2B5EF4-FFF2-40B4-BE49-F238E27FC236}">
                <a16:creationId xmlns:a16="http://schemas.microsoft.com/office/drawing/2014/main" id="{0D2A4D79-5938-4E9C-B399-DCDBC1F3840C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7854" y="5793241"/>
            <a:ext cx="1533525" cy="819150"/>
          </a:xfrm>
          <a:prstGeom prst="rect">
            <a:avLst/>
          </a:prstGeom>
        </p:spPr>
      </p:pic>
      <p:sp>
        <p:nvSpPr>
          <p:cNvPr id="207" name="타원 206">
            <a:extLst>
              <a:ext uri="{FF2B5EF4-FFF2-40B4-BE49-F238E27FC236}">
                <a16:creationId xmlns:a16="http://schemas.microsoft.com/office/drawing/2014/main" id="{20BADE0B-54CE-4247-8C35-3606EA39618A}"/>
              </a:ext>
            </a:extLst>
          </p:cNvPr>
          <p:cNvSpPr/>
          <p:nvPr/>
        </p:nvSpPr>
        <p:spPr>
          <a:xfrm>
            <a:off x="794165" y="6223407"/>
            <a:ext cx="157163" cy="14049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8" name="타원 207">
            <a:extLst>
              <a:ext uri="{FF2B5EF4-FFF2-40B4-BE49-F238E27FC236}">
                <a16:creationId xmlns:a16="http://schemas.microsoft.com/office/drawing/2014/main" id="{327E76B6-B74C-465A-9BE9-8D5C4DF24CCE}"/>
              </a:ext>
            </a:extLst>
          </p:cNvPr>
          <p:cNvSpPr/>
          <p:nvPr/>
        </p:nvSpPr>
        <p:spPr>
          <a:xfrm>
            <a:off x="1322804" y="6051957"/>
            <a:ext cx="435768" cy="319087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9" name="타원 208">
            <a:extLst>
              <a:ext uri="{FF2B5EF4-FFF2-40B4-BE49-F238E27FC236}">
                <a16:creationId xmlns:a16="http://schemas.microsoft.com/office/drawing/2014/main" id="{9B10F9E8-E63F-4CD0-B73C-9FEA450A4023}"/>
              </a:ext>
            </a:extLst>
          </p:cNvPr>
          <p:cNvSpPr/>
          <p:nvPr/>
        </p:nvSpPr>
        <p:spPr>
          <a:xfrm>
            <a:off x="2728625" y="6180544"/>
            <a:ext cx="126207" cy="88106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0" name="타원 209">
            <a:extLst>
              <a:ext uri="{FF2B5EF4-FFF2-40B4-BE49-F238E27FC236}">
                <a16:creationId xmlns:a16="http://schemas.microsoft.com/office/drawing/2014/main" id="{A9960BED-2E70-4F80-8BD1-8A9CFDA9F544}"/>
              </a:ext>
            </a:extLst>
          </p:cNvPr>
          <p:cNvSpPr/>
          <p:nvPr/>
        </p:nvSpPr>
        <p:spPr>
          <a:xfrm>
            <a:off x="3476338" y="6092438"/>
            <a:ext cx="242887" cy="180974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CA71354-D4FE-4AE5-BC3D-7890BED20792}"/>
              </a:ext>
            </a:extLst>
          </p:cNvPr>
          <p:cNvSpPr/>
          <p:nvPr/>
        </p:nvSpPr>
        <p:spPr>
          <a:xfrm>
            <a:off x="8076631" y="1750726"/>
            <a:ext cx="110799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6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  <a:sym typeface="Wingdings" panose="05000000000000000000" pitchFamily="2" charset="2"/>
              </a:rPr>
              <a:t>진공파기 이슈 개선안 </a:t>
            </a:r>
            <a:r>
              <a:rPr lang="en-US" altLang="ko-KR" sz="6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  <a:sym typeface="Wingdings" panose="05000000000000000000" pitchFamily="2" charset="2"/>
              </a:rPr>
              <a:t>BM</a:t>
            </a:r>
            <a:r>
              <a:rPr lang="ko-KR" altLang="en-US" sz="6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  <a:sym typeface="Wingdings" panose="05000000000000000000" pitchFamily="2" charset="2"/>
              </a:rPr>
              <a:t> 항목</a:t>
            </a:r>
            <a:endParaRPr lang="ko-KR" altLang="en-US" dirty="0">
              <a:solidFill>
                <a:srgbClr val="006600"/>
              </a:solidFill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EEDC7900-B3C0-4386-B87D-100FDCD851CE}"/>
              </a:ext>
            </a:extLst>
          </p:cNvPr>
          <p:cNvGrpSpPr/>
          <p:nvPr/>
        </p:nvGrpSpPr>
        <p:grpSpPr>
          <a:xfrm>
            <a:off x="445590" y="4374338"/>
            <a:ext cx="3832316" cy="895090"/>
            <a:chOff x="364672" y="4439458"/>
            <a:chExt cx="3832316" cy="895090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897DC484-C18A-4797-A138-1B426AE69084}"/>
                </a:ext>
              </a:extLst>
            </p:cNvPr>
            <p:cNvGrpSpPr/>
            <p:nvPr/>
          </p:nvGrpSpPr>
          <p:grpSpPr>
            <a:xfrm>
              <a:off x="364672" y="4605940"/>
              <a:ext cx="3832316" cy="728608"/>
              <a:chOff x="364672" y="4243865"/>
              <a:chExt cx="3832316" cy="728608"/>
            </a:xfrm>
          </p:grpSpPr>
          <mc:AlternateContent xmlns:mc="http://schemas.openxmlformats.org/markup-compatibility/2006">
            <mc:Choice xmlns:am3d="http://schemas.microsoft.com/office/drawing/2017/model3d" Requires="am3d">
              <p:graphicFrame>
                <p:nvGraphicFramePr>
                  <p:cNvPr id="93" name="3D Model 2">
                    <a:extLst>
                      <a:ext uri="{FF2B5EF4-FFF2-40B4-BE49-F238E27FC236}">
                        <a16:creationId xmlns:a16="http://schemas.microsoft.com/office/drawing/2014/main" id="{47B0F112-5764-4F2E-865E-9DEC5BD57254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364672" y="4243865"/>
                  <a:ext cx="3832316" cy="728608"/>
                </p:xfrm>
                <a:graphic>
                  <a:graphicData uri="http://schemas.microsoft.com/office/drawing/2017/model3d">
                    <am3d:model3d r:embed="rId14">
                      <am3d:spPr>
                        <a:xfrm>
                          <a:off x="0" y="0"/>
                          <a:ext cx="3832316" cy="728608"/>
                        </a:xfrm>
                        <a:prstGeom prst="rect">
                          <a:avLst/>
                        </a:prstGeom>
                      </am3d:spPr>
                      <am3d:camera>
                        <am3d:pos x="0" y="0" z="47880907"/>
                        <am3d:up dx="0" dy="36000000" dz="0"/>
                        <am3d:lookAt x="0" y="0" z="0"/>
                        <am3d:perspective fov="2700000"/>
                      </am3d:camera>
                      <am3d:trans>
                        <am3d:meterPerModelUnit n="150585" d="1000000"/>
                        <am3d:preTrans dx="0" dy="2063364" dz="-2453"/>
                        <am3d:scale>
                          <am3d:sx n="1000000" d="1000000"/>
                          <am3d:sy n="1000000" d="1000000"/>
                          <am3d:sz n="1000000" d="1000000"/>
                        </am3d:scale>
                        <am3d:rot/>
                        <am3d:postTrans dx="0" dy="0" dz="0"/>
                      </am3d:trans>
                      <am3d:raster rName="Office3DRenderer" rVer="16.0.8326">
                        <am3d:blip r:embed="rId15"/>
                      </am3d:raster>
                      <am3d:objViewport viewportSz="4221693"/>
                      <am3d:ambientLight>
                        <am3d:clr>
                          <a:scrgbClr r="50000" g="50000" b="50000"/>
                        </am3d:clr>
                        <am3d:illuminance n="500000" d="1000000"/>
                      </am3d:ambientLight>
                      <am3d:ptLight rad="0">
                        <am3d:clr>
                          <a:scrgbClr r="100000" g="75000" b="50000"/>
                        </am3d:clr>
                        <am3d:intensity n="9765625" d="1000000"/>
                        <am3d:pos x="21959998" y="70920001" z="16344003"/>
                      </am3d:ptLight>
                      <am3d:ptLight rad="0">
                        <am3d:clr>
                          <a:scrgbClr r="40000" g="60000" b="95000"/>
                        </am3d:clr>
                        <am3d:intensity n="12250000" d="1000000"/>
                        <am3d:pos x="-37964106" y="51130435" z="57631972"/>
                      </am3d:ptLight>
                      <am3d:ptLight rad="0">
                        <am3d:clr>
                          <a:scrgbClr r="86837" g="72700" b="100000"/>
                        </am3d:clr>
                        <am3d:intensity n="3125000" d="1000000"/>
                        <am3d:pos x="-37739122" y="58056624" z="-34769649"/>
                      </am3d:ptLight>
                    </am3d:model3d>
                  </a:graphicData>
                </a:graphic>
              </p:graphicFrame>
            </mc:Choice>
            <mc:Fallback>
              <p:pic>
                <p:nvPicPr>
                  <p:cNvPr id="93" name="3D Model 2">
                    <a:extLst>
                      <a:ext uri="{FF2B5EF4-FFF2-40B4-BE49-F238E27FC236}">
                        <a16:creationId xmlns:a16="http://schemas.microsoft.com/office/drawing/2014/main" id="{47B0F112-5764-4F2E-865E-9DEC5BD57254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 noCrop="1"/>
                  </p:cNvPicPr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445590" y="4540820"/>
                    <a:ext cx="3832316" cy="728608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2" name="타원 1">
                <a:extLst>
                  <a:ext uri="{FF2B5EF4-FFF2-40B4-BE49-F238E27FC236}">
                    <a16:creationId xmlns:a16="http://schemas.microsoft.com/office/drawing/2014/main" id="{B8475ECE-E34B-4033-9E05-69842878A455}"/>
                  </a:ext>
                </a:extLst>
              </p:cNvPr>
              <p:cNvSpPr/>
              <p:nvPr/>
            </p:nvSpPr>
            <p:spPr>
              <a:xfrm>
                <a:off x="3928523" y="4325187"/>
                <a:ext cx="23461" cy="2346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7" name="타원 96">
                <a:extLst>
                  <a:ext uri="{FF2B5EF4-FFF2-40B4-BE49-F238E27FC236}">
                    <a16:creationId xmlns:a16="http://schemas.microsoft.com/office/drawing/2014/main" id="{3155BCA0-5DE0-42DD-BBCA-2EFE29182AE1}"/>
                  </a:ext>
                </a:extLst>
              </p:cNvPr>
              <p:cNvSpPr/>
              <p:nvPr/>
            </p:nvSpPr>
            <p:spPr>
              <a:xfrm>
                <a:off x="3951984" y="4325187"/>
                <a:ext cx="23461" cy="2346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0" name="타원 99">
                <a:extLst>
                  <a:ext uri="{FF2B5EF4-FFF2-40B4-BE49-F238E27FC236}">
                    <a16:creationId xmlns:a16="http://schemas.microsoft.com/office/drawing/2014/main" id="{DC1B5125-0B62-4F78-9B95-4A64D7D6C3C2}"/>
                  </a:ext>
                </a:extLst>
              </p:cNvPr>
              <p:cNvSpPr/>
              <p:nvPr/>
            </p:nvSpPr>
            <p:spPr>
              <a:xfrm>
                <a:off x="3940253" y="4348648"/>
                <a:ext cx="23461" cy="2346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1" name="타원 100">
                <a:extLst>
                  <a:ext uri="{FF2B5EF4-FFF2-40B4-BE49-F238E27FC236}">
                    <a16:creationId xmlns:a16="http://schemas.microsoft.com/office/drawing/2014/main" id="{CE1330F3-0CBC-45D4-84EB-99ADE94730C9}"/>
                  </a:ext>
                </a:extLst>
              </p:cNvPr>
              <p:cNvSpPr/>
              <p:nvPr/>
            </p:nvSpPr>
            <p:spPr>
              <a:xfrm>
                <a:off x="3963714" y="4348648"/>
                <a:ext cx="23461" cy="2346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EEED7166-25B7-4F77-9986-4E53AE93C6BF}"/>
                  </a:ext>
                </a:extLst>
              </p:cNvPr>
              <p:cNvSpPr/>
              <p:nvPr/>
            </p:nvSpPr>
            <p:spPr>
              <a:xfrm>
                <a:off x="3928522" y="4360378"/>
                <a:ext cx="23461" cy="2346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5" name="타원 104">
                <a:extLst>
                  <a:ext uri="{FF2B5EF4-FFF2-40B4-BE49-F238E27FC236}">
                    <a16:creationId xmlns:a16="http://schemas.microsoft.com/office/drawing/2014/main" id="{FFDDF0E3-6E78-4BCB-A84F-1B7F5AA70EED}"/>
                  </a:ext>
                </a:extLst>
              </p:cNvPr>
              <p:cNvSpPr/>
              <p:nvPr/>
            </p:nvSpPr>
            <p:spPr>
              <a:xfrm>
                <a:off x="3951983" y="4360378"/>
                <a:ext cx="23461" cy="2346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7" name="타원 106">
                <a:extLst>
                  <a:ext uri="{FF2B5EF4-FFF2-40B4-BE49-F238E27FC236}">
                    <a16:creationId xmlns:a16="http://schemas.microsoft.com/office/drawing/2014/main" id="{D74F623D-6E83-416D-8DA6-D6DF62742539}"/>
                  </a:ext>
                </a:extLst>
              </p:cNvPr>
              <p:cNvSpPr/>
              <p:nvPr/>
            </p:nvSpPr>
            <p:spPr>
              <a:xfrm>
                <a:off x="3922439" y="4372109"/>
                <a:ext cx="23461" cy="2346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8" name="타원 107">
                <a:extLst>
                  <a:ext uri="{FF2B5EF4-FFF2-40B4-BE49-F238E27FC236}">
                    <a16:creationId xmlns:a16="http://schemas.microsoft.com/office/drawing/2014/main" id="{4E09B3C5-4C60-477F-9E63-1AF562A606F1}"/>
                  </a:ext>
                </a:extLst>
              </p:cNvPr>
              <p:cNvSpPr/>
              <p:nvPr/>
            </p:nvSpPr>
            <p:spPr>
              <a:xfrm>
                <a:off x="3945900" y="4372109"/>
                <a:ext cx="23461" cy="2346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9" name="타원 108">
                <a:extLst>
                  <a:ext uri="{FF2B5EF4-FFF2-40B4-BE49-F238E27FC236}">
                    <a16:creationId xmlns:a16="http://schemas.microsoft.com/office/drawing/2014/main" id="{518190E4-DAF9-4961-AED5-AD862971749F}"/>
                  </a:ext>
                </a:extLst>
              </p:cNvPr>
              <p:cNvSpPr/>
              <p:nvPr/>
            </p:nvSpPr>
            <p:spPr>
              <a:xfrm>
                <a:off x="3925481" y="4404251"/>
                <a:ext cx="23461" cy="2346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0" name="타원 109">
                <a:extLst>
                  <a:ext uri="{FF2B5EF4-FFF2-40B4-BE49-F238E27FC236}">
                    <a16:creationId xmlns:a16="http://schemas.microsoft.com/office/drawing/2014/main" id="{C17E7DDE-E5A1-4CA8-AD24-FD34A3308E43}"/>
                  </a:ext>
                </a:extLst>
              </p:cNvPr>
              <p:cNvSpPr/>
              <p:nvPr/>
            </p:nvSpPr>
            <p:spPr>
              <a:xfrm>
                <a:off x="3948942" y="4404251"/>
                <a:ext cx="23461" cy="2346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689A6681-88D4-4B54-BD6C-1D30FBE34AB9}"/>
                  </a:ext>
                </a:extLst>
              </p:cNvPr>
              <p:cNvSpPr/>
              <p:nvPr/>
            </p:nvSpPr>
            <p:spPr>
              <a:xfrm>
                <a:off x="3928523" y="4436393"/>
                <a:ext cx="23461" cy="2346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BB796DC9-8030-4728-AF32-4DCA8A07AEEB}"/>
                  </a:ext>
                </a:extLst>
              </p:cNvPr>
              <p:cNvSpPr/>
              <p:nvPr/>
            </p:nvSpPr>
            <p:spPr>
              <a:xfrm>
                <a:off x="3951984" y="4436393"/>
                <a:ext cx="23461" cy="2346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6599031F-2BEA-44CD-9405-2AB179FF8BA3}"/>
                  </a:ext>
                </a:extLst>
              </p:cNvPr>
              <p:cNvSpPr/>
              <p:nvPr/>
            </p:nvSpPr>
            <p:spPr>
              <a:xfrm>
                <a:off x="3931565" y="4468535"/>
                <a:ext cx="23461" cy="2346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F015F715-89C1-4347-83E6-51C05FA344AE}"/>
                  </a:ext>
                </a:extLst>
              </p:cNvPr>
              <p:cNvSpPr/>
              <p:nvPr/>
            </p:nvSpPr>
            <p:spPr>
              <a:xfrm>
                <a:off x="3955026" y="4468535"/>
                <a:ext cx="23461" cy="2346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5" name="타원 114">
                <a:extLst>
                  <a:ext uri="{FF2B5EF4-FFF2-40B4-BE49-F238E27FC236}">
                    <a16:creationId xmlns:a16="http://schemas.microsoft.com/office/drawing/2014/main" id="{29C2BAA0-1422-4B38-9603-CB44D39B718D}"/>
                  </a:ext>
                </a:extLst>
              </p:cNvPr>
              <p:cNvSpPr/>
              <p:nvPr/>
            </p:nvSpPr>
            <p:spPr>
              <a:xfrm>
                <a:off x="3939816" y="4348648"/>
                <a:ext cx="23461" cy="2346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6" name="타원 115">
                <a:extLst>
                  <a:ext uri="{FF2B5EF4-FFF2-40B4-BE49-F238E27FC236}">
                    <a16:creationId xmlns:a16="http://schemas.microsoft.com/office/drawing/2014/main" id="{C2050009-A99B-4904-894B-A0660396D66C}"/>
                  </a:ext>
                </a:extLst>
              </p:cNvPr>
              <p:cNvSpPr/>
              <p:nvPr/>
            </p:nvSpPr>
            <p:spPr>
              <a:xfrm>
                <a:off x="3963277" y="4348648"/>
                <a:ext cx="23461" cy="2346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7" name="타원 116">
                <a:extLst>
                  <a:ext uri="{FF2B5EF4-FFF2-40B4-BE49-F238E27FC236}">
                    <a16:creationId xmlns:a16="http://schemas.microsoft.com/office/drawing/2014/main" id="{6EC231DD-5B3B-4FF3-851C-547867FA2059}"/>
                  </a:ext>
                </a:extLst>
              </p:cNvPr>
              <p:cNvSpPr/>
              <p:nvPr/>
            </p:nvSpPr>
            <p:spPr>
              <a:xfrm>
                <a:off x="3942858" y="4380790"/>
                <a:ext cx="23461" cy="2346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8" name="타원 117">
                <a:extLst>
                  <a:ext uri="{FF2B5EF4-FFF2-40B4-BE49-F238E27FC236}">
                    <a16:creationId xmlns:a16="http://schemas.microsoft.com/office/drawing/2014/main" id="{515953B5-03D1-4C21-9926-F5B1F44D588F}"/>
                  </a:ext>
                </a:extLst>
              </p:cNvPr>
              <p:cNvSpPr/>
              <p:nvPr/>
            </p:nvSpPr>
            <p:spPr>
              <a:xfrm>
                <a:off x="3966319" y="4380790"/>
                <a:ext cx="23461" cy="2346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9" name="타원 118">
                <a:extLst>
                  <a:ext uri="{FF2B5EF4-FFF2-40B4-BE49-F238E27FC236}">
                    <a16:creationId xmlns:a16="http://schemas.microsoft.com/office/drawing/2014/main" id="{2DA10740-B737-45D6-AB7C-28E62FC62C7D}"/>
                  </a:ext>
                </a:extLst>
              </p:cNvPr>
              <p:cNvSpPr/>
              <p:nvPr/>
            </p:nvSpPr>
            <p:spPr>
              <a:xfrm>
                <a:off x="3945900" y="4412932"/>
                <a:ext cx="23461" cy="2346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0" name="타원 119">
                <a:extLst>
                  <a:ext uri="{FF2B5EF4-FFF2-40B4-BE49-F238E27FC236}">
                    <a16:creationId xmlns:a16="http://schemas.microsoft.com/office/drawing/2014/main" id="{8239584C-8C07-41F8-A3A0-C11CEC4ABE73}"/>
                  </a:ext>
                </a:extLst>
              </p:cNvPr>
              <p:cNvSpPr/>
              <p:nvPr/>
            </p:nvSpPr>
            <p:spPr>
              <a:xfrm>
                <a:off x="3969361" y="4412932"/>
                <a:ext cx="23461" cy="2346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1" name="타원 120">
                <a:extLst>
                  <a:ext uri="{FF2B5EF4-FFF2-40B4-BE49-F238E27FC236}">
                    <a16:creationId xmlns:a16="http://schemas.microsoft.com/office/drawing/2014/main" id="{618CE78C-D24F-44D6-A63A-B894252FC9F1}"/>
                  </a:ext>
                </a:extLst>
              </p:cNvPr>
              <p:cNvSpPr/>
              <p:nvPr/>
            </p:nvSpPr>
            <p:spPr>
              <a:xfrm>
                <a:off x="3948942" y="4445074"/>
                <a:ext cx="23461" cy="2346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5" name="타원 124">
                <a:extLst>
                  <a:ext uri="{FF2B5EF4-FFF2-40B4-BE49-F238E27FC236}">
                    <a16:creationId xmlns:a16="http://schemas.microsoft.com/office/drawing/2014/main" id="{A21307F5-BAF7-4A05-AA8B-60E9C48F32D1}"/>
                  </a:ext>
                </a:extLst>
              </p:cNvPr>
              <p:cNvSpPr/>
              <p:nvPr/>
            </p:nvSpPr>
            <p:spPr>
              <a:xfrm>
                <a:off x="3972403" y="4445074"/>
                <a:ext cx="23461" cy="2346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39" name="그룹 138">
                <a:extLst>
                  <a:ext uri="{FF2B5EF4-FFF2-40B4-BE49-F238E27FC236}">
                    <a16:creationId xmlns:a16="http://schemas.microsoft.com/office/drawing/2014/main" id="{F4A9A101-301C-4F0A-96AD-EF346BE69E13}"/>
                  </a:ext>
                </a:extLst>
              </p:cNvPr>
              <p:cNvGrpSpPr/>
              <p:nvPr/>
            </p:nvGrpSpPr>
            <p:grpSpPr>
              <a:xfrm rot="5400000">
                <a:off x="3906582" y="4196389"/>
                <a:ext cx="49964" cy="166809"/>
                <a:chOff x="4158504" y="5405714"/>
                <a:chExt cx="49964" cy="166809"/>
              </a:xfrm>
              <a:solidFill>
                <a:srgbClr val="00B050"/>
              </a:solidFill>
            </p:grpSpPr>
            <p:sp>
              <p:nvSpPr>
                <p:cNvPr id="140" name="타원 139">
                  <a:extLst>
                    <a:ext uri="{FF2B5EF4-FFF2-40B4-BE49-F238E27FC236}">
                      <a16:creationId xmlns:a16="http://schemas.microsoft.com/office/drawing/2014/main" id="{871EBBC0-8F8B-450E-9BF1-62FE54C28F81}"/>
                    </a:ext>
                  </a:extLst>
                </p:cNvPr>
                <p:cNvSpPr/>
                <p:nvPr/>
              </p:nvSpPr>
              <p:spPr>
                <a:xfrm>
                  <a:off x="4164588" y="5405714"/>
                  <a:ext cx="23461" cy="2346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41" name="타원 140">
                  <a:extLst>
                    <a:ext uri="{FF2B5EF4-FFF2-40B4-BE49-F238E27FC236}">
                      <a16:creationId xmlns:a16="http://schemas.microsoft.com/office/drawing/2014/main" id="{44FEA0FE-C596-4280-8C69-00EF3731214B}"/>
                    </a:ext>
                  </a:extLst>
                </p:cNvPr>
                <p:cNvSpPr/>
                <p:nvPr/>
              </p:nvSpPr>
              <p:spPr>
                <a:xfrm>
                  <a:off x="4176318" y="5429175"/>
                  <a:ext cx="23461" cy="2346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42" name="타원 141">
                  <a:extLst>
                    <a:ext uri="{FF2B5EF4-FFF2-40B4-BE49-F238E27FC236}">
                      <a16:creationId xmlns:a16="http://schemas.microsoft.com/office/drawing/2014/main" id="{8DE40258-2F3E-4ECE-B506-3DBB875AE053}"/>
                    </a:ext>
                  </a:extLst>
                </p:cNvPr>
                <p:cNvSpPr/>
                <p:nvPr/>
              </p:nvSpPr>
              <p:spPr>
                <a:xfrm>
                  <a:off x="4164587" y="5440905"/>
                  <a:ext cx="23461" cy="2346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43" name="타원 142">
                  <a:extLst>
                    <a:ext uri="{FF2B5EF4-FFF2-40B4-BE49-F238E27FC236}">
                      <a16:creationId xmlns:a16="http://schemas.microsoft.com/office/drawing/2014/main" id="{19546BBC-A400-4785-8538-ECB463A337B3}"/>
                    </a:ext>
                  </a:extLst>
                </p:cNvPr>
                <p:cNvSpPr/>
                <p:nvPr/>
              </p:nvSpPr>
              <p:spPr>
                <a:xfrm>
                  <a:off x="4158504" y="5452636"/>
                  <a:ext cx="23461" cy="2346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44" name="타원 143">
                  <a:extLst>
                    <a:ext uri="{FF2B5EF4-FFF2-40B4-BE49-F238E27FC236}">
                      <a16:creationId xmlns:a16="http://schemas.microsoft.com/office/drawing/2014/main" id="{2750B19B-A6DE-4035-8A1D-E66917A44316}"/>
                    </a:ext>
                  </a:extLst>
                </p:cNvPr>
                <p:cNvSpPr/>
                <p:nvPr/>
              </p:nvSpPr>
              <p:spPr>
                <a:xfrm>
                  <a:off x="4161546" y="5484778"/>
                  <a:ext cx="23461" cy="2346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45" name="타원 144">
                  <a:extLst>
                    <a:ext uri="{FF2B5EF4-FFF2-40B4-BE49-F238E27FC236}">
                      <a16:creationId xmlns:a16="http://schemas.microsoft.com/office/drawing/2014/main" id="{A88C2D88-7B09-4F91-B567-8F99071F455E}"/>
                    </a:ext>
                  </a:extLst>
                </p:cNvPr>
                <p:cNvSpPr/>
                <p:nvPr/>
              </p:nvSpPr>
              <p:spPr>
                <a:xfrm>
                  <a:off x="4164588" y="5516920"/>
                  <a:ext cx="23461" cy="2346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46" name="타원 145">
                  <a:extLst>
                    <a:ext uri="{FF2B5EF4-FFF2-40B4-BE49-F238E27FC236}">
                      <a16:creationId xmlns:a16="http://schemas.microsoft.com/office/drawing/2014/main" id="{36C6B8B1-EDFE-44DA-BA05-E75534E259DE}"/>
                    </a:ext>
                  </a:extLst>
                </p:cNvPr>
                <p:cNvSpPr/>
                <p:nvPr/>
              </p:nvSpPr>
              <p:spPr>
                <a:xfrm>
                  <a:off x="4167630" y="5549062"/>
                  <a:ext cx="23461" cy="2346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47" name="타원 146">
                  <a:extLst>
                    <a:ext uri="{FF2B5EF4-FFF2-40B4-BE49-F238E27FC236}">
                      <a16:creationId xmlns:a16="http://schemas.microsoft.com/office/drawing/2014/main" id="{A7639EF0-76BC-4737-8578-12739D1C5AC7}"/>
                    </a:ext>
                  </a:extLst>
                </p:cNvPr>
                <p:cNvSpPr/>
                <p:nvPr/>
              </p:nvSpPr>
              <p:spPr>
                <a:xfrm>
                  <a:off x="4175881" y="5429175"/>
                  <a:ext cx="23461" cy="2346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48" name="타원 147">
                  <a:extLst>
                    <a:ext uri="{FF2B5EF4-FFF2-40B4-BE49-F238E27FC236}">
                      <a16:creationId xmlns:a16="http://schemas.microsoft.com/office/drawing/2014/main" id="{DEDC3D8D-8E44-4819-909C-966B95AB1A76}"/>
                    </a:ext>
                  </a:extLst>
                </p:cNvPr>
                <p:cNvSpPr/>
                <p:nvPr/>
              </p:nvSpPr>
              <p:spPr>
                <a:xfrm>
                  <a:off x="4178923" y="5461317"/>
                  <a:ext cx="23461" cy="2346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49" name="타원 148">
                  <a:extLst>
                    <a:ext uri="{FF2B5EF4-FFF2-40B4-BE49-F238E27FC236}">
                      <a16:creationId xmlns:a16="http://schemas.microsoft.com/office/drawing/2014/main" id="{A818B42A-6CEE-4FFD-B537-6B73528D82B2}"/>
                    </a:ext>
                  </a:extLst>
                </p:cNvPr>
                <p:cNvSpPr/>
                <p:nvPr/>
              </p:nvSpPr>
              <p:spPr>
                <a:xfrm>
                  <a:off x="4158504" y="5493459"/>
                  <a:ext cx="23461" cy="2346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50" name="타원 149">
                  <a:extLst>
                    <a:ext uri="{FF2B5EF4-FFF2-40B4-BE49-F238E27FC236}">
                      <a16:creationId xmlns:a16="http://schemas.microsoft.com/office/drawing/2014/main" id="{B85F738F-EA67-48AC-978F-F0BD788BC80E}"/>
                    </a:ext>
                  </a:extLst>
                </p:cNvPr>
                <p:cNvSpPr/>
                <p:nvPr/>
              </p:nvSpPr>
              <p:spPr>
                <a:xfrm>
                  <a:off x="4181965" y="5493459"/>
                  <a:ext cx="23461" cy="2346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51" name="타원 150">
                  <a:extLst>
                    <a:ext uri="{FF2B5EF4-FFF2-40B4-BE49-F238E27FC236}">
                      <a16:creationId xmlns:a16="http://schemas.microsoft.com/office/drawing/2014/main" id="{492BA01C-140D-4D2E-ADBA-4ECF367E943A}"/>
                    </a:ext>
                  </a:extLst>
                </p:cNvPr>
                <p:cNvSpPr/>
                <p:nvPr/>
              </p:nvSpPr>
              <p:spPr>
                <a:xfrm>
                  <a:off x="4161546" y="5525601"/>
                  <a:ext cx="23461" cy="2346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52" name="타원 151">
                  <a:extLst>
                    <a:ext uri="{FF2B5EF4-FFF2-40B4-BE49-F238E27FC236}">
                      <a16:creationId xmlns:a16="http://schemas.microsoft.com/office/drawing/2014/main" id="{9118588E-6D1E-4876-A8BF-AF384912B838}"/>
                    </a:ext>
                  </a:extLst>
                </p:cNvPr>
                <p:cNvSpPr/>
                <p:nvPr/>
              </p:nvSpPr>
              <p:spPr>
                <a:xfrm>
                  <a:off x="4185007" y="5525601"/>
                  <a:ext cx="23461" cy="2346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54" name="타원 153">
                <a:extLst>
                  <a:ext uri="{FF2B5EF4-FFF2-40B4-BE49-F238E27FC236}">
                    <a16:creationId xmlns:a16="http://schemas.microsoft.com/office/drawing/2014/main" id="{722EEC11-2303-4F21-ABAB-9BE59DBB3B26}"/>
                  </a:ext>
                </a:extLst>
              </p:cNvPr>
              <p:cNvSpPr/>
              <p:nvPr/>
            </p:nvSpPr>
            <p:spPr>
              <a:xfrm>
                <a:off x="610285" y="4315417"/>
                <a:ext cx="23461" cy="2346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8" name="타원 157">
                <a:extLst>
                  <a:ext uri="{FF2B5EF4-FFF2-40B4-BE49-F238E27FC236}">
                    <a16:creationId xmlns:a16="http://schemas.microsoft.com/office/drawing/2014/main" id="{699B1A61-7380-4570-8B5C-590B8BA9A5D0}"/>
                  </a:ext>
                </a:extLst>
              </p:cNvPr>
              <p:cNvSpPr/>
              <p:nvPr/>
            </p:nvSpPr>
            <p:spPr>
              <a:xfrm>
                <a:off x="633746" y="4315417"/>
                <a:ext cx="23461" cy="2346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0" name="타원 159">
                <a:extLst>
                  <a:ext uri="{FF2B5EF4-FFF2-40B4-BE49-F238E27FC236}">
                    <a16:creationId xmlns:a16="http://schemas.microsoft.com/office/drawing/2014/main" id="{7AED2F2B-1055-4BDE-96A0-8667F3376D9D}"/>
                  </a:ext>
                </a:extLst>
              </p:cNvPr>
              <p:cNvSpPr/>
              <p:nvPr/>
            </p:nvSpPr>
            <p:spPr>
              <a:xfrm>
                <a:off x="622015" y="4338878"/>
                <a:ext cx="23461" cy="2346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1" name="타원 160">
                <a:extLst>
                  <a:ext uri="{FF2B5EF4-FFF2-40B4-BE49-F238E27FC236}">
                    <a16:creationId xmlns:a16="http://schemas.microsoft.com/office/drawing/2014/main" id="{E285CE42-A94A-49B9-8085-A2DB0321E3D7}"/>
                  </a:ext>
                </a:extLst>
              </p:cNvPr>
              <p:cNvSpPr/>
              <p:nvPr/>
            </p:nvSpPr>
            <p:spPr>
              <a:xfrm>
                <a:off x="645476" y="4338878"/>
                <a:ext cx="23461" cy="2346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5" name="타원 164">
                <a:extLst>
                  <a:ext uri="{FF2B5EF4-FFF2-40B4-BE49-F238E27FC236}">
                    <a16:creationId xmlns:a16="http://schemas.microsoft.com/office/drawing/2014/main" id="{80C77024-7923-4195-B332-9560D3D37DD5}"/>
                  </a:ext>
                </a:extLst>
              </p:cNvPr>
              <p:cNvSpPr/>
              <p:nvPr/>
            </p:nvSpPr>
            <p:spPr>
              <a:xfrm>
                <a:off x="610284" y="4350608"/>
                <a:ext cx="23461" cy="2346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6" name="타원 165">
                <a:extLst>
                  <a:ext uri="{FF2B5EF4-FFF2-40B4-BE49-F238E27FC236}">
                    <a16:creationId xmlns:a16="http://schemas.microsoft.com/office/drawing/2014/main" id="{9D7C1250-3198-4C1D-8039-A892A5B62234}"/>
                  </a:ext>
                </a:extLst>
              </p:cNvPr>
              <p:cNvSpPr/>
              <p:nvPr/>
            </p:nvSpPr>
            <p:spPr>
              <a:xfrm>
                <a:off x="633745" y="4350608"/>
                <a:ext cx="23461" cy="2346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7" name="타원 166">
                <a:extLst>
                  <a:ext uri="{FF2B5EF4-FFF2-40B4-BE49-F238E27FC236}">
                    <a16:creationId xmlns:a16="http://schemas.microsoft.com/office/drawing/2014/main" id="{E715ECD9-C4D5-4CA7-8218-466105A01819}"/>
                  </a:ext>
                </a:extLst>
              </p:cNvPr>
              <p:cNvSpPr/>
              <p:nvPr/>
            </p:nvSpPr>
            <p:spPr>
              <a:xfrm>
                <a:off x="604201" y="4362339"/>
                <a:ext cx="23461" cy="2346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9" name="타원 168">
                <a:extLst>
                  <a:ext uri="{FF2B5EF4-FFF2-40B4-BE49-F238E27FC236}">
                    <a16:creationId xmlns:a16="http://schemas.microsoft.com/office/drawing/2014/main" id="{2D5778F5-E7FB-4A8D-8178-991DE3E95519}"/>
                  </a:ext>
                </a:extLst>
              </p:cNvPr>
              <p:cNvSpPr/>
              <p:nvPr/>
            </p:nvSpPr>
            <p:spPr>
              <a:xfrm>
                <a:off x="627662" y="4362339"/>
                <a:ext cx="23461" cy="2346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" name="타원 172">
                <a:extLst>
                  <a:ext uri="{FF2B5EF4-FFF2-40B4-BE49-F238E27FC236}">
                    <a16:creationId xmlns:a16="http://schemas.microsoft.com/office/drawing/2014/main" id="{366FCFA2-51E2-419B-A53A-75A99CCC31B8}"/>
                  </a:ext>
                </a:extLst>
              </p:cNvPr>
              <p:cNvSpPr/>
              <p:nvPr/>
            </p:nvSpPr>
            <p:spPr>
              <a:xfrm>
                <a:off x="607243" y="4394481"/>
                <a:ext cx="23461" cy="2346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" name="타원 177">
                <a:extLst>
                  <a:ext uri="{FF2B5EF4-FFF2-40B4-BE49-F238E27FC236}">
                    <a16:creationId xmlns:a16="http://schemas.microsoft.com/office/drawing/2014/main" id="{48BD210A-902D-4F6B-98BD-BDB3503B7456}"/>
                  </a:ext>
                </a:extLst>
              </p:cNvPr>
              <p:cNvSpPr/>
              <p:nvPr/>
            </p:nvSpPr>
            <p:spPr>
              <a:xfrm>
                <a:off x="630704" y="4394481"/>
                <a:ext cx="23461" cy="2346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EC501B58-E18C-462B-A677-4DA8FCE575ED}"/>
                  </a:ext>
                </a:extLst>
              </p:cNvPr>
              <p:cNvSpPr/>
              <p:nvPr/>
            </p:nvSpPr>
            <p:spPr>
              <a:xfrm>
                <a:off x="610285" y="4426623"/>
                <a:ext cx="23461" cy="2346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" name="타원 180">
                <a:extLst>
                  <a:ext uri="{FF2B5EF4-FFF2-40B4-BE49-F238E27FC236}">
                    <a16:creationId xmlns:a16="http://schemas.microsoft.com/office/drawing/2014/main" id="{16D572A7-454F-4C34-86D4-A0941513862D}"/>
                  </a:ext>
                </a:extLst>
              </p:cNvPr>
              <p:cNvSpPr/>
              <p:nvPr/>
            </p:nvSpPr>
            <p:spPr>
              <a:xfrm>
                <a:off x="633746" y="4426623"/>
                <a:ext cx="23461" cy="2346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" name="타원 181">
                <a:extLst>
                  <a:ext uri="{FF2B5EF4-FFF2-40B4-BE49-F238E27FC236}">
                    <a16:creationId xmlns:a16="http://schemas.microsoft.com/office/drawing/2014/main" id="{3E0AB0A9-4232-4922-B60C-795E8B9F0916}"/>
                  </a:ext>
                </a:extLst>
              </p:cNvPr>
              <p:cNvSpPr/>
              <p:nvPr/>
            </p:nvSpPr>
            <p:spPr>
              <a:xfrm>
                <a:off x="613327" y="4458765"/>
                <a:ext cx="23461" cy="2346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" name="타원 182">
                <a:extLst>
                  <a:ext uri="{FF2B5EF4-FFF2-40B4-BE49-F238E27FC236}">
                    <a16:creationId xmlns:a16="http://schemas.microsoft.com/office/drawing/2014/main" id="{B1779D2F-8F51-4679-B940-F3CC50EB2F99}"/>
                  </a:ext>
                </a:extLst>
              </p:cNvPr>
              <p:cNvSpPr/>
              <p:nvPr/>
            </p:nvSpPr>
            <p:spPr>
              <a:xfrm>
                <a:off x="636788" y="4458765"/>
                <a:ext cx="23461" cy="2346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" name="타원 183">
                <a:extLst>
                  <a:ext uri="{FF2B5EF4-FFF2-40B4-BE49-F238E27FC236}">
                    <a16:creationId xmlns:a16="http://schemas.microsoft.com/office/drawing/2014/main" id="{922CD9DE-C8A0-455F-A2DE-871C199D34F0}"/>
                  </a:ext>
                </a:extLst>
              </p:cNvPr>
              <p:cNvSpPr/>
              <p:nvPr/>
            </p:nvSpPr>
            <p:spPr>
              <a:xfrm>
                <a:off x="621578" y="4338878"/>
                <a:ext cx="23461" cy="2346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" name="타원 184">
                <a:extLst>
                  <a:ext uri="{FF2B5EF4-FFF2-40B4-BE49-F238E27FC236}">
                    <a16:creationId xmlns:a16="http://schemas.microsoft.com/office/drawing/2014/main" id="{09B77873-955C-4F33-AFEE-0AA352E44AF2}"/>
                  </a:ext>
                </a:extLst>
              </p:cNvPr>
              <p:cNvSpPr/>
              <p:nvPr/>
            </p:nvSpPr>
            <p:spPr>
              <a:xfrm>
                <a:off x="645039" y="4338878"/>
                <a:ext cx="23461" cy="2346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" name="타원 185">
                <a:extLst>
                  <a:ext uri="{FF2B5EF4-FFF2-40B4-BE49-F238E27FC236}">
                    <a16:creationId xmlns:a16="http://schemas.microsoft.com/office/drawing/2014/main" id="{6BE72651-BA4D-4D14-8D62-40A517B9FDDE}"/>
                  </a:ext>
                </a:extLst>
              </p:cNvPr>
              <p:cNvSpPr/>
              <p:nvPr/>
            </p:nvSpPr>
            <p:spPr>
              <a:xfrm>
                <a:off x="624620" y="4371020"/>
                <a:ext cx="23461" cy="2346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" name="타원 186">
                <a:extLst>
                  <a:ext uri="{FF2B5EF4-FFF2-40B4-BE49-F238E27FC236}">
                    <a16:creationId xmlns:a16="http://schemas.microsoft.com/office/drawing/2014/main" id="{9D165872-2145-4344-B3B4-4E367A99F751}"/>
                  </a:ext>
                </a:extLst>
              </p:cNvPr>
              <p:cNvSpPr/>
              <p:nvPr/>
            </p:nvSpPr>
            <p:spPr>
              <a:xfrm>
                <a:off x="648081" y="4371020"/>
                <a:ext cx="23461" cy="2346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" name="타원 187">
                <a:extLst>
                  <a:ext uri="{FF2B5EF4-FFF2-40B4-BE49-F238E27FC236}">
                    <a16:creationId xmlns:a16="http://schemas.microsoft.com/office/drawing/2014/main" id="{653C39AF-66F5-431C-B18C-AB239F9D1929}"/>
                  </a:ext>
                </a:extLst>
              </p:cNvPr>
              <p:cNvSpPr/>
              <p:nvPr/>
            </p:nvSpPr>
            <p:spPr>
              <a:xfrm>
                <a:off x="627662" y="4403162"/>
                <a:ext cx="23461" cy="2346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" name="타원 188">
                <a:extLst>
                  <a:ext uri="{FF2B5EF4-FFF2-40B4-BE49-F238E27FC236}">
                    <a16:creationId xmlns:a16="http://schemas.microsoft.com/office/drawing/2014/main" id="{1DDAD279-4E88-4C9E-B1EC-F39C3AABD237}"/>
                  </a:ext>
                </a:extLst>
              </p:cNvPr>
              <p:cNvSpPr/>
              <p:nvPr/>
            </p:nvSpPr>
            <p:spPr>
              <a:xfrm>
                <a:off x="651123" y="4403162"/>
                <a:ext cx="23461" cy="2346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" name="타원 189">
                <a:extLst>
                  <a:ext uri="{FF2B5EF4-FFF2-40B4-BE49-F238E27FC236}">
                    <a16:creationId xmlns:a16="http://schemas.microsoft.com/office/drawing/2014/main" id="{113F711F-81FF-45F9-A570-79EE2724484B}"/>
                  </a:ext>
                </a:extLst>
              </p:cNvPr>
              <p:cNvSpPr/>
              <p:nvPr/>
            </p:nvSpPr>
            <p:spPr>
              <a:xfrm>
                <a:off x="630704" y="4435304"/>
                <a:ext cx="23461" cy="2346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" name="타원 190">
                <a:extLst>
                  <a:ext uri="{FF2B5EF4-FFF2-40B4-BE49-F238E27FC236}">
                    <a16:creationId xmlns:a16="http://schemas.microsoft.com/office/drawing/2014/main" id="{9D14C8CF-C6D2-4C27-8C55-1CC23278714E}"/>
                  </a:ext>
                </a:extLst>
              </p:cNvPr>
              <p:cNvSpPr/>
              <p:nvPr/>
            </p:nvSpPr>
            <p:spPr>
              <a:xfrm>
                <a:off x="654165" y="4435304"/>
                <a:ext cx="23461" cy="2346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92" name="그룹 191">
                <a:extLst>
                  <a:ext uri="{FF2B5EF4-FFF2-40B4-BE49-F238E27FC236}">
                    <a16:creationId xmlns:a16="http://schemas.microsoft.com/office/drawing/2014/main" id="{29D3B491-3744-44C3-8E1C-C25B586101CB}"/>
                  </a:ext>
                </a:extLst>
              </p:cNvPr>
              <p:cNvGrpSpPr/>
              <p:nvPr/>
            </p:nvGrpSpPr>
            <p:grpSpPr>
              <a:xfrm rot="5400000">
                <a:off x="629182" y="4191827"/>
                <a:ext cx="49964" cy="166809"/>
                <a:chOff x="4158504" y="5405714"/>
                <a:chExt cx="49964" cy="166809"/>
              </a:xfrm>
              <a:solidFill>
                <a:srgbClr val="00B050"/>
              </a:solidFill>
            </p:grpSpPr>
            <p:sp>
              <p:nvSpPr>
                <p:cNvPr id="193" name="타원 192">
                  <a:extLst>
                    <a:ext uri="{FF2B5EF4-FFF2-40B4-BE49-F238E27FC236}">
                      <a16:creationId xmlns:a16="http://schemas.microsoft.com/office/drawing/2014/main" id="{EBE1012C-BA95-4011-8773-26BAB2B0CA9D}"/>
                    </a:ext>
                  </a:extLst>
                </p:cNvPr>
                <p:cNvSpPr/>
                <p:nvPr/>
              </p:nvSpPr>
              <p:spPr>
                <a:xfrm>
                  <a:off x="4164588" y="5405714"/>
                  <a:ext cx="23461" cy="2346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94" name="타원 193">
                  <a:extLst>
                    <a:ext uri="{FF2B5EF4-FFF2-40B4-BE49-F238E27FC236}">
                      <a16:creationId xmlns:a16="http://schemas.microsoft.com/office/drawing/2014/main" id="{223358C2-73D7-4FCB-A1F2-1A80A8CA0C84}"/>
                    </a:ext>
                  </a:extLst>
                </p:cNvPr>
                <p:cNvSpPr/>
                <p:nvPr/>
              </p:nvSpPr>
              <p:spPr>
                <a:xfrm>
                  <a:off x="4176318" y="5429175"/>
                  <a:ext cx="23461" cy="2346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95" name="타원 194">
                  <a:extLst>
                    <a:ext uri="{FF2B5EF4-FFF2-40B4-BE49-F238E27FC236}">
                      <a16:creationId xmlns:a16="http://schemas.microsoft.com/office/drawing/2014/main" id="{E57B4D85-9709-4B42-8A12-0E862E10EC35}"/>
                    </a:ext>
                  </a:extLst>
                </p:cNvPr>
                <p:cNvSpPr/>
                <p:nvPr/>
              </p:nvSpPr>
              <p:spPr>
                <a:xfrm>
                  <a:off x="4164587" y="5440905"/>
                  <a:ext cx="23461" cy="2346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96" name="타원 195">
                  <a:extLst>
                    <a:ext uri="{FF2B5EF4-FFF2-40B4-BE49-F238E27FC236}">
                      <a16:creationId xmlns:a16="http://schemas.microsoft.com/office/drawing/2014/main" id="{B19DB8D4-F453-4759-B1C4-90C0B6816F82}"/>
                    </a:ext>
                  </a:extLst>
                </p:cNvPr>
                <p:cNvSpPr/>
                <p:nvPr/>
              </p:nvSpPr>
              <p:spPr>
                <a:xfrm>
                  <a:off x="4158504" y="5452636"/>
                  <a:ext cx="23461" cy="2346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97" name="타원 196">
                  <a:extLst>
                    <a:ext uri="{FF2B5EF4-FFF2-40B4-BE49-F238E27FC236}">
                      <a16:creationId xmlns:a16="http://schemas.microsoft.com/office/drawing/2014/main" id="{CAE8C2CE-CDA8-47B1-BD91-92C14D0A1B79}"/>
                    </a:ext>
                  </a:extLst>
                </p:cNvPr>
                <p:cNvSpPr/>
                <p:nvPr/>
              </p:nvSpPr>
              <p:spPr>
                <a:xfrm>
                  <a:off x="4161546" y="5484778"/>
                  <a:ext cx="23461" cy="2346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98" name="타원 197">
                  <a:extLst>
                    <a:ext uri="{FF2B5EF4-FFF2-40B4-BE49-F238E27FC236}">
                      <a16:creationId xmlns:a16="http://schemas.microsoft.com/office/drawing/2014/main" id="{A4C97DCD-BD05-4420-94DB-E681C112C808}"/>
                    </a:ext>
                  </a:extLst>
                </p:cNvPr>
                <p:cNvSpPr/>
                <p:nvPr/>
              </p:nvSpPr>
              <p:spPr>
                <a:xfrm>
                  <a:off x="4164588" y="5516920"/>
                  <a:ext cx="23461" cy="2346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99" name="타원 198">
                  <a:extLst>
                    <a:ext uri="{FF2B5EF4-FFF2-40B4-BE49-F238E27FC236}">
                      <a16:creationId xmlns:a16="http://schemas.microsoft.com/office/drawing/2014/main" id="{D7B0D740-E03E-462F-851D-51FF8CD5125E}"/>
                    </a:ext>
                  </a:extLst>
                </p:cNvPr>
                <p:cNvSpPr/>
                <p:nvPr/>
              </p:nvSpPr>
              <p:spPr>
                <a:xfrm>
                  <a:off x="4167630" y="5549062"/>
                  <a:ext cx="23461" cy="2346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00" name="타원 199">
                  <a:extLst>
                    <a:ext uri="{FF2B5EF4-FFF2-40B4-BE49-F238E27FC236}">
                      <a16:creationId xmlns:a16="http://schemas.microsoft.com/office/drawing/2014/main" id="{1D040604-5911-45EB-B8EA-20948AC1955C}"/>
                    </a:ext>
                  </a:extLst>
                </p:cNvPr>
                <p:cNvSpPr/>
                <p:nvPr/>
              </p:nvSpPr>
              <p:spPr>
                <a:xfrm>
                  <a:off x="4175881" y="5429175"/>
                  <a:ext cx="23461" cy="2346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01" name="타원 200">
                  <a:extLst>
                    <a:ext uri="{FF2B5EF4-FFF2-40B4-BE49-F238E27FC236}">
                      <a16:creationId xmlns:a16="http://schemas.microsoft.com/office/drawing/2014/main" id="{279DD881-7163-419B-B6BF-7CC57AD94A20}"/>
                    </a:ext>
                  </a:extLst>
                </p:cNvPr>
                <p:cNvSpPr/>
                <p:nvPr/>
              </p:nvSpPr>
              <p:spPr>
                <a:xfrm>
                  <a:off x="4178923" y="5461317"/>
                  <a:ext cx="23461" cy="2346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02" name="타원 201">
                  <a:extLst>
                    <a:ext uri="{FF2B5EF4-FFF2-40B4-BE49-F238E27FC236}">
                      <a16:creationId xmlns:a16="http://schemas.microsoft.com/office/drawing/2014/main" id="{D37F6BED-A839-47FB-A883-469014F32632}"/>
                    </a:ext>
                  </a:extLst>
                </p:cNvPr>
                <p:cNvSpPr/>
                <p:nvPr/>
              </p:nvSpPr>
              <p:spPr>
                <a:xfrm>
                  <a:off x="4158504" y="5493459"/>
                  <a:ext cx="23461" cy="2346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03" name="타원 202">
                  <a:extLst>
                    <a:ext uri="{FF2B5EF4-FFF2-40B4-BE49-F238E27FC236}">
                      <a16:creationId xmlns:a16="http://schemas.microsoft.com/office/drawing/2014/main" id="{9C0964C8-B896-4EB1-A240-ED4805363CB2}"/>
                    </a:ext>
                  </a:extLst>
                </p:cNvPr>
                <p:cNvSpPr/>
                <p:nvPr/>
              </p:nvSpPr>
              <p:spPr>
                <a:xfrm>
                  <a:off x="4181965" y="5493459"/>
                  <a:ext cx="23461" cy="2346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04" name="타원 203">
                  <a:extLst>
                    <a:ext uri="{FF2B5EF4-FFF2-40B4-BE49-F238E27FC236}">
                      <a16:creationId xmlns:a16="http://schemas.microsoft.com/office/drawing/2014/main" id="{94028AD8-8ECF-4159-BAE0-913BF21A9081}"/>
                    </a:ext>
                  </a:extLst>
                </p:cNvPr>
                <p:cNvSpPr/>
                <p:nvPr/>
              </p:nvSpPr>
              <p:spPr>
                <a:xfrm>
                  <a:off x="4161546" y="5525601"/>
                  <a:ext cx="23461" cy="2346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05" name="타원 204">
                  <a:extLst>
                    <a:ext uri="{FF2B5EF4-FFF2-40B4-BE49-F238E27FC236}">
                      <a16:creationId xmlns:a16="http://schemas.microsoft.com/office/drawing/2014/main" id="{D199634F-C2EA-4C5E-AED3-6B75B8D5F30D}"/>
                    </a:ext>
                  </a:extLst>
                </p:cNvPr>
                <p:cNvSpPr/>
                <p:nvPr/>
              </p:nvSpPr>
              <p:spPr>
                <a:xfrm>
                  <a:off x="4185007" y="5525601"/>
                  <a:ext cx="23461" cy="2346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cxnSp>
          <p:nvCxnSpPr>
            <p:cNvPr id="211" name="직선 화살표 연결선 210">
              <a:extLst>
                <a:ext uri="{FF2B5EF4-FFF2-40B4-BE49-F238E27FC236}">
                  <a16:creationId xmlns:a16="http://schemas.microsoft.com/office/drawing/2014/main" id="{29520B75-1439-4350-AC46-2557B40229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3019" y="4487427"/>
              <a:ext cx="248248" cy="121304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직선 화살표 연결선 211">
              <a:extLst>
                <a:ext uri="{FF2B5EF4-FFF2-40B4-BE49-F238E27FC236}">
                  <a16:creationId xmlns:a16="http://schemas.microsoft.com/office/drawing/2014/main" id="{B21B732C-30E6-4A58-A63A-0F47BF0A6D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1998" y="4812716"/>
              <a:ext cx="229031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직선 화살표 연결선 212">
              <a:extLst>
                <a:ext uri="{FF2B5EF4-FFF2-40B4-BE49-F238E27FC236}">
                  <a16:creationId xmlns:a16="http://schemas.microsoft.com/office/drawing/2014/main" id="{9ACE9F75-D431-4AFA-A21C-E4C605FE6CA5}"/>
                </a:ext>
              </a:extLst>
            </p:cNvPr>
            <p:cNvCxnSpPr>
              <a:cxnSpLocks/>
              <a:stCxn id="216" idx="3"/>
            </p:cNvCxnSpPr>
            <p:nvPr/>
          </p:nvCxnSpPr>
          <p:spPr>
            <a:xfrm>
              <a:off x="3589485" y="4485625"/>
              <a:ext cx="242676" cy="134304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직선 화살표 연결선 213">
              <a:extLst>
                <a:ext uri="{FF2B5EF4-FFF2-40B4-BE49-F238E27FC236}">
                  <a16:creationId xmlns:a16="http://schemas.microsoft.com/office/drawing/2014/main" id="{AF55FE6D-8DB1-4856-8D22-5ACBE05742DD}"/>
                </a:ext>
              </a:extLst>
            </p:cNvPr>
            <p:cNvCxnSpPr>
              <a:cxnSpLocks/>
            </p:cNvCxnSpPr>
            <p:nvPr/>
          </p:nvCxnSpPr>
          <p:spPr>
            <a:xfrm>
              <a:off x="3540919" y="4775007"/>
              <a:ext cx="358059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5" name="Rectangle 12">
              <a:extLst>
                <a:ext uri="{FF2B5EF4-FFF2-40B4-BE49-F238E27FC236}">
                  <a16:creationId xmlns:a16="http://schemas.microsoft.com/office/drawing/2014/main" id="{566EF405-1FE7-487C-A56E-75D9EB3673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1267" y="4439458"/>
              <a:ext cx="425820" cy="92333"/>
            </a:xfrm>
            <a:prstGeom prst="rect">
              <a:avLst/>
            </a:prstGeom>
            <a:solidFill>
              <a:schemeClr val="bg1">
                <a:alpha val="83000"/>
              </a:schemeClr>
            </a:solidFill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n-US" altLang="ko-KR" sz="600" b="1" dirty="0">
                  <a:latin typeface="Arial Narrow" panose="020B0606020202030204" pitchFamily="34" charset="0"/>
                  <a:ea typeface="LG스마트체 Regular" panose="020B0600000101010101" pitchFamily="34" charset="-127"/>
                  <a:sym typeface="Wingdings" panose="05000000000000000000" pitchFamily="2" charset="2"/>
                </a:rPr>
                <a:t>② Cup corner</a:t>
              </a:r>
            </a:p>
          </p:txBody>
        </p:sp>
        <p:sp>
          <p:nvSpPr>
            <p:cNvPr id="216" name="Rectangle 12">
              <a:extLst>
                <a:ext uri="{FF2B5EF4-FFF2-40B4-BE49-F238E27FC236}">
                  <a16:creationId xmlns:a16="http://schemas.microsoft.com/office/drawing/2014/main" id="{EF34A8B2-9B3C-44EA-8E8F-6604F9D81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3665" y="4439458"/>
              <a:ext cx="425820" cy="92333"/>
            </a:xfrm>
            <a:prstGeom prst="rect">
              <a:avLst/>
            </a:prstGeom>
            <a:solidFill>
              <a:schemeClr val="bg1">
                <a:alpha val="83000"/>
              </a:schemeClr>
            </a:solidFill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n-US" altLang="ko-KR" sz="600" b="1" dirty="0">
                  <a:latin typeface="Arial Narrow" panose="020B0606020202030204" pitchFamily="34" charset="0"/>
                  <a:ea typeface="LG스마트체 Regular" panose="020B0600000101010101" pitchFamily="34" charset="-127"/>
                  <a:sym typeface="Wingdings" panose="05000000000000000000" pitchFamily="2" charset="2"/>
                </a:rPr>
                <a:t>② Cup corner</a:t>
              </a:r>
            </a:p>
          </p:txBody>
        </p:sp>
        <p:sp>
          <p:nvSpPr>
            <p:cNvPr id="217" name="Rectangle 12">
              <a:extLst>
                <a:ext uri="{FF2B5EF4-FFF2-40B4-BE49-F238E27FC236}">
                  <a16:creationId xmlns:a16="http://schemas.microsoft.com/office/drawing/2014/main" id="{4F3788D4-BB22-4A2E-912F-6536417ED6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6135" y="4772712"/>
              <a:ext cx="471736" cy="92333"/>
            </a:xfrm>
            <a:prstGeom prst="rect">
              <a:avLst/>
            </a:prstGeom>
            <a:solidFill>
              <a:schemeClr val="bg1">
                <a:alpha val="83000"/>
              </a:schemeClr>
            </a:solidFill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n-US" altLang="ko-KR" sz="600" b="1" dirty="0">
                  <a:latin typeface="Arial Narrow" panose="020B0606020202030204" pitchFamily="34" charset="0"/>
                  <a:ea typeface="LG스마트체 Regular" panose="020B0600000101010101" pitchFamily="34" charset="-127"/>
                  <a:sym typeface="Wingdings" panose="05000000000000000000" pitchFamily="2" charset="2"/>
                </a:rPr>
                <a:t>① Top sealing</a:t>
              </a:r>
            </a:p>
          </p:txBody>
        </p:sp>
        <p:sp>
          <p:nvSpPr>
            <p:cNvPr id="218" name="Rectangle 12">
              <a:extLst>
                <a:ext uri="{FF2B5EF4-FFF2-40B4-BE49-F238E27FC236}">
                  <a16:creationId xmlns:a16="http://schemas.microsoft.com/office/drawing/2014/main" id="{1092B29A-9A3D-405B-83F7-40FADC0907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3318" y="4720423"/>
              <a:ext cx="471736" cy="92333"/>
            </a:xfrm>
            <a:prstGeom prst="rect">
              <a:avLst/>
            </a:prstGeom>
            <a:solidFill>
              <a:schemeClr val="bg1">
                <a:alpha val="83000"/>
              </a:schemeClr>
            </a:solidFill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n-US" altLang="ko-KR" sz="600" b="1" dirty="0">
                  <a:latin typeface="Arial Narrow" panose="020B0606020202030204" pitchFamily="34" charset="0"/>
                  <a:ea typeface="LG스마트체 Regular" panose="020B0600000101010101" pitchFamily="34" charset="-127"/>
                  <a:sym typeface="Wingdings" panose="05000000000000000000" pitchFamily="2" charset="2"/>
                </a:rPr>
                <a:t>① Top sealing</a:t>
              </a:r>
            </a:p>
          </p:txBody>
        </p:sp>
      </p:grpSp>
      <p:sp>
        <p:nvSpPr>
          <p:cNvPr id="220" name="Rectangle 12">
            <a:extLst>
              <a:ext uri="{FF2B5EF4-FFF2-40B4-BE49-F238E27FC236}">
                <a16:creationId xmlns:a16="http://schemas.microsoft.com/office/drawing/2014/main" id="{7DC7ADD2-DB45-4AB7-856A-F195C3827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734" y="5662442"/>
            <a:ext cx="820269" cy="107722"/>
          </a:xfrm>
          <a:prstGeom prst="rect">
            <a:avLst/>
          </a:prstGeom>
          <a:solidFill>
            <a:schemeClr val="bg1">
              <a:alpha val="83000"/>
            </a:schemeClr>
          </a:solidFill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700" b="1" dirty="0">
                <a:latin typeface="Arial Narrow" panose="020B0606020202030204" pitchFamily="34" charset="0"/>
                <a:ea typeface="LG스마트체 Regular" panose="020B0600000101010101" pitchFamily="34" charset="-127"/>
                <a:sym typeface="Wingdings" panose="05000000000000000000" pitchFamily="2" charset="2"/>
              </a:rPr>
              <a:t>① Top sealing</a:t>
            </a:r>
          </a:p>
        </p:txBody>
      </p:sp>
      <p:sp>
        <p:nvSpPr>
          <p:cNvPr id="221" name="Rectangle 12">
            <a:extLst>
              <a:ext uri="{FF2B5EF4-FFF2-40B4-BE49-F238E27FC236}">
                <a16:creationId xmlns:a16="http://schemas.microsoft.com/office/drawing/2014/main" id="{2FC7F627-2B10-484B-8DBC-B8A96B154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2716" y="5662442"/>
            <a:ext cx="820269" cy="107722"/>
          </a:xfrm>
          <a:prstGeom prst="rect">
            <a:avLst/>
          </a:prstGeom>
          <a:solidFill>
            <a:schemeClr val="bg1">
              <a:alpha val="83000"/>
            </a:schemeClr>
          </a:solidFill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700" b="1" dirty="0">
                <a:latin typeface="Arial Narrow" panose="020B0606020202030204" pitchFamily="34" charset="0"/>
                <a:ea typeface="LG스마트체 Regular" panose="020B0600000101010101" pitchFamily="34" charset="-127"/>
                <a:sym typeface="Wingdings" panose="05000000000000000000" pitchFamily="2" charset="2"/>
              </a:rPr>
              <a:t>② Cup corner</a:t>
            </a:r>
          </a:p>
        </p:txBody>
      </p:sp>
      <p:sp>
        <p:nvSpPr>
          <p:cNvPr id="222" name="직사각형 40">
            <a:extLst>
              <a:ext uri="{FF2B5EF4-FFF2-40B4-BE49-F238E27FC236}">
                <a16:creationId xmlns:a16="http://schemas.microsoft.com/office/drawing/2014/main" id="{BFCEC03F-5B80-4ADC-9424-7E2624AB69FB}"/>
              </a:ext>
            </a:extLst>
          </p:cNvPr>
          <p:cNvSpPr/>
          <p:nvPr/>
        </p:nvSpPr>
        <p:spPr>
          <a:xfrm>
            <a:off x="345188" y="4159606"/>
            <a:ext cx="1330413" cy="192360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>
              <a:defRPr/>
            </a:pPr>
            <a:r>
              <a:rPr lang="en-US" altLang="ko-KR" sz="800" b="1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[</a:t>
            </a:r>
            <a:r>
              <a:rPr lang="ko-KR" altLang="en-US" sz="800" b="1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절연 파괴지점 맵핑 결과</a:t>
            </a:r>
            <a:r>
              <a:rPr lang="en-US" altLang="ko-KR" sz="800" b="1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]</a:t>
            </a:r>
          </a:p>
        </p:txBody>
      </p:sp>
      <p:sp>
        <p:nvSpPr>
          <p:cNvPr id="223" name="직사각형 40">
            <a:extLst>
              <a:ext uri="{FF2B5EF4-FFF2-40B4-BE49-F238E27FC236}">
                <a16:creationId xmlns:a16="http://schemas.microsoft.com/office/drawing/2014/main" id="{AE09465C-AE9C-42DD-94C6-11B88FEEFE6F}"/>
              </a:ext>
            </a:extLst>
          </p:cNvPr>
          <p:cNvSpPr/>
          <p:nvPr/>
        </p:nvSpPr>
        <p:spPr>
          <a:xfrm>
            <a:off x="345188" y="5328156"/>
            <a:ext cx="3483862" cy="315471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>
              <a:defRPr/>
            </a:pPr>
            <a:r>
              <a:rPr lang="en-US" altLang="ko-KR" sz="800" b="1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[</a:t>
            </a:r>
            <a:r>
              <a:rPr lang="ko-KR" altLang="en-US" sz="800" b="1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분해분석 결과</a:t>
            </a:r>
            <a:r>
              <a:rPr lang="en-US" altLang="ko-KR" sz="800" b="1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]</a:t>
            </a:r>
          </a:p>
          <a:p>
            <a:pPr>
              <a:defRPr/>
            </a:pP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  - </a:t>
            </a:r>
            <a:r>
              <a:rPr lang="ko-KR" altLang="en-US" sz="800" dirty="0" err="1">
                <a:latin typeface="Arial Narrow" panose="020B0606020202030204" pitchFamily="34" charset="0"/>
                <a:ea typeface="LG스마트체 Regular" panose="020B0600000101010101" pitchFamily="34" charset="-127"/>
              </a:rPr>
              <a:t>씰링영역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 바깥으로 가착영역 형성되어 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PP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층 손상되며 절연불량 발생확인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.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F0792320-6278-B91E-8B45-90784C8A6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15" y="136416"/>
            <a:ext cx="1324379" cy="2837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3323" tIns="3323" rIns="3323" bIns="3323" anchor="b" anchorCtr="0">
            <a:spAutoFit/>
          </a:bodyPr>
          <a:lstStyle/>
          <a:p>
            <a:r>
              <a:rPr lang="ko-KR" altLang="en-US" sz="1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보조</a:t>
            </a:r>
            <a:r>
              <a:rPr lang="en-US" altLang="ko-KR" sz="1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lang="ko-KR" altLang="en-US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절연저항</a:t>
            </a:r>
            <a:endParaRPr lang="ko-KR" altLang="en-US" sz="18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" name="실행 단추: 홈으로 이동 10">
            <a:hlinkClick r:id="rId16" action="ppaction://hlinksldjump" highlightClick="1"/>
            <a:extLst>
              <a:ext uri="{FF2B5EF4-FFF2-40B4-BE49-F238E27FC236}">
                <a16:creationId xmlns:a16="http://schemas.microsoft.com/office/drawing/2014/main" id="{D2D6825B-E797-7EB2-1613-CC5A8D44F65F}"/>
              </a:ext>
            </a:extLst>
          </p:cNvPr>
          <p:cNvSpPr/>
          <p:nvPr/>
        </p:nvSpPr>
        <p:spPr>
          <a:xfrm>
            <a:off x="8795364" y="118944"/>
            <a:ext cx="245117" cy="260618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84139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직선 연결선 125">
            <a:extLst>
              <a:ext uri="{FF2B5EF4-FFF2-40B4-BE49-F238E27FC236}">
                <a16:creationId xmlns:a16="http://schemas.microsoft.com/office/drawing/2014/main" id="{56F34619-A0D5-4148-BEDB-16EE4242167E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2424EA00-703B-4B9E-8A0D-E5234A548089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125">
            <a:extLst>
              <a:ext uri="{FF2B5EF4-FFF2-40B4-BE49-F238E27FC236}">
                <a16:creationId xmlns:a16="http://schemas.microsoft.com/office/drawing/2014/main" id="{74DA0CC2-8401-4120-BBBD-E393B518520B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2">
            <a:extLst>
              <a:ext uri="{FF2B5EF4-FFF2-40B4-BE49-F238E27FC236}">
                <a16:creationId xmlns:a16="http://schemas.microsoft.com/office/drawing/2014/main" id="{0CBA91E4-620D-4BA0-8112-02DB049DA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15" y="136416"/>
            <a:ext cx="3193032" cy="2837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3323" tIns="3323" rIns="3323" bIns="3323" anchor="b" anchorCtr="0">
            <a:spAutoFit/>
          </a:bodyPr>
          <a:lstStyle/>
          <a:p>
            <a:pPr lvl="0" eaLnBrk="0" fontAlgn="base" hangingPunct="0"/>
            <a:r>
              <a:rPr lang="ko-KR" altLang="en-US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보조</a:t>
            </a:r>
            <a:r>
              <a:rPr lang="en-US" altLang="ko-KR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. [S] Mono </a:t>
            </a:r>
            <a:r>
              <a:rPr lang="en-US" altLang="ko-KR" b="1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Sepa</a:t>
            </a:r>
            <a:r>
              <a:rPr lang="en-US" altLang="ko-KR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 </a:t>
            </a:r>
            <a:r>
              <a:rPr lang="en-US" altLang="ko-KR" b="1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Apperance</a:t>
            </a:r>
            <a:r>
              <a:rPr lang="en-US" altLang="ko-KR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 NG</a:t>
            </a:r>
          </a:p>
        </p:txBody>
      </p:sp>
      <p:cxnSp>
        <p:nvCxnSpPr>
          <p:cNvPr id="64" name="직선 연결선 125">
            <a:extLst>
              <a:ext uri="{FF2B5EF4-FFF2-40B4-BE49-F238E27FC236}">
                <a16:creationId xmlns:a16="http://schemas.microsoft.com/office/drawing/2014/main" id="{D14F2FDE-52D3-4D57-9C0C-A7681996592A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CCDF461D-2793-4B94-8323-40A24C7B7176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125">
            <a:extLst>
              <a:ext uri="{FF2B5EF4-FFF2-40B4-BE49-F238E27FC236}">
                <a16:creationId xmlns:a16="http://schemas.microsoft.com/office/drawing/2014/main" id="{BABDD622-A91B-4AD2-B6DF-A145906EB03B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실행 단추: 홈으로 이동 1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24188881-530C-6EC1-EB25-4863F52A910E}"/>
              </a:ext>
            </a:extLst>
          </p:cNvPr>
          <p:cNvSpPr/>
          <p:nvPr/>
        </p:nvSpPr>
        <p:spPr>
          <a:xfrm>
            <a:off x="8795364" y="118944"/>
            <a:ext cx="245117" cy="260618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22EB0E-B249-31D7-7B6F-B671AEF0948C}"/>
              </a:ext>
            </a:extLst>
          </p:cNvPr>
          <p:cNvSpPr txBox="1"/>
          <p:nvPr/>
        </p:nvSpPr>
        <p:spPr>
          <a:xfrm>
            <a:off x="4732414" y="1423442"/>
            <a:ext cx="41428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latinLnBrk="1"/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1.  </a:t>
            </a:r>
            <a:r>
              <a:rPr lang="ko-KR" altLang="en-US" sz="10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모노셀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간 간격 변경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10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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11.29 mm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을 통해 벨트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1cycle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주행 길이와 </a:t>
            </a:r>
            <a:b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</a:t>
            </a:r>
            <a:r>
              <a:rPr lang="ko-KR" altLang="en-US" sz="10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모노셀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전폭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+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간격 길이 일치</a:t>
            </a:r>
            <a:b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: </a:t>
            </a:r>
            <a:r>
              <a:rPr lang="ko-KR" altLang="en-US" sz="10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모노셀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동일위치 반복 안착을 통해 오염 부위와의 접촉 회피</a:t>
            </a:r>
            <a:endParaRPr lang="en-US" altLang="ko-KR" sz="10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831088-8E6C-C04A-4D84-E6BF147302A3}"/>
              </a:ext>
            </a:extLst>
          </p:cNvPr>
          <p:cNvSpPr txBox="1"/>
          <p:nvPr/>
        </p:nvSpPr>
        <p:spPr>
          <a:xfrm>
            <a:off x="1049759" y="763427"/>
            <a:ext cx="2428579" cy="291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latinLnBrk="1"/>
            <a:r>
              <a:rPr lang="ko-KR" altLang="en-US" sz="1292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현상 및 원인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FE3F44C-B2E7-23B7-F245-29DDA044C4AA}"/>
              </a:ext>
            </a:extLst>
          </p:cNvPr>
          <p:cNvCxnSpPr>
            <a:cxnSpLocks/>
          </p:cNvCxnSpPr>
          <p:nvPr/>
        </p:nvCxnSpPr>
        <p:spPr>
          <a:xfrm>
            <a:off x="283915" y="1023138"/>
            <a:ext cx="39602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31803EF-48FD-CA90-99DF-EF343E22D811}"/>
              </a:ext>
            </a:extLst>
          </p:cNvPr>
          <p:cNvSpPr txBox="1"/>
          <p:nvPr/>
        </p:nvSpPr>
        <p:spPr>
          <a:xfrm>
            <a:off x="5540895" y="763731"/>
            <a:ext cx="2428579" cy="291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latinLnBrk="1"/>
            <a:r>
              <a:rPr lang="ko-KR" altLang="en-US" sz="1292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조치</a:t>
            </a:r>
            <a:r>
              <a:rPr lang="en-US" altLang="ko-KR" sz="1292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292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개선방안</a:t>
            </a:r>
          </a:p>
        </p:txBody>
      </p:sp>
      <p:cxnSp>
        <p:nvCxnSpPr>
          <p:cNvPr id="60" name="직선 연결선 12">
            <a:extLst>
              <a:ext uri="{FF2B5EF4-FFF2-40B4-BE49-F238E27FC236}">
                <a16:creationId xmlns:a16="http://schemas.microsoft.com/office/drawing/2014/main" id="{FAE7156D-942A-3B4D-7001-D1B301DF16A0}"/>
              </a:ext>
            </a:extLst>
          </p:cNvPr>
          <p:cNvCxnSpPr>
            <a:cxnSpLocks/>
          </p:cNvCxnSpPr>
          <p:nvPr/>
        </p:nvCxnSpPr>
        <p:spPr>
          <a:xfrm>
            <a:off x="4683741" y="1023441"/>
            <a:ext cx="414288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8" name="Rectangle 461">
            <a:extLst>
              <a:ext uri="{FF2B5EF4-FFF2-40B4-BE49-F238E27FC236}">
                <a16:creationId xmlns:a16="http://schemas.microsoft.com/office/drawing/2014/main" id="{DD6D7206-C662-3955-E784-A7E5BB4B3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05" y="1152978"/>
            <a:ext cx="1867120" cy="237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692" tIns="33231" rIns="33231" bIns="33231">
            <a:spAutoFit/>
          </a:bodyPr>
          <a:lstStyle/>
          <a:p>
            <a:pPr defTabSz="422041" latinLnBrk="1">
              <a:spcBef>
                <a:spcPct val="20000"/>
              </a:spcBef>
              <a:buFont typeface="Wingdings" pitchFamily="2" charset="2"/>
              <a:buChar char="q"/>
              <a:defRPr/>
            </a:pPr>
            <a:r>
              <a:rPr lang="en-US" altLang="ko-KR" sz="1108" b="1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108" b="1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현상</a:t>
            </a:r>
            <a:endParaRPr lang="en-US" altLang="ko-KR" sz="1108" b="1" kern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F6C827F-8667-5E60-1B64-2228EA101314}"/>
              </a:ext>
            </a:extLst>
          </p:cNvPr>
          <p:cNvSpPr txBox="1"/>
          <p:nvPr/>
        </p:nvSpPr>
        <p:spPr>
          <a:xfrm>
            <a:off x="298021" y="1371256"/>
            <a:ext cx="41213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latinLnBrk="1"/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-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모노세파 불량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0.22%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중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0.17%(74%)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가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EA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불량임</a:t>
            </a:r>
            <a:endParaRPr lang="ko-KR" altLang="en-US" sz="10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4" name="Rectangle 461">
            <a:extLst>
              <a:ext uri="{FF2B5EF4-FFF2-40B4-BE49-F238E27FC236}">
                <a16:creationId xmlns:a16="http://schemas.microsoft.com/office/drawing/2014/main" id="{B12D7623-0AB4-1916-6004-C07E6C89C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1082" y="1152978"/>
            <a:ext cx="3219450" cy="237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692" tIns="33231" rIns="33231" bIns="33231">
            <a:spAutoFit/>
          </a:bodyPr>
          <a:lstStyle/>
          <a:p>
            <a:pPr defTabSz="422041" latinLnBrk="1">
              <a:spcBef>
                <a:spcPct val="20000"/>
              </a:spcBef>
              <a:buFont typeface="Wingdings" pitchFamily="2" charset="2"/>
              <a:buChar char="q"/>
              <a:defRPr/>
            </a:pPr>
            <a:r>
              <a:rPr lang="ko-KR" altLang="en-US" sz="1108" b="1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개선방안</a:t>
            </a:r>
            <a:endParaRPr lang="en-US" altLang="ko-KR" sz="1108" b="1" kern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76" name="표 108">
            <a:extLst>
              <a:ext uri="{FF2B5EF4-FFF2-40B4-BE49-F238E27FC236}">
                <a16:creationId xmlns:a16="http://schemas.microsoft.com/office/drawing/2014/main" id="{35C41766-96C1-AFFB-CE36-DB1141336E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606147"/>
              </p:ext>
            </p:extLst>
          </p:nvPr>
        </p:nvGraphicFramePr>
        <p:xfrm>
          <a:off x="4929478" y="1998895"/>
          <a:ext cx="3870785" cy="1631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867">
                  <a:extLst>
                    <a:ext uri="{9D8B030D-6E8A-4147-A177-3AD203B41FA5}">
                      <a16:colId xmlns:a16="http://schemas.microsoft.com/office/drawing/2014/main" val="3251841848"/>
                    </a:ext>
                  </a:extLst>
                </a:gridCol>
                <a:gridCol w="482918">
                  <a:extLst>
                    <a:ext uri="{9D8B030D-6E8A-4147-A177-3AD203B41FA5}">
                      <a16:colId xmlns:a16="http://schemas.microsoft.com/office/drawing/2014/main" val="1556948779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849218600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3671513994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925013662"/>
                    </a:ext>
                  </a:extLst>
                </a:gridCol>
              </a:tblGrid>
              <a:tr h="212212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기존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147551"/>
                  </a:ext>
                </a:extLst>
              </a:tr>
              <a:tr h="212212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INSP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C/V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(mm)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둘레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5510mm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5510mm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916863"/>
                  </a:ext>
                </a:extLst>
              </a:tr>
              <a:tr h="2456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모노셀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전폭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123.1mm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123.1mm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4229918"/>
                  </a:ext>
                </a:extLst>
              </a:tr>
              <a:tr h="2580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9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간격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10mm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11.29mm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83404"/>
                  </a:ext>
                </a:extLst>
              </a:tr>
              <a:tr h="3448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총 길이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전폭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간격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133.1mm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134.39mm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260071"/>
                  </a:ext>
                </a:extLst>
              </a:tr>
              <a:tr h="21221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41.397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4975025"/>
                  </a:ext>
                </a:extLst>
              </a:tr>
            </a:tbl>
          </a:graphicData>
        </a:graphic>
      </p:graphicFrame>
      <p:sp>
        <p:nvSpPr>
          <p:cNvPr id="77" name="TextBox 76">
            <a:extLst>
              <a:ext uri="{FF2B5EF4-FFF2-40B4-BE49-F238E27FC236}">
                <a16:creationId xmlns:a16="http://schemas.microsoft.com/office/drawing/2014/main" id="{7A5D92E1-C24E-1FB3-7B07-6900097D297F}"/>
              </a:ext>
            </a:extLst>
          </p:cNvPr>
          <p:cNvSpPr txBox="1"/>
          <p:nvPr/>
        </p:nvSpPr>
        <p:spPr>
          <a:xfrm>
            <a:off x="971327" y="2834185"/>
            <a:ext cx="1203671" cy="220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latinLnBrk="1"/>
            <a:r>
              <a:rPr lang="en-US" altLang="ko-KR" sz="8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8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월별 </a:t>
            </a:r>
            <a:r>
              <a:rPr lang="en-US" altLang="ko-KR" sz="8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Trend]</a:t>
            </a:r>
            <a:endParaRPr lang="ko-KR" altLang="en-US" sz="8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78" name="Chart 186">
            <a:extLst>
              <a:ext uri="{FF2B5EF4-FFF2-40B4-BE49-F238E27FC236}">
                <a16:creationId xmlns:a16="http://schemas.microsoft.com/office/drawing/2014/main" id="{02F89E36-74EE-E959-C242-A8752AA2EC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9284660"/>
              </p:ext>
            </p:extLst>
          </p:nvPr>
        </p:nvGraphicFramePr>
        <p:xfrm>
          <a:off x="2822940" y="1574416"/>
          <a:ext cx="1681607" cy="1190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79" name="Picture 2">
            <a:extLst>
              <a:ext uri="{FF2B5EF4-FFF2-40B4-BE49-F238E27FC236}">
                <a16:creationId xmlns:a16="http://schemas.microsoft.com/office/drawing/2014/main" id="{E9F6D515-3C5D-49E7-3BD6-52D1B2BAECE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40941" y="2557389"/>
            <a:ext cx="954709" cy="184040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FA7A1658-329B-8668-C0D8-FDBFAAD7A0B3}"/>
              </a:ext>
            </a:extLst>
          </p:cNvPr>
          <p:cNvSpPr txBox="1"/>
          <p:nvPr/>
        </p:nvSpPr>
        <p:spPr>
          <a:xfrm>
            <a:off x="3088904" y="2831158"/>
            <a:ext cx="1203671" cy="220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latinLnBrk="1"/>
            <a:r>
              <a:rPr lang="en-US" altLang="ko-KR" sz="8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[Defect Rate]</a:t>
            </a:r>
            <a:endParaRPr lang="ko-KR" altLang="en-US" sz="8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81" name="Chart 178">
            <a:extLst>
              <a:ext uri="{FF2B5EF4-FFF2-40B4-BE49-F238E27FC236}">
                <a16:creationId xmlns:a16="http://schemas.microsoft.com/office/drawing/2014/main" id="{D6497938-D327-7FEE-983C-36347143EF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7138523"/>
              </p:ext>
            </p:extLst>
          </p:nvPr>
        </p:nvGraphicFramePr>
        <p:xfrm>
          <a:off x="449466" y="1580006"/>
          <a:ext cx="2171713" cy="13326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82" name="표 10">
            <a:extLst>
              <a:ext uri="{FF2B5EF4-FFF2-40B4-BE49-F238E27FC236}">
                <a16:creationId xmlns:a16="http://schemas.microsoft.com/office/drawing/2014/main" id="{83B2C18D-5DC6-B02E-FF4C-FF59C5F028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7648557"/>
              </p:ext>
            </p:extLst>
          </p:nvPr>
        </p:nvGraphicFramePr>
        <p:xfrm>
          <a:off x="4950355" y="3703331"/>
          <a:ext cx="3864706" cy="12833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868">
                  <a:extLst>
                    <a:ext uri="{9D8B030D-6E8A-4147-A177-3AD203B41FA5}">
                      <a16:colId xmlns:a16="http://schemas.microsoft.com/office/drawing/2014/main" val="2092753836"/>
                    </a:ext>
                  </a:extLst>
                </a:gridCol>
                <a:gridCol w="3316838">
                  <a:extLst>
                    <a:ext uri="{9D8B030D-6E8A-4147-A177-3AD203B41FA5}">
                      <a16:colId xmlns:a16="http://schemas.microsoft.com/office/drawing/2014/main" val="2437895658"/>
                    </a:ext>
                  </a:extLst>
                </a:gridCol>
              </a:tblGrid>
              <a:tr h="12833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 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방안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0357584"/>
                  </a:ext>
                </a:extLst>
              </a:tr>
            </a:tbl>
          </a:graphicData>
        </a:graphic>
      </p:graphicFrame>
      <p:sp>
        <p:nvSpPr>
          <p:cNvPr id="83" name="TextBox 82">
            <a:extLst>
              <a:ext uri="{FF2B5EF4-FFF2-40B4-BE49-F238E27FC236}">
                <a16:creationId xmlns:a16="http://schemas.microsoft.com/office/drawing/2014/main" id="{4429CF61-6DA7-8599-2E0F-2B0EAC55EC74}"/>
              </a:ext>
            </a:extLst>
          </p:cNvPr>
          <p:cNvSpPr txBox="1"/>
          <p:nvPr/>
        </p:nvSpPr>
        <p:spPr>
          <a:xfrm>
            <a:off x="5563354" y="4830837"/>
            <a:ext cx="2930995" cy="122262"/>
          </a:xfrm>
          <a:prstGeom prst="rect">
            <a:avLst/>
          </a:prstGeom>
          <a:solidFill>
            <a:srgbClr val="FFFFFF">
              <a:alpha val="30196"/>
            </a:srgbClr>
          </a:solidFill>
        </p:spPr>
        <p:txBody>
          <a:bodyPr wrap="square" lIns="18000" tIns="7200" rIns="18000" bIns="7200" rtlCol="0">
            <a:spAutoFit/>
          </a:bodyPr>
          <a:lstStyle/>
          <a:p>
            <a:pPr defTabSz="914400" latinLnBrk="1"/>
            <a:r>
              <a:rPr lang="en-US" altLang="ko-KR" sz="7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7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반복 주행 시 모노셀 안착 위치가 동일하여 </a:t>
            </a:r>
            <a:r>
              <a:rPr lang="en-US" altLang="ko-KR" sz="7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INSP C/V </a:t>
            </a:r>
            <a:r>
              <a:rPr lang="ko-KR" altLang="en-US" sz="7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오염 위치와의 접촉 방지</a:t>
            </a:r>
          </a:p>
        </p:txBody>
      </p:sp>
      <p:grpSp>
        <p:nvGrpSpPr>
          <p:cNvPr id="84" name="Group 5">
            <a:extLst>
              <a:ext uri="{FF2B5EF4-FFF2-40B4-BE49-F238E27FC236}">
                <a16:creationId xmlns:a16="http://schemas.microsoft.com/office/drawing/2014/main" id="{01A866FD-5D8B-37C2-77C5-3F534EAE89D4}"/>
              </a:ext>
            </a:extLst>
          </p:cNvPr>
          <p:cNvGrpSpPr/>
          <p:nvPr/>
        </p:nvGrpSpPr>
        <p:grpSpPr>
          <a:xfrm>
            <a:off x="5562040" y="3767280"/>
            <a:ext cx="2932926" cy="893753"/>
            <a:chOff x="5563138" y="5106404"/>
            <a:chExt cx="2932926" cy="893753"/>
          </a:xfrm>
        </p:grpSpPr>
        <p:cxnSp>
          <p:nvCxnSpPr>
            <p:cNvPr id="85" name="직선 연결선 64">
              <a:extLst>
                <a:ext uri="{FF2B5EF4-FFF2-40B4-BE49-F238E27FC236}">
                  <a16:creationId xmlns:a16="http://schemas.microsoft.com/office/drawing/2014/main" id="{51FC7FAE-B2C6-D370-2459-AF866C0F7537}"/>
                </a:ext>
              </a:extLst>
            </p:cNvPr>
            <p:cNvCxnSpPr>
              <a:cxnSpLocks/>
              <a:stCxn id="528" idx="0"/>
              <a:endCxn id="530" idx="0"/>
            </p:cNvCxnSpPr>
            <p:nvPr/>
          </p:nvCxnSpPr>
          <p:spPr>
            <a:xfrm>
              <a:off x="6212941" y="5677578"/>
              <a:ext cx="2118707" cy="0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연결선 65">
              <a:extLst>
                <a:ext uri="{FF2B5EF4-FFF2-40B4-BE49-F238E27FC236}">
                  <a16:creationId xmlns:a16="http://schemas.microsoft.com/office/drawing/2014/main" id="{FE3E0D65-D11E-E21A-9506-C9D9330DE139}"/>
                </a:ext>
              </a:extLst>
            </p:cNvPr>
            <p:cNvCxnSpPr>
              <a:cxnSpLocks/>
              <a:stCxn id="528" idx="4"/>
              <a:endCxn id="530" idx="4"/>
            </p:cNvCxnSpPr>
            <p:nvPr/>
          </p:nvCxnSpPr>
          <p:spPr>
            <a:xfrm>
              <a:off x="6212941" y="6000157"/>
              <a:ext cx="2118707" cy="0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그룹 66">
              <a:extLst>
                <a:ext uri="{FF2B5EF4-FFF2-40B4-BE49-F238E27FC236}">
                  <a16:creationId xmlns:a16="http://schemas.microsoft.com/office/drawing/2014/main" id="{D1F76240-FFD5-6BB5-ED99-BFD1B659EAD4}"/>
                </a:ext>
              </a:extLst>
            </p:cNvPr>
            <p:cNvGrpSpPr/>
            <p:nvPr/>
          </p:nvGrpSpPr>
          <p:grpSpPr>
            <a:xfrm>
              <a:off x="6048525" y="5677576"/>
              <a:ext cx="2447539" cy="322578"/>
              <a:chOff x="2053326" y="2329768"/>
              <a:chExt cx="4159890" cy="559774"/>
            </a:xfrm>
          </p:grpSpPr>
          <p:sp>
            <p:nvSpPr>
              <p:cNvPr id="528" name="타원 97">
                <a:extLst>
                  <a:ext uri="{FF2B5EF4-FFF2-40B4-BE49-F238E27FC236}">
                    <a16:creationId xmlns:a16="http://schemas.microsoft.com/office/drawing/2014/main" id="{A468E2D1-0A52-F827-20E8-0B00DF476F86}"/>
                  </a:ext>
                </a:extLst>
              </p:cNvPr>
              <p:cNvSpPr/>
              <p:nvPr/>
            </p:nvSpPr>
            <p:spPr>
              <a:xfrm>
                <a:off x="2053326" y="2329768"/>
                <a:ext cx="558890" cy="5597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/>
                <a:endParaRPr lang="ko-KR" altLang="en-US" sz="1600">
                  <a:solidFill>
                    <a:prstClr val="white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529" name="타원 98">
                <a:extLst>
                  <a:ext uri="{FF2B5EF4-FFF2-40B4-BE49-F238E27FC236}">
                    <a16:creationId xmlns:a16="http://schemas.microsoft.com/office/drawing/2014/main" id="{F6E28CEA-7F1B-6931-1EAF-430394735F0F}"/>
                  </a:ext>
                </a:extLst>
              </p:cNvPr>
              <p:cNvSpPr/>
              <p:nvPr/>
            </p:nvSpPr>
            <p:spPr>
              <a:xfrm>
                <a:off x="2170772" y="2446467"/>
                <a:ext cx="323994" cy="32637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/>
                <a:endParaRPr lang="ko-KR" altLang="en-US" sz="1600">
                  <a:solidFill>
                    <a:prstClr val="white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530" name="타원 99">
                <a:extLst>
                  <a:ext uri="{FF2B5EF4-FFF2-40B4-BE49-F238E27FC236}">
                    <a16:creationId xmlns:a16="http://schemas.microsoft.com/office/drawing/2014/main" id="{DF095A11-69B6-D4ED-3C6C-01CB07F9B44B}"/>
                  </a:ext>
                </a:extLst>
              </p:cNvPr>
              <p:cNvSpPr/>
              <p:nvPr/>
            </p:nvSpPr>
            <p:spPr>
              <a:xfrm>
                <a:off x="5654326" y="2329768"/>
                <a:ext cx="558890" cy="5597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/>
                <a:endParaRPr lang="ko-KR" altLang="en-US" sz="1600">
                  <a:solidFill>
                    <a:prstClr val="white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531" name="타원 100">
                <a:extLst>
                  <a:ext uri="{FF2B5EF4-FFF2-40B4-BE49-F238E27FC236}">
                    <a16:creationId xmlns:a16="http://schemas.microsoft.com/office/drawing/2014/main" id="{03752F83-B357-CCFD-8B7C-0E967CA0989B}"/>
                  </a:ext>
                </a:extLst>
              </p:cNvPr>
              <p:cNvSpPr/>
              <p:nvPr/>
            </p:nvSpPr>
            <p:spPr>
              <a:xfrm>
                <a:off x="5771771" y="2446467"/>
                <a:ext cx="323994" cy="32637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/>
                <a:endParaRPr lang="ko-KR" altLang="en-US" sz="1600">
                  <a:solidFill>
                    <a:prstClr val="white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p:grpSp>
        <p:sp>
          <p:nvSpPr>
            <p:cNvPr id="88" name="자유형: 도형 67">
              <a:extLst>
                <a:ext uri="{FF2B5EF4-FFF2-40B4-BE49-F238E27FC236}">
                  <a16:creationId xmlns:a16="http://schemas.microsoft.com/office/drawing/2014/main" id="{7D8B39B8-697D-876C-84B7-348E17A5084C}"/>
                </a:ext>
              </a:extLst>
            </p:cNvPr>
            <p:cNvSpPr/>
            <p:nvPr/>
          </p:nvSpPr>
          <p:spPr>
            <a:xfrm flipV="1">
              <a:off x="5563138" y="5692305"/>
              <a:ext cx="268400" cy="62187"/>
            </a:xfrm>
            <a:custGeom>
              <a:avLst/>
              <a:gdLst>
                <a:gd name="connsiteX0" fmla="*/ 0 w 947957"/>
                <a:gd name="connsiteY0" fmla="*/ 0 h 244261"/>
                <a:gd name="connsiteX1" fmla="*/ 947957 w 947957"/>
                <a:gd name="connsiteY1" fmla="*/ 0 h 244261"/>
                <a:gd name="connsiteX2" fmla="*/ 947957 w 947957"/>
                <a:gd name="connsiteY2" fmla="*/ 244261 h 244261"/>
                <a:gd name="connsiteX3" fmla="*/ 715327 w 947957"/>
                <a:gd name="connsiteY3" fmla="*/ 244261 h 244261"/>
                <a:gd name="connsiteX4" fmla="*/ 0 w 947957"/>
                <a:gd name="connsiteY4" fmla="*/ 52590 h 244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957" h="244261">
                  <a:moveTo>
                    <a:pt x="0" y="0"/>
                  </a:moveTo>
                  <a:lnTo>
                    <a:pt x="947957" y="0"/>
                  </a:lnTo>
                  <a:lnTo>
                    <a:pt x="947957" y="244261"/>
                  </a:lnTo>
                  <a:lnTo>
                    <a:pt x="715327" y="244261"/>
                  </a:lnTo>
                  <a:lnTo>
                    <a:pt x="0" y="5259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latinLnBrk="1"/>
              <a:endParaRPr lang="ko-KR" altLang="en-US" sz="1050">
                <a:solidFill>
                  <a:prstClr val="whit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89" name="자유형: 도형 68">
              <a:extLst>
                <a:ext uri="{FF2B5EF4-FFF2-40B4-BE49-F238E27FC236}">
                  <a16:creationId xmlns:a16="http://schemas.microsoft.com/office/drawing/2014/main" id="{1D4DF1C6-FE7F-6C5F-0F43-A21C37D53DA4}"/>
                </a:ext>
              </a:extLst>
            </p:cNvPr>
            <p:cNvSpPr/>
            <p:nvPr/>
          </p:nvSpPr>
          <p:spPr>
            <a:xfrm rot="5400000" flipH="1" flipV="1">
              <a:off x="5796248" y="5349964"/>
              <a:ext cx="372228" cy="100301"/>
            </a:xfrm>
            <a:custGeom>
              <a:avLst/>
              <a:gdLst>
                <a:gd name="connsiteX0" fmla="*/ 0 w 947957"/>
                <a:gd name="connsiteY0" fmla="*/ 0 h 244261"/>
                <a:gd name="connsiteX1" fmla="*/ 947957 w 947957"/>
                <a:gd name="connsiteY1" fmla="*/ 0 h 244261"/>
                <a:gd name="connsiteX2" fmla="*/ 947957 w 947957"/>
                <a:gd name="connsiteY2" fmla="*/ 244261 h 244261"/>
                <a:gd name="connsiteX3" fmla="*/ 715327 w 947957"/>
                <a:gd name="connsiteY3" fmla="*/ 244261 h 244261"/>
                <a:gd name="connsiteX4" fmla="*/ 0 w 947957"/>
                <a:gd name="connsiteY4" fmla="*/ 52590 h 244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957" h="244261">
                  <a:moveTo>
                    <a:pt x="0" y="0"/>
                  </a:moveTo>
                  <a:lnTo>
                    <a:pt x="947957" y="0"/>
                  </a:lnTo>
                  <a:lnTo>
                    <a:pt x="947957" y="244261"/>
                  </a:lnTo>
                  <a:lnTo>
                    <a:pt x="715327" y="244261"/>
                  </a:lnTo>
                  <a:lnTo>
                    <a:pt x="0" y="5259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latinLnBrk="1"/>
              <a:endParaRPr lang="ko-KR" altLang="en-US" sz="1050">
                <a:solidFill>
                  <a:prstClr val="whit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90" name="자유형: 도형 69">
              <a:extLst>
                <a:ext uri="{FF2B5EF4-FFF2-40B4-BE49-F238E27FC236}">
                  <a16:creationId xmlns:a16="http://schemas.microsoft.com/office/drawing/2014/main" id="{00F4AAF1-A782-1452-D24F-9B987C42F554}"/>
                </a:ext>
              </a:extLst>
            </p:cNvPr>
            <p:cNvSpPr/>
            <p:nvPr/>
          </p:nvSpPr>
          <p:spPr>
            <a:xfrm>
              <a:off x="5563138" y="5563446"/>
              <a:ext cx="268400" cy="62187"/>
            </a:xfrm>
            <a:custGeom>
              <a:avLst/>
              <a:gdLst>
                <a:gd name="connsiteX0" fmla="*/ 0 w 947957"/>
                <a:gd name="connsiteY0" fmla="*/ 0 h 244261"/>
                <a:gd name="connsiteX1" fmla="*/ 947957 w 947957"/>
                <a:gd name="connsiteY1" fmla="*/ 0 h 244261"/>
                <a:gd name="connsiteX2" fmla="*/ 947957 w 947957"/>
                <a:gd name="connsiteY2" fmla="*/ 244261 h 244261"/>
                <a:gd name="connsiteX3" fmla="*/ 715327 w 947957"/>
                <a:gd name="connsiteY3" fmla="*/ 244261 h 244261"/>
                <a:gd name="connsiteX4" fmla="*/ 0 w 947957"/>
                <a:gd name="connsiteY4" fmla="*/ 52590 h 244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957" h="244261">
                  <a:moveTo>
                    <a:pt x="0" y="0"/>
                  </a:moveTo>
                  <a:lnTo>
                    <a:pt x="947957" y="0"/>
                  </a:lnTo>
                  <a:lnTo>
                    <a:pt x="947957" y="244261"/>
                  </a:lnTo>
                  <a:lnTo>
                    <a:pt x="715327" y="244261"/>
                  </a:lnTo>
                  <a:lnTo>
                    <a:pt x="0" y="5259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latinLnBrk="1"/>
              <a:endParaRPr lang="ko-KR" altLang="en-US" sz="1050" dirty="0">
                <a:solidFill>
                  <a:prstClr val="whit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cxnSp>
          <p:nvCxnSpPr>
            <p:cNvPr id="91" name="직선 연결선 70">
              <a:extLst>
                <a:ext uri="{FF2B5EF4-FFF2-40B4-BE49-F238E27FC236}">
                  <a16:creationId xmlns:a16="http://schemas.microsoft.com/office/drawing/2014/main" id="{34D2D101-5BF7-EF82-A599-8FADCD9BAF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31901" y="5106404"/>
              <a:ext cx="309" cy="772556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직사각형 71">
              <a:extLst>
                <a:ext uri="{FF2B5EF4-FFF2-40B4-BE49-F238E27FC236}">
                  <a16:creationId xmlns:a16="http://schemas.microsoft.com/office/drawing/2014/main" id="{40CDB663-DA7A-5FB8-F0A1-F36A56FD59A2}"/>
                </a:ext>
              </a:extLst>
            </p:cNvPr>
            <p:cNvSpPr/>
            <p:nvPr/>
          </p:nvSpPr>
          <p:spPr>
            <a:xfrm flipH="1">
              <a:off x="5931900" y="5736036"/>
              <a:ext cx="55096" cy="23715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latinLnBrk="1"/>
              <a:endParaRPr lang="ko-KR" altLang="en-US" sz="1600">
                <a:solidFill>
                  <a:prstClr val="whit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93" name="직사각형 72">
              <a:extLst>
                <a:ext uri="{FF2B5EF4-FFF2-40B4-BE49-F238E27FC236}">
                  <a16:creationId xmlns:a16="http://schemas.microsoft.com/office/drawing/2014/main" id="{0F7F072A-7A78-6903-948B-CAC5DA7405EA}"/>
                </a:ext>
              </a:extLst>
            </p:cNvPr>
            <p:cNvSpPr/>
            <p:nvPr/>
          </p:nvSpPr>
          <p:spPr>
            <a:xfrm flipH="1">
              <a:off x="5831538" y="5692404"/>
              <a:ext cx="91152" cy="283172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latinLnBrk="1"/>
              <a:endParaRPr lang="ko-KR" altLang="en-US" sz="1600">
                <a:solidFill>
                  <a:prstClr val="whit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94" name="직사각형 73">
              <a:extLst>
                <a:ext uri="{FF2B5EF4-FFF2-40B4-BE49-F238E27FC236}">
                  <a16:creationId xmlns:a16="http://schemas.microsoft.com/office/drawing/2014/main" id="{04606B7C-B37B-EEBE-66C7-9F0D4E4875E5}"/>
                </a:ext>
              </a:extLst>
            </p:cNvPr>
            <p:cNvSpPr/>
            <p:nvPr/>
          </p:nvSpPr>
          <p:spPr>
            <a:xfrm flipV="1">
              <a:off x="6158029" y="5609215"/>
              <a:ext cx="315071" cy="6569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400" latinLnBrk="1"/>
              <a:endParaRPr lang="ko-KR" altLang="en-US" sz="1050">
                <a:solidFill>
                  <a:prstClr val="whit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2F4F89AA-D4FE-300F-4150-4C8DF0E2C234}"/>
                </a:ext>
              </a:extLst>
            </p:cNvPr>
            <p:cNvSpPr txBox="1"/>
            <p:nvPr/>
          </p:nvSpPr>
          <p:spPr>
            <a:xfrm>
              <a:off x="6232520" y="5128188"/>
              <a:ext cx="710479" cy="106874"/>
            </a:xfrm>
            <a:prstGeom prst="rect">
              <a:avLst/>
            </a:prstGeom>
            <a:solidFill>
              <a:srgbClr val="FFFFFF">
                <a:alpha val="30196"/>
              </a:srgbClr>
            </a:solidFill>
          </p:spPr>
          <p:txBody>
            <a:bodyPr wrap="square" lIns="18000" tIns="7200" rIns="18000" bIns="7200" rtlCol="0">
              <a:spAutoFit/>
            </a:bodyPr>
            <a:lstStyle/>
            <a:p>
              <a:pPr algn="ctr" defTabSz="914400" latinLnBrk="1"/>
              <a:r>
                <a:rPr lang="ko-KR" altLang="en-US" sz="600" dirty="0">
                  <a:solidFill>
                    <a:srgbClr val="FF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벨트 오염 위치</a:t>
              </a:r>
            </a:p>
          </p:txBody>
        </p:sp>
        <p:sp>
          <p:nvSpPr>
            <p:cNvPr id="96" name="타원 77">
              <a:extLst>
                <a:ext uri="{FF2B5EF4-FFF2-40B4-BE49-F238E27FC236}">
                  <a16:creationId xmlns:a16="http://schemas.microsoft.com/office/drawing/2014/main" id="{7F385CC1-5DF9-6933-83BC-1DAAB1532C3F}"/>
                </a:ext>
              </a:extLst>
            </p:cNvPr>
            <p:cNvSpPr/>
            <p:nvPr/>
          </p:nvSpPr>
          <p:spPr>
            <a:xfrm>
              <a:off x="6189539" y="5462397"/>
              <a:ext cx="129738" cy="140805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latinLnBrk="1"/>
              <a:endParaRPr lang="ko-KR" altLang="en-US" sz="1600">
                <a:solidFill>
                  <a:prstClr val="whit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97" name="직사각형 78">
              <a:extLst>
                <a:ext uri="{FF2B5EF4-FFF2-40B4-BE49-F238E27FC236}">
                  <a16:creationId xmlns:a16="http://schemas.microsoft.com/office/drawing/2014/main" id="{1A6ECBB8-536D-2920-4414-64BD3FCFD12E}"/>
                </a:ext>
              </a:extLst>
            </p:cNvPr>
            <p:cNvSpPr/>
            <p:nvPr/>
          </p:nvSpPr>
          <p:spPr>
            <a:xfrm flipV="1">
              <a:off x="6630264" y="5609210"/>
              <a:ext cx="315071" cy="6569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400" latinLnBrk="1"/>
              <a:endParaRPr lang="ko-KR" altLang="en-US" sz="1050">
                <a:solidFill>
                  <a:prstClr val="whit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98" name="직사각형 79">
              <a:extLst>
                <a:ext uri="{FF2B5EF4-FFF2-40B4-BE49-F238E27FC236}">
                  <a16:creationId xmlns:a16="http://schemas.microsoft.com/office/drawing/2014/main" id="{4E31CBDC-F1E0-AD3D-56EA-299404CA8DA5}"/>
                </a:ext>
              </a:extLst>
            </p:cNvPr>
            <p:cNvSpPr/>
            <p:nvPr/>
          </p:nvSpPr>
          <p:spPr>
            <a:xfrm flipV="1">
              <a:off x="7102499" y="5609210"/>
              <a:ext cx="315071" cy="6569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400" latinLnBrk="1"/>
              <a:endParaRPr lang="ko-KR" altLang="en-US" sz="1050">
                <a:solidFill>
                  <a:prstClr val="whit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99" name="직사각형 80">
              <a:extLst>
                <a:ext uri="{FF2B5EF4-FFF2-40B4-BE49-F238E27FC236}">
                  <a16:creationId xmlns:a16="http://schemas.microsoft.com/office/drawing/2014/main" id="{79D90D51-6A14-C430-B8A3-7ADDC659E7BC}"/>
                </a:ext>
              </a:extLst>
            </p:cNvPr>
            <p:cNvSpPr/>
            <p:nvPr/>
          </p:nvSpPr>
          <p:spPr>
            <a:xfrm flipV="1">
              <a:off x="7577183" y="5609210"/>
              <a:ext cx="315071" cy="6569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400" latinLnBrk="1"/>
              <a:endParaRPr lang="ko-KR" altLang="en-US" sz="1050">
                <a:solidFill>
                  <a:prstClr val="whit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00" name="직사각형 81">
              <a:extLst>
                <a:ext uri="{FF2B5EF4-FFF2-40B4-BE49-F238E27FC236}">
                  <a16:creationId xmlns:a16="http://schemas.microsoft.com/office/drawing/2014/main" id="{939A881C-F25B-D160-7937-0E6D08CD8574}"/>
                </a:ext>
              </a:extLst>
            </p:cNvPr>
            <p:cNvSpPr/>
            <p:nvPr/>
          </p:nvSpPr>
          <p:spPr>
            <a:xfrm flipV="1">
              <a:off x="8050961" y="5609210"/>
              <a:ext cx="315071" cy="6569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400" latinLnBrk="1"/>
              <a:endParaRPr lang="ko-KR" altLang="en-US" sz="1050">
                <a:solidFill>
                  <a:prstClr val="whit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01" name="직사각형 83">
              <a:extLst>
                <a:ext uri="{FF2B5EF4-FFF2-40B4-BE49-F238E27FC236}">
                  <a16:creationId xmlns:a16="http://schemas.microsoft.com/office/drawing/2014/main" id="{17D246DE-FE86-F368-34BC-2F5B519B8F28}"/>
                </a:ext>
              </a:extLst>
            </p:cNvPr>
            <p:cNvSpPr/>
            <p:nvPr/>
          </p:nvSpPr>
          <p:spPr>
            <a:xfrm>
              <a:off x="6476813" y="5674903"/>
              <a:ext cx="148466" cy="5295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latinLnBrk="1"/>
              <a:endParaRPr lang="ko-KR" altLang="en-US">
                <a:solidFill>
                  <a:prstClr val="white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102" name="직사각형 84">
              <a:extLst>
                <a:ext uri="{FF2B5EF4-FFF2-40B4-BE49-F238E27FC236}">
                  <a16:creationId xmlns:a16="http://schemas.microsoft.com/office/drawing/2014/main" id="{23051AB6-655F-3FC2-CD18-CC2AAA993720}"/>
                </a:ext>
              </a:extLst>
            </p:cNvPr>
            <p:cNvSpPr/>
            <p:nvPr/>
          </p:nvSpPr>
          <p:spPr>
            <a:xfrm>
              <a:off x="6946563" y="5674903"/>
              <a:ext cx="148466" cy="5295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latinLnBrk="1"/>
              <a:endParaRPr lang="ko-KR" altLang="en-US">
                <a:solidFill>
                  <a:prstClr val="white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104" name="직사각형 85">
              <a:extLst>
                <a:ext uri="{FF2B5EF4-FFF2-40B4-BE49-F238E27FC236}">
                  <a16:creationId xmlns:a16="http://schemas.microsoft.com/office/drawing/2014/main" id="{87C3335D-3826-9486-5AFE-19A2D8F42404}"/>
                </a:ext>
              </a:extLst>
            </p:cNvPr>
            <p:cNvSpPr/>
            <p:nvPr/>
          </p:nvSpPr>
          <p:spPr>
            <a:xfrm>
              <a:off x="7424774" y="5674903"/>
              <a:ext cx="148466" cy="5295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latinLnBrk="1"/>
              <a:endParaRPr lang="ko-KR" altLang="en-US">
                <a:solidFill>
                  <a:prstClr val="white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108" name="직사각형 86">
              <a:extLst>
                <a:ext uri="{FF2B5EF4-FFF2-40B4-BE49-F238E27FC236}">
                  <a16:creationId xmlns:a16="http://schemas.microsoft.com/office/drawing/2014/main" id="{A19C9734-478C-C4DD-136B-E49308B4FACE}"/>
                </a:ext>
              </a:extLst>
            </p:cNvPr>
            <p:cNvSpPr/>
            <p:nvPr/>
          </p:nvSpPr>
          <p:spPr>
            <a:xfrm>
              <a:off x="7893965" y="5674903"/>
              <a:ext cx="148466" cy="5295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latinLnBrk="1"/>
              <a:endParaRPr lang="ko-KR" altLang="en-US">
                <a:solidFill>
                  <a:prstClr val="white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109" name="직사각형 87">
              <a:extLst>
                <a:ext uri="{FF2B5EF4-FFF2-40B4-BE49-F238E27FC236}">
                  <a16:creationId xmlns:a16="http://schemas.microsoft.com/office/drawing/2014/main" id="{41AB0A46-495E-536A-21BB-D6AE0A3DD4E9}"/>
                </a:ext>
              </a:extLst>
            </p:cNvPr>
            <p:cNvSpPr/>
            <p:nvPr/>
          </p:nvSpPr>
          <p:spPr>
            <a:xfrm>
              <a:off x="6476813" y="5947172"/>
              <a:ext cx="148466" cy="5295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latinLnBrk="1"/>
              <a:endParaRPr lang="ko-KR" altLang="en-US">
                <a:solidFill>
                  <a:prstClr val="white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110" name="직사각형 88">
              <a:extLst>
                <a:ext uri="{FF2B5EF4-FFF2-40B4-BE49-F238E27FC236}">
                  <a16:creationId xmlns:a16="http://schemas.microsoft.com/office/drawing/2014/main" id="{E0856A60-F4FC-CFC5-6469-7993B6593D3A}"/>
                </a:ext>
              </a:extLst>
            </p:cNvPr>
            <p:cNvSpPr/>
            <p:nvPr/>
          </p:nvSpPr>
          <p:spPr>
            <a:xfrm>
              <a:off x="6946563" y="5947172"/>
              <a:ext cx="148466" cy="5295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latinLnBrk="1"/>
              <a:endParaRPr lang="ko-KR" altLang="en-US">
                <a:solidFill>
                  <a:prstClr val="white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111" name="직사각형 89">
              <a:extLst>
                <a:ext uri="{FF2B5EF4-FFF2-40B4-BE49-F238E27FC236}">
                  <a16:creationId xmlns:a16="http://schemas.microsoft.com/office/drawing/2014/main" id="{9EC3A122-111E-262E-3AE9-845E0FE79CF2}"/>
                </a:ext>
              </a:extLst>
            </p:cNvPr>
            <p:cNvSpPr/>
            <p:nvPr/>
          </p:nvSpPr>
          <p:spPr>
            <a:xfrm>
              <a:off x="7424774" y="5947172"/>
              <a:ext cx="148466" cy="5295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latinLnBrk="1"/>
              <a:endParaRPr lang="ko-KR" altLang="en-US">
                <a:solidFill>
                  <a:prstClr val="white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112" name="직사각형 90">
              <a:extLst>
                <a:ext uri="{FF2B5EF4-FFF2-40B4-BE49-F238E27FC236}">
                  <a16:creationId xmlns:a16="http://schemas.microsoft.com/office/drawing/2014/main" id="{132BBDBC-5F2A-024C-528F-DC9C518A0883}"/>
                </a:ext>
              </a:extLst>
            </p:cNvPr>
            <p:cNvSpPr/>
            <p:nvPr/>
          </p:nvSpPr>
          <p:spPr>
            <a:xfrm>
              <a:off x="7893965" y="5947175"/>
              <a:ext cx="148466" cy="5295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latinLnBrk="1"/>
              <a:endParaRPr lang="ko-KR" altLang="en-US">
                <a:solidFill>
                  <a:prstClr val="white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grpSp>
          <p:nvGrpSpPr>
            <p:cNvPr id="113" name="Group 327">
              <a:extLst>
                <a:ext uri="{FF2B5EF4-FFF2-40B4-BE49-F238E27FC236}">
                  <a16:creationId xmlns:a16="http://schemas.microsoft.com/office/drawing/2014/main" id="{974D3709-AEEC-2F83-1B55-E79FD09D4323}"/>
                </a:ext>
              </a:extLst>
            </p:cNvPr>
            <p:cNvGrpSpPr/>
            <p:nvPr/>
          </p:nvGrpSpPr>
          <p:grpSpPr>
            <a:xfrm>
              <a:off x="6158291" y="5610126"/>
              <a:ext cx="320040" cy="64008"/>
              <a:chOff x="4934974" y="6227626"/>
              <a:chExt cx="334476" cy="74020"/>
            </a:xfrm>
          </p:grpSpPr>
          <p:sp>
            <p:nvSpPr>
              <p:cNvPr id="522" name="직사각형 23">
                <a:extLst>
                  <a:ext uri="{FF2B5EF4-FFF2-40B4-BE49-F238E27FC236}">
                    <a16:creationId xmlns:a16="http://schemas.microsoft.com/office/drawing/2014/main" id="{E056E586-25A0-901E-2F06-F8EA84D27D87}"/>
                  </a:ext>
                </a:extLst>
              </p:cNvPr>
              <p:cNvSpPr/>
              <p:nvPr/>
            </p:nvSpPr>
            <p:spPr>
              <a:xfrm>
                <a:off x="4934974" y="6227626"/>
                <a:ext cx="334476" cy="7402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400" latinLnBrk="1"/>
                <a:endParaRPr lang="ko-KR" altLang="en-US" sz="1050">
                  <a:solidFill>
                    <a:prstClr val="white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527" name="직사각형 27">
                <a:extLst>
                  <a:ext uri="{FF2B5EF4-FFF2-40B4-BE49-F238E27FC236}">
                    <a16:creationId xmlns:a16="http://schemas.microsoft.com/office/drawing/2014/main" id="{D7E6E0A8-5020-20FE-F46E-E1A46ED00A7A}"/>
                  </a:ext>
                </a:extLst>
              </p:cNvPr>
              <p:cNvSpPr/>
              <p:nvPr/>
            </p:nvSpPr>
            <p:spPr>
              <a:xfrm>
                <a:off x="5034457" y="6269899"/>
                <a:ext cx="135509" cy="18415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/>
                <a:endParaRPr lang="ko-KR" altLang="en-US" sz="1600">
                  <a:solidFill>
                    <a:prstClr val="white"/>
                  </a:solidFill>
                  <a:latin typeface="Calibri" panose="020F0502020204030204"/>
                  <a:ea typeface="맑은 고딕" panose="020B0503020000020004" pitchFamily="50" charset="-127"/>
                </a:endParaRPr>
              </a:p>
            </p:txBody>
          </p:sp>
        </p:grpSp>
        <p:cxnSp>
          <p:nvCxnSpPr>
            <p:cNvPr id="114" name="직선 연결선 74">
              <a:extLst>
                <a:ext uri="{FF2B5EF4-FFF2-40B4-BE49-F238E27FC236}">
                  <a16:creationId xmlns:a16="http://schemas.microsoft.com/office/drawing/2014/main" id="{4BB59826-E7CD-9BE9-21BE-895ABCB69285}"/>
                </a:ext>
              </a:extLst>
            </p:cNvPr>
            <p:cNvCxnSpPr>
              <a:cxnSpLocks/>
            </p:cNvCxnSpPr>
            <p:nvPr/>
          </p:nvCxnSpPr>
          <p:spPr>
            <a:xfrm>
              <a:off x="6479616" y="5283874"/>
              <a:ext cx="0" cy="365546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직선 연결선 82">
              <a:extLst>
                <a:ext uri="{FF2B5EF4-FFF2-40B4-BE49-F238E27FC236}">
                  <a16:creationId xmlns:a16="http://schemas.microsoft.com/office/drawing/2014/main" id="{8466E0E3-5D7C-546E-EC5F-2EE0D2FB7013}"/>
                </a:ext>
              </a:extLst>
            </p:cNvPr>
            <p:cNvCxnSpPr>
              <a:cxnSpLocks/>
            </p:cNvCxnSpPr>
            <p:nvPr/>
          </p:nvCxnSpPr>
          <p:spPr>
            <a:xfrm>
              <a:off x="6625588" y="5283870"/>
              <a:ext cx="0" cy="365546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6" name="Group 330">
              <a:extLst>
                <a:ext uri="{FF2B5EF4-FFF2-40B4-BE49-F238E27FC236}">
                  <a16:creationId xmlns:a16="http://schemas.microsoft.com/office/drawing/2014/main" id="{7D7D23E6-D0C9-BF7E-7D14-A203FC220887}"/>
                </a:ext>
              </a:extLst>
            </p:cNvPr>
            <p:cNvGrpSpPr/>
            <p:nvPr/>
          </p:nvGrpSpPr>
          <p:grpSpPr>
            <a:xfrm>
              <a:off x="6629484" y="5611309"/>
              <a:ext cx="320040" cy="64008"/>
              <a:chOff x="4934974" y="6227626"/>
              <a:chExt cx="334476" cy="74020"/>
            </a:xfrm>
          </p:grpSpPr>
          <p:sp>
            <p:nvSpPr>
              <p:cNvPr id="520" name="직사각형 23">
                <a:extLst>
                  <a:ext uri="{FF2B5EF4-FFF2-40B4-BE49-F238E27FC236}">
                    <a16:creationId xmlns:a16="http://schemas.microsoft.com/office/drawing/2014/main" id="{D1B87B05-5725-66D6-F625-B26628B96800}"/>
                  </a:ext>
                </a:extLst>
              </p:cNvPr>
              <p:cNvSpPr/>
              <p:nvPr/>
            </p:nvSpPr>
            <p:spPr>
              <a:xfrm>
                <a:off x="4934974" y="6227626"/>
                <a:ext cx="334476" cy="7402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400" latinLnBrk="1"/>
                <a:endParaRPr lang="ko-KR" altLang="en-US" sz="1050">
                  <a:solidFill>
                    <a:prstClr val="white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521" name="직사각형 27">
                <a:extLst>
                  <a:ext uri="{FF2B5EF4-FFF2-40B4-BE49-F238E27FC236}">
                    <a16:creationId xmlns:a16="http://schemas.microsoft.com/office/drawing/2014/main" id="{8B5E95BF-D2FF-B0A5-891B-0F15A49FA061}"/>
                  </a:ext>
                </a:extLst>
              </p:cNvPr>
              <p:cNvSpPr/>
              <p:nvPr/>
            </p:nvSpPr>
            <p:spPr>
              <a:xfrm>
                <a:off x="5034457" y="6269899"/>
                <a:ext cx="135509" cy="18415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/>
                <a:endParaRPr lang="ko-KR" altLang="en-US" sz="1600">
                  <a:solidFill>
                    <a:prstClr val="white"/>
                  </a:solidFill>
                  <a:latin typeface="Calibri" panose="020F0502020204030204"/>
                  <a:ea typeface="맑은 고딕" panose="020B0503020000020004" pitchFamily="50" charset="-127"/>
                </a:endParaRPr>
              </a:p>
            </p:txBody>
          </p:sp>
        </p:grpSp>
        <p:cxnSp>
          <p:nvCxnSpPr>
            <p:cNvPr id="117" name="직선 연결선 91">
              <a:extLst>
                <a:ext uri="{FF2B5EF4-FFF2-40B4-BE49-F238E27FC236}">
                  <a16:creationId xmlns:a16="http://schemas.microsoft.com/office/drawing/2014/main" id="{5D8C0D35-3E19-FF9F-472E-E45FBB559C90}"/>
                </a:ext>
              </a:extLst>
            </p:cNvPr>
            <p:cNvCxnSpPr>
              <a:cxnSpLocks/>
            </p:cNvCxnSpPr>
            <p:nvPr/>
          </p:nvCxnSpPr>
          <p:spPr>
            <a:xfrm>
              <a:off x="6949057" y="5283872"/>
              <a:ext cx="0" cy="365546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직선 연결선 92">
              <a:extLst>
                <a:ext uri="{FF2B5EF4-FFF2-40B4-BE49-F238E27FC236}">
                  <a16:creationId xmlns:a16="http://schemas.microsoft.com/office/drawing/2014/main" id="{F3E96D59-23E2-E1D8-ABA9-B5F6C6EB3110}"/>
                </a:ext>
              </a:extLst>
            </p:cNvPr>
            <p:cNvCxnSpPr>
              <a:cxnSpLocks/>
            </p:cNvCxnSpPr>
            <p:nvPr/>
          </p:nvCxnSpPr>
          <p:spPr>
            <a:xfrm>
              <a:off x="7095029" y="5283872"/>
              <a:ext cx="0" cy="365546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9" name="Group 333">
              <a:extLst>
                <a:ext uri="{FF2B5EF4-FFF2-40B4-BE49-F238E27FC236}">
                  <a16:creationId xmlns:a16="http://schemas.microsoft.com/office/drawing/2014/main" id="{2C6F71CA-924E-8C14-3D52-22CA90E4D501}"/>
                </a:ext>
              </a:extLst>
            </p:cNvPr>
            <p:cNvGrpSpPr/>
            <p:nvPr/>
          </p:nvGrpSpPr>
          <p:grpSpPr>
            <a:xfrm>
              <a:off x="7101616" y="5608856"/>
              <a:ext cx="320040" cy="64008"/>
              <a:chOff x="4934974" y="6227626"/>
              <a:chExt cx="334476" cy="74020"/>
            </a:xfrm>
          </p:grpSpPr>
          <p:sp>
            <p:nvSpPr>
              <p:cNvPr id="518" name="직사각형 23">
                <a:extLst>
                  <a:ext uri="{FF2B5EF4-FFF2-40B4-BE49-F238E27FC236}">
                    <a16:creationId xmlns:a16="http://schemas.microsoft.com/office/drawing/2014/main" id="{FE8D985B-4C18-95AD-645F-D55DE81B71A5}"/>
                  </a:ext>
                </a:extLst>
              </p:cNvPr>
              <p:cNvSpPr/>
              <p:nvPr/>
            </p:nvSpPr>
            <p:spPr>
              <a:xfrm>
                <a:off x="4934974" y="6227626"/>
                <a:ext cx="334476" cy="7402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400" latinLnBrk="1"/>
                <a:endParaRPr lang="ko-KR" altLang="en-US" sz="1050">
                  <a:solidFill>
                    <a:prstClr val="white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519" name="직사각형 27">
                <a:extLst>
                  <a:ext uri="{FF2B5EF4-FFF2-40B4-BE49-F238E27FC236}">
                    <a16:creationId xmlns:a16="http://schemas.microsoft.com/office/drawing/2014/main" id="{6EEAEE8A-C06D-3F1C-E05B-BD52BDD6E0DC}"/>
                  </a:ext>
                </a:extLst>
              </p:cNvPr>
              <p:cNvSpPr/>
              <p:nvPr/>
            </p:nvSpPr>
            <p:spPr>
              <a:xfrm>
                <a:off x="5034457" y="6269899"/>
                <a:ext cx="135509" cy="18415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/>
                <a:endParaRPr lang="ko-KR" altLang="en-US" sz="1600">
                  <a:solidFill>
                    <a:prstClr val="white"/>
                  </a:solidFill>
                  <a:latin typeface="Calibri" panose="020F0502020204030204"/>
                  <a:ea typeface="맑은 고딕" panose="020B0503020000020004" pitchFamily="50" charset="-127"/>
                </a:endParaRPr>
              </a:p>
            </p:txBody>
          </p:sp>
        </p:grpSp>
        <p:cxnSp>
          <p:nvCxnSpPr>
            <p:cNvPr id="120" name="직선 연결선 93">
              <a:extLst>
                <a:ext uri="{FF2B5EF4-FFF2-40B4-BE49-F238E27FC236}">
                  <a16:creationId xmlns:a16="http://schemas.microsoft.com/office/drawing/2014/main" id="{9F548E32-2826-7183-8007-DF30FC4E2C19}"/>
                </a:ext>
              </a:extLst>
            </p:cNvPr>
            <p:cNvCxnSpPr>
              <a:cxnSpLocks/>
            </p:cNvCxnSpPr>
            <p:nvPr/>
          </p:nvCxnSpPr>
          <p:spPr>
            <a:xfrm>
              <a:off x="7423758" y="5283872"/>
              <a:ext cx="0" cy="365546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직선 연결선 94">
              <a:extLst>
                <a:ext uri="{FF2B5EF4-FFF2-40B4-BE49-F238E27FC236}">
                  <a16:creationId xmlns:a16="http://schemas.microsoft.com/office/drawing/2014/main" id="{0282098C-4F51-7FCD-ADC5-A383FDC462FB}"/>
                </a:ext>
              </a:extLst>
            </p:cNvPr>
            <p:cNvCxnSpPr>
              <a:cxnSpLocks/>
            </p:cNvCxnSpPr>
            <p:nvPr/>
          </p:nvCxnSpPr>
          <p:spPr>
            <a:xfrm>
              <a:off x="7569730" y="5283872"/>
              <a:ext cx="0" cy="365546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2" name="Group 336">
              <a:extLst>
                <a:ext uri="{FF2B5EF4-FFF2-40B4-BE49-F238E27FC236}">
                  <a16:creationId xmlns:a16="http://schemas.microsoft.com/office/drawing/2014/main" id="{CC60388C-6118-AC21-1F4D-B1A814DE9AA2}"/>
                </a:ext>
              </a:extLst>
            </p:cNvPr>
            <p:cNvGrpSpPr/>
            <p:nvPr/>
          </p:nvGrpSpPr>
          <p:grpSpPr>
            <a:xfrm>
              <a:off x="7572214" y="5611324"/>
              <a:ext cx="320040" cy="64008"/>
              <a:chOff x="4934974" y="6227626"/>
              <a:chExt cx="334476" cy="74020"/>
            </a:xfrm>
          </p:grpSpPr>
          <p:sp>
            <p:nvSpPr>
              <p:cNvPr id="516" name="직사각형 23">
                <a:extLst>
                  <a:ext uri="{FF2B5EF4-FFF2-40B4-BE49-F238E27FC236}">
                    <a16:creationId xmlns:a16="http://schemas.microsoft.com/office/drawing/2014/main" id="{EEFB678B-49DD-FEEE-1699-D8BC74A02C22}"/>
                  </a:ext>
                </a:extLst>
              </p:cNvPr>
              <p:cNvSpPr/>
              <p:nvPr/>
            </p:nvSpPr>
            <p:spPr>
              <a:xfrm>
                <a:off x="4934974" y="6227626"/>
                <a:ext cx="334476" cy="7402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400" latinLnBrk="1"/>
                <a:endParaRPr lang="ko-KR" altLang="en-US" sz="1050">
                  <a:solidFill>
                    <a:prstClr val="white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517" name="직사각형 27">
                <a:extLst>
                  <a:ext uri="{FF2B5EF4-FFF2-40B4-BE49-F238E27FC236}">
                    <a16:creationId xmlns:a16="http://schemas.microsoft.com/office/drawing/2014/main" id="{2360B518-F161-5EB9-DC43-101E44ACF7CB}"/>
                  </a:ext>
                </a:extLst>
              </p:cNvPr>
              <p:cNvSpPr/>
              <p:nvPr/>
            </p:nvSpPr>
            <p:spPr>
              <a:xfrm>
                <a:off x="5034457" y="6269899"/>
                <a:ext cx="135509" cy="18415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/>
                <a:endParaRPr lang="ko-KR" altLang="en-US" sz="1600">
                  <a:solidFill>
                    <a:prstClr val="white"/>
                  </a:solidFill>
                  <a:latin typeface="Calibri" panose="020F0502020204030204"/>
                  <a:ea typeface="맑은 고딕" panose="020B0503020000020004" pitchFamily="50" charset="-127"/>
                </a:endParaRPr>
              </a:p>
            </p:txBody>
          </p:sp>
        </p:grpSp>
        <p:cxnSp>
          <p:nvCxnSpPr>
            <p:cNvPr id="123" name="직선 연결선 95">
              <a:extLst>
                <a:ext uri="{FF2B5EF4-FFF2-40B4-BE49-F238E27FC236}">
                  <a16:creationId xmlns:a16="http://schemas.microsoft.com/office/drawing/2014/main" id="{1CD2ED86-00F1-7F8E-4C10-46829D758B60}"/>
                </a:ext>
              </a:extLst>
            </p:cNvPr>
            <p:cNvCxnSpPr>
              <a:cxnSpLocks/>
            </p:cNvCxnSpPr>
            <p:nvPr/>
          </p:nvCxnSpPr>
          <p:spPr>
            <a:xfrm>
              <a:off x="7896459" y="5283874"/>
              <a:ext cx="0" cy="365546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직선 연결선 96">
              <a:extLst>
                <a:ext uri="{FF2B5EF4-FFF2-40B4-BE49-F238E27FC236}">
                  <a16:creationId xmlns:a16="http://schemas.microsoft.com/office/drawing/2014/main" id="{24E0BF19-147A-9679-9C2D-DFE632FB7CF7}"/>
                </a:ext>
              </a:extLst>
            </p:cNvPr>
            <p:cNvCxnSpPr>
              <a:cxnSpLocks/>
            </p:cNvCxnSpPr>
            <p:nvPr/>
          </p:nvCxnSpPr>
          <p:spPr>
            <a:xfrm>
              <a:off x="8042431" y="5283870"/>
              <a:ext cx="0" cy="365546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5" name="Group 339">
              <a:extLst>
                <a:ext uri="{FF2B5EF4-FFF2-40B4-BE49-F238E27FC236}">
                  <a16:creationId xmlns:a16="http://schemas.microsoft.com/office/drawing/2014/main" id="{65CFF66A-479A-A0AF-5F36-5661B809538E}"/>
                </a:ext>
              </a:extLst>
            </p:cNvPr>
            <p:cNvGrpSpPr/>
            <p:nvPr/>
          </p:nvGrpSpPr>
          <p:grpSpPr>
            <a:xfrm>
              <a:off x="8051353" y="5605681"/>
              <a:ext cx="320040" cy="64008"/>
              <a:chOff x="4934974" y="6227626"/>
              <a:chExt cx="334476" cy="74020"/>
            </a:xfrm>
          </p:grpSpPr>
          <p:sp>
            <p:nvSpPr>
              <p:cNvPr id="514" name="직사각형 23">
                <a:extLst>
                  <a:ext uri="{FF2B5EF4-FFF2-40B4-BE49-F238E27FC236}">
                    <a16:creationId xmlns:a16="http://schemas.microsoft.com/office/drawing/2014/main" id="{92A03C1E-3A5D-8D40-8C75-476E21A7BC6F}"/>
                  </a:ext>
                </a:extLst>
              </p:cNvPr>
              <p:cNvSpPr/>
              <p:nvPr/>
            </p:nvSpPr>
            <p:spPr>
              <a:xfrm>
                <a:off x="4934974" y="6227626"/>
                <a:ext cx="334476" cy="7402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400" latinLnBrk="1"/>
                <a:endParaRPr lang="ko-KR" altLang="en-US" sz="1050">
                  <a:solidFill>
                    <a:prstClr val="white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515" name="직사각형 27">
                <a:extLst>
                  <a:ext uri="{FF2B5EF4-FFF2-40B4-BE49-F238E27FC236}">
                    <a16:creationId xmlns:a16="http://schemas.microsoft.com/office/drawing/2014/main" id="{8522E123-8404-FD54-BA7C-600584D9B619}"/>
                  </a:ext>
                </a:extLst>
              </p:cNvPr>
              <p:cNvSpPr/>
              <p:nvPr/>
            </p:nvSpPr>
            <p:spPr>
              <a:xfrm>
                <a:off x="5034457" y="6269899"/>
                <a:ext cx="135509" cy="18415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/>
                <a:endParaRPr lang="ko-KR" altLang="en-US" sz="1600">
                  <a:solidFill>
                    <a:prstClr val="white"/>
                  </a:solidFill>
                  <a:latin typeface="Calibri" panose="020F0502020204030204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126" name="TextBox 7">
              <a:extLst>
                <a:ext uri="{FF2B5EF4-FFF2-40B4-BE49-F238E27FC236}">
                  <a16:creationId xmlns:a16="http://schemas.microsoft.com/office/drawing/2014/main" id="{8A2855B4-8044-1F26-5EDB-CF6622ABC8B3}"/>
                </a:ext>
              </a:extLst>
            </p:cNvPr>
            <p:cNvSpPr txBox="1"/>
            <p:nvPr/>
          </p:nvSpPr>
          <p:spPr>
            <a:xfrm>
              <a:off x="6315973" y="5376353"/>
              <a:ext cx="532639" cy="109367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 latinLnBrk="1"/>
              <a:r>
                <a:rPr lang="en-US" altLang="ko-KR" sz="600" b="1" dirty="0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11.29mm</a:t>
              </a:r>
              <a:endParaRPr lang="ko-KR" altLang="en-US" sz="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27" name="TextBox 7">
              <a:extLst>
                <a:ext uri="{FF2B5EF4-FFF2-40B4-BE49-F238E27FC236}">
                  <a16:creationId xmlns:a16="http://schemas.microsoft.com/office/drawing/2014/main" id="{0BB22B3E-BCC4-E4F6-B28F-2A4C84DD175C}"/>
                </a:ext>
              </a:extLst>
            </p:cNvPr>
            <p:cNvSpPr txBox="1"/>
            <p:nvPr/>
          </p:nvSpPr>
          <p:spPr>
            <a:xfrm>
              <a:off x="6787993" y="5369594"/>
              <a:ext cx="532639" cy="109367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 latinLnBrk="1"/>
              <a:r>
                <a:rPr lang="en-US" altLang="ko-KR" sz="600" b="1" dirty="0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11.29mm</a:t>
              </a:r>
              <a:endParaRPr lang="ko-KR" altLang="en-US" sz="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512" name="TextBox 7">
              <a:extLst>
                <a:ext uri="{FF2B5EF4-FFF2-40B4-BE49-F238E27FC236}">
                  <a16:creationId xmlns:a16="http://schemas.microsoft.com/office/drawing/2014/main" id="{D1F8B87F-D030-A697-1D5E-E25120C2C12F}"/>
                </a:ext>
              </a:extLst>
            </p:cNvPr>
            <p:cNvSpPr txBox="1"/>
            <p:nvPr/>
          </p:nvSpPr>
          <p:spPr>
            <a:xfrm>
              <a:off x="7264626" y="5369689"/>
              <a:ext cx="532639" cy="109367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 latinLnBrk="1"/>
              <a:r>
                <a:rPr lang="en-US" altLang="ko-KR" sz="600" b="1" dirty="0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11.29mm</a:t>
              </a:r>
              <a:endParaRPr lang="ko-KR" altLang="en-US" sz="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513" name="TextBox 7">
              <a:extLst>
                <a:ext uri="{FF2B5EF4-FFF2-40B4-BE49-F238E27FC236}">
                  <a16:creationId xmlns:a16="http://schemas.microsoft.com/office/drawing/2014/main" id="{FDC59741-DA13-ACFC-36F3-5E6EF42D6E3A}"/>
                </a:ext>
              </a:extLst>
            </p:cNvPr>
            <p:cNvSpPr txBox="1"/>
            <p:nvPr/>
          </p:nvSpPr>
          <p:spPr>
            <a:xfrm>
              <a:off x="7736825" y="5369594"/>
              <a:ext cx="532639" cy="109367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 latinLnBrk="1"/>
              <a:r>
                <a:rPr lang="en-US" altLang="ko-KR" sz="600" b="1" dirty="0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11.29mm</a:t>
              </a:r>
              <a:endParaRPr lang="ko-KR" altLang="en-US" sz="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532" name="Arrow: Right 9">
            <a:extLst>
              <a:ext uri="{FF2B5EF4-FFF2-40B4-BE49-F238E27FC236}">
                <a16:creationId xmlns:a16="http://schemas.microsoft.com/office/drawing/2014/main" id="{264A9E97-CE52-5924-1691-946762FE5B16}"/>
              </a:ext>
            </a:extLst>
          </p:cNvPr>
          <p:cNvSpPr/>
          <p:nvPr/>
        </p:nvSpPr>
        <p:spPr>
          <a:xfrm>
            <a:off x="5632963" y="3778055"/>
            <a:ext cx="157944" cy="732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latinLnBrk="1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33" name="TextBox 532">
            <a:extLst>
              <a:ext uri="{FF2B5EF4-FFF2-40B4-BE49-F238E27FC236}">
                <a16:creationId xmlns:a16="http://schemas.microsoft.com/office/drawing/2014/main" id="{19163592-A715-9FF9-E280-7A4EFA554457}"/>
              </a:ext>
            </a:extLst>
          </p:cNvPr>
          <p:cNvSpPr txBox="1"/>
          <p:nvPr/>
        </p:nvSpPr>
        <p:spPr>
          <a:xfrm>
            <a:off x="5405843" y="3896060"/>
            <a:ext cx="603844" cy="199207"/>
          </a:xfrm>
          <a:prstGeom prst="rect">
            <a:avLst/>
          </a:prstGeom>
          <a:noFill/>
        </p:spPr>
        <p:txBody>
          <a:bodyPr wrap="square" lIns="18000" tIns="7200" rIns="18000" bIns="7200" rtlCol="0">
            <a:spAutoFit/>
          </a:bodyPr>
          <a:lstStyle/>
          <a:p>
            <a:pPr algn="ctr" defTabSz="914400" latinLnBrk="1"/>
            <a:r>
              <a:rPr lang="ko-KR" altLang="en-US" sz="6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모노셀</a:t>
            </a:r>
            <a:endParaRPr lang="en-US" altLang="ko-KR" sz="600" dirty="0">
              <a:solidFill>
                <a:srgbClr val="00B05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 defTabSz="914400" latinLnBrk="1"/>
            <a:r>
              <a:rPr lang="ko-KR" altLang="en-US" sz="6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주행 방향</a:t>
            </a:r>
          </a:p>
        </p:txBody>
      </p:sp>
      <p:sp>
        <p:nvSpPr>
          <p:cNvPr id="534" name="Rectangle 461">
            <a:extLst>
              <a:ext uri="{FF2B5EF4-FFF2-40B4-BE49-F238E27FC236}">
                <a16:creationId xmlns:a16="http://schemas.microsoft.com/office/drawing/2014/main" id="{443EF5BB-8925-685D-C21C-55E36F15C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06" y="3130491"/>
            <a:ext cx="1869469" cy="237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692" tIns="33231" rIns="33231" bIns="33231">
            <a:spAutoFit/>
          </a:bodyPr>
          <a:lstStyle/>
          <a:p>
            <a:pPr defTabSz="422041" latinLnBrk="1">
              <a:spcBef>
                <a:spcPct val="20000"/>
              </a:spcBef>
              <a:buFont typeface="Wingdings" pitchFamily="2" charset="2"/>
              <a:buChar char="q"/>
              <a:defRPr/>
            </a:pPr>
            <a:r>
              <a:rPr lang="en-US" altLang="ko-KR" sz="1108" b="1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108" b="1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원인</a:t>
            </a:r>
            <a:endParaRPr lang="en-US" altLang="ko-KR" sz="1108" b="1" kern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535" name="표 10">
            <a:extLst>
              <a:ext uri="{FF2B5EF4-FFF2-40B4-BE49-F238E27FC236}">
                <a16:creationId xmlns:a16="http://schemas.microsoft.com/office/drawing/2014/main" id="{CB0C60F7-2AB0-0736-14D2-3F180257DD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231009"/>
              </p:ext>
            </p:extLst>
          </p:nvPr>
        </p:nvGraphicFramePr>
        <p:xfrm>
          <a:off x="456961" y="4146914"/>
          <a:ext cx="3864706" cy="2115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868">
                  <a:extLst>
                    <a:ext uri="{9D8B030D-6E8A-4147-A177-3AD203B41FA5}">
                      <a16:colId xmlns:a16="http://schemas.microsoft.com/office/drawing/2014/main" val="2092753836"/>
                    </a:ext>
                  </a:extLst>
                </a:gridCol>
                <a:gridCol w="3316838">
                  <a:extLst>
                    <a:ext uri="{9D8B030D-6E8A-4147-A177-3AD203B41FA5}">
                      <a16:colId xmlns:a16="http://schemas.microsoft.com/office/drawing/2014/main" val="2437895658"/>
                    </a:ext>
                  </a:extLst>
                </a:gridCol>
              </a:tblGrid>
              <a:tr h="10578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1Cycle</a:t>
                      </a:r>
                    </a:p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구동 전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7662154"/>
                  </a:ext>
                </a:extLst>
              </a:tr>
              <a:tr h="10578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1Cycle</a:t>
                      </a:r>
                    </a:p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구동 후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endParaRPr lang="en-US" altLang="ko-KR" sz="8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0357584"/>
                  </a:ext>
                </a:extLst>
              </a:tr>
            </a:tbl>
          </a:graphicData>
        </a:graphic>
      </p:graphicFrame>
      <p:sp>
        <p:nvSpPr>
          <p:cNvPr id="536" name="TextBox 535">
            <a:extLst>
              <a:ext uri="{FF2B5EF4-FFF2-40B4-BE49-F238E27FC236}">
                <a16:creationId xmlns:a16="http://schemas.microsoft.com/office/drawing/2014/main" id="{6413C553-1AC5-45A8-D68D-31D0520D3721}"/>
              </a:ext>
            </a:extLst>
          </p:cNvPr>
          <p:cNvSpPr txBox="1"/>
          <p:nvPr/>
        </p:nvSpPr>
        <p:spPr>
          <a:xfrm>
            <a:off x="455039" y="5802931"/>
            <a:ext cx="555749" cy="124527"/>
          </a:xfrm>
          <a:prstGeom prst="rect">
            <a:avLst/>
          </a:prstGeom>
          <a:solidFill>
            <a:srgbClr val="FFFFFF">
              <a:alpha val="30196"/>
            </a:srgbClr>
          </a:solidFill>
        </p:spPr>
        <p:txBody>
          <a:bodyPr wrap="square" lIns="18000" tIns="7200" rIns="18000" bIns="7200" rtlCol="0">
            <a:spAutoFit/>
          </a:bodyPr>
          <a:lstStyle/>
          <a:p>
            <a:pPr algn="ctr" defTabSz="914400" latinLnBrk="1"/>
            <a:r>
              <a:rPr lang="en-US" altLang="ko-KR" sz="7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41Cell </a:t>
            </a:r>
            <a:r>
              <a:rPr lang="ko-KR" altLang="en-US" sz="7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이동</a:t>
            </a:r>
          </a:p>
        </p:txBody>
      </p:sp>
      <p:grpSp>
        <p:nvGrpSpPr>
          <p:cNvPr id="537" name="Group 13">
            <a:extLst>
              <a:ext uri="{FF2B5EF4-FFF2-40B4-BE49-F238E27FC236}">
                <a16:creationId xmlns:a16="http://schemas.microsoft.com/office/drawing/2014/main" id="{01E766D3-83AF-40E2-DABC-F49A5B0E2510}"/>
              </a:ext>
            </a:extLst>
          </p:cNvPr>
          <p:cNvGrpSpPr/>
          <p:nvPr/>
        </p:nvGrpSpPr>
        <p:grpSpPr>
          <a:xfrm>
            <a:off x="1065693" y="4219880"/>
            <a:ext cx="3015265" cy="1972436"/>
            <a:chOff x="1141897" y="4327588"/>
            <a:chExt cx="3015265" cy="1972436"/>
          </a:xfrm>
        </p:grpSpPr>
        <p:grpSp>
          <p:nvGrpSpPr>
            <p:cNvPr id="538" name="Group 11">
              <a:extLst>
                <a:ext uri="{FF2B5EF4-FFF2-40B4-BE49-F238E27FC236}">
                  <a16:creationId xmlns:a16="http://schemas.microsoft.com/office/drawing/2014/main" id="{E6CDB926-117D-1F06-DEB5-01E95E86648D}"/>
                </a:ext>
              </a:extLst>
            </p:cNvPr>
            <p:cNvGrpSpPr/>
            <p:nvPr/>
          </p:nvGrpSpPr>
          <p:grpSpPr>
            <a:xfrm>
              <a:off x="1141897" y="4327588"/>
              <a:ext cx="2932926" cy="1445981"/>
              <a:chOff x="1141897" y="4327588"/>
              <a:chExt cx="2932926" cy="1445981"/>
            </a:xfrm>
          </p:grpSpPr>
          <p:cxnSp>
            <p:nvCxnSpPr>
              <p:cNvPr id="594" name="직선 연결선 29">
                <a:extLst>
                  <a:ext uri="{FF2B5EF4-FFF2-40B4-BE49-F238E27FC236}">
                    <a16:creationId xmlns:a16="http://schemas.microsoft.com/office/drawing/2014/main" id="{D3B9A1CA-F6B6-EE08-6939-625F8BF8660C}"/>
                  </a:ext>
                </a:extLst>
              </p:cNvPr>
              <p:cNvCxnSpPr>
                <a:cxnSpLocks/>
                <a:stCxn id="132" idx="0"/>
                <a:endCxn id="134" idx="0"/>
              </p:cNvCxnSpPr>
              <p:nvPr/>
            </p:nvCxnSpPr>
            <p:spPr>
              <a:xfrm>
                <a:off x="1791700" y="4898767"/>
                <a:ext cx="2118707" cy="0"/>
              </a:xfrm>
              <a:prstGeom prst="line">
                <a:avLst/>
              </a:prstGeom>
              <a:ln w="952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5" name="직선 연결선 30">
                <a:extLst>
                  <a:ext uri="{FF2B5EF4-FFF2-40B4-BE49-F238E27FC236}">
                    <a16:creationId xmlns:a16="http://schemas.microsoft.com/office/drawing/2014/main" id="{8875F8FD-03D9-8F2B-E59D-480A8F330801}"/>
                  </a:ext>
                </a:extLst>
              </p:cNvPr>
              <p:cNvCxnSpPr>
                <a:cxnSpLocks/>
                <a:stCxn id="132" idx="4"/>
                <a:endCxn id="134" idx="4"/>
              </p:cNvCxnSpPr>
              <p:nvPr/>
            </p:nvCxnSpPr>
            <p:spPr>
              <a:xfrm>
                <a:off x="1791700" y="5221345"/>
                <a:ext cx="2118707" cy="0"/>
              </a:xfrm>
              <a:prstGeom prst="line">
                <a:avLst/>
              </a:prstGeom>
              <a:ln w="952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96" name="그룹 31">
                <a:extLst>
                  <a:ext uri="{FF2B5EF4-FFF2-40B4-BE49-F238E27FC236}">
                    <a16:creationId xmlns:a16="http://schemas.microsoft.com/office/drawing/2014/main" id="{227F83DE-4B1A-1C91-0304-8413B3DB7245}"/>
                  </a:ext>
                </a:extLst>
              </p:cNvPr>
              <p:cNvGrpSpPr/>
              <p:nvPr/>
            </p:nvGrpSpPr>
            <p:grpSpPr>
              <a:xfrm>
                <a:off x="1627284" y="4898767"/>
                <a:ext cx="2447539" cy="322578"/>
                <a:chOff x="2053326" y="2329768"/>
                <a:chExt cx="4159890" cy="559774"/>
              </a:xfrm>
            </p:grpSpPr>
            <p:sp>
              <p:nvSpPr>
                <p:cNvPr id="132" name="타원 101">
                  <a:extLst>
                    <a:ext uri="{FF2B5EF4-FFF2-40B4-BE49-F238E27FC236}">
                      <a16:creationId xmlns:a16="http://schemas.microsoft.com/office/drawing/2014/main" id="{9404F896-CDEC-B8BF-9189-12FCFA9F7B5E}"/>
                    </a:ext>
                  </a:extLst>
                </p:cNvPr>
                <p:cNvSpPr/>
                <p:nvPr/>
              </p:nvSpPr>
              <p:spPr>
                <a:xfrm>
                  <a:off x="2053326" y="2329768"/>
                  <a:ext cx="558890" cy="55977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00" latinLnBrk="1"/>
                  <a:endParaRPr lang="ko-KR" altLang="en-US" sz="1600">
                    <a:solidFill>
                      <a:prstClr val="white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133" name="타원 102">
                  <a:extLst>
                    <a:ext uri="{FF2B5EF4-FFF2-40B4-BE49-F238E27FC236}">
                      <a16:creationId xmlns:a16="http://schemas.microsoft.com/office/drawing/2014/main" id="{65066088-5F61-EDD2-6F3A-12112C6479D8}"/>
                    </a:ext>
                  </a:extLst>
                </p:cNvPr>
                <p:cNvSpPr/>
                <p:nvPr/>
              </p:nvSpPr>
              <p:spPr>
                <a:xfrm>
                  <a:off x="2170772" y="2446467"/>
                  <a:ext cx="323994" cy="326376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00" latinLnBrk="1"/>
                  <a:endParaRPr lang="ko-KR" altLang="en-US" sz="1600">
                    <a:solidFill>
                      <a:prstClr val="white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134" name="타원 103">
                  <a:extLst>
                    <a:ext uri="{FF2B5EF4-FFF2-40B4-BE49-F238E27FC236}">
                      <a16:creationId xmlns:a16="http://schemas.microsoft.com/office/drawing/2014/main" id="{E8089851-1841-5386-A977-1CBF9D355698}"/>
                    </a:ext>
                  </a:extLst>
                </p:cNvPr>
                <p:cNvSpPr/>
                <p:nvPr/>
              </p:nvSpPr>
              <p:spPr>
                <a:xfrm>
                  <a:off x="5654326" y="2329768"/>
                  <a:ext cx="558890" cy="55977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00" latinLnBrk="1"/>
                  <a:endParaRPr lang="ko-KR" altLang="en-US" sz="1600">
                    <a:solidFill>
                      <a:prstClr val="white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135" name="타원 104">
                  <a:extLst>
                    <a:ext uri="{FF2B5EF4-FFF2-40B4-BE49-F238E27FC236}">
                      <a16:creationId xmlns:a16="http://schemas.microsoft.com/office/drawing/2014/main" id="{C1A884EB-8769-02DE-EF47-76CC82DA70D5}"/>
                    </a:ext>
                  </a:extLst>
                </p:cNvPr>
                <p:cNvSpPr/>
                <p:nvPr/>
              </p:nvSpPr>
              <p:spPr>
                <a:xfrm>
                  <a:off x="5771771" y="2446467"/>
                  <a:ext cx="323994" cy="326376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00" latinLnBrk="1"/>
                  <a:endParaRPr lang="ko-KR" altLang="en-US" sz="1600">
                    <a:solidFill>
                      <a:prstClr val="white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</p:grpSp>
          <p:sp>
            <p:nvSpPr>
              <p:cNvPr id="597" name="자유형: 도형 32">
                <a:extLst>
                  <a:ext uri="{FF2B5EF4-FFF2-40B4-BE49-F238E27FC236}">
                    <a16:creationId xmlns:a16="http://schemas.microsoft.com/office/drawing/2014/main" id="{C92386B9-C30D-123B-AB8A-017F934F1EB4}"/>
                  </a:ext>
                </a:extLst>
              </p:cNvPr>
              <p:cNvSpPr/>
              <p:nvPr/>
            </p:nvSpPr>
            <p:spPr>
              <a:xfrm flipV="1">
                <a:off x="1141897" y="4913497"/>
                <a:ext cx="268400" cy="62187"/>
              </a:xfrm>
              <a:custGeom>
                <a:avLst/>
                <a:gdLst>
                  <a:gd name="connsiteX0" fmla="*/ 0 w 947957"/>
                  <a:gd name="connsiteY0" fmla="*/ 0 h 244261"/>
                  <a:gd name="connsiteX1" fmla="*/ 947957 w 947957"/>
                  <a:gd name="connsiteY1" fmla="*/ 0 h 244261"/>
                  <a:gd name="connsiteX2" fmla="*/ 947957 w 947957"/>
                  <a:gd name="connsiteY2" fmla="*/ 244261 h 244261"/>
                  <a:gd name="connsiteX3" fmla="*/ 715327 w 947957"/>
                  <a:gd name="connsiteY3" fmla="*/ 244261 h 244261"/>
                  <a:gd name="connsiteX4" fmla="*/ 0 w 947957"/>
                  <a:gd name="connsiteY4" fmla="*/ 52590 h 2442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7957" h="244261">
                    <a:moveTo>
                      <a:pt x="0" y="0"/>
                    </a:moveTo>
                    <a:lnTo>
                      <a:pt x="947957" y="0"/>
                    </a:lnTo>
                    <a:lnTo>
                      <a:pt x="947957" y="244261"/>
                    </a:lnTo>
                    <a:lnTo>
                      <a:pt x="715327" y="244261"/>
                    </a:lnTo>
                    <a:lnTo>
                      <a:pt x="0" y="5259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952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/>
                <a:endParaRPr lang="ko-KR" altLang="en-US" sz="1050">
                  <a:solidFill>
                    <a:prstClr val="white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598" name="자유형: 도형 33">
                <a:extLst>
                  <a:ext uri="{FF2B5EF4-FFF2-40B4-BE49-F238E27FC236}">
                    <a16:creationId xmlns:a16="http://schemas.microsoft.com/office/drawing/2014/main" id="{8EF1E0EA-C365-BD0F-896A-717869B6BF70}"/>
                  </a:ext>
                </a:extLst>
              </p:cNvPr>
              <p:cNvSpPr/>
              <p:nvPr/>
            </p:nvSpPr>
            <p:spPr>
              <a:xfrm rot="5400000" flipH="1" flipV="1">
                <a:off x="1375007" y="4571157"/>
                <a:ext cx="372228" cy="100301"/>
              </a:xfrm>
              <a:custGeom>
                <a:avLst/>
                <a:gdLst>
                  <a:gd name="connsiteX0" fmla="*/ 0 w 947957"/>
                  <a:gd name="connsiteY0" fmla="*/ 0 h 244261"/>
                  <a:gd name="connsiteX1" fmla="*/ 947957 w 947957"/>
                  <a:gd name="connsiteY1" fmla="*/ 0 h 244261"/>
                  <a:gd name="connsiteX2" fmla="*/ 947957 w 947957"/>
                  <a:gd name="connsiteY2" fmla="*/ 244261 h 244261"/>
                  <a:gd name="connsiteX3" fmla="*/ 715327 w 947957"/>
                  <a:gd name="connsiteY3" fmla="*/ 244261 h 244261"/>
                  <a:gd name="connsiteX4" fmla="*/ 0 w 947957"/>
                  <a:gd name="connsiteY4" fmla="*/ 52590 h 2442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7957" h="244261">
                    <a:moveTo>
                      <a:pt x="0" y="0"/>
                    </a:moveTo>
                    <a:lnTo>
                      <a:pt x="947957" y="0"/>
                    </a:lnTo>
                    <a:lnTo>
                      <a:pt x="947957" y="244261"/>
                    </a:lnTo>
                    <a:lnTo>
                      <a:pt x="715327" y="244261"/>
                    </a:lnTo>
                    <a:lnTo>
                      <a:pt x="0" y="52590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/>
                <a:endParaRPr lang="ko-KR" altLang="en-US" sz="1050">
                  <a:solidFill>
                    <a:prstClr val="white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599" name="자유형: 도형 34">
                <a:extLst>
                  <a:ext uri="{FF2B5EF4-FFF2-40B4-BE49-F238E27FC236}">
                    <a16:creationId xmlns:a16="http://schemas.microsoft.com/office/drawing/2014/main" id="{C7E12B19-F2A7-2729-9D5A-E45EC2B6E348}"/>
                  </a:ext>
                </a:extLst>
              </p:cNvPr>
              <p:cNvSpPr/>
              <p:nvPr/>
            </p:nvSpPr>
            <p:spPr>
              <a:xfrm>
                <a:off x="1141897" y="4784637"/>
                <a:ext cx="268400" cy="62187"/>
              </a:xfrm>
              <a:custGeom>
                <a:avLst/>
                <a:gdLst>
                  <a:gd name="connsiteX0" fmla="*/ 0 w 947957"/>
                  <a:gd name="connsiteY0" fmla="*/ 0 h 244261"/>
                  <a:gd name="connsiteX1" fmla="*/ 947957 w 947957"/>
                  <a:gd name="connsiteY1" fmla="*/ 0 h 244261"/>
                  <a:gd name="connsiteX2" fmla="*/ 947957 w 947957"/>
                  <a:gd name="connsiteY2" fmla="*/ 244261 h 244261"/>
                  <a:gd name="connsiteX3" fmla="*/ 715327 w 947957"/>
                  <a:gd name="connsiteY3" fmla="*/ 244261 h 244261"/>
                  <a:gd name="connsiteX4" fmla="*/ 0 w 947957"/>
                  <a:gd name="connsiteY4" fmla="*/ 52590 h 2442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7957" h="244261">
                    <a:moveTo>
                      <a:pt x="0" y="0"/>
                    </a:moveTo>
                    <a:lnTo>
                      <a:pt x="947957" y="0"/>
                    </a:lnTo>
                    <a:lnTo>
                      <a:pt x="947957" y="244261"/>
                    </a:lnTo>
                    <a:lnTo>
                      <a:pt x="715327" y="244261"/>
                    </a:lnTo>
                    <a:lnTo>
                      <a:pt x="0" y="5259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952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/>
                <a:endParaRPr lang="ko-KR" altLang="en-US" sz="1050" dirty="0">
                  <a:solidFill>
                    <a:prstClr val="white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cxnSp>
            <p:nvCxnSpPr>
              <p:cNvPr id="600" name="직선 연결선 35">
                <a:extLst>
                  <a:ext uri="{FF2B5EF4-FFF2-40B4-BE49-F238E27FC236}">
                    <a16:creationId xmlns:a16="http://schemas.microsoft.com/office/drawing/2014/main" id="{056362F0-6DE9-9B39-2634-1828895EFB4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10660" y="4327588"/>
                <a:ext cx="309" cy="772556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1" name="직사각형 36">
                <a:extLst>
                  <a:ext uri="{FF2B5EF4-FFF2-40B4-BE49-F238E27FC236}">
                    <a16:creationId xmlns:a16="http://schemas.microsoft.com/office/drawing/2014/main" id="{EB27DC07-4B91-7998-D4BA-46579AA4EBD5}"/>
                  </a:ext>
                </a:extLst>
              </p:cNvPr>
              <p:cNvSpPr/>
              <p:nvPr/>
            </p:nvSpPr>
            <p:spPr>
              <a:xfrm flipH="1">
                <a:off x="1510659" y="4957221"/>
                <a:ext cx="55096" cy="23715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/>
                <a:endParaRPr lang="ko-KR" altLang="en-US" sz="1600">
                  <a:solidFill>
                    <a:prstClr val="white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602" name="직사각형 37">
                <a:extLst>
                  <a:ext uri="{FF2B5EF4-FFF2-40B4-BE49-F238E27FC236}">
                    <a16:creationId xmlns:a16="http://schemas.microsoft.com/office/drawing/2014/main" id="{EE88E11E-4812-2BC0-BF04-FDA1AF812979}"/>
                  </a:ext>
                </a:extLst>
              </p:cNvPr>
              <p:cNvSpPr/>
              <p:nvPr/>
            </p:nvSpPr>
            <p:spPr>
              <a:xfrm flipH="1">
                <a:off x="1410297" y="4913590"/>
                <a:ext cx="91152" cy="283172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/>
                <a:endParaRPr lang="ko-KR" altLang="en-US" sz="1600">
                  <a:solidFill>
                    <a:prstClr val="white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cxnSp>
            <p:nvCxnSpPr>
              <p:cNvPr id="603" name="직선 연결선 39">
                <a:extLst>
                  <a:ext uri="{FF2B5EF4-FFF2-40B4-BE49-F238E27FC236}">
                    <a16:creationId xmlns:a16="http://schemas.microsoft.com/office/drawing/2014/main" id="{D861226C-38A6-8EC7-8711-02DE343694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58375" y="4505061"/>
                <a:ext cx="0" cy="365546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6D85BD50-4DEF-380C-C5AA-BB7B2CC74E2A}"/>
                  </a:ext>
                </a:extLst>
              </p:cNvPr>
              <p:cNvSpPr txBox="1"/>
              <p:nvPr/>
            </p:nvSpPr>
            <p:spPr>
              <a:xfrm>
                <a:off x="1811279" y="4349377"/>
                <a:ext cx="710479" cy="106874"/>
              </a:xfrm>
              <a:prstGeom prst="rect">
                <a:avLst/>
              </a:prstGeom>
              <a:solidFill>
                <a:srgbClr val="FFFFFF">
                  <a:alpha val="30196"/>
                </a:srgbClr>
              </a:solidFill>
            </p:spPr>
            <p:txBody>
              <a:bodyPr wrap="square" lIns="18000" tIns="7200" rIns="18000" bIns="7200" rtlCol="0">
                <a:spAutoFit/>
              </a:bodyPr>
              <a:lstStyle/>
              <a:p>
                <a:pPr algn="ctr" defTabSz="914400" latinLnBrk="1"/>
                <a:r>
                  <a:rPr lang="ko-KR" altLang="en-US" sz="600" dirty="0">
                    <a:solidFill>
                      <a:srgbClr val="FF000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벨트 오염 위치</a:t>
                </a:r>
              </a:p>
            </p:txBody>
          </p:sp>
          <p:sp>
            <p:nvSpPr>
              <p:cNvPr id="605" name="타원 42">
                <a:extLst>
                  <a:ext uri="{FF2B5EF4-FFF2-40B4-BE49-F238E27FC236}">
                    <a16:creationId xmlns:a16="http://schemas.microsoft.com/office/drawing/2014/main" id="{578861A9-B413-33C0-8650-BBA953413E9E}"/>
                  </a:ext>
                </a:extLst>
              </p:cNvPr>
              <p:cNvSpPr/>
              <p:nvPr/>
            </p:nvSpPr>
            <p:spPr>
              <a:xfrm>
                <a:off x="1768298" y="4680411"/>
                <a:ext cx="129738" cy="140805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/>
                <a:endParaRPr lang="ko-KR" altLang="en-US" sz="1600">
                  <a:solidFill>
                    <a:prstClr val="white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cxnSp>
            <p:nvCxnSpPr>
              <p:cNvPr id="606" name="직선 연결선 47">
                <a:extLst>
                  <a:ext uri="{FF2B5EF4-FFF2-40B4-BE49-F238E27FC236}">
                    <a16:creationId xmlns:a16="http://schemas.microsoft.com/office/drawing/2014/main" id="{47C1DD91-A5A2-2403-56D7-A088201D7E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4347" y="4505060"/>
                <a:ext cx="0" cy="365546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7" name="직사각형 48">
                <a:extLst>
                  <a:ext uri="{FF2B5EF4-FFF2-40B4-BE49-F238E27FC236}">
                    <a16:creationId xmlns:a16="http://schemas.microsoft.com/office/drawing/2014/main" id="{FD242F1E-4B7B-A207-5E31-516014F45D77}"/>
                  </a:ext>
                </a:extLst>
              </p:cNvPr>
              <p:cNvSpPr/>
              <p:nvPr/>
            </p:nvSpPr>
            <p:spPr>
              <a:xfrm>
                <a:off x="2055572" y="4896094"/>
                <a:ext cx="148466" cy="5295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/>
                <a:endParaRPr lang="ko-KR" altLang="en-US">
                  <a:solidFill>
                    <a:prstClr val="white"/>
                  </a:solidFill>
                  <a:latin typeface="Calibri" panose="020F0502020204030204"/>
                  <a:ea typeface="맑은 고딕" panose="020B0503020000020004" pitchFamily="50" charset="-127"/>
                </a:endParaRPr>
              </a:p>
            </p:txBody>
          </p:sp>
          <p:sp>
            <p:nvSpPr>
              <p:cNvPr id="608" name="직사각형 49">
                <a:extLst>
                  <a:ext uri="{FF2B5EF4-FFF2-40B4-BE49-F238E27FC236}">
                    <a16:creationId xmlns:a16="http://schemas.microsoft.com/office/drawing/2014/main" id="{124EB7DF-C89E-0E2E-7289-54C852418698}"/>
                  </a:ext>
                </a:extLst>
              </p:cNvPr>
              <p:cNvSpPr/>
              <p:nvPr/>
            </p:nvSpPr>
            <p:spPr>
              <a:xfrm>
                <a:off x="2525322" y="4896094"/>
                <a:ext cx="148466" cy="5295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/>
                <a:endParaRPr lang="ko-KR" altLang="en-US">
                  <a:solidFill>
                    <a:prstClr val="white"/>
                  </a:solidFill>
                  <a:latin typeface="Calibri" panose="020F0502020204030204"/>
                  <a:ea typeface="맑은 고딕" panose="020B0503020000020004" pitchFamily="50" charset="-127"/>
                </a:endParaRPr>
              </a:p>
            </p:txBody>
          </p:sp>
          <p:sp>
            <p:nvSpPr>
              <p:cNvPr id="609" name="직사각형 50">
                <a:extLst>
                  <a:ext uri="{FF2B5EF4-FFF2-40B4-BE49-F238E27FC236}">
                    <a16:creationId xmlns:a16="http://schemas.microsoft.com/office/drawing/2014/main" id="{94F4B8E9-E074-BD0D-DBF6-95BEF35A18E7}"/>
                  </a:ext>
                </a:extLst>
              </p:cNvPr>
              <p:cNvSpPr/>
              <p:nvPr/>
            </p:nvSpPr>
            <p:spPr>
              <a:xfrm>
                <a:off x="3003533" y="4896094"/>
                <a:ext cx="148466" cy="5295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/>
                <a:endParaRPr lang="ko-KR" altLang="en-US">
                  <a:solidFill>
                    <a:prstClr val="white"/>
                  </a:solidFill>
                  <a:latin typeface="Calibri" panose="020F0502020204030204"/>
                  <a:ea typeface="맑은 고딕" panose="020B0503020000020004" pitchFamily="50" charset="-127"/>
                </a:endParaRPr>
              </a:p>
            </p:txBody>
          </p:sp>
          <p:sp>
            <p:nvSpPr>
              <p:cNvPr id="610" name="직사각형 51">
                <a:extLst>
                  <a:ext uri="{FF2B5EF4-FFF2-40B4-BE49-F238E27FC236}">
                    <a16:creationId xmlns:a16="http://schemas.microsoft.com/office/drawing/2014/main" id="{0DE1C98E-65B8-E5D9-F463-24C514EFCCC8}"/>
                  </a:ext>
                </a:extLst>
              </p:cNvPr>
              <p:cNvSpPr/>
              <p:nvPr/>
            </p:nvSpPr>
            <p:spPr>
              <a:xfrm>
                <a:off x="3472724" y="4896094"/>
                <a:ext cx="148466" cy="5295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/>
                <a:endParaRPr lang="ko-KR" altLang="en-US">
                  <a:solidFill>
                    <a:prstClr val="white"/>
                  </a:solidFill>
                  <a:latin typeface="Calibri" panose="020F0502020204030204"/>
                  <a:ea typeface="맑은 고딕" panose="020B0503020000020004" pitchFamily="50" charset="-127"/>
                </a:endParaRPr>
              </a:p>
            </p:txBody>
          </p:sp>
          <p:sp>
            <p:nvSpPr>
              <p:cNvPr id="611" name="직사각형 52">
                <a:extLst>
                  <a:ext uri="{FF2B5EF4-FFF2-40B4-BE49-F238E27FC236}">
                    <a16:creationId xmlns:a16="http://schemas.microsoft.com/office/drawing/2014/main" id="{43293742-B17F-3ABF-FA07-B8DDC4C4D1FC}"/>
                  </a:ext>
                </a:extLst>
              </p:cNvPr>
              <p:cNvSpPr/>
              <p:nvPr/>
            </p:nvSpPr>
            <p:spPr>
              <a:xfrm>
                <a:off x="2055572" y="5168363"/>
                <a:ext cx="148466" cy="5295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/>
                <a:endParaRPr lang="ko-KR" altLang="en-US">
                  <a:solidFill>
                    <a:prstClr val="white"/>
                  </a:solidFill>
                  <a:latin typeface="Calibri" panose="020F0502020204030204"/>
                  <a:ea typeface="맑은 고딕" panose="020B0503020000020004" pitchFamily="50" charset="-127"/>
                </a:endParaRPr>
              </a:p>
            </p:txBody>
          </p:sp>
          <p:sp>
            <p:nvSpPr>
              <p:cNvPr id="612" name="직사각형 53">
                <a:extLst>
                  <a:ext uri="{FF2B5EF4-FFF2-40B4-BE49-F238E27FC236}">
                    <a16:creationId xmlns:a16="http://schemas.microsoft.com/office/drawing/2014/main" id="{446F294F-5D28-884D-65E4-7F90C76AE835}"/>
                  </a:ext>
                </a:extLst>
              </p:cNvPr>
              <p:cNvSpPr/>
              <p:nvPr/>
            </p:nvSpPr>
            <p:spPr>
              <a:xfrm>
                <a:off x="2525322" y="5168363"/>
                <a:ext cx="148466" cy="5295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/>
                <a:endParaRPr lang="ko-KR" altLang="en-US">
                  <a:solidFill>
                    <a:prstClr val="white"/>
                  </a:solidFill>
                  <a:latin typeface="Calibri" panose="020F0502020204030204"/>
                  <a:ea typeface="맑은 고딕" panose="020B0503020000020004" pitchFamily="50" charset="-127"/>
                </a:endParaRPr>
              </a:p>
            </p:txBody>
          </p:sp>
          <p:sp>
            <p:nvSpPr>
              <p:cNvPr id="613" name="직사각형 54">
                <a:extLst>
                  <a:ext uri="{FF2B5EF4-FFF2-40B4-BE49-F238E27FC236}">
                    <a16:creationId xmlns:a16="http://schemas.microsoft.com/office/drawing/2014/main" id="{FC85334E-E536-8CA3-24EF-85A4F0B4E16B}"/>
                  </a:ext>
                </a:extLst>
              </p:cNvPr>
              <p:cNvSpPr/>
              <p:nvPr/>
            </p:nvSpPr>
            <p:spPr>
              <a:xfrm>
                <a:off x="3003533" y="5168363"/>
                <a:ext cx="148466" cy="5295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/>
                <a:endParaRPr lang="ko-KR" altLang="en-US">
                  <a:solidFill>
                    <a:prstClr val="white"/>
                  </a:solidFill>
                  <a:latin typeface="Calibri" panose="020F0502020204030204"/>
                  <a:ea typeface="맑은 고딕" panose="020B0503020000020004" pitchFamily="50" charset="-127"/>
                </a:endParaRPr>
              </a:p>
            </p:txBody>
          </p:sp>
          <p:sp>
            <p:nvSpPr>
              <p:cNvPr id="614" name="직사각형 55">
                <a:extLst>
                  <a:ext uri="{FF2B5EF4-FFF2-40B4-BE49-F238E27FC236}">
                    <a16:creationId xmlns:a16="http://schemas.microsoft.com/office/drawing/2014/main" id="{1717A48C-2F36-F0AA-3C6C-C35728CF8846}"/>
                  </a:ext>
                </a:extLst>
              </p:cNvPr>
              <p:cNvSpPr/>
              <p:nvPr/>
            </p:nvSpPr>
            <p:spPr>
              <a:xfrm>
                <a:off x="3472724" y="5168363"/>
                <a:ext cx="148466" cy="5295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/>
                <a:endParaRPr lang="ko-KR" altLang="en-US">
                  <a:solidFill>
                    <a:prstClr val="white"/>
                  </a:solidFill>
                  <a:latin typeface="Calibri" panose="020F0502020204030204"/>
                  <a:ea typeface="맑은 고딕" panose="020B0503020000020004" pitchFamily="50" charset="-127"/>
                </a:endParaRPr>
              </a:p>
            </p:txBody>
          </p:sp>
          <p:sp>
            <p:nvSpPr>
              <p:cNvPr id="615" name="TextBox 7">
                <a:extLst>
                  <a:ext uri="{FF2B5EF4-FFF2-40B4-BE49-F238E27FC236}">
                    <a16:creationId xmlns:a16="http://schemas.microsoft.com/office/drawing/2014/main" id="{87D11A36-5A7B-1932-AB16-D1D9CBBAF78A}"/>
                  </a:ext>
                </a:extLst>
              </p:cNvPr>
              <p:cNvSpPr txBox="1"/>
              <p:nvPr/>
            </p:nvSpPr>
            <p:spPr>
              <a:xfrm>
                <a:off x="1898036" y="4626123"/>
                <a:ext cx="477017" cy="121448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latinLnBrk="1"/>
                <a:r>
                  <a:rPr lang="en-US" altLang="ko-KR" sz="600" b="1" dirty="0">
                    <a:solidFill>
                      <a:prstClr val="black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10mm</a:t>
                </a:r>
                <a:endParaRPr lang="ko-KR" altLang="en-US" sz="600" b="1" dirty="0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cxnSp>
            <p:nvCxnSpPr>
              <p:cNvPr id="616" name="직선 연결선 58">
                <a:extLst>
                  <a:ext uri="{FF2B5EF4-FFF2-40B4-BE49-F238E27FC236}">
                    <a16:creationId xmlns:a16="http://schemas.microsoft.com/office/drawing/2014/main" id="{69617907-2D0A-17EE-BE56-B59294250C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27816" y="4505060"/>
                <a:ext cx="0" cy="365546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7" name="직선 연결선 59">
                <a:extLst>
                  <a:ext uri="{FF2B5EF4-FFF2-40B4-BE49-F238E27FC236}">
                    <a16:creationId xmlns:a16="http://schemas.microsoft.com/office/drawing/2014/main" id="{76C55B53-04A1-6727-56CB-9B2981BA1D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73788" y="4505060"/>
                <a:ext cx="0" cy="365546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8" name="직선 연결선 60">
                <a:extLst>
                  <a:ext uri="{FF2B5EF4-FFF2-40B4-BE49-F238E27FC236}">
                    <a16:creationId xmlns:a16="http://schemas.microsoft.com/office/drawing/2014/main" id="{9A21ADF2-9ED8-3CEB-3EA4-7164BE5D03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02517" y="4505060"/>
                <a:ext cx="0" cy="365546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9" name="직선 연결선 61">
                <a:extLst>
                  <a:ext uri="{FF2B5EF4-FFF2-40B4-BE49-F238E27FC236}">
                    <a16:creationId xmlns:a16="http://schemas.microsoft.com/office/drawing/2014/main" id="{B8A6FF36-3CFE-2432-F3B5-E884063C0C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48489" y="4505060"/>
                <a:ext cx="0" cy="365546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0" name="직선 연결선 62">
                <a:extLst>
                  <a:ext uri="{FF2B5EF4-FFF2-40B4-BE49-F238E27FC236}">
                    <a16:creationId xmlns:a16="http://schemas.microsoft.com/office/drawing/2014/main" id="{338EEF5B-3B24-4ABD-AD21-A0A567A879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75218" y="4505060"/>
                <a:ext cx="0" cy="365546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1" name="직선 연결선 63">
                <a:extLst>
                  <a:ext uri="{FF2B5EF4-FFF2-40B4-BE49-F238E27FC236}">
                    <a16:creationId xmlns:a16="http://schemas.microsoft.com/office/drawing/2014/main" id="{82DC6531-0740-A6E6-313D-E0706C1922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1190" y="4505060"/>
                <a:ext cx="0" cy="365546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2" name="TextBox 621">
                <a:extLst>
                  <a:ext uri="{FF2B5EF4-FFF2-40B4-BE49-F238E27FC236}">
                    <a16:creationId xmlns:a16="http://schemas.microsoft.com/office/drawing/2014/main" id="{CC885565-23B3-D46F-039F-085A95EF632C}"/>
                  </a:ext>
                </a:extLst>
              </p:cNvPr>
              <p:cNvSpPr txBox="1"/>
              <p:nvPr/>
            </p:nvSpPr>
            <p:spPr>
              <a:xfrm>
                <a:off x="1700730" y="4517870"/>
                <a:ext cx="160465" cy="122262"/>
              </a:xfrm>
              <a:prstGeom prst="rect">
                <a:avLst/>
              </a:prstGeom>
              <a:solidFill>
                <a:srgbClr val="FFFFFF">
                  <a:alpha val="30196"/>
                </a:srgbClr>
              </a:solidFill>
            </p:spPr>
            <p:txBody>
              <a:bodyPr wrap="square" lIns="18000" tIns="7200" rIns="18000" bIns="7200" rtlCol="0" anchor="ctr">
                <a:spAutoFit/>
              </a:bodyPr>
              <a:lstStyle/>
              <a:p>
                <a:pPr algn="ctr" defTabSz="914400" latinLnBrk="1"/>
                <a:r>
                  <a:rPr lang="ko-KR" altLang="en-US" sz="700" dirty="0">
                    <a:solidFill>
                      <a:srgbClr val="FF000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①</a:t>
                </a:r>
              </a:p>
            </p:txBody>
          </p:sp>
          <p:sp>
            <p:nvSpPr>
              <p:cNvPr id="623" name="TextBox 622">
                <a:extLst>
                  <a:ext uri="{FF2B5EF4-FFF2-40B4-BE49-F238E27FC236}">
                    <a16:creationId xmlns:a16="http://schemas.microsoft.com/office/drawing/2014/main" id="{DD3CE700-5B4C-4EE2-7BA2-3266AA23D908}"/>
                  </a:ext>
                </a:extLst>
              </p:cNvPr>
              <p:cNvSpPr txBox="1"/>
              <p:nvPr/>
            </p:nvSpPr>
            <p:spPr>
              <a:xfrm>
                <a:off x="2061305" y="4980571"/>
                <a:ext cx="160465" cy="122262"/>
              </a:xfrm>
              <a:prstGeom prst="rect">
                <a:avLst/>
              </a:prstGeom>
              <a:solidFill>
                <a:srgbClr val="FFFFFF">
                  <a:alpha val="30196"/>
                </a:srgbClr>
              </a:solidFill>
            </p:spPr>
            <p:txBody>
              <a:bodyPr wrap="square" lIns="18000" tIns="7200" rIns="18000" bIns="7200" rtlCol="0" anchor="ctr">
                <a:spAutoFit/>
              </a:bodyPr>
              <a:lstStyle/>
              <a:p>
                <a:pPr algn="ctr" defTabSz="914400" latinLnBrk="1"/>
                <a:r>
                  <a:rPr lang="ko-KR" altLang="en-US" sz="700" dirty="0">
                    <a:solidFill>
                      <a:srgbClr val="FF000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②</a:t>
                </a:r>
              </a:p>
            </p:txBody>
          </p:sp>
          <p:grpSp>
            <p:nvGrpSpPr>
              <p:cNvPr id="624" name="Group 10">
                <a:extLst>
                  <a:ext uri="{FF2B5EF4-FFF2-40B4-BE49-F238E27FC236}">
                    <a16:creationId xmlns:a16="http://schemas.microsoft.com/office/drawing/2014/main" id="{984F68BB-D0AA-3509-5785-A58B25B835FA}"/>
                  </a:ext>
                </a:extLst>
              </p:cNvPr>
              <p:cNvGrpSpPr/>
              <p:nvPr/>
            </p:nvGrpSpPr>
            <p:grpSpPr>
              <a:xfrm>
                <a:off x="1731701" y="4827849"/>
                <a:ext cx="320040" cy="64008"/>
                <a:chOff x="4934974" y="6227626"/>
                <a:chExt cx="334476" cy="74020"/>
              </a:xfrm>
            </p:grpSpPr>
            <p:sp>
              <p:nvSpPr>
                <p:cNvPr id="130" name="직사각형 23">
                  <a:extLst>
                    <a:ext uri="{FF2B5EF4-FFF2-40B4-BE49-F238E27FC236}">
                      <a16:creationId xmlns:a16="http://schemas.microsoft.com/office/drawing/2014/main" id="{4EDE320E-6369-3759-AC27-4A017CDFDB03}"/>
                    </a:ext>
                  </a:extLst>
                </p:cNvPr>
                <p:cNvSpPr/>
                <p:nvPr/>
              </p:nvSpPr>
              <p:spPr>
                <a:xfrm>
                  <a:off x="4934974" y="6227626"/>
                  <a:ext cx="334476" cy="74020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914400" latinLnBrk="1"/>
                  <a:endParaRPr lang="ko-KR" altLang="en-US" sz="1050">
                    <a:solidFill>
                      <a:prstClr val="white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131" name="직사각형 27">
                  <a:extLst>
                    <a:ext uri="{FF2B5EF4-FFF2-40B4-BE49-F238E27FC236}">
                      <a16:creationId xmlns:a16="http://schemas.microsoft.com/office/drawing/2014/main" id="{103B451E-BC85-02C1-D592-6143AACE74F5}"/>
                    </a:ext>
                  </a:extLst>
                </p:cNvPr>
                <p:cNvSpPr/>
                <p:nvPr/>
              </p:nvSpPr>
              <p:spPr>
                <a:xfrm>
                  <a:off x="5034457" y="6269899"/>
                  <a:ext cx="135509" cy="18415"/>
                </a:xfrm>
                <a:prstGeom prst="rect">
                  <a:avLst/>
                </a:prstGeom>
                <a:solidFill>
                  <a:srgbClr val="FFC0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00" latinLnBrk="1"/>
                  <a:endParaRPr lang="ko-KR" altLang="en-US" sz="1600">
                    <a:solidFill>
                      <a:prstClr val="white"/>
                    </a:solidFill>
                    <a:latin typeface="Calibri" panose="020F0502020204030204"/>
                    <a:ea typeface="맑은 고딕" panose="020B0503020000020004" pitchFamily="50" charset="-127"/>
                  </a:endParaRPr>
                </a:p>
              </p:txBody>
            </p:sp>
          </p:grpSp>
          <p:grpSp>
            <p:nvGrpSpPr>
              <p:cNvPr id="625" name="Group 278">
                <a:extLst>
                  <a:ext uri="{FF2B5EF4-FFF2-40B4-BE49-F238E27FC236}">
                    <a16:creationId xmlns:a16="http://schemas.microsoft.com/office/drawing/2014/main" id="{365D25CA-7D63-9754-B9F4-4DDE07004CF9}"/>
                  </a:ext>
                </a:extLst>
              </p:cNvPr>
              <p:cNvGrpSpPr/>
              <p:nvPr/>
            </p:nvGrpSpPr>
            <p:grpSpPr>
              <a:xfrm>
                <a:off x="2212249" y="4823186"/>
                <a:ext cx="310896" cy="64008"/>
                <a:chOff x="4934974" y="6227626"/>
                <a:chExt cx="334476" cy="74020"/>
              </a:xfrm>
            </p:grpSpPr>
            <p:sp>
              <p:nvSpPr>
                <p:cNvPr id="128" name="직사각형 23">
                  <a:extLst>
                    <a:ext uri="{FF2B5EF4-FFF2-40B4-BE49-F238E27FC236}">
                      <a16:creationId xmlns:a16="http://schemas.microsoft.com/office/drawing/2014/main" id="{ADE618E1-F3A3-549E-6A66-9E39D0CDA60D}"/>
                    </a:ext>
                  </a:extLst>
                </p:cNvPr>
                <p:cNvSpPr/>
                <p:nvPr/>
              </p:nvSpPr>
              <p:spPr>
                <a:xfrm>
                  <a:off x="4934974" y="6227626"/>
                  <a:ext cx="334476" cy="74020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914400" latinLnBrk="1"/>
                  <a:endParaRPr lang="ko-KR" altLang="en-US" sz="1050">
                    <a:solidFill>
                      <a:prstClr val="white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129" name="직사각형 27">
                  <a:extLst>
                    <a:ext uri="{FF2B5EF4-FFF2-40B4-BE49-F238E27FC236}">
                      <a16:creationId xmlns:a16="http://schemas.microsoft.com/office/drawing/2014/main" id="{C381F4AE-826E-6976-48B0-D4D7BA0D9F22}"/>
                    </a:ext>
                  </a:extLst>
                </p:cNvPr>
                <p:cNvSpPr/>
                <p:nvPr/>
              </p:nvSpPr>
              <p:spPr>
                <a:xfrm>
                  <a:off x="5034457" y="6269899"/>
                  <a:ext cx="135509" cy="18415"/>
                </a:xfrm>
                <a:prstGeom prst="rect">
                  <a:avLst/>
                </a:prstGeom>
                <a:solidFill>
                  <a:srgbClr val="FFC0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00" latinLnBrk="1"/>
                  <a:endParaRPr lang="ko-KR" altLang="en-US" sz="1600">
                    <a:solidFill>
                      <a:prstClr val="white"/>
                    </a:solidFill>
                    <a:latin typeface="Calibri" panose="020F0502020204030204"/>
                    <a:ea typeface="맑은 고딕" panose="020B0503020000020004" pitchFamily="50" charset="-127"/>
                  </a:endParaRPr>
                </a:p>
              </p:txBody>
            </p:sp>
          </p:grpSp>
          <p:grpSp>
            <p:nvGrpSpPr>
              <p:cNvPr id="626" name="Group 281">
                <a:extLst>
                  <a:ext uri="{FF2B5EF4-FFF2-40B4-BE49-F238E27FC236}">
                    <a16:creationId xmlns:a16="http://schemas.microsoft.com/office/drawing/2014/main" id="{4EE9C867-A92C-FB29-54F4-FAE9A432EE4C}"/>
                  </a:ext>
                </a:extLst>
              </p:cNvPr>
              <p:cNvGrpSpPr/>
              <p:nvPr/>
            </p:nvGrpSpPr>
            <p:grpSpPr>
              <a:xfrm>
                <a:off x="2684465" y="4826169"/>
                <a:ext cx="310896" cy="64008"/>
                <a:chOff x="4934974" y="6227626"/>
                <a:chExt cx="334476" cy="74020"/>
              </a:xfrm>
            </p:grpSpPr>
            <p:sp>
              <p:nvSpPr>
                <p:cNvPr id="638" name="직사각형 23">
                  <a:extLst>
                    <a:ext uri="{FF2B5EF4-FFF2-40B4-BE49-F238E27FC236}">
                      <a16:creationId xmlns:a16="http://schemas.microsoft.com/office/drawing/2014/main" id="{AD329C1D-FF73-3C09-50FC-488401495515}"/>
                    </a:ext>
                  </a:extLst>
                </p:cNvPr>
                <p:cNvSpPr/>
                <p:nvPr/>
              </p:nvSpPr>
              <p:spPr>
                <a:xfrm>
                  <a:off x="4934974" y="6227626"/>
                  <a:ext cx="334476" cy="74020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914400" latinLnBrk="1"/>
                  <a:endParaRPr lang="ko-KR" altLang="en-US" sz="1050">
                    <a:solidFill>
                      <a:prstClr val="white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639" name="직사각형 27">
                  <a:extLst>
                    <a:ext uri="{FF2B5EF4-FFF2-40B4-BE49-F238E27FC236}">
                      <a16:creationId xmlns:a16="http://schemas.microsoft.com/office/drawing/2014/main" id="{9DB53FB4-73DD-6B27-B290-85399CA12863}"/>
                    </a:ext>
                  </a:extLst>
                </p:cNvPr>
                <p:cNvSpPr/>
                <p:nvPr/>
              </p:nvSpPr>
              <p:spPr>
                <a:xfrm>
                  <a:off x="5034457" y="6269899"/>
                  <a:ext cx="135509" cy="18415"/>
                </a:xfrm>
                <a:prstGeom prst="rect">
                  <a:avLst/>
                </a:prstGeom>
                <a:solidFill>
                  <a:srgbClr val="FFC0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00" latinLnBrk="1"/>
                  <a:endParaRPr lang="ko-KR" altLang="en-US" sz="1600">
                    <a:solidFill>
                      <a:prstClr val="white"/>
                    </a:solidFill>
                    <a:latin typeface="Calibri" panose="020F0502020204030204"/>
                    <a:ea typeface="맑은 고딕" panose="020B0503020000020004" pitchFamily="50" charset="-127"/>
                  </a:endParaRPr>
                </a:p>
              </p:txBody>
            </p:sp>
          </p:grpSp>
          <p:grpSp>
            <p:nvGrpSpPr>
              <p:cNvPr id="627" name="Group 284">
                <a:extLst>
                  <a:ext uri="{FF2B5EF4-FFF2-40B4-BE49-F238E27FC236}">
                    <a16:creationId xmlns:a16="http://schemas.microsoft.com/office/drawing/2014/main" id="{224CC0AB-AEA7-A8B5-434B-26C2CF99D50B}"/>
                  </a:ext>
                </a:extLst>
              </p:cNvPr>
              <p:cNvGrpSpPr/>
              <p:nvPr/>
            </p:nvGrpSpPr>
            <p:grpSpPr>
              <a:xfrm>
                <a:off x="3158014" y="4827375"/>
                <a:ext cx="310896" cy="64008"/>
                <a:chOff x="4934974" y="6227626"/>
                <a:chExt cx="334476" cy="74020"/>
              </a:xfrm>
            </p:grpSpPr>
            <p:sp>
              <p:nvSpPr>
                <p:cNvPr id="636" name="직사각형 23">
                  <a:extLst>
                    <a:ext uri="{FF2B5EF4-FFF2-40B4-BE49-F238E27FC236}">
                      <a16:creationId xmlns:a16="http://schemas.microsoft.com/office/drawing/2014/main" id="{16DBA5B3-F8DE-49C2-78C9-0238812268BB}"/>
                    </a:ext>
                  </a:extLst>
                </p:cNvPr>
                <p:cNvSpPr/>
                <p:nvPr/>
              </p:nvSpPr>
              <p:spPr>
                <a:xfrm>
                  <a:off x="4934974" y="6227626"/>
                  <a:ext cx="334476" cy="74020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914400" latinLnBrk="1"/>
                  <a:endParaRPr lang="ko-KR" altLang="en-US" sz="1050">
                    <a:solidFill>
                      <a:prstClr val="white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637" name="직사각형 27">
                  <a:extLst>
                    <a:ext uri="{FF2B5EF4-FFF2-40B4-BE49-F238E27FC236}">
                      <a16:creationId xmlns:a16="http://schemas.microsoft.com/office/drawing/2014/main" id="{655BFA63-AEE3-A78E-F9C1-6B1C81B61EE3}"/>
                    </a:ext>
                  </a:extLst>
                </p:cNvPr>
                <p:cNvSpPr/>
                <p:nvPr/>
              </p:nvSpPr>
              <p:spPr>
                <a:xfrm>
                  <a:off x="5034457" y="6269899"/>
                  <a:ext cx="135509" cy="18415"/>
                </a:xfrm>
                <a:prstGeom prst="rect">
                  <a:avLst/>
                </a:prstGeom>
                <a:solidFill>
                  <a:srgbClr val="FFC0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00" latinLnBrk="1"/>
                  <a:endParaRPr lang="ko-KR" altLang="en-US" sz="1600">
                    <a:solidFill>
                      <a:prstClr val="white"/>
                    </a:solidFill>
                    <a:latin typeface="Calibri" panose="020F0502020204030204"/>
                    <a:ea typeface="맑은 고딕" panose="020B0503020000020004" pitchFamily="50" charset="-127"/>
                  </a:endParaRPr>
                </a:p>
              </p:txBody>
            </p:sp>
          </p:grpSp>
          <p:sp>
            <p:nvSpPr>
              <p:cNvPr id="628" name="TextBox 7">
                <a:extLst>
                  <a:ext uri="{FF2B5EF4-FFF2-40B4-BE49-F238E27FC236}">
                    <a16:creationId xmlns:a16="http://schemas.microsoft.com/office/drawing/2014/main" id="{B15DCB74-F2D5-17CC-30D6-E573B034EC4F}"/>
                  </a:ext>
                </a:extLst>
              </p:cNvPr>
              <p:cNvSpPr txBox="1"/>
              <p:nvPr/>
            </p:nvSpPr>
            <p:spPr>
              <a:xfrm>
                <a:off x="2385929" y="4626314"/>
                <a:ext cx="477017" cy="121448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latinLnBrk="1"/>
                <a:r>
                  <a:rPr lang="en-US" altLang="ko-KR" sz="600" b="1" dirty="0">
                    <a:solidFill>
                      <a:prstClr val="black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10mm</a:t>
                </a:r>
                <a:endParaRPr lang="ko-KR" altLang="en-US" sz="600" b="1" dirty="0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630" name="TextBox 7">
                <a:extLst>
                  <a:ext uri="{FF2B5EF4-FFF2-40B4-BE49-F238E27FC236}">
                    <a16:creationId xmlns:a16="http://schemas.microsoft.com/office/drawing/2014/main" id="{EC908B84-EB7B-66C7-ACE7-914E32CF7567}"/>
                  </a:ext>
                </a:extLst>
              </p:cNvPr>
              <p:cNvSpPr txBox="1"/>
              <p:nvPr/>
            </p:nvSpPr>
            <p:spPr>
              <a:xfrm>
                <a:off x="2860439" y="4626123"/>
                <a:ext cx="477017" cy="121448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latinLnBrk="1"/>
                <a:r>
                  <a:rPr lang="en-US" altLang="ko-KR" sz="600" b="1" dirty="0">
                    <a:solidFill>
                      <a:prstClr val="black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10mm</a:t>
                </a:r>
                <a:endParaRPr lang="ko-KR" altLang="en-US" sz="600" b="1" dirty="0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631" name="TextBox 7">
                <a:extLst>
                  <a:ext uri="{FF2B5EF4-FFF2-40B4-BE49-F238E27FC236}">
                    <a16:creationId xmlns:a16="http://schemas.microsoft.com/office/drawing/2014/main" id="{6B520B75-B198-5E25-F7B0-17BC48FA9691}"/>
                  </a:ext>
                </a:extLst>
              </p:cNvPr>
              <p:cNvSpPr txBox="1"/>
              <p:nvPr/>
            </p:nvSpPr>
            <p:spPr>
              <a:xfrm>
                <a:off x="3329803" y="4636002"/>
                <a:ext cx="477017" cy="121448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latinLnBrk="1"/>
                <a:r>
                  <a:rPr lang="en-US" altLang="ko-KR" sz="600" b="1" dirty="0">
                    <a:solidFill>
                      <a:prstClr val="black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10mm</a:t>
                </a:r>
                <a:endParaRPr lang="ko-KR" altLang="en-US" sz="600" b="1" dirty="0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632" name="TextBox 7">
                <a:extLst>
                  <a:ext uri="{FF2B5EF4-FFF2-40B4-BE49-F238E27FC236}">
                    <a16:creationId xmlns:a16="http://schemas.microsoft.com/office/drawing/2014/main" id="{8F221E37-D9BD-B7CB-EAA0-535F8DD1C72F}"/>
                  </a:ext>
                </a:extLst>
              </p:cNvPr>
              <p:cNvSpPr txBox="1"/>
              <p:nvPr/>
            </p:nvSpPr>
            <p:spPr>
              <a:xfrm>
                <a:off x="1913130" y="5650709"/>
                <a:ext cx="477017" cy="121448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latinLnBrk="1"/>
                <a:r>
                  <a:rPr lang="en-US" altLang="ko-KR" sz="600" b="1" dirty="0">
                    <a:solidFill>
                      <a:prstClr val="black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10mm</a:t>
                </a:r>
                <a:endParaRPr lang="ko-KR" altLang="en-US" sz="600" b="1" dirty="0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633" name="TextBox 7">
                <a:extLst>
                  <a:ext uri="{FF2B5EF4-FFF2-40B4-BE49-F238E27FC236}">
                    <a16:creationId xmlns:a16="http://schemas.microsoft.com/office/drawing/2014/main" id="{1001FCE9-1588-8AAD-F1B3-E4DF0412A715}"/>
                  </a:ext>
                </a:extLst>
              </p:cNvPr>
              <p:cNvSpPr txBox="1"/>
              <p:nvPr/>
            </p:nvSpPr>
            <p:spPr>
              <a:xfrm>
                <a:off x="2401023" y="5650900"/>
                <a:ext cx="477017" cy="121448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latinLnBrk="1"/>
                <a:r>
                  <a:rPr lang="en-US" altLang="ko-KR" sz="600" b="1" dirty="0">
                    <a:solidFill>
                      <a:prstClr val="black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10mm</a:t>
                </a:r>
                <a:endParaRPr lang="ko-KR" altLang="en-US" sz="600" b="1" dirty="0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634" name="TextBox 7">
                <a:extLst>
                  <a:ext uri="{FF2B5EF4-FFF2-40B4-BE49-F238E27FC236}">
                    <a16:creationId xmlns:a16="http://schemas.microsoft.com/office/drawing/2014/main" id="{6BA2AF86-DC8E-8791-75AB-31A308CA85CD}"/>
                  </a:ext>
                </a:extLst>
              </p:cNvPr>
              <p:cNvSpPr txBox="1"/>
              <p:nvPr/>
            </p:nvSpPr>
            <p:spPr>
              <a:xfrm>
                <a:off x="2875533" y="5650709"/>
                <a:ext cx="477017" cy="121448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latinLnBrk="1"/>
                <a:r>
                  <a:rPr lang="en-US" altLang="ko-KR" sz="600" b="1" dirty="0">
                    <a:solidFill>
                      <a:prstClr val="black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10mm</a:t>
                </a:r>
                <a:endParaRPr lang="ko-KR" altLang="en-US" sz="600" b="1" dirty="0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635" name="TextBox 7">
                <a:extLst>
                  <a:ext uri="{FF2B5EF4-FFF2-40B4-BE49-F238E27FC236}">
                    <a16:creationId xmlns:a16="http://schemas.microsoft.com/office/drawing/2014/main" id="{CF95FCAA-73AB-6DAB-E0A7-1FB2AC1BEE79}"/>
                  </a:ext>
                </a:extLst>
              </p:cNvPr>
              <p:cNvSpPr txBox="1"/>
              <p:nvPr/>
            </p:nvSpPr>
            <p:spPr>
              <a:xfrm>
                <a:off x="3327963" y="5652121"/>
                <a:ext cx="477017" cy="121448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latinLnBrk="1"/>
                <a:r>
                  <a:rPr lang="en-US" altLang="ko-KR" sz="600" b="1" dirty="0">
                    <a:solidFill>
                      <a:prstClr val="black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10mm</a:t>
                </a:r>
                <a:endParaRPr lang="ko-KR" altLang="en-US" sz="600" b="1" dirty="0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p:grpSp>
        <p:grpSp>
          <p:nvGrpSpPr>
            <p:cNvPr id="539" name="Group 12">
              <a:extLst>
                <a:ext uri="{FF2B5EF4-FFF2-40B4-BE49-F238E27FC236}">
                  <a16:creationId xmlns:a16="http://schemas.microsoft.com/office/drawing/2014/main" id="{B301BE51-9AEC-FEAB-4EAF-A3097FC84101}"/>
                </a:ext>
              </a:extLst>
            </p:cNvPr>
            <p:cNvGrpSpPr/>
            <p:nvPr/>
          </p:nvGrpSpPr>
          <p:grpSpPr>
            <a:xfrm>
              <a:off x="1141897" y="5406271"/>
              <a:ext cx="3015265" cy="893753"/>
              <a:chOff x="1141897" y="5406271"/>
              <a:chExt cx="3015265" cy="893753"/>
            </a:xfrm>
          </p:grpSpPr>
          <p:cxnSp>
            <p:nvCxnSpPr>
              <p:cNvPr id="540" name="직선 연결선 64">
                <a:extLst>
                  <a:ext uri="{FF2B5EF4-FFF2-40B4-BE49-F238E27FC236}">
                    <a16:creationId xmlns:a16="http://schemas.microsoft.com/office/drawing/2014/main" id="{DF9E02B4-B4D5-F4E5-7747-D18F6A0CD8DF}"/>
                  </a:ext>
                </a:extLst>
              </p:cNvPr>
              <p:cNvCxnSpPr>
                <a:cxnSpLocks/>
                <a:stCxn id="590" idx="0"/>
                <a:endCxn id="592" idx="0"/>
              </p:cNvCxnSpPr>
              <p:nvPr/>
            </p:nvCxnSpPr>
            <p:spPr>
              <a:xfrm>
                <a:off x="1791700" y="5977445"/>
                <a:ext cx="2118707" cy="0"/>
              </a:xfrm>
              <a:prstGeom prst="line">
                <a:avLst/>
              </a:prstGeom>
              <a:ln w="952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1" name="직선 연결선 65">
                <a:extLst>
                  <a:ext uri="{FF2B5EF4-FFF2-40B4-BE49-F238E27FC236}">
                    <a16:creationId xmlns:a16="http://schemas.microsoft.com/office/drawing/2014/main" id="{1B4AC317-270F-E295-8636-2A5F816B3DFA}"/>
                  </a:ext>
                </a:extLst>
              </p:cNvPr>
              <p:cNvCxnSpPr>
                <a:cxnSpLocks/>
                <a:stCxn id="590" idx="4"/>
                <a:endCxn id="592" idx="4"/>
              </p:cNvCxnSpPr>
              <p:nvPr/>
            </p:nvCxnSpPr>
            <p:spPr>
              <a:xfrm>
                <a:off x="1791700" y="6300024"/>
                <a:ext cx="2118707" cy="0"/>
              </a:xfrm>
              <a:prstGeom prst="line">
                <a:avLst/>
              </a:prstGeom>
              <a:ln w="952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42" name="그룹 66">
                <a:extLst>
                  <a:ext uri="{FF2B5EF4-FFF2-40B4-BE49-F238E27FC236}">
                    <a16:creationId xmlns:a16="http://schemas.microsoft.com/office/drawing/2014/main" id="{73F25B5F-D0BC-A289-278B-59617C40210E}"/>
                  </a:ext>
                </a:extLst>
              </p:cNvPr>
              <p:cNvGrpSpPr/>
              <p:nvPr/>
            </p:nvGrpSpPr>
            <p:grpSpPr>
              <a:xfrm>
                <a:off x="1627284" y="5977443"/>
                <a:ext cx="2447539" cy="322578"/>
                <a:chOff x="2053326" y="2329768"/>
                <a:chExt cx="4159890" cy="559774"/>
              </a:xfrm>
            </p:grpSpPr>
            <p:sp>
              <p:nvSpPr>
                <p:cNvPr id="590" name="타원 97">
                  <a:extLst>
                    <a:ext uri="{FF2B5EF4-FFF2-40B4-BE49-F238E27FC236}">
                      <a16:creationId xmlns:a16="http://schemas.microsoft.com/office/drawing/2014/main" id="{41373175-3E43-C10D-F310-0C3434C78703}"/>
                    </a:ext>
                  </a:extLst>
                </p:cNvPr>
                <p:cNvSpPr/>
                <p:nvPr/>
              </p:nvSpPr>
              <p:spPr>
                <a:xfrm>
                  <a:off x="2053326" y="2329768"/>
                  <a:ext cx="558890" cy="55977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00" latinLnBrk="1"/>
                  <a:endParaRPr lang="ko-KR" altLang="en-US" sz="1600">
                    <a:solidFill>
                      <a:prstClr val="white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591" name="타원 98">
                  <a:extLst>
                    <a:ext uri="{FF2B5EF4-FFF2-40B4-BE49-F238E27FC236}">
                      <a16:creationId xmlns:a16="http://schemas.microsoft.com/office/drawing/2014/main" id="{5FABF96C-5BFC-6997-2BB6-A6A796FB9F03}"/>
                    </a:ext>
                  </a:extLst>
                </p:cNvPr>
                <p:cNvSpPr/>
                <p:nvPr/>
              </p:nvSpPr>
              <p:spPr>
                <a:xfrm>
                  <a:off x="2170772" y="2446467"/>
                  <a:ext cx="323994" cy="326376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00" latinLnBrk="1"/>
                  <a:endParaRPr lang="ko-KR" altLang="en-US" sz="1600">
                    <a:solidFill>
                      <a:prstClr val="white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592" name="타원 99">
                  <a:extLst>
                    <a:ext uri="{FF2B5EF4-FFF2-40B4-BE49-F238E27FC236}">
                      <a16:creationId xmlns:a16="http://schemas.microsoft.com/office/drawing/2014/main" id="{9FDBF6F0-DDB4-88BB-5F4F-DD3BD3FC3C6E}"/>
                    </a:ext>
                  </a:extLst>
                </p:cNvPr>
                <p:cNvSpPr/>
                <p:nvPr/>
              </p:nvSpPr>
              <p:spPr>
                <a:xfrm>
                  <a:off x="5654326" y="2329768"/>
                  <a:ext cx="558890" cy="55977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00" latinLnBrk="1"/>
                  <a:endParaRPr lang="ko-KR" altLang="en-US" sz="1600">
                    <a:solidFill>
                      <a:prstClr val="white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593" name="타원 100">
                  <a:extLst>
                    <a:ext uri="{FF2B5EF4-FFF2-40B4-BE49-F238E27FC236}">
                      <a16:creationId xmlns:a16="http://schemas.microsoft.com/office/drawing/2014/main" id="{48CBBC95-5484-5CBA-FD20-29FC73820CF9}"/>
                    </a:ext>
                  </a:extLst>
                </p:cNvPr>
                <p:cNvSpPr/>
                <p:nvPr/>
              </p:nvSpPr>
              <p:spPr>
                <a:xfrm>
                  <a:off x="5771771" y="2446467"/>
                  <a:ext cx="323994" cy="326376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00" latinLnBrk="1"/>
                  <a:endParaRPr lang="ko-KR" altLang="en-US" sz="1600">
                    <a:solidFill>
                      <a:prstClr val="white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</p:grpSp>
          <p:sp>
            <p:nvSpPr>
              <p:cNvPr id="543" name="자유형: 도형 67">
                <a:extLst>
                  <a:ext uri="{FF2B5EF4-FFF2-40B4-BE49-F238E27FC236}">
                    <a16:creationId xmlns:a16="http://schemas.microsoft.com/office/drawing/2014/main" id="{4DFD7EDB-FA47-3B77-2215-BEE455140E50}"/>
                  </a:ext>
                </a:extLst>
              </p:cNvPr>
              <p:cNvSpPr/>
              <p:nvPr/>
            </p:nvSpPr>
            <p:spPr>
              <a:xfrm flipV="1">
                <a:off x="1141897" y="5992172"/>
                <a:ext cx="268400" cy="62187"/>
              </a:xfrm>
              <a:custGeom>
                <a:avLst/>
                <a:gdLst>
                  <a:gd name="connsiteX0" fmla="*/ 0 w 947957"/>
                  <a:gd name="connsiteY0" fmla="*/ 0 h 244261"/>
                  <a:gd name="connsiteX1" fmla="*/ 947957 w 947957"/>
                  <a:gd name="connsiteY1" fmla="*/ 0 h 244261"/>
                  <a:gd name="connsiteX2" fmla="*/ 947957 w 947957"/>
                  <a:gd name="connsiteY2" fmla="*/ 244261 h 244261"/>
                  <a:gd name="connsiteX3" fmla="*/ 715327 w 947957"/>
                  <a:gd name="connsiteY3" fmla="*/ 244261 h 244261"/>
                  <a:gd name="connsiteX4" fmla="*/ 0 w 947957"/>
                  <a:gd name="connsiteY4" fmla="*/ 52590 h 2442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7957" h="244261">
                    <a:moveTo>
                      <a:pt x="0" y="0"/>
                    </a:moveTo>
                    <a:lnTo>
                      <a:pt x="947957" y="0"/>
                    </a:lnTo>
                    <a:lnTo>
                      <a:pt x="947957" y="244261"/>
                    </a:lnTo>
                    <a:lnTo>
                      <a:pt x="715327" y="244261"/>
                    </a:lnTo>
                    <a:lnTo>
                      <a:pt x="0" y="5259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952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/>
                <a:endParaRPr lang="ko-KR" altLang="en-US" sz="1050">
                  <a:solidFill>
                    <a:prstClr val="white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544" name="자유형: 도형 68">
                <a:extLst>
                  <a:ext uri="{FF2B5EF4-FFF2-40B4-BE49-F238E27FC236}">
                    <a16:creationId xmlns:a16="http://schemas.microsoft.com/office/drawing/2014/main" id="{B8EDF740-5C72-B29B-DABC-9461A458F7D5}"/>
                  </a:ext>
                </a:extLst>
              </p:cNvPr>
              <p:cNvSpPr/>
              <p:nvPr/>
            </p:nvSpPr>
            <p:spPr>
              <a:xfrm rot="5400000" flipH="1" flipV="1">
                <a:off x="1375007" y="5649831"/>
                <a:ext cx="372228" cy="100301"/>
              </a:xfrm>
              <a:custGeom>
                <a:avLst/>
                <a:gdLst>
                  <a:gd name="connsiteX0" fmla="*/ 0 w 947957"/>
                  <a:gd name="connsiteY0" fmla="*/ 0 h 244261"/>
                  <a:gd name="connsiteX1" fmla="*/ 947957 w 947957"/>
                  <a:gd name="connsiteY1" fmla="*/ 0 h 244261"/>
                  <a:gd name="connsiteX2" fmla="*/ 947957 w 947957"/>
                  <a:gd name="connsiteY2" fmla="*/ 244261 h 244261"/>
                  <a:gd name="connsiteX3" fmla="*/ 715327 w 947957"/>
                  <a:gd name="connsiteY3" fmla="*/ 244261 h 244261"/>
                  <a:gd name="connsiteX4" fmla="*/ 0 w 947957"/>
                  <a:gd name="connsiteY4" fmla="*/ 52590 h 2442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7957" h="244261">
                    <a:moveTo>
                      <a:pt x="0" y="0"/>
                    </a:moveTo>
                    <a:lnTo>
                      <a:pt x="947957" y="0"/>
                    </a:lnTo>
                    <a:lnTo>
                      <a:pt x="947957" y="244261"/>
                    </a:lnTo>
                    <a:lnTo>
                      <a:pt x="715327" y="244261"/>
                    </a:lnTo>
                    <a:lnTo>
                      <a:pt x="0" y="52590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/>
                <a:endParaRPr lang="ko-KR" altLang="en-US" sz="1050">
                  <a:solidFill>
                    <a:prstClr val="white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545" name="자유형: 도형 69">
                <a:extLst>
                  <a:ext uri="{FF2B5EF4-FFF2-40B4-BE49-F238E27FC236}">
                    <a16:creationId xmlns:a16="http://schemas.microsoft.com/office/drawing/2014/main" id="{A63CEDAC-A9F5-2DA6-F76B-0320AB015527}"/>
                  </a:ext>
                </a:extLst>
              </p:cNvPr>
              <p:cNvSpPr/>
              <p:nvPr/>
            </p:nvSpPr>
            <p:spPr>
              <a:xfrm>
                <a:off x="1141897" y="5863313"/>
                <a:ext cx="268400" cy="62187"/>
              </a:xfrm>
              <a:custGeom>
                <a:avLst/>
                <a:gdLst>
                  <a:gd name="connsiteX0" fmla="*/ 0 w 947957"/>
                  <a:gd name="connsiteY0" fmla="*/ 0 h 244261"/>
                  <a:gd name="connsiteX1" fmla="*/ 947957 w 947957"/>
                  <a:gd name="connsiteY1" fmla="*/ 0 h 244261"/>
                  <a:gd name="connsiteX2" fmla="*/ 947957 w 947957"/>
                  <a:gd name="connsiteY2" fmla="*/ 244261 h 244261"/>
                  <a:gd name="connsiteX3" fmla="*/ 715327 w 947957"/>
                  <a:gd name="connsiteY3" fmla="*/ 244261 h 244261"/>
                  <a:gd name="connsiteX4" fmla="*/ 0 w 947957"/>
                  <a:gd name="connsiteY4" fmla="*/ 52590 h 2442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7957" h="244261">
                    <a:moveTo>
                      <a:pt x="0" y="0"/>
                    </a:moveTo>
                    <a:lnTo>
                      <a:pt x="947957" y="0"/>
                    </a:lnTo>
                    <a:lnTo>
                      <a:pt x="947957" y="244261"/>
                    </a:lnTo>
                    <a:lnTo>
                      <a:pt x="715327" y="244261"/>
                    </a:lnTo>
                    <a:lnTo>
                      <a:pt x="0" y="5259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952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/>
                <a:endParaRPr lang="ko-KR" altLang="en-US" sz="1050" dirty="0">
                  <a:solidFill>
                    <a:prstClr val="white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cxnSp>
            <p:nvCxnSpPr>
              <p:cNvPr id="546" name="직선 연결선 70">
                <a:extLst>
                  <a:ext uri="{FF2B5EF4-FFF2-40B4-BE49-F238E27FC236}">
                    <a16:creationId xmlns:a16="http://schemas.microsoft.com/office/drawing/2014/main" id="{56CEE82C-A513-B0DD-0ECD-ADE1F0B5F70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10660" y="5406271"/>
                <a:ext cx="309" cy="772556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7" name="직사각형 71">
                <a:extLst>
                  <a:ext uri="{FF2B5EF4-FFF2-40B4-BE49-F238E27FC236}">
                    <a16:creationId xmlns:a16="http://schemas.microsoft.com/office/drawing/2014/main" id="{B0FFCA90-B8F8-1D48-AB9E-B1EE8A3CBF33}"/>
                  </a:ext>
                </a:extLst>
              </p:cNvPr>
              <p:cNvSpPr/>
              <p:nvPr/>
            </p:nvSpPr>
            <p:spPr>
              <a:xfrm flipH="1">
                <a:off x="1510659" y="6035903"/>
                <a:ext cx="55096" cy="23715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/>
                <a:endParaRPr lang="ko-KR" altLang="en-US" sz="1600">
                  <a:solidFill>
                    <a:prstClr val="white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548" name="직사각형 72">
                <a:extLst>
                  <a:ext uri="{FF2B5EF4-FFF2-40B4-BE49-F238E27FC236}">
                    <a16:creationId xmlns:a16="http://schemas.microsoft.com/office/drawing/2014/main" id="{C5DB51AF-2449-2D18-4E9B-A22EDE0C9189}"/>
                  </a:ext>
                </a:extLst>
              </p:cNvPr>
              <p:cNvSpPr/>
              <p:nvPr/>
            </p:nvSpPr>
            <p:spPr>
              <a:xfrm flipH="1">
                <a:off x="1410297" y="5992271"/>
                <a:ext cx="91152" cy="283172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/>
                <a:endParaRPr lang="ko-KR" altLang="en-US" sz="1600">
                  <a:solidFill>
                    <a:prstClr val="white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549" name="직사각형 73">
                <a:extLst>
                  <a:ext uri="{FF2B5EF4-FFF2-40B4-BE49-F238E27FC236}">
                    <a16:creationId xmlns:a16="http://schemas.microsoft.com/office/drawing/2014/main" id="{9EC0A03C-930E-ED2A-4FDD-319244BDE6D2}"/>
                  </a:ext>
                </a:extLst>
              </p:cNvPr>
              <p:cNvSpPr/>
              <p:nvPr/>
            </p:nvSpPr>
            <p:spPr>
              <a:xfrm flipV="1">
                <a:off x="1934273" y="5909082"/>
                <a:ext cx="315071" cy="6569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400" latinLnBrk="1"/>
                <a:endParaRPr lang="ko-KR" altLang="en-US" sz="1050">
                  <a:solidFill>
                    <a:prstClr val="white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550" name="TextBox 549">
                <a:extLst>
                  <a:ext uri="{FF2B5EF4-FFF2-40B4-BE49-F238E27FC236}">
                    <a16:creationId xmlns:a16="http://schemas.microsoft.com/office/drawing/2014/main" id="{57628074-A4B7-C2C3-863B-77292D35DE44}"/>
                  </a:ext>
                </a:extLst>
              </p:cNvPr>
              <p:cNvSpPr txBox="1"/>
              <p:nvPr/>
            </p:nvSpPr>
            <p:spPr>
              <a:xfrm>
                <a:off x="1811279" y="5428055"/>
                <a:ext cx="710479" cy="106874"/>
              </a:xfrm>
              <a:prstGeom prst="rect">
                <a:avLst/>
              </a:prstGeom>
              <a:solidFill>
                <a:srgbClr val="FFFFFF">
                  <a:alpha val="30196"/>
                </a:srgbClr>
              </a:solidFill>
            </p:spPr>
            <p:txBody>
              <a:bodyPr wrap="square" lIns="18000" tIns="7200" rIns="18000" bIns="7200" rtlCol="0">
                <a:spAutoFit/>
              </a:bodyPr>
              <a:lstStyle/>
              <a:p>
                <a:pPr algn="ctr" defTabSz="914400" latinLnBrk="1"/>
                <a:r>
                  <a:rPr lang="ko-KR" altLang="en-US" sz="600" dirty="0">
                    <a:solidFill>
                      <a:srgbClr val="FF000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벨트 오염 위치</a:t>
                </a:r>
              </a:p>
            </p:txBody>
          </p:sp>
          <p:sp>
            <p:nvSpPr>
              <p:cNvPr id="551" name="타원 77">
                <a:extLst>
                  <a:ext uri="{FF2B5EF4-FFF2-40B4-BE49-F238E27FC236}">
                    <a16:creationId xmlns:a16="http://schemas.microsoft.com/office/drawing/2014/main" id="{312F171E-8947-1951-F02C-FD30A98A18A8}"/>
                  </a:ext>
                </a:extLst>
              </p:cNvPr>
              <p:cNvSpPr/>
              <p:nvPr/>
            </p:nvSpPr>
            <p:spPr>
              <a:xfrm>
                <a:off x="1768298" y="5832114"/>
                <a:ext cx="129738" cy="140805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/>
                <a:endParaRPr lang="ko-KR" altLang="en-US" sz="1600">
                  <a:solidFill>
                    <a:prstClr val="white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552" name="직사각형 78">
                <a:extLst>
                  <a:ext uri="{FF2B5EF4-FFF2-40B4-BE49-F238E27FC236}">
                    <a16:creationId xmlns:a16="http://schemas.microsoft.com/office/drawing/2014/main" id="{3C38934E-55FC-C3BE-69FA-54E9B03CD7FD}"/>
                  </a:ext>
                </a:extLst>
              </p:cNvPr>
              <p:cNvSpPr/>
              <p:nvPr/>
            </p:nvSpPr>
            <p:spPr>
              <a:xfrm flipV="1">
                <a:off x="2406508" y="5909077"/>
                <a:ext cx="315071" cy="6569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400" latinLnBrk="1"/>
                <a:endParaRPr lang="ko-KR" altLang="en-US" sz="1050">
                  <a:solidFill>
                    <a:prstClr val="white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553" name="직사각형 79">
                <a:extLst>
                  <a:ext uri="{FF2B5EF4-FFF2-40B4-BE49-F238E27FC236}">
                    <a16:creationId xmlns:a16="http://schemas.microsoft.com/office/drawing/2014/main" id="{8CB7D0A1-6A35-2D45-15FB-6EF82CFF2752}"/>
                  </a:ext>
                </a:extLst>
              </p:cNvPr>
              <p:cNvSpPr/>
              <p:nvPr/>
            </p:nvSpPr>
            <p:spPr>
              <a:xfrm flipV="1">
                <a:off x="2878743" y="5909077"/>
                <a:ext cx="315071" cy="6569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400" latinLnBrk="1"/>
                <a:endParaRPr lang="ko-KR" altLang="en-US" sz="1050">
                  <a:solidFill>
                    <a:prstClr val="white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554" name="직사각형 80">
                <a:extLst>
                  <a:ext uri="{FF2B5EF4-FFF2-40B4-BE49-F238E27FC236}">
                    <a16:creationId xmlns:a16="http://schemas.microsoft.com/office/drawing/2014/main" id="{BEA29C1A-DFF2-0521-D1E1-35C236E56F05}"/>
                  </a:ext>
                </a:extLst>
              </p:cNvPr>
              <p:cNvSpPr/>
              <p:nvPr/>
            </p:nvSpPr>
            <p:spPr>
              <a:xfrm flipV="1">
                <a:off x="3356602" y="5909077"/>
                <a:ext cx="315071" cy="6569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400" latinLnBrk="1"/>
                <a:endParaRPr lang="ko-KR" altLang="en-US" sz="1050">
                  <a:solidFill>
                    <a:prstClr val="white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555" name="직사각형 81">
                <a:extLst>
                  <a:ext uri="{FF2B5EF4-FFF2-40B4-BE49-F238E27FC236}">
                    <a16:creationId xmlns:a16="http://schemas.microsoft.com/office/drawing/2014/main" id="{62543800-8248-7435-43F5-6587BBB9D667}"/>
                  </a:ext>
                </a:extLst>
              </p:cNvPr>
              <p:cNvSpPr/>
              <p:nvPr/>
            </p:nvSpPr>
            <p:spPr>
              <a:xfrm flipV="1">
                <a:off x="3836730" y="5909077"/>
                <a:ext cx="315071" cy="6569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400" latinLnBrk="1"/>
                <a:endParaRPr lang="ko-KR" altLang="en-US" sz="1050">
                  <a:solidFill>
                    <a:prstClr val="white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556" name="직사각형 83">
                <a:extLst>
                  <a:ext uri="{FF2B5EF4-FFF2-40B4-BE49-F238E27FC236}">
                    <a16:creationId xmlns:a16="http://schemas.microsoft.com/office/drawing/2014/main" id="{784C1436-5897-2799-F491-368197A55CF8}"/>
                  </a:ext>
                </a:extLst>
              </p:cNvPr>
              <p:cNvSpPr/>
              <p:nvPr/>
            </p:nvSpPr>
            <p:spPr>
              <a:xfrm>
                <a:off x="2055572" y="5974770"/>
                <a:ext cx="148466" cy="5295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/>
                <a:endParaRPr lang="ko-KR" altLang="en-US">
                  <a:solidFill>
                    <a:prstClr val="white"/>
                  </a:solidFill>
                  <a:latin typeface="Calibri" panose="020F0502020204030204"/>
                  <a:ea typeface="맑은 고딕" panose="020B0503020000020004" pitchFamily="50" charset="-127"/>
                </a:endParaRPr>
              </a:p>
            </p:txBody>
          </p:sp>
          <p:sp>
            <p:nvSpPr>
              <p:cNvPr id="557" name="직사각형 84">
                <a:extLst>
                  <a:ext uri="{FF2B5EF4-FFF2-40B4-BE49-F238E27FC236}">
                    <a16:creationId xmlns:a16="http://schemas.microsoft.com/office/drawing/2014/main" id="{92F4248E-16F5-456D-9325-85379E2DDED5}"/>
                  </a:ext>
                </a:extLst>
              </p:cNvPr>
              <p:cNvSpPr/>
              <p:nvPr/>
            </p:nvSpPr>
            <p:spPr>
              <a:xfrm>
                <a:off x="2525322" y="5974770"/>
                <a:ext cx="148466" cy="5295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/>
                <a:endParaRPr lang="ko-KR" altLang="en-US">
                  <a:solidFill>
                    <a:prstClr val="white"/>
                  </a:solidFill>
                  <a:latin typeface="Calibri" panose="020F0502020204030204"/>
                  <a:ea typeface="맑은 고딕" panose="020B0503020000020004" pitchFamily="50" charset="-127"/>
                </a:endParaRPr>
              </a:p>
            </p:txBody>
          </p:sp>
          <p:sp>
            <p:nvSpPr>
              <p:cNvPr id="558" name="직사각형 85">
                <a:extLst>
                  <a:ext uri="{FF2B5EF4-FFF2-40B4-BE49-F238E27FC236}">
                    <a16:creationId xmlns:a16="http://schemas.microsoft.com/office/drawing/2014/main" id="{4A62AA16-B94D-ED12-D557-DBE3DA6F9376}"/>
                  </a:ext>
                </a:extLst>
              </p:cNvPr>
              <p:cNvSpPr/>
              <p:nvPr/>
            </p:nvSpPr>
            <p:spPr>
              <a:xfrm>
                <a:off x="3003533" y="5974770"/>
                <a:ext cx="148466" cy="5295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/>
                <a:endParaRPr lang="ko-KR" altLang="en-US">
                  <a:solidFill>
                    <a:prstClr val="white"/>
                  </a:solidFill>
                  <a:latin typeface="Calibri" panose="020F0502020204030204"/>
                  <a:ea typeface="맑은 고딕" panose="020B0503020000020004" pitchFamily="50" charset="-127"/>
                </a:endParaRPr>
              </a:p>
            </p:txBody>
          </p:sp>
          <p:sp>
            <p:nvSpPr>
              <p:cNvPr id="559" name="직사각형 86">
                <a:extLst>
                  <a:ext uri="{FF2B5EF4-FFF2-40B4-BE49-F238E27FC236}">
                    <a16:creationId xmlns:a16="http://schemas.microsoft.com/office/drawing/2014/main" id="{B3EE8554-D852-6307-4BAB-18D9649618A8}"/>
                  </a:ext>
                </a:extLst>
              </p:cNvPr>
              <p:cNvSpPr/>
              <p:nvPr/>
            </p:nvSpPr>
            <p:spPr>
              <a:xfrm>
                <a:off x="3472724" y="5974770"/>
                <a:ext cx="148466" cy="5295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/>
                <a:endParaRPr lang="ko-KR" altLang="en-US">
                  <a:solidFill>
                    <a:prstClr val="white"/>
                  </a:solidFill>
                  <a:latin typeface="Calibri" panose="020F0502020204030204"/>
                  <a:ea typeface="맑은 고딕" panose="020B0503020000020004" pitchFamily="50" charset="-127"/>
                </a:endParaRPr>
              </a:p>
            </p:txBody>
          </p:sp>
          <p:sp>
            <p:nvSpPr>
              <p:cNvPr id="560" name="직사각형 87">
                <a:extLst>
                  <a:ext uri="{FF2B5EF4-FFF2-40B4-BE49-F238E27FC236}">
                    <a16:creationId xmlns:a16="http://schemas.microsoft.com/office/drawing/2014/main" id="{51DF221B-390A-53F1-0F42-008AEC8AFFFE}"/>
                  </a:ext>
                </a:extLst>
              </p:cNvPr>
              <p:cNvSpPr/>
              <p:nvPr/>
            </p:nvSpPr>
            <p:spPr>
              <a:xfrm>
                <a:off x="2055572" y="6247039"/>
                <a:ext cx="148466" cy="5295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/>
                <a:endParaRPr lang="ko-KR" altLang="en-US">
                  <a:solidFill>
                    <a:prstClr val="white"/>
                  </a:solidFill>
                  <a:latin typeface="Calibri" panose="020F0502020204030204"/>
                  <a:ea typeface="맑은 고딕" panose="020B0503020000020004" pitchFamily="50" charset="-127"/>
                </a:endParaRPr>
              </a:p>
            </p:txBody>
          </p:sp>
          <p:sp>
            <p:nvSpPr>
              <p:cNvPr id="561" name="직사각형 88">
                <a:extLst>
                  <a:ext uri="{FF2B5EF4-FFF2-40B4-BE49-F238E27FC236}">
                    <a16:creationId xmlns:a16="http://schemas.microsoft.com/office/drawing/2014/main" id="{898E4A09-38FF-5284-00EF-A8DC7681656E}"/>
                  </a:ext>
                </a:extLst>
              </p:cNvPr>
              <p:cNvSpPr/>
              <p:nvPr/>
            </p:nvSpPr>
            <p:spPr>
              <a:xfrm>
                <a:off x="2525322" y="6247039"/>
                <a:ext cx="148466" cy="5295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/>
                <a:endParaRPr lang="ko-KR" altLang="en-US">
                  <a:solidFill>
                    <a:prstClr val="white"/>
                  </a:solidFill>
                  <a:latin typeface="Calibri" panose="020F0502020204030204"/>
                  <a:ea typeface="맑은 고딕" panose="020B0503020000020004" pitchFamily="50" charset="-127"/>
                </a:endParaRPr>
              </a:p>
            </p:txBody>
          </p:sp>
          <p:sp>
            <p:nvSpPr>
              <p:cNvPr id="562" name="직사각형 89">
                <a:extLst>
                  <a:ext uri="{FF2B5EF4-FFF2-40B4-BE49-F238E27FC236}">
                    <a16:creationId xmlns:a16="http://schemas.microsoft.com/office/drawing/2014/main" id="{ACDEC8F1-18AF-7C1D-B552-9BEE2BAA7FBE}"/>
                  </a:ext>
                </a:extLst>
              </p:cNvPr>
              <p:cNvSpPr/>
              <p:nvPr/>
            </p:nvSpPr>
            <p:spPr>
              <a:xfrm>
                <a:off x="3003533" y="6247039"/>
                <a:ext cx="148466" cy="5295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/>
                <a:endParaRPr lang="ko-KR" altLang="en-US">
                  <a:solidFill>
                    <a:prstClr val="white"/>
                  </a:solidFill>
                  <a:latin typeface="Calibri" panose="020F0502020204030204"/>
                  <a:ea typeface="맑은 고딕" panose="020B0503020000020004" pitchFamily="50" charset="-127"/>
                </a:endParaRPr>
              </a:p>
            </p:txBody>
          </p:sp>
          <p:sp>
            <p:nvSpPr>
              <p:cNvPr id="563" name="직사각형 90">
                <a:extLst>
                  <a:ext uri="{FF2B5EF4-FFF2-40B4-BE49-F238E27FC236}">
                    <a16:creationId xmlns:a16="http://schemas.microsoft.com/office/drawing/2014/main" id="{6AA30BD4-8384-94F8-125A-7A22AC7087A2}"/>
                  </a:ext>
                </a:extLst>
              </p:cNvPr>
              <p:cNvSpPr/>
              <p:nvPr/>
            </p:nvSpPr>
            <p:spPr>
              <a:xfrm>
                <a:off x="3472724" y="6247042"/>
                <a:ext cx="148466" cy="5295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/>
                <a:endParaRPr lang="ko-KR" altLang="en-US">
                  <a:solidFill>
                    <a:prstClr val="white"/>
                  </a:solidFill>
                  <a:latin typeface="Calibri" panose="020F0502020204030204"/>
                  <a:ea typeface="맑은 고딕" panose="020B0503020000020004" pitchFamily="50" charset="-127"/>
                </a:endParaRPr>
              </a:p>
            </p:txBody>
          </p:sp>
          <p:sp>
            <p:nvSpPr>
              <p:cNvPr id="564" name="TextBox 563">
                <a:extLst>
                  <a:ext uri="{FF2B5EF4-FFF2-40B4-BE49-F238E27FC236}">
                    <a16:creationId xmlns:a16="http://schemas.microsoft.com/office/drawing/2014/main" id="{BF390144-31C3-4AA1-BA8D-703E69163F90}"/>
                  </a:ext>
                </a:extLst>
              </p:cNvPr>
              <p:cNvSpPr txBox="1"/>
              <p:nvPr/>
            </p:nvSpPr>
            <p:spPr>
              <a:xfrm>
                <a:off x="2061305" y="5742152"/>
                <a:ext cx="160465" cy="122262"/>
              </a:xfrm>
              <a:prstGeom prst="rect">
                <a:avLst/>
              </a:prstGeom>
              <a:solidFill>
                <a:srgbClr val="FFFFFF">
                  <a:alpha val="30196"/>
                </a:srgbClr>
              </a:solidFill>
            </p:spPr>
            <p:txBody>
              <a:bodyPr wrap="square" lIns="18000" tIns="7200" rIns="18000" bIns="7200" rtlCol="0" anchor="ctr">
                <a:spAutoFit/>
              </a:bodyPr>
              <a:lstStyle/>
              <a:p>
                <a:pPr algn="ctr" defTabSz="914400" latinLnBrk="1"/>
                <a:r>
                  <a:rPr lang="ko-KR" altLang="en-US" sz="700" dirty="0">
                    <a:solidFill>
                      <a:srgbClr val="FF000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③</a:t>
                </a:r>
              </a:p>
            </p:txBody>
          </p:sp>
          <p:grpSp>
            <p:nvGrpSpPr>
              <p:cNvPr id="565" name="Group 290">
                <a:extLst>
                  <a:ext uri="{FF2B5EF4-FFF2-40B4-BE49-F238E27FC236}">
                    <a16:creationId xmlns:a16="http://schemas.microsoft.com/office/drawing/2014/main" id="{DA5BC909-08B0-B640-5145-9FD6F21479A9}"/>
                  </a:ext>
                </a:extLst>
              </p:cNvPr>
              <p:cNvGrpSpPr/>
              <p:nvPr/>
            </p:nvGrpSpPr>
            <p:grpSpPr>
              <a:xfrm>
                <a:off x="1935990" y="5908544"/>
                <a:ext cx="320040" cy="64008"/>
                <a:chOff x="4934974" y="6227626"/>
                <a:chExt cx="334476" cy="74020"/>
              </a:xfrm>
            </p:grpSpPr>
            <p:sp>
              <p:nvSpPr>
                <p:cNvPr id="588" name="직사각형 23">
                  <a:extLst>
                    <a:ext uri="{FF2B5EF4-FFF2-40B4-BE49-F238E27FC236}">
                      <a16:creationId xmlns:a16="http://schemas.microsoft.com/office/drawing/2014/main" id="{01F39F49-2F24-4E4A-33D2-76E23B02EE9D}"/>
                    </a:ext>
                  </a:extLst>
                </p:cNvPr>
                <p:cNvSpPr/>
                <p:nvPr/>
              </p:nvSpPr>
              <p:spPr>
                <a:xfrm>
                  <a:off x="4934974" y="6227626"/>
                  <a:ext cx="334476" cy="74020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914400" latinLnBrk="1"/>
                  <a:endParaRPr lang="ko-KR" altLang="en-US" sz="1050">
                    <a:solidFill>
                      <a:prstClr val="white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589" name="직사각형 27">
                  <a:extLst>
                    <a:ext uri="{FF2B5EF4-FFF2-40B4-BE49-F238E27FC236}">
                      <a16:creationId xmlns:a16="http://schemas.microsoft.com/office/drawing/2014/main" id="{5D182A0D-C390-500A-9DB7-EF142C3942FC}"/>
                    </a:ext>
                  </a:extLst>
                </p:cNvPr>
                <p:cNvSpPr/>
                <p:nvPr/>
              </p:nvSpPr>
              <p:spPr>
                <a:xfrm>
                  <a:off x="5034457" y="6269899"/>
                  <a:ext cx="135509" cy="18415"/>
                </a:xfrm>
                <a:prstGeom prst="rect">
                  <a:avLst/>
                </a:prstGeom>
                <a:solidFill>
                  <a:srgbClr val="FFC0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00" latinLnBrk="1"/>
                  <a:endParaRPr lang="ko-KR" altLang="en-US" sz="1600">
                    <a:solidFill>
                      <a:prstClr val="white"/>
                    </a:solidFill>
                    <a:latin typeface="Calibri" panose="020F0502020204030204"/>
                    <a:ea typeface="맑은 고딕" panose="020B0503020000020004" pitchFamily="50" charset="-127"/>
                  </a:endParaRPr>
                </a:p>
              </p:txBody>
            </p:sp>
          </p:grpSp>
          <p:cxnSp>
            <p:nvCxnSpPr>
              <p:cNvPr id="566" name="직선 연결선 74">
                <a:extLst>
                  <a:ext uri="{FF2B5EF4-FFF2-40B4-BE49-F238E27FC236}">
                    <a16:creationId xmlns:a16="http://schemas.microsoft.com/office/drawing/2014/main" id="{C472FF3B-6E83-CBF0-9A06-5CC47660D9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58375" y="5583741"/>
                <a:ext cx="0" cy="365546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7" name="직선 연결선 82">
                <a:extLst>
                  <a:ext uri="{FF2B5EF4-FFF2-40B4-BE49-F238E27FC236}">
                    <a16:creationId xmlns:a16="http://schemas.microsoft.com/office/drawing/2014/main" id="{6723E3BC-AA4F-3E13-7E4C-E157EE16E3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4347" y="5583737"/>
                <a:ext cx="0" cy="365546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68" name="Group 293">
                <a:extLst>
                  <a:ext uri="{FF2B5EF4-FFF2-40B4-BE49-F238E27FC236}">
                    <a16:creationId xmlns:a16="http://schemas.microsoft.com/office/drawing/2014/main" id="{A660D165-8899-F1B8-5792-4B0D0A7E8A37}"/>
                  </a:ext>
                </a:extLst>
              </p:cNvPr>
              <p:cNvGrpSpPr/>
              <p:nvPr/>
            </p:nvGrpSpPr>
            <p:grpSpPr>
              <a:xfrm>
                <a:off x="2402720" y="5908316"/>
                <a:ext cx="320040" cy="64008"/>
                <a:chOff x="4934974" y="6227626"/>
                <a:chExt cx="334476" cy="74020"/>
              </a:xfrm>
            </p:grpSpPr>
            <p:sp>
              <p:nvSpPr>
                <p:cNvPr id="586" name="직사각형 23">
                  <a:extLst>
                    <a:ext uri="{FF2B5EF4-FFF2-40B4-BE49-F238E27FC236}">
                      <a16:creationId xmlns:a16="http://schemas.microsoft.com/office/drawing/2014/main" id="{CC122E5D-1D29-0224-B9CA-9FC20250CD19}"/>
                    </a:ext>
                  </a:extLst>
                </p:cNvPr>
                <p:cNvSpPr/>
                <p:nvPr/>
              </p:nvSpPr>
              <p:spPr>
                <a:xfrm>
                  <a:off x="4934974" y="6227626"/>
                  <a:ext cx="334476" cy="74020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914400" latinLnBrk="1"/>
                  <a:endParaRPr lang="ko-KR" altLang="en-US" sz="1050">
                    <a:solidFill>
                      <a:prstClr val="white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587" name="직사각형 27">
                  <a:extLst>
                    <a:ext uri="{FF2B5EF4-FFF2-40B4-BE49-F238E27FC236}">
                      <a16:creationId xmlns:a16="http://schemas.microsoft.com/office/drawing/2014/main" id="{B5710846-1814-4AF6-84C7-858C7EEA5B61}"/>
                    </a:ext>
                  </a:extLst>
                </p:cNvPr>
                <p:cNvSpPr/>
                <p:nvPr/>
              </p:nvSpPr>
              <p:spPr>
                <a:xfrm>
                  <a:off x="5034457" y="6269899"/>
                  <a:ext cx="135509" cy="18415"/>
                </a:xfrm>
                <a:prstGeom prst="rect">
                  <a:avLst/>
                </a:prstGeom>
                <a:solidFill>
                  <a:srgbClr val="FFC0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00" latinLnBrk="1"/>
                  <a:endParaRPr lang="ko-KR" altLang="en-US" sz="1600">
                    <a:solidFill>
                      <a:prstClr val="white"/>
                    </a:solidFill>
                    <a:latin typeface="Calibri" panose="020F0502020204030204"/>
                    <a:ea typeface="맑은 고딕" panose="020B0503020000020004" pitchFamily="50" charset="-127"/>
                  </a:endParaRPr>
                </a:p>
              </p:txBody>
            </p:sp>
          </p:grpSp>
          <p:cxnSp>
            <p:nvCxnSpPr>
              <p:cNvPr id="569" name="직선 연결선 91">
                <a:extLst>
                  <a:ext uri="{FF2B5EF4-FFF2-40B4-BE49-F238E27FC236}">
                    <a16:creationId xmlns:a16="http://schemas.microsoft.com/office/drawing/2014/main" id="{717C1088-4D93-D588-9862-0C67C09ECB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27816" y="5583739"/>
                <a:ext cx="0" cy="365546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0" name="직선 연결선 92">
                <a:extLst>
                  <a:ext uri="{FF2B5EF4-FFF2-40B4-BE49-F238E27FC236}">
                    <a16:creationId xmlns:a16="http://schemas.microsoft.com/office/drawing/2014/main" id="{807E85C8-3340-9583-7CE1-E163C42353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73788" y="5583739"/>
                <a:ext cx="0" cy="365546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71" name="Group 296">
                <a:extLst>
                  <a:ext uri="{FF2B5EF4-FFF2-40B4-BE49-F238E27FC236}">
                    <a16:creationId xmlns:a16="http://schemas.microsoft.com/office/drawing/2014/main" id="{0DE77E05-8419-58EF-78BA-DED58155CD3C}"/>
                  </a:ext>
                </a:extLst>
              </p:cNvPr>
              <p:cNvGrpSpPr/>
              <p:nvPr/>
            </p:nvGrpSpPr>
            <p:grpSpPr>
              <a:xfrm>
                <a:off x="2875075" y="5908316"/>
                <a:ext cx="320040" cy="64008"/>
                <a:chOff x="4934974" y="6227626"/>
                <a:chExt cx="334476" cy="74020"/>
              </a:xfrm>
            </p:grpSpPr>
            <p:sp>
              <p:nvSpPr>
                <p:cNvPr id="584" name="직사각형 23">
                  <a:extLst>
                    <a:ext uri="{FF2B5EF4-FFF2-40B4-BE49-F238E27FC236}">
                      <a16:creationId xmlns:a16="http://schemas.microsoft.com/office/drawing/2014/main" id="{E0C43C88-889F-3EE3-B991-1BC017EE2056}"/>
                    </a:ext>
                  </a:extLst>
                </p:cNvPr>
                <p:cNvSpPr/>
                <p:nvPr/>
              </p:nvSpPr>
              <p:spPr>
                <a:xfrm>
                  <a:off x="4934974" y="6227626"/>
                  <a:ext cx="334476" cy="74020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914400" latinLnBrk="1"/>
                  <a:endParaRPr lang="ko-KR" altLang="en-US" sz="1050">
                    <a:solidFill>
                      <a:prstClr val="white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585" name="직사각형 27">
                  <a:extLst>
                    <a:ext uri="{FF2B5EF4-FFF2-40B4-BE49-F238E27FC236}">
                      <a16:creationId xmlns:a16="http://schemas.microsoft.com/office/drawing/2014/main" id="{F4A84BAF-561D-DE74-AA33-7FEE5C6154AA}"/>
                    </a:ext>
                  </a:extLst>
                </p:cNvPr>
                <p:cNvSpPr/>
                <p:nvPr/>
              </p:nvSpPr>
              <p:spPr>
                <a:xfrm>
                  <a:off x="5034457" y="6269899"/>
                  <a:ext cx="135509" cy="18415"/>
                </a:xfrm>
                <a:prstGeom prst="rect">
                  <a:avLst/>
                </a:prstGeom>
                <a:solidFill>
                  <a:srgbClr val="FFC0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00" latinLnBrk="1"/>
                  <a:endParaRPr lang="ko-KR" altLang="en-US" sz="1600">
                    <a:solidFill>
                      <a:prstClr val="white"/>
                    </a:solidFill>
                    <a:latin typeface="Calibri" panose="020F0502020204030204"/>
                    <a:ea typeface="맑은 고딕" panose="020B0503020000020004" pitchFamily="50" charset="-127"/>
                  </a:endParaRPr>
                </a:p>
              </p:txBody>
            </p:sp>
          </p:grpSp>
          <p:cxnSp>
            <p:nvCxnSpPr>
              <p:cNvPr id="572" name="직선 연결선 93">
                <a:extLst>
                  <a:ext uri="{FF2B5EF4-FFF2-40B4-BE49-F238E27FC236}">
                    <a16:creationId xmlns:a16="http://schemas.microsoft.com/office/drawing/2014/main" id="{34633074-C2C6-6903-8B88-989D5570DA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02517" y="5583739"/>
                <a:ext cx="0" cy="365546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3" name="직선 연결선 94">
                <a:extLst>
                  <a:ext uri="{FF2B5EF4-FFF2-40B4-BE49-F238E27FC236}">
                    <a16:creationId xmlns:a16="http://schemas.microsoft.com/office/drawing/2014/main" id="{D9FEA721-6596-5810-EF90-40DDCBEE3A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48489" y="5583739"/>
                <a:ext cx="0" cy="365546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74" name="Group 299">
                <a:extLst>
                  <a:ext uri="{FF2B5EF4-FFF2-40B4-BE49-F238E27FC236}">
                    <a16:creationId xmlns:a16="http://schemas.microsoft.com/office/drawing/2014/main" id="{393EE6BB-135B-8B96-70A6-A75E552E0B55}"/>
                  </a:ext>
                </a:extLst>
              </p:cNvPr>
              <p:cNvGrpSpPr/>
              <p:nvPr/>
            </p:nvGrpSpPr>
            <p:grpSpPr>
              <a:xfrm>
                <a:off x="3356602" y="5905548"/>
                <a:ext cx="320040" cy="64008"/>
                <a:chOff x="4934974" y="6227626"/>
                <a:chExt cx="334476" cy="74020"/>
              </a:xfrm>
            </p:grpSpPr>
            <p:sp>
              <p:nvSpPr>
                <p:cNvPr id="582" name="직사각형 23">
                  <a:extLst>
                    <a:ext uri="{FF2B5EF4-FFF2-40B4-BE49-F238E27FC236}">
                      <a16:creationId xmlns:a16="http://schemas.microsoft.com/office/drawing/2014/main" id="{79E78353-FC44-BA76-14D3-DF6A9DA7782E}"/>
                    </a:ext>
                  </a:extLst>
                </p:cNvPr>
                <p:cNvSpPr/>
                <p:nvPr/>
              </p:nvSpPr>
              <p:spPr>
                <a:xfrm>
                  <a:off x="4934974" y="6227626"/>
                  <a:ext cx="334476" cy="74020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914400" latinLnBrk="1"/>
                  <a:endParaRPr lang="ko-KR" altLang="en-US" sz="1050">
                    <a:solidFill>
                      <a:prstClr val="white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583" name="직사각형 27">
                  <a:extLst>
                    <a:ext uri="{FF2B5EF4-FFF2-40B4-BE49-F238E27FC236}">
                      <a16:creationId xmlns:a16="http://schemas.microsoft.com/office/drawing/2014/main" id="{233861C7-7274-14CB-6EE0-85B4F8C94EE7}"/>
                    </a:ext>
                  </a:extLst>
                </p:cNvPr>
                <p:cNvSpPr/>
                <p:nvPr/>
              </p:nvSpPr>
              <p:spPr>
                <a:xfrm>
                  <a:off x="5034457" y="6269899"/>
                  <a:ext cx="135509" cy="18415"/>
                </a:xfrm>
                <a:prstGeom prst="rect">
                  <a:avLst/>
                </a:prstGeom>
                <a:solidFill>
                  <a:srgbClr val="FFC0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00" latinLnBrk="1"/>
                  <a:endParaRPr lang="ko-KR" altLang="en-US" sz="1600">
                    <a:solidFill>
                      <a:prstClr val="white"/>
                    </a:solidFill>
                    <a:latin typeface="Calibri" panose="020F0502020204030204"/>
                    <a:ea typeface="맑은 고딕" panose="020B0503020000020004" pitchFamily="50" charset="-127"/>
                  </a:endParaRPr>
                </a:p>
              </p:txBody>
            </p:sp>
          </p:grpSp>
          <p:cxnSp>
            <p:nvCxnSpPr>
              <p:cNvPr id="575" name="직선 연결선 95">
                <a:extLst>
                  <a:ext uri="{FF2B5EF4-FFF2-40B4-BE49-F238E27FC236}">
                    <a16:creationId xmlns:a16="http://schemas.microsoft.com/office/drawing/2014/main" id="{F31993F5-719E-409E-9163-BCB62A5944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75218" y="5583741"/>
                <a:ext cx="0" cy="365546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6" name="직선 연결선 96">
                <a:extLst>
                  <a:ext uri="{FF2B5EF4-FFF2-40B4-BE49-F238E27FC236}">
                    <a16:creationId xmlns:a16="http://schemas.microsoft.com/office/drawing/2014/main" id="{570461FE-D914-263C-8E87-1C4DEF7271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1190" y="5583737"/>
                <a:ext cx="0" cy="365546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77" name="Group 302">
                <a:extLst>
                  <a:ext uri="{FF2B5EF4-FFF2-40B4-BE49-F238E27FC236}">
                    <a16:creationId xmlns:a16="http://schemas.microsoft.com/office/drawing/2014/main" id="{02CCC6C8-14B6-D34B-E7F9-574351E8C175}"/>
                  </a:ext>
                </a:extLst>
              </p:cNvPr>
              <p:cNvGrpSpPr/>
              <p:nvPr/>
            </p:nvGrpSpPr>
            <p:grpSpPr>
              <a:xfrm>
                <a:off x="3837122" y="5905548"/>
                <a:ext cx="320040" cy="64008"/>
                <a:chOff x="4934974" y="6227626"/>
                <a:chExt cx="334476" cy="74020"/>
              </a:xfrm>
            </p:grpSpPr>
            <p:sp>
              <p:nvSpPr>
                <p:cNvPr id="578" name="직사각형 23">
                  <a:extLst>
                    <a:ext uri="{FF2B5EF4-FFF2-40B4-BE49-F238E27FC236}">
                      <a16:creationId xmlns:a16="http://schemas.microsoft.com/office/drawing/2014/main" id="{369DD91D-D2C1-2D46-54E7-517E1D1FAB58}"/>
                    </a:ext>
                  </a:extLst>
                </p:cNvPr>
                <p:cNvSpPr/>
                <p:nvPr/>
              </p:nvSpPr>
              <p:spPr>
                <a:xfrm>
                  <a:off x="4934974" y="6227626"/>
                  <a:ext cx="334476" cy="74020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914400" latinLnBrk="1"/>
                  <a:endParaRPr lang="ko-KR" altLang="en-US" sz="1050">
                    <a:solidFill>
                      <a:prstClr val="white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579" name="직사각형 27">
                  <a:extLst>
                    <a:ext uri="{FF2B5EF4-FFF2-40B4-BE49-F238E27FC236}">
                      <a16:creationId xmlns:a16="http://schemas.microsoft.com/office/drawing/2014/main" id="{21CA2B12-DECB-2599-9CF5-23CD918D2289}"/>
                    </a:ext>
                  </a:extLst>
                </p:cNvPr>
                <p:cNvSpPr/>
                <p:nvPr/>
              </p:nvSpPr>
              <p:spPr>
                <a:xfrm>
                  <a:off x="5034457" y="6269899"/>
                  <a:ext cx="135509" cy="18415"/>
                </a:xfrm>
                <a:prstGeom prst="rect">
                  <a:avLst/>
                </a:prstGeom>
                <a:solidFill>
                  <a:srgbClr val="FFC0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00" latinLnBrk="1"/>
                  <a:endParaRPr lang="ko-KR" altLang="en-US" sz="1600">
                    <a:solidFill>
                      <a:prstClr val="white"/>
                    </a:solidFill>
                    <a:latin typeface="Calibri" panose="020F0502020204030204"/>
                    <a:ea typeface="맑은 고딕" panose="020B0503020000020004" pitchFamily="50" charset="-127"/>
                  </a:endParaRPr>
                </a:p>
              </p:txBody>
            </p:sp>
          </p:grpSp>
        </p:grpSp>
      </p:grpSp>
      <p:sp>
        <p:nvSpPr>
          <p:cNvPr id="136" name="TextBox 135">
            <a:extLst>
              <a:ext uri="{FF2B5EF4-FFF2-40B4-BE49-F238E27FC236}">
                <a16:creationId xmlns:a16="http://schemas.microsoft.com/office/drawing/2014/main" id="{50D95BF2-B6D0-1CFE-B8F7-9503F7A2EE99}"/>
              </a:ext>
            </a:extLst>
          </p:cNvPr>
          <p:cNvSpPr txBox="1"/>
          <p:nvPr/>
        </p:nvSpPr>
        <p:spPr>
          <a:xfrm>
            <a:off x="288592" y="3355433"/>
            <a:ext cx="45157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latinLnBrk="1"/>
            <a:r>
              <a:rPr lang="ko-KR" altLang="en-US" sz="9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① 전극 이물에 의해 </a:t>
            </a:r>
            <a:r>
              <a:rPr lang="en-US" altLang="ko-KR" sz="9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INSP </a:t>
            </a:r>
            <a:r>
              <a:rPr lang="ko-KR" altLang="en-US" sz="900" dirty="0" err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닙롤</a:t>
            </a:r>
            <a:r>
              <a:rPr lang="ko-KR" altLang="en-US" sz="9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오염 발생</a:t>
            </a:r>
            <a:endParaRPr lang="en-US" altLang="ko-KR" sz="9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914400" latinLnBrk="1"/>
            <a:r>
              <a:rPr lang="ko-KR" altLang="en-US" sz="9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② </a:t>
            </a:r>
            <a:r>
              <a:rPr lang="ko-KR" altLang="en-US" sz="900" dirty="0" err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닙롤의</a:t>
            </a:r>
            <a:r>
              <a:rPr lang="ko-KR" altLang="en-US" sz="9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오염된 부분이 </a:t>
            </a:r>
            <a:r>
              <a:rPr lang="ko-KR" altLang="en-US" sz="900" dirty="0" err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모노셀</a:t>
            </a:r>
            <a:r>
              <a:rPr lang="ko-KR" altLang="en-US" sz="9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사이 노출된</a:t>
            </a:r>
            <a:r>
              <a:rPr lang="en-US" altLang="ko-KR" sz="9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C/V</a:t>
            </a:r>
            <a:r>
              <a:rPr lang="ko-KR" altLang="en-US" sz="9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벨트로 전사되어 벨트 오염발생 </a:t>
            </a:r>
            <a:endParaRPr lang="en-US" altLang="ko-KR" sz="9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914400" latinLnBrk="1"/>
            <a:r>
              <a:rPr lang="ko-KR" altLang="en-US" sz="9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③ </a:t>
            </a:r>
            <a:r>
              <a:rPr lang="en-US" altLang="ko-KR" sz="9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1Cycle </a:t>
            </a:r>
            <a:r>
              <a:rPr lang="ko-KR" altLang="en-US" sz="9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구동 후 오염된 </a:t>
            </a:r>
            <a:r>
              <a:rPr lang="en-US" altLang="ko-KR" sz="9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INSP C/V </a:t>
            </a:r>
            <a:r>
              <a:rPr lang="ko-KR" altLang="en-US" sz="9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벨트위로 </a:t>
            </a:r>
            <a:r>
              <a:rPr lang="ko-KR" altLang="en-US" sz="900" dirty="0" err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모노셀</a:t>
            </a:r>
            <a:r>
              <a:rPr lang="ko-KR" altLang="en-US" sz="9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안착되어 </a:t>
            </a:r>
            <a:r>
              <a:rPr lang="en-US" altLang="ko-KR" sz="9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Mono </a:t>
            </a:r>
            <a:r>
              <a:rPr lang="en-US" altLang="ko-KR" sz="900" dirty="0" err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Sepa</a:t>
            </a:r>
            <a:r>
              <a:rPr lang="en-US" altLang="ko-KR" sz="9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9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불량 야기</a:t>
            </a:r>
            <a:endParaRPr lang="en-US" altLang="ko-KR" sz="9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914400" latinLnBrk="1"/>
            <a:r>
              <a:rPr lang="en-US" sz="9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en-US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</a:t>
            </a:r>
            <a:r>
              <a:rPr lang="en-US" altLang="ko-KR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INSP C/V </a:t>
            </a:r>
            <a:r>
              <a:rPr lang="ko-KR" altLang="en-US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벨트 </a:t>
            </a:r>
            <a:r>
              <a:rPr lang="en-US" altLang="ko-KR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1cycle </a:t>
            </a:r>
            <a:r>
              <a:rPr lang="ko-KR" altLang="en-US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주행길이와 </a:t>
            </a:r>
            <a:r>
              <a:rPr lang="ko-KR" altLang="en-US" sz="9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모노셀</a:t>
            </a:r>
            <a:r>
              <a:rPr lang="ko-KR" altLang="en-US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전폭 </a:t>
            </a:r>
            <a:r>
              <a:rPr lang="en-US" altLang="ko-KR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+</a:t>
            </a:r>
            <a:r>
              <a:rPr lang="ko-KR" altLang="en-US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간격 셋팅 총 길이 값 불일치로 인해 </a:t>
            </a:r>
            <a:br>
              <a:rPr lang="en-US" altLang="ko-KR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  </a:t>
            </a:r>
            <a:r>
              <a:rPr lang="ko-KR" altLang="en-US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벨트 내 </a:t>
            </a:r>
            <a:r>
              <a:rPr lang="ko-KR" altLang="en-US" sz="9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모노셀</a:t>
            </a:r>
            <a:r>
              <a:rPr lang="ko-KR" altLang="en-US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안착 위치가 변화됨</a:t>
            </a:r>
            <a:endParaRPr lang="en-US" sz="105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7" name="Arrow: Right 256">
            <a:extLst>
              <a:ext uri="{FF2B5EF4-FFF2-40B4-BE49-F238E27FC236}">
                <a16:creationId xmlns:a16="http://schemas.microsoft.com/office/drawing/2014/main" id="{594F275B-109F-5912-FE83-BBD711D09746}"/>
              </a:ext>
            </a:extLst>
          </p:cNvPr>
          <p:cNvSpPr/>
          <p:nvPr/>
        </p:nvSpPr>
        <p:spPr>
          <a:xfrm>
            <a:off x="1113497" y="4230046"/>
            <a:ext cx="157944" cy="732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latinLnBrk="1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8" name="Arrow: Right 257">
            <a:extLst>
              <a:ext uri="{FF2B5EF4-FFF2-40B4-BE49-F238E27FC236}">
                <a16:creationId xmlns:a16="http://schemas.microsoft.com/office/drawing/2014/main" id="{FFB3FA16-7380-F6FF-8B03-096FBBF9C141}"/>
              </a:ext>
            </a:extLst>
          </p:cNvPr>
          <p:cNvSpPr/>
          <p:nvPr/>
        </p:nvSpPr>
        <p:spPr>
          <a:xfrm>
            <a:off x="1097612" y="5275711"/>
            <a:ext cx="157944" cy="732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latinLnBrk="1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4E0C384F-F972-EC8F-C040-C1E9B1B02D08}"/>
              </a:ext>
            </a:extLst>
          </p:cNvPr>
          <p:cNvSpPr txBox="1"/>
          <p:nvPr/>
        </p:nvSpPr>
        <p:spPr>
          <a:xfrm>
            <a:off x="881799" y="4344108"/>
            <a:ext cx="603844" cy="199207"/>
          </a:xfrm>
          <a:prstGeom prst="rect">
            <a:avLst/>
          </a:prstGeom>
          <a:noFill/>
        </p:spPr>
        <p:txBody>
          <a:bodyPr wrap="square" lIns="18000" tIns="7200" rIns="18000" bIns="7200" rtlCol="0">
            <a:spAutoFit/>
          </a:bodyPr>
          <a:lstStyle/>
          <a:p>
            <a:pPr algn="ctr" defTabSz="914400" latinLnBrk="1"/>
            <a:r>
              <a:rPr lang="ko-KR" altLang="en-US" sz="6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모노셀</a:t>
            </a:r>
            <a:endParaRPr lang="en-US" altLang="ko-KR" sz="600" dirty="0">
              <a:solidFill>
                <a:srgbClr val="00B05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 defTabSz="914400" latinLnBrk="1"/>
            <a:r>
              <a:rPr lang="ko-KR" altLang="en-US" sz="6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주행 방향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7D3A8010-D0AA-A853-6E48-7081B026A9FF}"/>
              </a:ext>
            </a:extLst>
          </p:cNvPr>
          <p:cNvSpPr txBox="1"/>
          <p:nvPr/>
        </p:nvSpPr>
        <p:spPr>
          <a:xfrm>
            <a:off x="875323" y="5366266"/>
            <a:ext cx="603844" cy="199207"/>
          </a:xfrm>
          <a:prstGeom prst="rect">
            <a:avLst/>
          </a:prstGeom>
          <a:noFill/>
        </p:spPr>
        <p:txBody>
          <a:bodyPr wrap="square" lIns="18000" tIns="7200" rIns="18000" bIns="7200" rtlCol="0">
            <a:spAutoFit/>
          </a:bodyPr>
          <a:lstStyle/>
          <a:p>
            <a:pPr algn="ctr" defTabSz="914400" latinLnBrk="1"/>
            <a:r>
              <a:rPr lang="ko-KR" altLang="en-US" sz="6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모노셀</a:t>
            </a:r>
            <a:endParaRPr lang="en-US" altLang="ko-KR" sz="600" dirty="0">
              <a:solidFill>
                <a:srgbClr val="00B05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 defTabSz="914400" latinLnBrk="1"/>
            <a:r>
              <a:rPr lang="ko-KR" altLang="en-US" sz="6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주행 방향</a:t>
            </a:r>
          </a:p>
        </p:txBody>
      </p:sp>
      <p:graphicFrame>
        <p:nvGraphicFramePr>
          <p:cNvPr id="141" name="표 140">
            <a:extLst>
              <a:ext uri="{FF2B5EF4-FFF2-40B4-BE49-F238E27FC236}">
                <a16:creationId xmlns:a16="http://schemas.microsoft.com/office/drawing/2014/main" id="{6FE500DB-E5BC-6463-A114-C618C24CB1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4147320"/>
              </p:ext>
            </p:extLst>
          </p:nvPr>
        </p:nvGraphicFramePr>
        <p:xfrm>
          <a:off x="4880180" y="5796745"/>
          <a:ext cx="4126787" cy="487680"/>
        </p:xfrm>
        <a:graphic>
          <a:graphicData uri="http://schemas.openxmlformats.org/drawingml/2006/table">
            <a:tbl>
              <a:tblPr/>
              <a:tblGrid>
                <a:gridCol w="636587">
                  <a:extLst>
                    <a:ext uri="{9D8B030D-6E8A-4147-A177-3AD203B41FA5}">
                      <a16:colId xmlns:a16="http://schemas.microsoft.com/office/drawing/2014/main" val="2709948727"/>
                    </a:ext>
                  </a:extLst>
                </a:gridCol>
                <a:gridCol w="249300">
                  <a:extLst>
                    <a:ext uri="{9D8B030D-6E8A-4147-A177-3AD203B41FA5}">
                      <a16:colId xmlns:a16="http://schemas.microsoft.com/office/drawing/2014/main" val="3172394201"/>
                    </a:ext>
                  </a:extLst>
                </a:gridCol>
                <a:gridCol w="249300">
                  <a:extLst>
                    <a:ext uri="{9D8B030D-6E8A-4147-A177-3AD203B41FA5}">
                      <a16:colId xmlns:a16="http://schemas.microsoft.com/office/drawing/2014/main" val="1256366103"/>
                    </a:ext>
                  </a:extLst>
                </a:gridCol>
                <a:gridCol w="249300">
                  <a:extLst>
                    <a:ext uri="{9D8B030D-6E8A-4147-A177-3AD203B41FA5}">
                      <a16:colId xmlns:a16="http://schemas.microsoft.com/office/drawing/2014/main" val="714966997"/>
                    </a:ext>
                  </a:extLst>
                </a:gridCol>
                <a:gridCol w="249300">
                  <a:extLst>
                    <a:ext uri="{9D8B030D-6E8A-4147-A177-3AD203B41FA5}">
                      <a16:colId xmlns:a16="http://schemas.microsoft.com/office/drawing/2014/main" val="3232230451"/>
                    </a:ext>
                  </a:extLst>
                </a:gridCol>
                <a:gridCol w="249300">
                  <a:extLst>
                    <a:ext uri="{9D8B030D-6E8A-4147-A177-3AD203B41FA5}">
                      <a16:colId xmlns:a16="http://schemas.microsoft.com/office/drawing/2014/main" val="2544418901"/>
                    </a:ext>
                  </a:extLst>
                </a:gridCol>
                <a:gridCol w="249300">
                  <a:extLst>
                    <a:ext uri="{9D8B030D-6E8A-4147-A177-3AD203B41FA5}">
                      <a16:colId xmlns:a16="http://schemas.microsoft.com/office/drawing/2014/main" val="851052911"/>
                    </a:ext>
                  </a:extLst>
                </a:gridCol>
                <a:gridCol w="249300">
                  <a:extLst>
                    <a:ext uri="{9D8B030D-6E8A-4147-A177-3AD203B41FA5}">
                      <a16:colId xmlns:a16="http://schemas.microsoft.com/office/drawing/2014/main" val="1771182765"/>
                    </a:ext>
                  </a:extLst>
                </a:gridCol>
                <a:gridCol w="249300">
                  <a:extLst>
                    <a:ext uri="{9D8B030D-6E8A-4147-A177-3AD203B41FA5}">
                      <a16:colId xmlns:a16="http://schemas.microsoft.com/office/drawing/2014/main" val="1448580252"/>
                    </a:ext>
                  </a:extLst>
                </a:gridCol>
                <a:gridCol w="249300">
                  <a:extLst>
                    <a:ext uri="{9D8B030D-6E8A-4147-A177-3AD203B41FA5}">
                      <a16:colId xmlns:a16="http://schemas.microsoft.com/office/drawing/2014/main" val="424836959"/>
                    </a:ext>
                  </a:extLst>
                </a:gridCol>
                <a:gridCol w="249300">
                  <a:extLst>
                    <a:ext uri="{9D8B030D-6E8A-4147-A177-3AD203B41FA5}">
                      <a16:colId xmlns:a16="http://schemas.microsoft.com/office/drawing/2014/main" val="4203531765"/>
                    </a:ext>
                  </a:extLst>
                </a:gridCol>
                <a:gridCol w="249300">
                  <a:extLst>
                    <a:ext uri="{9D8B030D-6E8A-4147-A177-3AD203B41FA5}">
                      <a16:colId xmlns:a16="http://schemas.microsoft.com/office/drawing/2014/main" val="4203800378"/>
                    </a:ext>
                  </a:extLst>
                </a:gridCol>
                <a:gridCol w="249300">
                  <a:extLst>
                    <a:ext uri="{9D8B030D-6E8A-4147-A177-3AD203B41FA5}">
                      <a16:colId xmlns:a16="http://schemas.microsoft.com/office/drawing/2014/main" val="3487705511"/>
                    </a:ext>
                  </a:extLst>
                </a:gridCol>
                <a:gridCol w="249300">
                  <a:extLst>
                    <a:ext uri="{9D8B030D-6E8A-4147-A177-3AD203B41FA5}">
                      <a16:colId xmlns:a16="http://schemas.microsoft.com/office/drawing/2014/main" val="3645051882"/>
                    </a:ext>
                  </a:extLst>
                </a:gridCol>
                <a:gridCol w="249300">
                  <a:extLst>
                    <a:ext uri="{9D8B030D-6E8A-4147-A177-3AD203B41FA5}">
                      <a16:colId xmlns:a16="http://schemas.microsoft.com/office/drawing/2014/main" val="1471943770"/>
                    </a:ext>
                  </a:extLst>
                </a:gridCol>
              </a:tblGrid>
              <a:tr h="4431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Machine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양산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양산 대기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Set-up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043253"/>
                  </a:ext>
                </a:extLst>
              </a:tr>
              <a:tr h="4431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1-1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1-2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1-3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1-4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1-5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2-1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2-4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2-5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2-2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2-3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3-1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3-2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3-3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3-4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5598767"/>
                  </a:ext>
                </a:extLst>
              </a:tr>
              <a:tr h="8863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여부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○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(~4/24)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○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(~4/24)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●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(~4/7)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○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(~4/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24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○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(~4/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24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○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(~4/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24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○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(~4/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24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○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(~4/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24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○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(~4/30)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○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(~4/30)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○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(~4/30)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○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(~5/1)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○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(~5/1)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○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(~5/1)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0452516"/>
                  </a:ext>
                </a:extLst>
              </a:tr>
            </a:tbl>
          </a:graphicData>
        </a:graphic>
      </p:graphicFrame>
      <p:sp>
        <p:nvSpPr>
          <p:cNvPr id="142" name="직사각형 30">
            <a:extLst>
              <a:ext uri="{FF2B5EF4-FFF2-40B4-BE49-F238E27FC236}">
                <a16:creationId xmlns:a16="http://schemas.microsoft.com/office/drawing/2014/main" id="{397D7149-0624-DDF9-1BFF-EEB7D54DA925}"/>
              </a:ext>
            </a:extLst>
          </p:cNvPr>
          <p:cNvSpPr/>
          <p:nvPr/>
        </p:nvSpPr>
        <p:spPr>
          <a:xfrm>
            <a:off x="4768770" y="5119032"/>
            <a:ext cx="1743710" cy="296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Char char="q"/>
              <a:defRPr/>
            </a:pPr>
            <a:r>
              <a:rPr lang="en-US" altLang="ko-KR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ko-KR" altLang="en-US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일정 </a:t>
            </a:r>
            <a:r>
              <a:rPr lang="en-US" altLang="ko-KR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(Plan)</a:t>
            </a:r>
            <a:endParaRPr lang="en-US" altLang="ko-KR" sz="12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8435BA37-2995-95E3-E366-55B320D30499}"/>
              </a:ext>
            </a:extLst>
          </p:cNvPr>
          <p:cNvSpPr txBox="1"/>
          <p:nvPr/>
        </p:nvSpPr>
        <p:spPr>
          <a:xfrm>
            <a:off x="4774450" y="5357512"/>
            <a:ext cx="4447364" cy="447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latinLnBrk="1">
              <a:lnSpc>
                <a:spcPct val="12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-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대표호기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(#1-3, 4/7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후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모니터링 중이며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효과성 파악 및 양산호기 </a:t>
            </a:r>
            <a:b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확산전개 예정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endParaRPr lang="ko-KR" altLang="en-US" sz="1000" b="1" u="sng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03711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230E42F6-1183-461C-2DEC-D2CF56F5A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15" y="106985"/>
            <a:ext cx="2847232" cy="31314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3323" tIns="3323" rIns="3323" bIns="3323" anchor="b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첨부</a:t>
            </a:r>
            <a:r>
              <a:rPr kumimoji="1" lang="en-US" altLang="ko-KR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. [L&amp;S] </a:t>
            </a:r>
            <a:r>
              <a:rPr kumimoji="1" lang="ko-KR" altLang="en-US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음극</a:t>
            </a:r>
            <a:r>
              <a:rPr kumimoji="1" lang="en-US" altLang="ko-KR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1" lang="ko-KR" altLang="en-US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원점 위치 변경</a:t>
            </a:r>
          </a:p>
        </p:txBody>
      </p:sp>
      <p:cxnSp>
        <p:nvCxnSpPr>
          <p:cNvPr id="125" name="직선 연결선 125">
            <a:extLst>
              <a:ext uri="{FF2B5EF4-FFF2-40B4-BE49-F238E27FC236}">
                <a16:creationId xmlns:a16="http://schemas.microsoft.com/office/drawing/2014/main" id="{0F5EEAD9-C2EC-FC50-6ABB-07990996E766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실행 단추: 홈으로 이동 1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F23447D7-8406-16BD-1756-E1826183DAA4}"/>
              </a:ext>
            </a:extLst>
          </p:cNvPr>
          <p:cNvSpPr/>
          <p:nvPr/>
        </p:nvSpPr>
        <p:spPr>
          <a:xfrm>
            <a:off x="8795364" y="118944"/>
            <a:ext cx="245117" cy="260618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A301FBC-8932-DABC-55C9-F0F6F6BF89B5}"/>
              </a:ext>
            </a:extLst>
          </p:cNvPr>
          <p:cNvSpPr/>
          <p:nvPr/>
        </p:nvSpPr>
        <p:spPr>
          <a:xfrm>
            <a:off x="4618708" y="1126268"/>
            <a:ext cx="4415914" cy="554300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" name="직사각형 30">
            <a:extLst>
              <a:ext uri="{FF2B5EF4-FFF2-40B4-BE49-F238E27FC236}">
                <a16:creationId xmlns:a16="http://schemas.microsoft.com/office/drawing/2014/main" id="{913D4897-1F41-F75C-5A31-31764EFA204E}"/>
              </a:ext>
            </a:extLst>
          </p:cNvPr>
          <p:cNvSpPr/>
          <p:nvPr/>
        </p:nvSpPr>
        <p:spPr>
          <a:xfrm>
            <a:off x="212090" y="1363612"/>
            <a:ext cx="1743710" cy="296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0" fontAlgn="auto" latinLnBrk="0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현상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(Phenomenon)</a:t>
            </a:r>
            <a:endParaRPr kumimoji="0" lang="en-US" altLang="ko-KR" sz="120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9A01B20-6190-0F68-6718-BF335D2D4802}"/>
              </a:ext>
            </a:extLst>
          </p:cNvPr>
          <p:cNvSpPr/>
          <p:nvPr/>
        </p:nvSpPr>
        <p:spPr>
          <a:xfrm>
            <a:off x="6090340" y="1002707"/>
            <a:ext cx="1472650" cy="26486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개선안</a:t>
            </a:r>
          </a:p>
        </p:txBody>
      </p:sp>
      <p:sp>
        <p:nvSpPr>
          <p:cNvPr id="29" name="직사각형 30">
            <a:extLst>
              <a:ext uri="{FF2B5EF4-FFF2-40B4-BE49-F238E27FC236}">
                <a16:creationId xmlns:a16="http://schemas.microsoft.com/office/drawing/2014/main" id="{64BD00E6-7E6E-49FA-FFCA-6D9BD0BA5374}"/>
              </a:ext>
            </a:extLst>
          </p:cNvPr>
          <p:cNvSpPr/>
          <p:nvPr/>
        </p:nvSpPr>
        <p:spPr>
          <a:xfrm>
            <a:off x="4690956" y="1363612"/>
            <a:ext cx="1743710" cy="296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0" fontAlgn="auto" latinLnBrk="0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개선 안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lang="en-US" altLang="ko-KR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Improvement)</a:t>
            </a:r>
            <a:endParaRPr kumimoji="0" lang="en-US" altLang="ko-KR" sz="120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15A1F44-BDB6-B604-00E9-B611A32E5353}"/>
              </a:ext>
            </a:extLst>
          </p:cNvPr>
          <p:cNvSpPr txBox="1"/>
          <p:nvPr/>
        </p:nvSpPr>
        <p:spPr>
          <a:xfrm>
            <a:off x="227959" y="1634940"/>
            <a:ext cx="4447364" cy="447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원점 설정 시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전극 낱장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(Scrap)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이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Nip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Roller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에 미 투입되며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‘Gripper ~ Nip Roller’ </a:t>
            </a:r>
            <a:b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사이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Jamming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발생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A42EA19-305D-AE74-D74E-FB18931BFED5}"/>
              </a:ext>
            </a:extLst>
          </p:cNvPr>
          <p:cNvSpPr/>
          <p:nvPr/>
        </p:nvSpPr>
        <p:spPr>
          <a:xfrm>
            <a:off x="147616" y="1126268"/>
            <a:ext cx="4415914" cy="554300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645B022-6281-189C-4F9D-1E80A87DF174}"/>
              </a:ext>
            </a:extLst>
          </p:cNvPr>
          <p:cNvSpPr/>
          <p:nvPr/>
        </p:nvSpPr>
        <p:spPr>
          <a:xfrm>
            <a:off x="1619248" y="1002707"/>
            <a:ext cx="1472650" cy="26486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현상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6B36746-57DF-0921-E4FD-0AC2AA60A1F5}"/>
              </a:ext>
            </a:extLst>
          </p:cNvPr>
          <p:cNvSpPr txBox="1"/>
          <p:nvPr/>
        </p:nvSpPr>
        <p:spPr>
          <a:xfrm>
            <a:off x="4696636" y="1599709"/>
            <a:ext cx="4447364" cy="447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-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Auto Gravity Pin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시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b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</a:t>
            </a:r>
            <a:r>
              <a:rPr lang="ko-KR" altLang="en-US" sz="1000" b="1" u="sng" dirty="0" err="1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그리퍼</a:t>
            </a:r>
            <a:r>
              <a:rPr lang="ko-KR" altLang="en-US" sz="1000" b="1" u="sng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內 스크랩 전극 미 발생으로 인한 </a:t>
            </a:r>
            <a:r>
              <a:rPr lang="en-US" altLang="ko-KR" sz="1000" b="1" u="sng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Nip Roller </a:t>
            </a:r>
            <a:r>
              <a:rPr lang="ko-KR" altLang="en-US" sz="1000" b="1" u="sng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투입 이상 없음</a:t>
            </a:r>
            <a:r>
              <a:rPr lang="en-US" altLang="ko-KR" sz="1000" b="1" u="sng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endParaRPr lang="ko-KR" altLang="en-US" sz="1000" b="1" u="sng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F4CE1F32-C579-4BAC-F50B-513502655CCB}"/>
              </a:ext>
            </a:extLst>
          </p:cNvPr>
          <p:cNvGraphicFramePr>
            <a:graphicFrameLocks noGrp="1"/>
          </p:cNvGraphicFramePr>
          <p:nvPr/>
        </p:nvGraphicFramePr>
        <p:xfrm>
          <a:off x="4802365" y="5892474"/>
          <a:ext cx="4126787" cy="731520"/>
        </p:xfrm>
        <a:graphic>
          <a:graphicData uri="http://schemas.openxmlformats.org/drawingml/2006/table">
            <a:tbl>
              <a:tblPr/>
              <a:tblGrid>
                <a:gridCol w="204787">
                  <a:extLst>
                    <a:ext uri="{9D8B030D-6E8A-4147-A177-3AD203B41FA5}">
                      <a16:colId xmlns:a16="http://schemas.microsoft.com/office/drawing/2014/main" val="2709948727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302108103"/>
                    </a:ext>
                  </a:extLst>
                </a:gridCol>
                <a:gridCol w="219160">
                  <a:extLst>
                    <a:ext uri="{9D8B030D-6E8A-4147-A177-3AD203B41FA5}">
                      <a16:colId xmlns:a16="http://schemas.microsoft.com/office/drawing/2014/main" val="3172394201"/>
                    </a:ext>
                  </a:extLst>
                </a:gridCol>
                <a:gridCol w="219160">
                  <a:extLst>
                    <a:ext uri="{9D8B030D-6E8A-4147-A177-3AD203B41FA5}">
                      <a16:colId xmlns:a16="http://schemas.microsoft.com/office/drawing/2014/main" val="1256366103"/>
                    </a:ext>
                  </a:extLst>
                </a:gridCol>
                <a:gridCol w="219160">
                  <a:extLst>
                    <a:ext uri="{9D8B030D-6E8A-4147-A177-3AD203B41FA5}">
                      <a16:colId xmlns:a16="http://schemas.microsoft.com/office/drawing/2014/main" val="714966997"/>
                    </a:ext>
                  </a:extLst>
                </a:gridCol>
                <a:gridCol w="219160">
                  <a:extLst>
                    <a:ext uri="{9D8B030D-6E8A-4147-A177-3AD203B41FA5}">
                      <a16:colId xmlns:a16="http://schemas.microsoft.com/office/drawing/2014/main" val="3232230451"/>
                    </a:ext>
                  </a:extLst>
                </a:gridCol>
                <a:gridCol w="219160">
                  <a:extLst>
                    <a:ext uri="{9D8B030D-6E8A-4147-A177-3AD203B41FA5}">
                      <a16:colId xmlns:a16="http://schemas.microsoft.com/office/drawing/2014/main" val="2544418901"/>
                    </a:ext>
                  </a:extLst>
                </a:gridCol>
                <a:gridCol w="219160">
                  <a:extLst>
                    <a:ext uri="{9D8B030D-6E8A-4147-A177-3AD203B41FA5}">
                      <a16:colId xmlns:a16="http://schemas.microsoft.com/office/drawing/2014/main" val="851052911"/>
                    </a:ext>
                  </a:extLst>
                </a:gridCol>
                <a:gridCol w="271905">
                  <a:extLst>
                    <a:ext uri="{9D8B030D-6E8A-4147-A177-3AD203B41FA5}">
                      <a16:colId xmlns:a16="http://schemas.microsoft.com/office/drawing/2014/main" val="1771182765"/>
                    </a:ext>
                  </a:extLst>
                </a:gridCol>
                <a:gridCol w="271905">
                  <a:extLst>
                    <a:ext uri="{9D8B030D-6E8A-4147-A177-3AD203B41FA5}">
                      <a16:colId xmlns:a16="http://schemas.microsoft.com/office/drawing/2014/main" val="1448580252"/>
                    </a:ext>
                  </a:extLst>
                </a:gridCol>
                <a:gridCol w="271905">
                  <a:extLst>
                    <a:ext uri="{9D8B030D-6E8A-4147-A177-3AD203B41FA5}">
                      <a16:colId xmlns:a16="http://schemas.microsoft.com/office/drawing/2014/main" val="424836959"/>
                    </a:ext>
                  </a:extLst>
                </a:gridCol>
                <a:gridCol w="271905">
                  <a:extLst>
                    <a:ext uri="{9D8B030D-6E8A-4147-A177-3AD203B41FA5}">
                      <a16:colId xmlns:a16="http://schemas.microsoft.com/office/drawing/2014/main" val="4203531765"/>
                    </a:ext>
                  </a:extLst>
                </a:gridCol>
                <a:gridCol w="271905">
                  <a:extLst>
                    <a:ext uri="{9D8B030D-6E8A-4147-A177-3AD203B41FA5}">
                      <a16:colId xmlns:a16="http://schemas.microsoft.com/office/drawing/2014/main" val="4203800378"/>
                    </a:ext>
                  </a:extLst>
                </a:gridCol>
                <a:gridCol w="271905">
                  <a:extLst>
                    <a:ext uri="{9D8B030D-6E8A-4147-A177-3AD203B41FA5}">
                      <a16:colId xmlns:a16="http://schemas.microsoft.com/office/drawing/2014/main" val="3487705511"/>
                    </a:ext>
                  </a:extLst>
                </a:gridCol>
                <a:gridCol w="271905">
                  <a:extLst>
                    <a:ext uri="{9D8B030D-6E8A-4147-A177-3AD203B41FA5}">
                      <a16:colId xmlns:a16="http://schemas.microsoft.com/office/drawing/2014/main" val="3645051882"/>
                    </a:ext>
                  </a:extLst>
                </a:gridCol>
                <a:gridCol w="271905">
                  <a:extLst>
                    <a:ext uri="{9D8B030D-6E8A-4147-A177-3AD203B41FA5}">
                      <a16:colId xmlns:a16="http://schemas.microsoft.com/office/drawing/2014/main" val="1471943770"/>
                    </a:ext>
                  </a:extLst>
                </a:gridCol>
              </a:tblGrid>
              <a:tr h="44316"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Machine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양산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양산 대기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Set-up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043253"/>
                  </a:ext>
                </a:extLst>
              </a:tr>
              <a:tr h="44316">
                <a:tc gridSpan="2"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1-1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1-2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1-3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1-4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1-5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2-1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2-4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2-5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2-2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2-3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3-1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3-2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3-3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3-4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5598767"/>
                  </a:ext>
                </a:extLst>
              </a:tr>
              <a:tr h="8863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여부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개별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원점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(2/9)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●</a:t>
                      </a:r>
                      <a:endParaRPr kumimoji="0" lang="en-US" altLang="ko-KR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(2/9)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●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(2/9)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●</a:t>
                      </a:r>
                      <a:endParaRPr kumimoji="0" lang="en-US" altLang="ko-KR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(2/9)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●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(2/9)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●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(2/9)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●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(2/9)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●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(2/9)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(3/2)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(3/2)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(2/9)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(3/30)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●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(3/30)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●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(3/30)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0452516"/>
                  </a:ext>
                </a:extLst>
              </a:tr>
              <a:tr h="88632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상부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Auto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Gravity Pin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◐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(2/2)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◐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(2/2)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◐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(2/2)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◐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(2/2)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◐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(2/2)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(4/7)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◐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(3/3)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◐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(3/3)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◐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(3/3)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◐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(3/3)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◐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(3/3)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◐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(3/3)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◐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(3/3)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◐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(3/3)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0413618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90910218-A5DB-F21D-105A-46B41A6769E2}"/>
              </a:ext>
            </a:extLst>
          </p:cNvPr>
          <p:cNvSpPr txBox="1"/>
          <p:nvPr/>
        </p:nvSpPr>
        <p:spPr>
          <a:xfrm>
            <a:off x="140684" y="588883"/>
            <a:ext cx="6049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음극 원점 위치 변경을 통한</a:t>
            </a:r>
            <a:r>
              <a:rPr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음극 스크랩 미 제거 기인 </a:t>
            </a:r>
            <a:r>
              <a:rPr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Jamming </a:t>
            </a:r>
            <a:r>
              <a:rPr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개선 </a:t>
            </a:r>
            <a:r>
              <a:rPr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(‘26.4</a:t>
            </a:r>
            <a:r>
              <a:rPr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41" name="직사각형 30">
            <a:extLst>
              <a:ext uri="{FF2B5EF4-FFF2-40B4-BE49-F238E27FC236}">
                <a16:creationId xmlns:a16="http://schemas.microsoft.com/office/drawing/2014/main" id="{3282F3FE-1387-B875-59D7-1173B22DEAF3}"/>
              </a:ext>
            </a:extLst>
          </p:cNvPr>
          <p:cNvSpPr/>
          <p:nvPr/>
        </p:nvSpPr>
        <p:spPr>
          <a:xfrm>
            <a:off x="212090" y="3815080"/>
            <a:ext cx="1743710" cy="296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0" fontAlgn="auto" latinLnBrk="0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원인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(Cause)</a:t>
            </a:r>
            <a:endParaRPr kumimoji="0" lang="en-US" altLang="ko-KR" sz="120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1AB29171-0BC1-C4A4-4E70-1CDA07FCABF3}"/>
              </a:ext>
            </a:extLst>
          </p:cNvPr>
          <p:cNvGrpSpPr/>
          <p:nvPr/>
        </p:nvGrpSpPr>
        <p:grpSpPr>
          <a:xfrm>
            <a:off x="232506" y="1998456"/>
            <a:ext cx="3092646" cy="1718371"/>
            <a:chOff x="396501" y="1894102"/>
            <a:chExt cx="3092646" cy="1937915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6AAC94D1-7192-618E-CD17-D63373D31945}"/>
                </a:ext>
              </a:extLst>
            </p:cNvPr>
            <p:cNvGrpSpPr/>
            <p:nvPr/>
          </p:nvGrpSpPr>
          <p:grpSpPr>
            <a:xfrm>
              <a:off x="396501" y="2078056"/>
              <a:ext cx="3080534" cy="1753961"/>
              <a:chOff x="447401" y="2078056"/>
              <a:chExt cx="1888169" cy="1753961"/>
            </a:xfrm>
          </p:grpSpPr>
          <p:pic>
            <p:nvPicPr>
              <p:cNvPr id="47" name="그림 46">
                <a:extLst>
                  <a:ext uri="{FF2B5EF4-FFF2-40B4-BE49-F238E27FC236}">
                    <a16:creationId xmlns:a16="http://schemas.microsoft.com/office/drawing/2014/main" id="{E4577426-4A46-00F5-1168-13D6CE6DB3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47401" y="2223020"/>
                <a:ext cx="1888169" cy="1608997"/>
              </a:xfrm>
              <a:prstGeom prst="rect">
                <a:avLst/>
              </a:prstGeom>
              <a:ln w="3175">
                <a:solidFill>
                  <a:schemeClr val="tx1"/>
                </a:solidFill>
              </a:ln>
            </p:spPr>
          </p:pic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04D2BB05-765B-F25F-382C-2285AB70B7A2}"/>
                  </a:ext>
                </a:extLst>
              </p:cNvPr>
              <p:cNvSpPr/>
              <p:nvPr/>
            </p:nvSpPr>
            <p:spPr>
              <a:xfrm>
                <a:off x="972495" y="2648645"/>
                <a:ext cx="296800" cy="462734"/>
              </a:xfrm>
              <a:prstGeom prst="ellipse">
                <a:avLst/>
              </a:prstGeom>
              <a:noFill/>
              <a:ln w="9525">
                <a:solidFill>
                  <a:srgbClr val="FFFF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" name="Text Box 118">
                <a:extLst>
                  <a:ext uri="{FF2B5EF4-FFF2-40B4-BE49-F238E27FC236}">
                    <a16:creationId xmlns:a16="http://schemas.microsoft.com/office/drawing/2014/main" id="{9B3DB8C3-0B94-FCA8-D72C-39B9AEA045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67976" y="2408017"/>
                <a:ext cx="429393" cy="1231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>
                <a:spAutoFit/>
              </a:bodyPr>
              <a:lstStyle>
                <a:defPPr>
                  <a:defRPr lang="ko-KR"/>
                </a:defPPr>
                <a:lvl1pPr marL="180000" marR="0" lvl="0" indent="-180000" fontAlgn="base">
                  <a:lnSpc>
                    <a:spcPct val="110000"/>
                  </a:lnSpc>
                  <a:spcBef>
                    <a:spcPts val="300"/>
                  </a:spcBef>
                  <a:spcAft>
                    <a:spcPts val="700"/>
                  </a:spcAft>
                  <a:buClrTx/>
                  <a:buSzPct val="80000"/>
                  <a:buFont typeface="Wingdings" pitchFamily="2" charset="2"/>
                  <a:buChar char="q"/>
                  <a:tabLst/>
                  <a:defRPr kumimoji="1" sz="1400" b="1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charset="0"/>
                  </a:defRPr>
                </a:lvl1pPr>
                <a:lvl2pPr marL="742950" indent="-285750" eaLnBrk="0" hangingPunct="0">
                  <a:defRPr kumimoji="1"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charset="-127"/>
                    <a:ea typeface="굴림" charset="-127"/>
                  </a:defRPr>
                </a:lvl9pPr>
              </a:lstStyle>
              <a:p>
                <a:pPr marL="0" indent="0" defTabSz="844083">
                  <a:lnSpc>
                    <a:spcPct val="100000"/>
                  </a:lnSpc>
                  <a:buNone/>
                  <a:defRPr/>
                </a:pPr>
                <a:r>
                  <a:rPr lang="ko-KR" altLang="en-US" sz="800" b="0" dirty="0">
                    <a:solidFill>
                      <a:srgbClr val="FFFF00"/>
                    </a:solidFill>
                  </a:rPr>
                  <a:t>음극 </a:t>
                </a:r>
                <a:r>
                  <a:rPr lang="en-US" altLang="ko-KR" sz="800" b="0" dirty="0">
                    <a:solidFill>
                      <a:srgbClr val="FFFF00"/>
                    </a:solidFill>
                  </a:rPr>
                  <a:t>2</a:t>
                </a:r>
                <a:r>
                  <a:rPr lang="ko-KR" altLang="en-US" sz="800" b="0" dirty="0">
                    <a:solidFill>
                      <a:srgbClr val="FFFF00"/>
                    </a:solidFill>
                  </a:rPr>
                  <a:t>장</a:t>
                </a:r>
              </a:p>
            </p:txBody>
          </p:sp>
          <p:cxnSp>
            <p:nvCxnSpPr>
              <p:cNvPr id="50" name="직선 연결선 49">
                <a:extLst>
                  <a:ext uri="{FF2B5EF4-FFF2-40B4-BE49-F238E27FC236}">
                    <a16:creationId xmlns:a16="http://schemas.microsoft.com/office/drawing/2014/main" id="{2D9BA6A0-2ADB-677A-9AFC-A3A1E77243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6918" y="2223022"/>
                <a:ext cx="0" cy="897808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>
                <a:extLst>
                  <a:ext uri="{FF2B5EF4-FFF2-40B4-BE49-F238E27FC236}">
                    <a16:creationId xmlns:a16="http://schemas.microsoft.com/office/drawing/2014/main" id="{6BB5B316-B90C-AD08-242C-10C41E5F73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89393" y="2223022"/>
                <a:ext cx="0" cy="897808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AA21647C-F395-BBF3-625A-E2B7B741F2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8218" y="2223022"/>
                <a:ext cx="0" cy="897808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>
                <a:extLst>
                  <a:ext uri="{FF2B5EF4-FFF2-40B4-BE49-F238E27FC236}">
                    <a16:creationId xmlns:a16="http://schemas.microsoft.com/office/drawing/2014/main" id="{B820A9D1-7019-FCA3-1F88-CAE96F006D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75218" y="2223022"/>
                <a:ext cx="0" cy="897808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직선 화살표 연결선 53">
                <a:extLst>
                  <a:ext uri="{FF2B5EF4-FFF2-40B4-BE49-F238E27FC236}">
                    <a16:creationId xmlns:a16="http://schemas.microsoft.com/office/drawing/2014/main" id="{6843FFD0-174F-FAD5-E18D-523D281F24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8218" y="2160588"/>
                <a:ext cx="51117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lgDash"/>
                <a:headEnd type="arrow" w="sm" len="sm"/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직선 화살표 연결선 54">
                <a:extLst>
                  <a:ext uri="{FF2B5EF4-FFF2-40B4-BE49-F238E27FC236}">
                    <a16:creationId xmlns:a16="http://schemas.microsoft.com/office/drawing/2014/main" id="{39413D86-3D10-BE96-6B7B-2FA179FF0D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79867" y="2160588"/>
                <a:ext cx="51117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lgDash"/>
                <a:headEnd type="arrow" w="sm" len="sm"/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직선 화살표 연결선 55">
                <a:extLst>
                  <a:ext uri="{FF2B5EF4-FFF2-40B4-BE49-F238E27FC236}">
                    <a16:creationId xmlns:a16="http://schemas.microsoft.com/office/drawing/2014/main" id="{B8D8562D-3992-1D7E-137D-05AEDC6671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6918" y="2160588"/>
                <a:ext cx="3683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lgDash"/>
                <a:headEnd type="arrow" w="sm" len="sm"/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3CE524E-074E-E403-A1A2-E2C9CA81298F}"/>
                  </a:ext>
                </a:extLst>
              </p:cNvPr>
              <p:cNvSpPr txBox="1"/>
              <p:nvPr/>
            </p:nvSpPr>
            <p:spPr>
              <a:xfrm>
                <a:off x="1812135" y="2085199"/>
                <a:ext cx="156693" cy="123111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800" dirty="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Cutter</a:t>
                </a:r>
                <a:endParaRPr lang="ko-KR" altLang="en-US" sz="800" dirty="0"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DF6E1E6-2A3C-B35B-A319-869548140F9E}"/>
                  </a:ext>
                </a:extLst>
              </p:cNvPr>
              <p:cNvSpPr txBox="1"/>
              <p:nvPr/>
            </p:nvSpPr>
            <p:spPr>
              <a:xfrm>
                <a:off x="1328422" y="2078056"/>
                <a:ext cx="208557" cy="123111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800" dirty="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Gripper</a:t>
                </a:r>
                <a:endParaRPr lang="ko-KR" altLang="en-US" sz="800" dirty="0"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9B6C009-1056-0F3A-4752-FD853D3317E1}"/>
                  </a:ext>
                </a:extLst>
              </p:cNvPr>
              <p:cNvSpPr txBox="1"/>
              <p:nvPr/>
            </p:nvSpPr>
            <p:spPr>
              <a:xfrm>
                <a:off x="799963" y="2082818"/>
                <a:ext cx="252356" cy="123111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800" dirty="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Nip</a:t>
                </a:r>
                <a:r>
                  <a:rPr lang="ko-KR" altLang="en-US" sz="800" dirty="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 </a:t>
                </a:r>
                <a:r>
                  <a:rPr lang="en-US" altLang="ko-KR" sz="800" dirty="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Roller</a:t>
                </a:r>
                <a:endParaRPr lang="ko-KR" altLang="en-US" sz="800" dirty="0"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cxnSp>
            <p:nvCxnSpPr>
              <p:cNvPr id="448" name="직선 연결선 447">
                <a:extLst>
                  <a:ext uri="{FF2B5EF4-FFF2-40B4-BE49-F238E27FC236}">
                    <a16:creationId xmlns:a16="http://schemas.microsoft.com/office/drawing/2014/main" id="{900D4BF4-6E1E-821A-E37A-198991EE5B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8218" y="2088356"/>
                <a:ext cx="0" cy="134666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9" name="직선 연결선 448">
                <a:extLst>
                  <a:ext uri="{FF2B5EF4-FFF2-40B4-BE49-F238E27FC236}">
                    <a16:creationId xmlns:a16="http://schemas.microsoft.com/office/drawing/2014/main" id="{23283657-7061-DC8A-B6A7-BFBAD38BCF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89393" y="2088356"/>
                <a:ext cx="0" cy="134666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" name="직선 연결선 449">
                <a:extLst>
                  <a:ext uri="{FF2B5EF4-FFF2-40B4-BE49-F238E27FC236}">
                    <a16:creationId xmlns:a16="http://schemas.microsoft.com/office/drawing/2014/main" id="{5E971479-3936-4EF8-AEBE-1C83A84B0A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9711" y="2088356"/>
                <a:ext cx="0" cy="134666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" name="직선 연결선 450">
                <a:extLst>
                  <a:ext uri="{FF2B5EF4-FFF2-40B4-BE49-F238E27FC236}">
                    <a16:creationId xmlns:a16="http://schemas.microsoft.com/office/drawing/2014/main" id="{6070FF85-73CF-BE3D-EF5C-471CC7C381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78009" y="2088356"/>
                <a:ext cx="0" cy="134666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2" name="TextBox 451">
                <a:extLst>
                  <a:ext uri="{FF2B5EF4-FFF2-40B4-BE49-F238E27FC236}">
                    <a16:creationId xmlns:a16="http://schemas.microsoft.com/office/drawing/2014/main" id="{00A48805-382B-C979-2DAF-F6A37DB80947}"/>
                  </a:ext>
                </a:extLst>
              </p:cNvPr>
              <p:cNvSpPr txBox="1"/>
              <p:nvPr/>
            </p:nvSpPr>
            <p:spPr>
              <a:xfrm>
                <a:off x="834860" y="3338468"/>
                <a:ext cx="1188463" cy="394381"/>
              </a:xfrm>
              <a:prstGeom prst="rect">
                <a:avLst/>
              </a:prstGeom>
              <a:solidFill>
                <a:schemeClr val="bg1">
                  <a:alpha val="80000"/>
                </a:schemeClr>
              </a:solidFill>
              <a:ln w="3175">
                <a:noFill/>
              </a:ln>
            </p:spPr>
            <p:txBody>
              <a:bodyPr wrap="square" lIns="36000" tIns="36000" rIns="0" bIns="36000" rtlCol="0" anchor="ctr">
                <a:spAutoFit/>
              </a:bodyPr>
              <a:lstStyle/>
              <a:p>
                <a:r>
                  <a:rPr lang="en-US" altLang="ko-KR" sz="900" dirty="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(</a:t>
                </a:r>
                <a:r>
                  <a:rPr lang="ko-KR" altLang="en-US" sz="900" dirty="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음극</a:t>
                </a:r>
                <a:r>
                  <a:rPr lang="en-US" altLang="ko-KR" sz="900" dirty="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) </a:t>
                </a:r>
                <a:r>
                  <a:rPr lang="ko-KR" altLang="en-US" sz="900" dirty="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원점 설정 후</a:t>
                </a:r>
                <a:r>
                  <a:rPr lang="en-US" altLang="ko-KR" sz="900" dirty="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 </a:t>
                </a:r>
                <a:r>
                  <a:rPr lang="ko-KR" altLang="en-US" sz="900" dirty="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가동 시</a:t>
                </a:r>
                <a:r>
                  <a:rPr lang="en-US" altLang="ko-KR" sz="900" dirty="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, </a:t>
                </a:r>
                <a:br>
                  <a:rPr lang="en-US" altLang="ko-KR" sz="900" dirty="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</a:br>
                <a:r>
                  <a:rPr lang="ko-KR" altLang="en-US" sz="900" dirty="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전극이 </a:t>
                </a:r>
                <a:r>
                  <a:rPr lang="ko-KR" altLang="en-US" sz="900" dirty="0" err="1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닙롤에</a:t>
                </a:r>
                <a:r>
                  <a:rPr lang="ko-KR" altLang="en-US" sz="900" dirty="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 미 투입되며 </a:t>
                </a:r>
                <a:r>
                  <a:rPr lang="en-US" altLang="ko-KR" sz="900" dirty="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Jamming </a:t>
                </a:r>
                <a:r>
                  <a:rPr lang="ko-KR" altLang="en-US" sz="900" dirty="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발생</a:t>
                </a:r>
              </a:p>
            </p:txBody>
          </p:sp>
        </p:grp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5AD350DF-26D6-9359-D5E3-7F01523B71D8}"/>
                </a:ext>
              </a:extLst>
            </p:cNvPr>
            <p:cNvCxnSpPr/>
            <p:nvPr/>
          </p:nvCxnSpPr>
          <p:spPr>
            <a:xfrm flipH="1">
              <a:off x="2320195" y="2030599"/>
              <a:ext cx="116895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DD52D13-8FB7-9C63-E1FA-ED835C5244B5}"/>
                </a:ext>
              </a:extLst>
            </p:cNvPr>
            <p:cNvSpPr txBox="1"/>
            <p:nvPr/>
          </p:nvSpPr>
          <p:spPr>
            <a:xfrm>
              <a:off x="3082726" y="1894102"/>
              <a:ext cx="406421" cy="123111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ko-KR" altLang="en-US" sz="8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주행방향</a:t>
              </a:r>
            </a:p>
          </p:txBody>
        </p: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08C46E7D-A344-22C6-FDCF-3635609022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9934" y="3141160"/>
              <a:ext cx="785179" cy="162880"/>
            </a:xfrm>
            <a:prstGeom prst="straightConnector1">
              <a:avLst/>
            </a:prstGeom>
            <a:ln w="19050">
              <a:solidFill>
                <a:schemeClr val="bg1">
                  <a:lumMod val="95000"/>
                </a:schemeClr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3" name="TextBox 452">
            <a:extLst>
              <a:ext uri="{FF2B5EF4-FFF2-40B4-BE49-F238E27FC236}">
                <a16:creationId xmlns:a16="http://schemas.microsoft.com/office/drawing/2014/main" id="{E27F7FC5-72DD-188B-122F-C8C11AC199E8}"/>
              </a:ext>
            </a:extLst>
          </p:cNvPr>
          <p:cNvSpPr txBox="1"/>
          <p:nvPr/>
        </p:nvSpPr>
        <p:spPr>
          <a:xfrm>
            <a:off x="227958" y="4063920"/>
            <a:ext cx="4686093" cy="742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-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원점 설정 후 가동 시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b="1" u="sng" dirty="0" err="1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그리퍼</a:t>
            </a:r>
            <a:r>
              <a:rPr lang="ko-KR" altLang="en-US" sz="1000" b="1" u="sng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內 전극 </a:t>
            </a:r>
            <a:r>
              <a:rPr lang="en-US" altLang="ko-KR" sz="1000" b="1" u="sng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r>
              <a:rPr lang="ko-KR" altLang="en-US" sz="1000" b="1" u="sng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장</a:t>
            </a:r>
            <a:r>
              <a:rPr lang="en-US" altLang="ko-KR" sz="800" b="1" u="sng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800" b="1" u="sng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스크랩 </a:t>
            </a:r>
            <a:r>
              <a:rPr lang="en-US" altLang="ko-KR" sz="800" b="1" u="sng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r>
              <a:rPr lang="ko-KR" altLang="en-US" sz="800" b="1" u="sng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장 포함</a:t>
            </a:r>
            <a:r>
              <a:rPr lang="en-US" altLang="ko-KR" sz="800" b="1" u="sng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en-US" sz="1000" b="1" u="sng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으로 인한 </a:t>
            </a:r>
            <a:r>
              <a:rPr lang="en-US" altLang="ko-KR" sz="1000" b="1" u="sng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Nip</a:t>
            </a:r>
            <a:r>
              <a:rPr lang="ko-KR" altLang="en-US" sz="1000" b="1" u="sng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b="1" u="sng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Roller</a:t>
            </a:r>
            <a:r>
              <a:rPr lang="ko-KR" altLang="en-US" sz="1000" b="1" u="sng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미 투입</a:t>
            </a:r>
            <a:r>
              <a:rPr lang="en-US" altLang="ko-KR" sz="1000" b="1" u="sng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r>
              <a:rPr lang="ko-KR" altLang="en-US" sz="1000" b="1" u="sng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b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6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b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일반 정지 시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: Gripper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에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‘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낱장 전극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장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’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을 보유 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전극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Cutting 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후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전진위치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b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원점 설정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시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: Gripper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에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‘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낱장 전극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장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’ + ‘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스크랩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장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’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보유</a:t>
            </a:r>
          </a:p>
        </p:txBody>
      </p:sp>
      <p:sp>
        <p:nvSpPr>
          <p:cNvPr id="454" name="TextBox 159">
            <a:extLst>
              <a:ext uri="{FF2B5EF4-FFF2-40B4-BE49-F238E27FC236}">
                <a16:creationId xmlns:a16="http://schemas.microsoft.com/office/drawing/2014/main" id="{D90786E9-503B-E520-340A-30659F01A392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368258" y="4698965"/>
            <a:ext cx="2148345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┕ 원점 설정 후</a:t>
            </a:r>
            <a:r>
              <a:rPr lang="en-US" altLang="ko-KR" sz="8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8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스크랩 미 </a:t>
            </a:r>
            <a:r>
              <a:rPr lang="ko-KR" altLang="en-US" sz="800" dirty="0" err="1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제거시</a:t>
            </a:r>
            <a:r>
              <a:rPr lang="ko-KR" altLang="en-US" sz="8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Jamming </a:t>
            </a:r>
            <a:r>
              <a:rPr lang="ko-KR" altLang="en-US" sz="8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발생 </a:t>
            </a:r>
            <a:endParaRPr kumimoji="0" lang="ko-KR" altLang="en-US" sz="8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55" name="직사각형 30">
            <a:extLst>
              <a:ext uri="{FF2B5EF4-FFF2-40B4-BE49-F238E27FC236}">
                <a16:creationId xmlns:a16="http://schemas.microsoft.com/office/drawing/2014/main" id="{D7943457-472F-692F-9FFD-5DFB4D609E66}"/>
              </a:ext>
            </a:extLst>
          </p:cNvPr>
          <p:cNvSpPr/>
          <p:nvPr/>
        </p:nvSpPr>
        <p:spPr>
          <a:xfrm>
            <a:off x="4690956" y="5214761"/>
            <a:ext cx="1743710" cy="296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0" fontAlgn="auto" latinLnBrk="0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일정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(Plan)</a:t>
            </a:r>
            <a:endParaRPr kumimoji="0" lang="en-US" altLang="ko-KR" sz="120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56" name="TextBox 455">
            <a:extLst>
              <a:ext uri="{FF2B5EF4-FFF2-40B4-BE49-F238E27FC236}">
                <a16:creationId xmlns:a16="http://schemas.microsoft.com/office/drawing/2014/main" id="{BB07EBDD-1D2E-DEDF-3443-0CC159E7267D}"/>
              </a:ext>
            </a:extLst>
          </p:cNvPr>
          <p:cNvSpPr txBox="1"/>
          <p:nvPr/>
        </p:nvSpPr>
        <p:spPr>
          <a:xfrm>
            <a:off x="4696636" y="5453241"/>
            <a:ext cx="4447364" cy="447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-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대표호기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(#2-1, 4/7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후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모니터링 중이며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효과성 파악 및 양산호기 </a:t>
            </a:r>
            <a:b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확산전개 예정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endParaRPr lang="ko-KR" altLang="en-US" sz="1000" b="1" u="sng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57" name="TextBox 159">
            <a:extLst>
              <a:ext uri="{FF2B5EF4-FFF2-40B4-BE49-F238E27FC236}">
                <a16:creationId xmlns:a16="http://schemas.microsoft.com/office/drawing/2014/main" id="{E8C53690-528C-52F5-D4AA-7E693E28D26E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554663" y="815594"/>
            <a:ext cx="315503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└ 기존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낱장 전극 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Cutting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후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전진 위치 → 변경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낱장 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Cutting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후진 위치</a:t>
            </a:r>
            <a:endParaRPr kumimoji="0" lang="ko-KR" altLang="en-US" sz="80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458" name="그림 457">
            <a:extLst>
              <a:ext uri="{FF2B5EF4-FFF2-40B4-BE49-F238E27FC236}">
                <a16:creationId xmlns:a16="http://schemas.microsoft.com/office/drawing/2014/main" id="{D52A1D27-6DDD-5A6B-BF84-62FE748D1507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38726" y="2289668"/>
            <a:ext cx="1185645" cy="142266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459" name="Text Box 118">
            <a:extLst>
              <a:ext uri="{FF2B5EF4-FFF2-40B4-BE49-F238E27FC236}">
                <a16:creationId xmlns:a16="http://schemas.microsoft.com/office/drawing/2014/main" id="{1D119C5E-CDBF-FEED-FEA9-E443AE0277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3327" y="3209015"/>
            <a:ext cx="700552" cy="1231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180000" marR="0" lvl="0" indent="-180000" fontAlgn="base">
              <a:lnSpc>
                <a:spcPct val="110000"/>
              </a:lnSpc>
              <a:spcBef>
                <a:spcPts val="300"/>
              </a:spcBef>
              <a:spcAft>
                <a:spcPts val="700"/>
              </a:spcAft>
              <a:buClrTx/>
              <a:buSzPct val="80000"/>
              <a:buFont typeface="Wingdings" pitchFamily="2" charset="2"/>
              <a:buChar char="q"/>
              <a:tabLst/>
              <a:defRPr kumimoji="1" sz="1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  <a:lvl2pPr marL="742950" indent="-285750" eaLnBrk="0" hangingPunct="0">
              <a:defRPr kumimoji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9pPr>
          </a:lstStyle>
          <a:p>
            <a:pPr marL="0" indent="0" defTabSz="844083">
              <a:lnSpc>
                <a:spcPct val="100000"/>
              </a:lnSpc>
              <a:buNone/>
              <a:defRPr/>
            </a:pPr>
            <a:r>
              <a:rPr lang="ko-KR" altLang="en-US" sz="800" b="0" dirty="0">
                <a:solidFill>
                  <a:srgbClr val="FFFF00"/>
                </a:solidFill>
              </a:rPr>
              <a:t>음극 </a:t>
            </a:r>
            <a:r>
              <a:rPr lang="en-US" altLang="ko-KR" sz="800" b="0" dirty="0">
                <a:solidFill>
                  <a:srgbClr val="FFFF00"/>
                </a:solidFill>
              </a:rPr>
              <a:t>2</a:t>
            </a:r>
            <a:r>
              <a:rPr lang="ko-KR" altLang="en-US" sz="800" b="0" dirty="0">
                <a:solidFill>
                  <a:srgbClr val="FFFF00"/>
                </a:solidFill>
              </a:rPr>
              <a:t>장</a:t>
            </a:r>
          </a:p>
        </p:txBody>
      </p:sp>
      <p:cxnSp>
        <p:nvCxnSpPr>
          <p:cNvPr id="460" name="직선 화살표 연결선 459">
            <a:extLst>
              <a:ext uri="{FF2B5EF4-FFF2-40B4-BE49-F238E27FC236}">
                <a16:creationId xmlns:a16="http://schemas.microsoft.com/office/drawing/2014/main" id="{0D66F24E-BF98-FDC4-97DC-A868D3BDE52E}"/>
              </a:ext>
            </a:extLst>
          </p:cNvPr>
          <p:cNvCxnSpPr>
            <a:cxnSpLocks/>
          </p:cNvCxnSpPr>
          <p:nvPr/>
        </p:nvCxnSpPr>
        <p:spPr>
          <a:xfrm flipH="1" flipV="1">
            <a:off x="3573698" y="3071515"/>
            <a:ext cx="265528" cy="196218"/>
          </a:xfrm>
          <a:prstGeom prst="straightConnector1">
            <a:avLst/>
          </a:prstGeom>
          <a:ln>
            <a:solidFill>
              <a:srgbClr val="FFFF00"/>
            </a:solidFill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직선 화살표 연결선 460">
            <a:extLst>
              <a:ext uri="{FF2B5EF4-FFF2-40B4-BE49-F238E27FC236}">
                <a16:creationId xmlns:a16="http://schemas.microsoft.com/office/drawing/2014/main" id="{860AD534-18ED-A504-53D0-84384BF5955B}"/>
              </a:ext>
            </a:extLst>
          </p:cNvPr>
          <p:cNvCxnSpPr>
            <a:cxnSpLocks/>
          </p:cNvCxnSpPr>
          <p:nvPr/>
        </p:nvCxnSpPr>
        <p:spPr>
          <a:xfrm flipH="1" flipV="1">
            <a:off x="3573698" y="2960212"/>
            <a:ext cx="278115" cy="302224"/>
          </a:xfrm>
          <a:prstGeom prst="straightConnector1">
            <a:avLst/>
          </a:prstGeom>
          <a:ln>
            <a:solidFill>
              <a:srgbClr val="FFFF00"/>
            </a:solidFill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2" name="그림 461">
            <a:extLst>
              <a:ext uri="{FF2B5EF4-FFF2-40B4-BE49-F238E27FC236}">
                <a16:creationId xmlns:a16="http://schemas.microsoft.com/office/drawing/2014/main" id="{AFEFE659-0AFB-7CC0-292E-201BFCB4767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9650" y="5305976"/>
            <a:ext cx="1876960" cy="128630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463" name="TextBox 159">
            <a:extLst>
              <a:ext uri="{FF2B5EF4-FFF2-40B4-BE49-F238E27FC236}">
                <a16:creationId xmlns:a16="http://schemas.microsoft.com/office/drawing/2014/main" id="{5CA77A6E-5C32-97F6-0A0C-9BE96962676D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29570" y="4915777"/>
            <a:ext cx="172623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[</a:t>
            </a:r>
            <a:r>
              <a:rPr lang="ko-KR" altLang="en-US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기존</a:t>
            </a:r>
            <a:r>
              <a:rPr lang="en-US" altLang="ko-KR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전극 </a:t>
            </a:r>
            <a:r>
              <a:rPr lang="en-US" altLang="ko-KR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Cutting </a:t>
            </a:r>
            <a:r>
              <a:rPr lang="ko-KR" altLang="en-US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후</a:t>
            </a:r>
            <a:r>
              <a:rPr lang="en-US" altLang="ko-KR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전진 위치</a:t>
            </a:r>
            <a:r>
              <a:rPr lang="en-US" altLang="ko-KR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kumimoji="0" lang="ko-KR" altLang="en-US" sz="9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64" name="TextBox 159">
            <a:extLst>
              <a:ext uri="{FF2B5EF4-FFF2-40B4-BE49-F238E27FC236}">
                <a16:creationId xmlns:a16="http://schemas.microsoft.com/office/drawing/2014/main" id="{B8A92FC3-198F-6DA7-F128-3C816F36F233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29570" y="5059938"/>
            <a:ext cx="172623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-. Gripper </a:t>
            </a:r>
            <a:r>
              <a:rPr lang="ko-KR" altLang="en-US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내</a:t>
            </a:r>
            <a:r>
              <a:rPr lang="en-US" altLang="ko-KR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낱장 전극 </a:t>
            </a:r>
            <a:r>
              <a:rPr lang="en-US" altLang="ko-KR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r>
              <a:rPr lang="ko-KR" altLang="en-US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장 보유</a:t>
            </a:r>
            <a:endParaRPr kumimoji="0" lang="ko-KR" altLang="en-US" sz="9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465" name="그림 464">
            <a:extLst>
              <a:ext uri="{FF2B5EF4-FFF2-40B4-BE49-F238E27FC236}">
                <a16:creationId xmlns:a16="http://schemas.microsoft.com/office/drawing/2014/main" id="{52A4DE1B-80A3-68BD-16EF-9C6479729C00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51641" y="5295569"/>
            <a:ext cx="1933398" cy="126885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466" name="TextBox 159">
            <a:extLst>
              <a:ext uri="{FF2B5EF4-FFF2-40B4-BE49-F238E27FC236}">
                <a16:creationId xmlns:a16="http://schemas.microsoft.com/office/drawing/2014/main" id="{D6711BB5-E876-4384-22E4-C53488638228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368258" y="4915777"/>
            <a:ext cx="172623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[</a:t>
            </a:r>
            <a:r>
              <a:rPr lang="ko-KR" altLang="en-US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개선</a:t>
            </a:r>
            <a:r>
              <a:rPr lang="en-US" altLang="ko-KR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전극 </a:t>
            </a:r>
            <a:r>
              <a:rPr lang="en-US" altLang="ko-KR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Cutting </a:t>
            </a:r>
            <a:r>
              <a:rPr lang="ko-KR" altLang="en-US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</a:t>
            </a:r>
            <a:r>
              <a:rPr lang="en-US" altLang="ko-KR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후진 위치</a:t>
            </a:r>
            <a:r>
              <a:rPr lang="en-US" altLang="ko-KR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kumimoji="0" lang="ko-KR" altLang="en-US" sz="9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67" name="TextBox 159">
            <a:extLst>
              <a:ext uri="{FF2B5EF4-FFF2-40B4-BE49-F238E27FC236}">
                <a16:creationId xmlns:a16="http://schemas.microsoft.com/office/drawing/2014/main" id="{CC381369-54DF-8044-FA58-D2B2B698FFBC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368258" y="5059938"/>
            <a:ext cx="172623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-. Gripper </a:t>
            </a:r>
            <a:r>
              <a:rPr lang="ko-KR" altLang="en-US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내</a:t>
            </a:r>
            <a:r>
              <a:rPr lang="en-US" altLang="ko-KR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낱장 전극 없음</a:t>
            </a:r>
            <a:endParaRPr kumimoji="0" lang="ko-KR" altLang="en-US" sz="9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468" name="표 467">
            <a:extLst>
              <a:ext uri="{FF2B5EF4-FFF2-40B4-BE49-F238E27FC236}">
                <a16:creationId xmlns:a16="http://schemas.microsoft.com/office/drawing/2014/main" id="{ABFC60C7-DF88-E0E8-F994-E89DF6A6E479}"/>
              </a:ext>
            </a:extLst>
          </p:cNvPr>
          <p:cNvGraphicFramePr>
            <a:graphicFrameLocks noGrp="1"/>
          </p:cNvGraphicFramePr>
          <p:nvPr/>
        </p:nvGraphicFramePr>
        <p:xfrm>
          <a:off x="4737734" y="3363326"/>
          <a:ext cx="4176694" cy="1846390"/>
        </p:xfrm>
        <a:graphic>
          <a:graphicData uri="http://schemas.openxmlformats.org/drawingml/2006/table">
            <a:tbl>
              <a:tblPr/>
              <a:tblGrid>
                <a:gridCol w="817590">
                  <a:extLst>
                    <a:ext uri="{9D8B030D-6E8A-4147-A177-3AD203B41FA5}">
                      <a16:colId xmlns:a16="http://schemas.microsoft.com/office/drawing/2014/main" val="730754604"/>
                    </a:ext>
                  </a:extLst>
                </a:gridCol>
                <a:gridCol w="591006">
                  <a:extLst>
                    <a:ext uri="{9D8B030D-6E8A-4147-A177-3AD203B41FA5}">
                      <a16:colId xmlns:a16="http://schemas.microsoft.com/office/drawing/2014/main" val="1574670445"/>
                    </a:ext>
                  </a:extLst>
                </a:gridCol>
                <a:gridCol w="817590">
                  <a:extLst>
                    <a:ext uri="{9D8B030D-6E8A-4147-A177-3AD203B41FA5}">
                      <a16:colId xmlns:a16="http://schemas.microsoft.com/office/drawing/2014/main" val="423999309"/>
                    </a:ext>
                  </a:extLst>
                </a:gridCol>
                <a:gridCol w="566459">
                  <a:extLst>
                    <a:ext uri="{9D8B030D-6E8A-4147-A177-3AD203B41FA5}">
                      <a16:colId xmlns:a16="http://schemas.microsoft.com/office/drawing/2014/main" val="2091108143"/>
                    </a:ext>
                  </a:extLst>
                </a:gridCol>
                <a:gridCol w="817590">
                  <a:extLst>
                    <a:ext uri="{9D8B030D-6E8A-4147-A177-3AD203B41FA5}">
                      <a16:colId xmlns:a16="http://schemas.microsoft.com/office/drawing/2014/main" val="1625431549"/>
                    </a:ext>
                  </a:extLst>
                </a:gridCol>
                <a:gridCol w="566459">
                  <a:extLst>
                    <a:ext uri="{9D8B030D-6E8A-4147-A177-3AD203B41FA5}">
                      <a16:colId xmlns:a16="http://schemas.microsoft.com/office/drawing/2014/main" val="3165908325"/>
                    </a:ext>
                  </a:extLst>
                </a:gridCol>
              </a:tblGrid>
              <a:tr h="131885"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상부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양극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컷터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중앙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음극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컷터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1315743"/>
                  </a:ext>
                </a:extLst>
              </a:tr>
              <a:tr h="263770">
                <a:tc gridSpan="2"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정지위치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그리퍼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내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낱장전극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정지위치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그리퍼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내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낱장전극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241203"/>
                  </a:ext>
                </a:extLst>
              </a:tr>
              <a:tr h="26377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기존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일반 정지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Safety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센서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최대 전진 위치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Safety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센서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최대 전진 위치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1296967"/>
                  </a:ext>
                </a:extLst>
              </a:tr>
              <a:tr h="263770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Door Open,</a:t>
                      </a:r>
                    </a:p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후 재 가동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원점 센서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원점 센서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177550"/>
                  </a:ext>
                </a:extLst>
              </a:tr>
              <a:tr h="26377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개별 원점</a:t>
                      </a:r>
                      <a:r>
                        <a:rPr lang="en-US" altLang="ko-KR" sz="8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1)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일반 정지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Safety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센서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최대 전진 위치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Safety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센서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최대 전진 위치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328365"/>
                  </a:ext>
                </a:extLst>
              </a:tr>
              <a:tr h="263770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Door Open, </a:t>
                      </a:r>
                    </a:p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후 재 가동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원점 센서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원점 센서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0862389"/>
                  </a:ext>
                </a:extLst>
              </a:tr>
              <a:tr h="13188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상부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Auto Gravity Pin</a:t>
                      </a:r>
                      <a:r>
                        <a:rPr lang="en-US" altLang="ko-KR" sz="8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2)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</a:t>
                      </a:r>
                    </a:p>
                  </a:txBody>
                  <a:tcPr marL="9525" marR="9525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일반 정지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원점 센서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원점 센서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4967301"/>
                  </a:ext>
                </a:extLst>
              </a:tr>
              <a:tr h="263770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Door Open, </a:t>
                      </a:r>
                    </a:p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후 재 가동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원점 센서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원점 센서</a:t>
                      </a: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9194206"/>
                  </a:ext>
                </a:extLst>
              </a:tr>
            </a:tbl>
          </a:graphicData>
        </a:graphic>
      </p:graphicFrame>
      <p:sp>
        <p:nvSpPr>
          <p:cNvPr id="469" name="직사각형 468">
            <a:extLst>
              <a:ext uri="{FF2B5EF4-FFF2-40B4-BE49-F238E27FC236}">
                <a16:creationId xmlns:a16="http://schemas.microsoft.com/office/drawing/2014/main" id="{1257EB07-33CC-3916-3B5F-CB2583034740}"/>
              </a:ext>
            </a:extLst>
          </p:cNvPr>
          <p:cNvSpPr/>
          <p:nvPr/>
        </p:nvSpPr>
        <p:spPr>
          <a:xfrm>
            <a:off x="8014728" y="3217700"/>
            <a:ext cx="334926" cy="103293"/>
          </a:xfrm>
          <a:prstGeom prst="rect">
            <a:avLst/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0" name="TextBox 159">
            <a:extLst>
              <a:ext uri="{FF2B5EF4-FFF2-40B4-BE49-F238E27FC236}">
                <a16:creationId xmlns:a16="http://schemas.microsoft.com/office/drawing/2014/main" id="{ACC7043F-CF25-B977-A629-FEEC28E3263C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8309893" y="3151793"/>
            <a:ext cx="737388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최종 개선안</a:t>
            </a:r>
          </a:p>
        </p:txBody>
      </p:sp>
      <p:grpSp>
        <p:nvGrpSpPr>
          <p:cNvPr id="471" name="그룹 470">
            <a:extLst>
              <a:ext uri="{FF2B5EF4-FFF2-40B4-BE49-F238E27FC236}">
                <a16:creationId xmlns:a16="http://schemas.microsoft.com/office/drawing/2014/main" id="{4642CAA8-74B3-7EFD-6795-E93A6C9513B3}"/>
              </a:ext>
            </a:extLst>
          </p:cNvPr>
          <p:cNvGrpSpPr/>
          <p:nvPr/>
        </p:nvGrpSpPr>
        <p:grpSpPr>
          <a:xfrm>
            <a:off x="4904101" y="2015037"/>
            <a:ext cx="2890276" cy="1250851"/>
            <a:chOff x="4518447" y="2015037"/>
            <a:chExt cx="2890276" cy="1250851"/>
          </a:xfrm>
        </p:grpSpPr>
        <p:sp>
          <p:nvSpPr>
            <p:cNvPr id="472" name="직사각형 471">
              <a:extLst>
                <a:ext uri="{FF2B5EF4-FFF2-40B4-BE49-F238E27FC236}">
                  <a16:creationId xmlns:a16="http://schemas.microsoft.com/office/drawing/2014/main" id="{087308A5-A281-1A5E-5CCB-26616DF1549A}"/>
                </a:ext>
              </a:extLst>
            </p:cNvPr>
            <p:cNvSpPr/>
            <p:nvPr/>
          </p:nvSpPr>
          <p:spPr>
            <a:xfrm>
              <a:off x="4835309" y="2230757"/>
              <a:ext cx="2573414" cy="1463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altLang="ko-KR" sz="1000" dirty="0">
                  <a:solidFill>
                    <a:schemeClr val="tx1"/>
                  </a:solidFill>
                  <a:latin typeface="Arial Narrow" panose="020B0606020202030204" pitchFamily="34" charset="0"/>
                </a:rPr>
                <a:t>                          Linear Motor</a:t>
              </a:r>
              <a:endParaRPr lang="ko-KR" altLang="en-US" sz="1000" dirty="0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473" name="직사각형 472">
              <a:extLst>
                <a:ext uri="{FF2B5EF4-FFF2-40B4-BE49-F238E27FC236}">
                  <a16:creationId xmlns:a16="http://schemas.microsoft.com/office/drawing/2014/main" id="{F9BD51BB-20FE-99ED-1642-67B34118FB36}"/>
                </a:ext>
              </a:extLst>
            </p:cNvPr>
            <p:cNvSpPr/>
            <p:nvPr/>
          </p:nvSpPr>
          <p:spPr>
            <a:xfrm>
              <a:off x="4868405" y="2378621"/>
              <a:ext cx="103188" cy="191772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5" name="직사각형 474">
              <a:extLst>
                <a:ext uri="{FF2B5EF4-FFF2-40B4-BE49-F238E27FC236}">
                  <a16:creationId xmlns:a16="http://schemas.microsoft.com/office/drawing/2014/main" id="{E1EA9D82-2CF8-032B-93DF-AB7B39DA7964}"/>
                </a:ext>
              </a:extLst>
            </p:cNvPr>
            <p:cNvSpPr/>
            <p:nvPr/>
          </p:nvSpPr>
          <p:spPr>
            <a:xfrm>
              <a:off x="6118355" y="2378621"/>
              <a:ext cx="103188" cy="191772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6" name="직사각형 475">
              <a:extLst>
                <a:ext uri="{FF2B5EF4-FFF2-40B4-BE49-F238E27FC236}">
                  <a16:creationId xmlns:a16="http://schemas.microsoft.com/office/drawing/2014/main" id="{984094A2-A41E-D590-03FB-5EA49D2F1A8B}"/>
                </a:ext>
              </a:extLst>
            </p:cNvPr>
            <p:cNvSpPr/>
            <p:nvPr/>
          </p:nvSpPr>
          <p:spPr>
            <a:xfrm>
              <a:off x="6657673" y="2378621"/>
              <a:ext cx="103188" cy="191772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7" name="직사각형 476">
              <a:extLst>
                <a:ext uri="{FF2B5EF4-FFF2-40B4-BE49-F238E27FC236}">
                  <a16:creationId xmlns:a16="http://schemas.microsoft.com/office/drawing/2014/main" id="{30086F71-F6C5-92B6-617F-BCEE51EAA68D}"/>
                </a:ext>
              </a:extLst>
            </p:cNvPr>
            <p:cNvSpPr/>
            <p:nvPr/>
          </p:nvSpPr>
          <p:spPr>
            <a:xfrm>
              <a:off x="5005204" y="2378621"/>
              <a:ext cx="397119" cy="24624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479" name="TextBox 159">
              <a:extLst>
                <a:ext uri="{FF2B5EF4-FFF2-40B4-BE49-F238E27FC236}">
                  <a16:creationId xmlns:a16="http://schemas.microsoft.com/office/drawing/2014/main" id="{D1298D62-A919-80DF-0309-E78C2E7507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518447" y="2371413"/>
              <a:ext cx="33663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Limit </a:t>
              </a:r>
              <a:r>
                <a:rPr lang="ko-KR" altLang="en-US" sz="7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센서</a:t>
              </a:r>
              <a:endParaRPr lang="en-US" altLang="ko-KR" sz="7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</a:t>
              </a:r>
              <a:r>
                <a:rPr lang="ko-KR" altLang="en-US" sz="7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전진</a:t>
              </a:r>
              <a:r>
                <a:rPr lang="en-US" altLang="ko-KR" sz="7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</a:t>
              </a:r>
              <a:endParaRPr kumimoji="0" lang="ko-KR" altLang="en-US" sz="7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480" name="TextBox 159">
              <a:extLst>
                <a:ext uri="{FF2B5EF4-FFF2-40B4-BE49-F238E27FC236}">
                  <a16:creationId xmlns:a16="http://schemas.microsoft.com/office/drawing/2014/main" id="{D9CA90F5-348B-BB51-62FE-014F7D1188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095630" y="2383432"/>
              <a:ext cx="211596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Safety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센서</a:t>
              </a:r>
              <a:endParaRPr kumimoji="0" lang="ko-KR" altLang="en-US" sz="7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481" name="TextBox 159">
              <a:extLst>
                <a:ext uri="{FF2B5EF4-FFF2-40B4-BE49-F238E27FC236}">
                  <a16:creationId xmlns:a16="http://schemas.microsoft.com/office/drawing/2014/main" id="{82899435-4BFB-7329-12EC-870200EE8B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6233072" y="2385323"/>
              <a:ext cx="18114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원점 </a:t>
              </a:r>
              <a:br>
                <a:rPr kumimoji="0" lang="en-US" altLang="ko-KR" sz="7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</a:br>
              <a:r>
                <a:rPr kumimoji="0" lang="ko-KR" altLang="en-US" sz="7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센서</a:t>
              </a:r>
            </a:p>
          </p:txBody>
        </p:sp>
        <p:pic>
          <p:nvPicPr>
            <p:cNvPr id="483" name="그림 482">
              <a:extLst>
                <a:ext uri="{FF2B5EF4-FFF2-40B4-BE49-F238E27FC236}">
                  <a16:creationId xmlns:a16="http://schemas.microsoft.com/office/drawing/2014/main" id="{8672172B-91EB-ACAE-C05A-4BF8DEDBD4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flipH="1">
              <a:off x="4567822" y="2630185"/>
              <a:ext cx="1423259" cy="603463"/>
            </a:xfrm>
            <a:prstGeom prst="rect">
              <a:avLst/>
            </a:prstGeom>
          </p:spPr>
        </p:pic>
        <p:sp>
          <p:nvSpPr>
            <p:cNvPr id="484" name="TextBox 159">
              <a:extLst>
                <a:ext uri="{FF2B5EF4-FFF2-40B4-BE49-F238E27FC236}">
                  <a16:creationId xmlns:a16="http://schemas.microsoft.com/office/drawing/2014/main" id="{DD6D9676-CA34-1A31-EF7A-73501CC4D0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6787514" y="2371413"/>
              <a:ext cx="33663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Limit </a:t>
              </a:r>
              <a:r>
                <a:rPr lang="ko-KR" altLang="en-US" sz="7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센서</a:t>
              </a:r>
              <a:br>
                <a:rPr lang="en-US" altLang="ko-KR" sz="7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</a:br>
              <a:r>
                <a:rPr lang="en-US" altLang="ko-KR" sz="7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</a:t>
              </a:r>
              <a:r>
                <a:rPr lang="ko-KR" altLang="en-US" sz="7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후진</a:t>
              </a:r>
              <a:r>
                <a:rPr lang="en-US" altLang="ko-KR" sz="7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</a:t>
              </a:r>
              <a:endParaRPr kumimoji="0" lang="ko-KR" altLang="en-US" sz="7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485" name="직선 연결선 484">
              <a:extLst>
                <a:ext uri="{FF2B5EF4-FFF2-40B4-BE49-F238E27FC236}">
                  <a16:creationId xmlns:a16="http://schemas.microsoft.com/office/drawing/2014/main" id="{D24F04DE-1656-4024-4D97-8C71F4FF6522}"/>
                </a:ext>
              </a:extLst>
            </p:cNvPr>
            <p:cNvCxnSpPr/>
            <p:nvPr/>
          </p:nvCxnSpPr>
          <p:spPr>
            <a:xfrm>
              <a:off x="5146300" y="2166461"/>
              <a:ext cx="0" cy="185714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직선 연결선 485">
              <a:extLst>
                <a:ext uri="{FF2B5EF4-FFF2-40B4-BE49-F238E27FC236}">
                  <a16:creationId xmlns:a16="http://schemas.microsoft.com/office/drawing/2014/main" id="{227E146B-3FDF-F8B8-6323-D0E281CC2F00}"/>
                </a:ext>
              </a:extLst>
            </p:cNvPr>
            <p:cNvCxnSpPr/>
            <p:nvPr/>
          </p:nvCxnSpPr>
          <p:spPr>
            <a:xfrm>
              <a:off x="6119222" y="2166461"/>
              <a:ext cx="0" cy="185714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7" name="오른쪽 중괄호 486">
              <a:extLst>
                <a:ext uri="{FF2B5EF4-FFF2-40B4-BE49-F238E27FC236}">
                  <a16:creationId xmlns:a16="http://schemas.microsoft.com/office/drawing/2014/main" id="{39D15ACB-FBAD-36FE-F8E8-84534E7A6B50}"/>
                </a:ext>
              </a:extLst>
            </p:cNvPr>
            <p:cNvSpPr/>
            <p:nvPr/>
          </p:nvSpPr>
          <p:spPr>
            <a:xfrm rot="16200000">
              <a:off x="5590486" y="1676698"/>
              <a:ext cx="84551" cy="972919"/>
            </a:xfrm>
            <a:prstGeom prst="rightBrace">
              <a:avLst>
                <a:gd name="adj1" fmla="val 27997"/>
                <a:gd name="adj2" fmla="val 51006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8" name="TextBox 159">
              <a:extLst>
                <a:ext uri="{FF2B5EF4-FFF2-40B4-BE49-F238E27FC236}">
                  <a16:creationId xmlns:a16="http://schemas.microsoft.com/office/drawing/2014/main" id="{E678051A-FA4E-6337-169E-2133CBCA12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283675" y="2015037"/>
              <a:ext cx="727763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컷터 동작</a:t>
              </a:r>
              <a:r>
                <a:rPr lang="en-US" altLang="ko-KR" sz="7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X</a:t>
              </a:r>
              <a:r>
                <a:rPr lang="ko-KR" altLang="en-US" sz="7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축</a:t>
              </a:r>
              <a:r>
                <a:rPr lang="en-US" altLang="ko-KR" sz="7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Stroke</a:t>
              </a:r>
              <a:endParaRPr kumimoji="0" lang="ko-KR" altLang="en-US" sz="7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489" name="화살표: 위쪽 488">
              <a:extLst>
                <a:ext uri="{FF2B5EF4-FFF2-40B4-BE49-F238E27FC236}">
                  <a16:creationId xmlns:a16="http://schemas.microsoft.com/office/drawing/2014/main" id="{7C7088AA-B132-79E3-B354-3C105AB8E02C}"/>
                </a:ext>
              </a:extLst>
            </p:cNvPr>
            <p:cNvSpPr/>
            <p:nvPr/>
          </p:nvSpPr>
          <p:spPr>
            <a:xfrm>
              <a:off x="6094091" y="2657802"/>
              <a:ext cx="145200" cy="203246"/>
            </a:xfrm>
            <a:prstGeom prst="upArrow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0" name="TextBox 159">
              <a:extLst>
                <a:ext uri="{FF2B5EF4-FFF2-40B4-BE49-F238E27FC236}">
                  <a16:creationId xmlns:a16="http://schemas.microsoft.com/office/drawing/2014/main" id="{D6C97B96-7D30-EDFE-3819-12DA71421A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910529" y="2889511"/>
              <a:ext cx="45823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Auto Gravity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Pin </a:t>
              </a:r>
              <a:r>
                <a:rPr kumimoji="0" lang="ko-KR" altLang="en-US" sz="70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위치</a:t>
              </a:r>
            </a:p>
          </p:txBody>
        </p:sp>
        <p:cxnSp>
          <p:nvCxnSpPr>
            <p:cNvPr id="491" name="직선 화살표 연결선 490">
              <a:extLst>
                <a:ext uri="{FF2B5EF4-FFF2-40B4-BE49-F238E27FC236}">
                  <a16:creationId xmlns:a16="http://schemas.microsoft.com/office/drawing/2014/main" id="{0333499F-B6C3-0F50-FF8F-A51AD54CE2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20852" y="2393988"/>
              <a:ext cx="0" cy="52198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직선 화살표 연결선 491">
              <a:extLst>
                <a:ext uri="{FF2B5EF4-FFF2-40B4-BE49-F238E27FC236}">
                  <a16:creationId xmlns:a16="http://schemas.microsoft.com/office/drawing/2014/main" id="{6EE92C1F-BA02-0140-6319-0F2272472B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73759" y="2393988"/>
              <a:ext cx="0" cy="52198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3" name="TextBox 159">
              <a:extLst>
                <a:ext uri="{FF2B5EF4-FFF2-40B4-BE49-F238E27FC236}">
                  <a16:creationId xmlns:a16="http://schemas.microsoft.com/office/drawing/2014/main" id="{4AF6C2C6-50FB-8A7A-CE6C-BEF237A929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638871" y="2942723"/>
              <a:ext cx="269775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커팅</a:t>
              </a:r>
              <a:endParaRPr kumimoji="0" lang="en-US" altLang="ko-KR" sz="7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시작</a:t>
              </a:r>
              <a:endParaRPr kumimoji="0" lang="en-US" altLang="ko-KR" sz="7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시점</a:t>
              </a:r>
              <a:endParaRPr kumimoji="0" lang="ko-KR" altLang="en-US" sz="7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494" name="TextBox 159">
              <a:extLst>
                <a:ext uri="{FF2B5EF4-FFF2-40B4-BE49-F238E27FC236}">
                  <a16:creationId xmlns:a16="http://schemas.microsoft.com/office/drawing/2014/main" id="{D481BC23-CAD9-3994-850A-D2E538F5B5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242464" y="2937401"/>
              <a:ext cx="160300" cy="323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커팅</a:t>
              </a:r>
              <a:endParaRPr kumimoji="0" lang="en-US" altLang="ko-KR" sz="7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완료</a:t>
              </a:r>
              <a:endParaRPr lang="en-US" altLang="ko-KR" sz="7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시점</a:t>
              </a:r>
            </a:p>
          </p:txBody>
        </p:sp>
      </p:grpSp>
      <p:sp>
        <p:nvSpPr>
          <p:cNvPr id="495" name="TextBox 494">
            <a:extLst>
              <a:ext uri="{FF2B5EF4-FFF2-40B4-BE49-F238E27FC236}">
                <a16:creationId xmlns:a16="http://schemas.microsoft.com/office/drawing/2014/main" id="{D7968209-DE0B-A6C4-9570-9F5EAB242D1C}"/>
              </a:ext>
            </a:extLst>
          </p:cNvPr>
          <p:cNvSpPr txBox="1"/>
          <p:nvPr/>
        </p:nvSpPr>
        <p:spPr>
          <a:xfrm>
            <a:off x="6224030" y="1629904"/>
            <a:ext cx="286542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+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원점 위치 변경</a:t>
            </a:r>
            <a:r>
              <a:rPr lang="en-US" altLang="ko-KR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기존</a:t>
            </a:r>
            <a:r>
              <a:rPr lang="en-US" altLang="ko-KR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Cutting </a:t>
            </a:r>
            <a:r>
              <a:rPr lang="ko-KR" altLang="en-US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후 전진 위치 → 변경</a:t>
            </a:r>
            <a:r>
              <a:rPr lang="en-US" altLang="ko-KR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Cutting </a:t>
            </a:r>
            <a:r>
              <a:rPr lang="ko-KR" altLang="en-US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</a:t>
            </a:r>
            <a:r>
              <a:rPr lang="en-US" altLang="ko-KR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후진 위치</a:t>
            </a:r>
            <a:r>
              <a:rPr lang="en-US" altLang="ko-KR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700" dirty="0">
              <a:solidFill>
                <a:srgbClr val="006600"/>
              </a:solidFill>
            </a:endParaRPr>
          </a:p>
        </p:txBody>
      </p:sp>
      <p:sp>
        <p:nvSpPr>
          <p:cNvPr id="496" name="자유형: 도형 495">
            <a:extLst>
              <a:ext uri="{FF2B5EF4-FFF2-40B4-BE49-F238E27FC236}">
                <a16:creationId xmlns:a16="http://schemas.microsoft.com/office/drawing/2014/main" id="{6333D6F7-33B0-2441-C29F-0E70B29F6AC0}"/>
              </a:ext>
            </a:extLst>
          </p:cNvPr>
          <p:cNvSpPr/>
          <p:nvPr/>
        </p:nvSpPr>
        <p:spPr>
          <a:xfrm>
            <a:off x="547688" y="5372100"/>
            <a:ext cx="1114425" cy="714375"/>
          </a:xfrm>
          <a:custGeom>
            <a:avLst/>
            <a:gdLst>
              <a:gd name="connsiteX0" fmla="*/ 0 w 1114425"/>
              <a:gd name="connsiteY0" fmla="*/ 714375 h 714375"/>
              <a:gd name="connsiteX1" fmla="*/ 692943 w 1114425"/>
              <a:gd name="connsiteY1" fmla="*/ 714375 h 714375"/>
              <a:gd name="connsiteX2" fmla="*/ 1114425 w 1114425"/>
              <a:gd name="connsiteY2" fmla="*/ 0 h 714375"/>
              <a:gd name="connsiteX3" fmla="*/ 607218 w 1114425"/>
              <a:gd name="connsiteY3" fmla="*/ 0 h 714375"/>
              <a:gd name="connsiteX4" fmla="*/ 0 w 1114425"/>
              <a:gd name="connsiteY4" fmla="*/ 714375 h 714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4425" h="714375">
                <a:moveTo>
                  <a:pt x="0" y="714375"/>
                </a:moveTo>
                <a:lnTo>
                  <a:pt x="692943" y="714375"/>
                </a:lnTo>
                <a:lnTo>
                  <a:pt x="1114425" y="0"/>
                </a:lnTo>
                <a:lnTo>
                  <a:pt x="607218" y="0"/>
                </a:lnTo>
                <a:lnTo>
                  <a:pt x="0" y="714375"/>
                </a:lnTo>
                <a:close/>
              </a:path>
            </a:pathLst>
          </a:custGeom>
          <a:noFill/>
          <a:ln>
            <a:solidFill>
              <a:srgbClr val="FFFF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7" name="자유형: 도형 496">
            <a:extLst>
              <a:ext uri="{FF2B5EF4-FFF2-40B4-BE49-F238E27FC236}">
                <a16:creationId xmlns:a16="http://schemas.microsoft.com/office/drawing/2014/main" id="{3BFD3FF4-7628-B111-EF40-C4AC3CF853F3}"/>
              </a:ext>
            </a:extLst>
          </p:cNvPr>
          <p:cNvSpPr/>
          <p:nvPr/>
        </p:nvSpPr>
        <p:spPr>
          <a:xfrm>
            <a:off x="2518681" y="5345981"/>
            <a:ext cx="800100" cy="676275"/>
          </a:xfrm>
          <a:custGeom>
            <a:avLst/>
            <a:gdLst>
              <a:gd name="connsiteX0" fmla="*/ 0 w 800100"/>
              <a:gd name="connsiteY0" fmla="*/ 676275 h 676275"/>
              <a:gd name="connsiteX1" fmla="*/ 414337 w 800100"/>
              <a:gd name="connsiteY1" fmla="*/ 676275 h 676275"/>
              <a:gd name="connsiteX2" fmla="*/ 800100 w 800100"/>
              <a:gd name="connsiteY2" fmla="*/ 0 h 676275"/>
              <a:gd name="connsiteX3" fmla="*/ 447675 w 800100"/>
              <a:gd name="connsiteY3" fmla="*/ 0 h 676275"/>
              <a:gd name="connsiteX4" fmla="*/ 0 w 800100"/>
              <a:gd name="connsiteY4" fmla="*/ 676275 h 676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0100" h="676275">
                <a:moveTo>
                  <a:pt x="0" y="676275"/>
                </a:moveTo>
                <a:lnTo>
                  <a:pt x="414337" y="676275"/>
                </a:lnTo>
                <a:lnTo>
                  <a:pt x="800100" y="0"/>
                </a:lnTo>
                <a:lnTo>
                  <a:pt x="447675" y="0"/>
                </a:lnTo>
                <a:lnTo>
                  <a:pt x="0" y="676275"/>
                </a:lnTo>
                <a:close/>
              </a:path>
            </a:pathLst>
          </a:custGeom>
          <a:noFill/>
          <a:ln>
            <a:solidFill>
              <a:srgbClr val="FFFF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98" name="직선 화살표 연결선 497">
            <a:extLst>
              <a:ext uri="{FF2B5EF4-FFF2-40B4-BE49-F238E27FC236}">
                <a16:creationId xmlns:a16="http://schemas.microsoft.com/office/drawing/2014/main" id="{BF34D850-D1ED-B0D8-AD6C-5FD8A8D0390C}"/>
              </a:ext>
            </a:extLst>
          </p:cNvPr>
          <p:cNvCxnSpPr>
            <a:cxnSpLocks/>
            <a:endCxn id="499" idx="0"/>
          </p:cNvCxnSpPr>
          <p:nvPr/>
        </p:nvCxnSpPr>
        <p:spPr>
          <a:xfrm flipH="1">
            <a:off x="673404" y="6116803"/>
            <a:ext cx="137513" cy="2296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9" name="직사각형 498">
            <a:extLst>
              <a:ext uri="{FF2B5EF4-FFF2-40B4-BE49-F238E27FC236}">
                <a16:creationId xmlns:a16="http://schemas.microsoft.com/office/drawing/2014/main" id="{445F6C3C-9B94-0E70-F190-696F55015C9E}"/>
              </a:ext>
            </a:extLst>
          </p:cNvPr>
          <p:cNvSpPr/>
          <p:nvPr/>
        </p:nvSpPr>
        <p:spPr>
          <a:xfrm>
            <a:off x="400868" y="6346411"/>
            <a:ext cx="545071" cy="176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Gripper</a:t>
            </a:r>
            <a:endParaRPr lang="ko-KR" altLang="en-US" sz="700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500" name="직선 화살표 연결선 499">
            <a:extLst>
              <a:ext uri="{FF2B5EF4-FFF2-40B4-BE49-F238E27FC236}">
                <a16:creationId xmlns:a16="http://schemas.microsoft.com/office/drawing/2014/main" id="{E9663EE7-4CB3-989E-0C99-6C8BCCAFE534}"/>
              </a:ext>
            </a:extLst>
          </p:cNvPr>
          <p:cNvCxnSpPr>
            <a:cxnSpLocks/>
            <a:endCxn id="499" idx="0"/>
          </p:cNvCxnSpPr>
          <p:nvPr/>
        </p:nvCxnSpPr>
        <p:spPr>
          <a:xfrm flipH="1">
            <a:off x="673404" y="6239707"/>
            <a:ext cx="299950" cy="1067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2" name="직선 화살표 연결선 501">
            <a:extLst>
              <a:ext uri="{FF2B5EF4-FFF2-40B4-BE49-F238E27FC236}">
                <a16:creationId xmlns:a16="http://schemas.microsoft.com/office/drawing/2014/main" id="{489801CB-FE27-3C7D-2385-647BFC822DF2}"/>
              </a:ext>
            </a:extLst>
          </p:cNvPr>
          <p:cNvCxnSpPr>
            <a:cxnSpLocks/>
            <a:endCxn id="503" idx="0"/>
          </p:cNvCxnSpPr>
          <p:nvPr/>
        </p:nvCxnSpPr>
        <p:spPr>
          <a:xfrm flipH="1">
            <a:off x="2918731" y="6022256"/>
            <a:ext cx="137513" cy="2296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3" name="직사각형 502">
            <a:extLst>
              <a:ext uri="{FF2B5EF4-FFF2-40B4-BE49-F238E27FC236}">
                <a16:creationId xmlns:a16="http://schemas.microsoft.com/office/drawing/2014/main" id="{24B4E7BC-A39C-DE89-FC97-E37495F32FFD}"/>
              </a:ext>
            </a:extLst>
          </p:cNvPr>
          <p:cNvSpPr/>
          <p:nvPr/>
        </p:nvSpPr>
        <p:spPr>
          <a:xfrm>
            <a:off x="2646195" y="6251864"/>
            <a:ext cx="545071" cy="176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Gripper</a:t>
            </a:r>
            <a:endParaRPr lang="ko-KR" altLang="en-US" sz="700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504" name="직선 화살표 연결선 503">
            <a:extLst>
              <a:ext uri="{FF2B5EF4-FFF2-40B4-BE49-F238E27FC236}">
                <a16:creationId xmlns:a16="http://schemas.microsoft.com/office/drawing/2014/main" id="{CF6E7CA2-B61C-652D-A56B-ADE7801EE01C}"/>
              </a:ext>
            </a:extLst>
          </p:cNvPr>
          <p:cNvCxnSpPr>
            <a:cxnSpLocks/>
            <a:endCxn id="503" idx="0"/>
          </p:cNvCxnSpPr>
          <p:nvPr/>
        </p:nvCxnSpPr>
        <p:spPr>
          <a:xfrm flipH="1">
            <a:off x="2918731" y="6145160"/>
            <a:ext cx="299950" cy="1067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직선 화살표 연결선 504">
            <a:extLst>
              <a:ext uri="{FF2B5EF4-FFF2-40B4-BE49-F238E27FC236}">
                <a16:creationId xmlns:a16="http://schemas.microsoft.com/office/drawing/2014/main" id="{C713C027-7013-1E33-F10E-259FFB3DE65C}"/>
              </a:ext>
            </a:extLst>
          </p:cNvPr>
          <p:cNvCxnSpPr/>
          <p:nvPr/>
        </p:nvCxnSpPr>
        <p:spPr>
          <a:xfrm flipH="1">
            <a:off x="7344151" y="2155297"/>
            <a:ext cx="116895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6" name="TextBox 505">
            <a:extLst>
              <a:ext uri="{FF2B5EF4-FFF2-40B4-BE49-F238E27FC236}">
                <a16:creationId xmlns:a16="http://schemas.microsoft.com/office/drawing/2014/main" id="{D933BDE8-4B3A-C96E-8721-0C37A762558D}"/>
              </a:ext>
            </a:extLst>
          </p:cNvPr>
          <p:cNvSpPr txBox="1"/>
          <p:nvPr/>
        </p:nvSpPr>
        <p:spPr>
          <a:xfrm>
            <a:off x="8106682" y="2034264"/>
            <a:ext cx="406421" cy="109164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주행방향</a:t>
            </a:r>
          </a:p>
        </p:txBody>
      </p:sp>
    </p:spTree>
    <p:extLst>
      <p:ext uri="{BB962C8B-B14F-4D97-AF65-F5344CB8AC3E}">
        <p14:creationId xmlns:p14="http://schemas.microsoft.com/office/powerpoint/2010/main" val="36106172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24B09D7E-92A6-4D96-376A-825EAF44D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15" y="106985"/>
            <a:ext cx="5019302" cy="31314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3323" tIns="3323" rIns="3323" bIns="3323" anchor="b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첨부</a:t>
            </a:r>
            <a:r>
              <a:rPr kumimoji="1" lang="en-US" altLang="ko-KR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. [L&amp;S] </a:t>
            </a:r>
            <a:r>
              <a:rPr kumimoji="1" lang="en-US" altLang="ko-KR" b="1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Lami</a:t>
            </a:r>
            <a:r>
              <a:rPr kumimoji="1" lang="en-US" altLang="ko-KR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Final CV </a:t>
            </a:r>
            <a:r>
              <a:rPr kumimoji="1" lang="ko-KR" altLang="en-US" b="1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풀리</a:t>
            </a:r>
            <a:r>
              <a:rPr kumimoji="1" lang="ko-KR" altLang="en-US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형상 변경 </a:t>
            </a:r>
            <a:r>
              <a:rPr kumimoji="1" lang="en-US" altLang="ko-KR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</a:t>
            </a:r>
            <a:r>
              <a:rPr kumimoji="1" lang="ko-KR" altLang="en-US" b="1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톱니→민자</a:t>
            </a:r>
            <a:r>
              <a:rPr kumimoji="1" lang="en-US" altLang="ko-KR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)</a:t>
            </a:r>
            <a:endParaRPr kumimoji="1" lang="ko-KR" altLang="en-US" b="1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cxnSp>
        <p:nvCxnSpPr>
          <p:cNvPr id="5" name="직선 연결선 125">
            <a:extLst>
              <a:ext uri="{FF2B5EF4-FFF2-40B4-BE49-F238E27FC236}">
                <a16:creationId xmlns:a16="http://schemas.microsoft.com/office/drawing/2014/main" id="{B8EF97D9-AB19-85AC-A8E3-0C9C7901FB62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3DD0B349-583C-45DD-9DEC-D6CF27969F9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567" y="2040368"/>
            <a:ext cx="1776596" cy="147446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CF98A8B-34DA-4900-BBFA-6A28351179C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20135" y="2053018"/>
            <a:ext cx="1531662" cy="146181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B989E44-EFF9-441C-9674-38609665E52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0799" y="4730742"/>
            <a:ext cx="1483755" cy="66587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B97D066-8B10-4044-BDA4-B41FC26DCDCB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05147" y="4631796"/>
            <a:ext cx="1360933" cy="155882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8A6DCE4D-9B95-401A-BF4D-B018B479398D}"/>
              </a:ext>
            </a:extLst>
          </p:cNvPr>
          <p:cNvGraphicFramePr>
            <a:graphicFrameLocks noGrp="1"/>
          </p:cNvGraphicFramePr>
          <p:nvPr/>
        </p:nvGraphicFramePr>
        <p:xfrm>
          <a:off x="4821174" y="5404960"/>
          <a:ext cx="3925864" cy="494051"/>
        </p:xfrm>
        <a:graphic>
          <a:graphicData uri="http://schemas.openxmlformats.org/drawingml/2006/table">
            <a:tbl>
              <a:tblPr/>
              <a:tblGrid>
                <a:gridCol w="391970">
                  <a:extLst>
                    <a:ext uri="{9D8B030D-6E8A-4147-A177-3AD203B41FA5}">
                      <a16:colId xmlns:a16="http://schemas.microsoft.com/office/drawing/2014/main" val="2709948727"/>
                    </a:ext>
                  </a:extLst>
                </a:gridCol>
                <a:gridCol w="252421">
                  <a:extLst>
                    <a:ext uri="{9D8B030D-6E8A-4147-A177-3AD203B41FA5}">
                      <a16:colId xmlns:a16="http://schemas.microsoft.com/office/drawing/2014/main" val="3172394201"/>
                    </a:ext>
                  </a:extLst>
                </a:gridCol>
                <a:gridCol w="252421">
                  <a:extLst>
                    <a:ext uri="{9D8B030D-6E8A-4147-A177-3AD203B41FA5}">
                      <a16:colId xmlns:a16="http://schemas.microsoft.com/office/drawing/2014/main" val="1256366103"/>
                    </a:ext>
                  </a:extLst>
                </a:gridCol>
                <a:gridCol w="252421">
                  <a:extLst>
                    <a:ext uri="{9D8B030D-6E8A-4147-A177-3AD203B41FA5}">
                      <a16:colId xmlns:a16="http://schemas.microsoft.com/office/drawing/2014/main" val="714966997"/>
                    </a:ext>
                  </a:extLst>
                </a:gridCol>
                <a:gridCol w="252421">
                  <a:extLst>
                    <a:ext uri="{9D8B030D-6E8A-4147-A177-3AD203B41FA5}">
                      <a16:colId xmlns:a16="http://schemas.microsoft.com/office/drawing/2014/main" val="3232230451"/>
                    </a:ext>
                  </a:extLst>
                </a:gridCol>
                <a:gridCol w="252421">
                  <a:extLst>
                    <a:ext uri="{9D8B030D-6E8A-4147-A177-3AD203B41FA5}">
                      <a16:colId xmlns:a16="http://schemas.microsoft.com/office/drawing/2014/main" val="2544418901"/>
                    </a:ext>
                  </a:extLst>
                </a:gridCol>
                <a:gridCol w="252421">
                  <a:extLst>
                    <a:ext uri="{9D8B030D-6E8A-4147-A177-3AD203B41FA5}">
                      <a16:colId xmlns:a16="http://schemas.microsoft.com/office/drawing/2014/main" val="851052911"/>
                    </a:ext>
                  </a:extLst>
                </a:gridCol>
                <a:gridCol w="252421">
                  <a:extLst>
                    <a:ext uri="{9D8B030D-6E8A-4147-A177-3AD203B41FA5}">
                      <a16:colId xmlns:a16="http://schemas.microsoft.com/office/drawing/2014/main" val="4066713231"/>
                    </a:ext>
                  </a:extLst>
                </a:gridCol>
                <a:gridCol w="252421">
                  <a:extLst>
                    <a:ext uri="{9D8B030D-6E8A-4147-A177-3AD203B41FA5}">
                      <a16:colId xmlns:a16="http://schemas.microsoft.com/office/drawing/2014/main" val="465833697"/>
                    </a:ext>
                  </a:extLst>
                </a:gridCol>
                <a:gridCol w="252421">
                  <a:extLst>
                    <a:ext uri="{9D8B030D-6E8A-4147-A177-3AD203B41FA5}">
                      <a16:colId xmlns:a16="http://schemas.microsoft.com/office/drawing/2014/main" val="424836959"/>
                    </a:ext>
                  </a:extLst>
                </a:gridCol>
                <a:gridCol w="252421">
                  <a:extLst>
                    <a:ext uri="{9D8B030D-6E8A-4147-A177-3AD203B41FA5}">
                      <a16:colId xmlns:a16="http://schemas.microsoft.com/office/drawing/2014/main" val="4203531765"/>
                    </a:ext>
                  </a:extLst>
                </a:gridCol>
                <a:gridCol w="252421">
                  <a:extLst>
                    <a:ext uri="{9D8B030D-6E8A-4147-A177-3AD203B41FA5}">
                      <a16:colId xmlns:a16="http://schemas.microsoft.com/office/drawing/2014/main" val="517156760"/>
                    </a:ext>
                  </a:extLst>
                </a:gridCol>
                <a:gridCol w="252421">
                  <a:extLst>
                    <a:ext uri="{9D8B030D-6E8A-4147-A177-3AD203B41FA5}">
                      <a16:colId xmlns:a16="http://schemas.microsoft.com/office/drawing/2014/main" val="4203800378"/>
                    </a:ext>
                  </a:extLst>
                </a:gridCol>
                <a:gridCol w="252421">
                  <a:extLst>
                    <a:ext uri="{9D8B030D-6E8A-4147-A177-3AD203B41FA5}">
                      <a16:colId xmlns:a16="http://schemas.microsoft.com/office/drawing/2014/main" val="3487705511"/>
                    </a:ext>
                  </a:extLst>
                </a:gridCol>
                <a:gridCol w="252421">
                  <a:extLst>
                    <a:ext uri="{9D8B030D-6E8A-4147-A177-3AD203B41FA5}">
                      <a16:colId xmlns:a16="http://schemas.microsoft.com/office/drawing/2014/main" val="3645051882"/>
                    </a:ext>
                  </a:extLst>
                </a:gridCol>
              </a:tblGrid>
              <a:tr h="10388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Machine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양산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양산 대기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Set-up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87510"/>
                  </a:ext>
                </a:extLst>
              </a:tr>
              <a:tr h="103885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1-1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1-2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1-3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1-4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1-5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2-1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2-4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2-5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2-2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2-3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3-1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3-2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3-3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3-4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5598767"/>
                  </a:ext>
                </a:extLst>
              </a:tr>
              <a:tr h="25021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여부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●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(3/14)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●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(3/14)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●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(1/11)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●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(3/19)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●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(3/22)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●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(3/14)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○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(4/30)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●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(3/22)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○</a:t>
                      </a:r>
                      <a:endParaRPr kumimoji="0" lang="en-US" altLang="ko-KR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(4/30)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○</a:t>
                      </a:r>
                      <a:endParaRPr kumimoji="0" lang="en-US" altLang="ko-KR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(4/30)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○</a:t>
                      </a:r>
                      <a:endParaRPr kumimoji="0" lang="en-US" altLang="ko-KR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(4/30)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○</a:t>
                      </a:r>
                      <a:endParaRPr kumimoji="0" lang="en-US" altLang="ko-KR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(4/30)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○</a:t>
                      </a:r>
                      <a:endParaRPr kumimoji="0" lang="en-US" altLang="ko-KR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(4/30)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○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(4/30)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0452516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27FEA986-EA0C-4D5E-B30D-221F5AF693D9}"/>
              </a:ext>
            </a:extLst>
          </p:cNvPr>
          <p:cNvSpPr txBox="1"/>
          <p:nvPr/>
        </p:nvSpPr>
        <p:spPr>
          <a:xfrm>
            <a:off x="3008573" y="4295328"/>
            <a:ext cx="1116208" cy="123111"/>
          </a:xfrm>
          <a:prstGeom prst="rect">
            <a:avLst/>
          </a:prstGeom>
          <a:solidFill>
            <a:schemeClr val="bg1">
              <a:alpha val="87000"/>
            </a:schemeClr>
          </a:solidFill>
        </p:spPr>
        <p:txBody>
          <a:bodyPr wrap="none" lIns="0" tIns="0" rIns="30675" bIns="0" rtlCol="0">
            <a:spAutoFit/>
          </a:bodyPr>
          <a:lstStyle/>
          <a:p>
            <a:pPr algn="r" defTabSz="389586" latinLnBrk="0"/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└ 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Pulley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해체 및 청소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조립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739C5AFE-9002-4AA6-9B41-00AA870BC65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0799" y="5423116"/>
            <a:ext cx="1483755" cy="68379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25" name="이등변 삼각형 24">
            <a:extLst>
              <a:ext uri="{FF2B5EF4-FFF2-40B4-BE49-F238E27FC236}">
                <a16:creationId xmlns:a16="http://schemas.microsoft.com/office/drawing/2014/main" id="{9EA0E97E-9FE0-43A9-9F42-5AA24D12828E}"/>
              </a:ext>
            </a:extLst>
          </p:cNvPr>
          <p:cNvSpPr/>
          <p:nvPr/>
        </p:nvSpPr>
        <p:spPr>
          <a:xfrm rot="5400000">
            <a:off x="1747991" y="5372346"/>
            <a:ext cx="1195035" cy="130876"/>
          </a:xfrm>
          <a:prstGeom prst="triangl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7913" tIns="38957" rIns="77913" bIns="3895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89586" latinLnBrk="0"/>
            <a:endParaRPr lang="ko-KR" altLang="en-US" sz="1534">
              <a:solidFill>
                <a:prstClr val="white"/>
              </a:solidFill>
              <a:latin typeface="Arial Narrow"/>
              <a:ea typeface="LG스마트체 Regula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159FA8-83CF-4945-94AD-7DF8CE94F697}"/>
              </a:ext>
            </a:extLst>
          </p:cNvPr>
          <p:cNvSpPr txBox="1"/>
          <p:nvPr/>
        </p:nvSpPr>
        <p:spPr>
          <a:xfrm>
            <a:off x="638333" y="4534786"/>
            <a:ext cx="1558827" cy="185060"/>
          </a:xfrm>
          <a:prstGeom prst="rect">
            <a:avLst/>
          </a:prstGeom>
          <a:noFill/>
          <a:ln w="3175">
            <a:noFill/>
          </a:ln>
        </p:spPr>
        <p:txBody>
          <a:bodyPr wrap="square" lIns="30675" tIns="30675" rIns="30675" bIns="30675" rtlCol="0" anchor="ctr">
            <a:spAutoFit/>
          </a:bodyPr>
          <a:lstStyle/>
          <a:p>
            <a:pPr defTabSz="389586" latinLnBrk="0"/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[ Pulley 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해체 시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, 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톱니 사이 이물 누적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]</a:t>
            </a:r>
            <a:endParaRPr lang="ko-KR" altLang="en-US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6C38D7-FC4A-4C3F-9F54-C8FC313C9799}"/>
              </a:ext>
            </a:extLst>
          </p:cNvPr>
          <p:cNvSpPr txBox="1"/>
          <p:nvPr/>
        </p:nvSpPr>
        <p:spPr>
          <a:xfrm>
            <a:off x="2487035" y="4534786"/>
            <a:ext cx="1360935" cy="185060"/>
          </a:xfrm>
          <a:prstGeom prst="rect">
            <a:avLst/>
          </a:prstGeom>
          <a:noFill/>
          <a:ln w="3175">
            <a:noFill/>
          </a:ln>
        </p:spPr>
        <p:txBody>
          <a:bodyPr wrap="square" lIns="30675" tIns="30675" rIns="30675" bIns="30675" rtlCol="0" anchor="ctr">
            <a:spAutoFit/>
          </a:bodyPr>
          <a:lstStyle/>
          <a:p>
            <a:pPr defTabSz="389586" latinLnBrk="0"/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[Pulley 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이물 청소 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- 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쇠 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Brush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 사용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]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 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4F8EF6BD-CE4F-45C2-864A-5E318429BD24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86063" y="3361825"/>
            <a:ext cx="1979229" cy="70787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AC307FD1-F2C7-44DC-991B-B49CF6838C92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86523" y="2339178"/>
            <a:ext cx="1959571" cy="67371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30" name="이등변 삼각형 29">
            <a:extLst>
              <a:ext uri="{FF2B5EF4-FFF2-40B4-BE49-F238E27FC236}">
                <a16:creationId xmlns:a16="http://schemas.microsoft.com/office/drawing/2014/main" id="{339CC1EE-F7BE-4F31-AF12-FA6235AFBE81}"/>
              </a:ext>
            </a:extLst>
          </p:cNvPr>
          <p:cNvSpPr/>
          <p:nvPr/>
        </p:nvSpPr>
        <p:spPr>
          <a:xfrm rot="10800000">
            <a:off x="5376065" y="3088244"/>
            <a:ext cx="1195035" cy="130876"/>
          </a:xfrm>
          <a:prstGeom prst="triangl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7913" tIns="38957" rIns="77913" bIns="3895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89586" latinLnBrk="0"/>
            <a:endParaRPr lang="ko-KR" altLang="en-US" sz="1534">
              <a:solidFill>
                <a:prstClr val="white"/>
              </a:solidFill>
              <a:latin typeface="Arial Narrow"/>
              <a:ea typeface="LG스마트체 Regula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3AADDA-FC66-48E6-B063-1D8A910384FC}"/>
              </a:ext>
            </a:extLst>
          </p:cNvPr>
          <p:cNvSpPr txBox="1"/>
          <p:nvPr/>
        </p:nvSpPr>
        <p:spPr>
          <a:xfrm>
            <a:off x="4840789" y="2154119"/>
            <a:ext cx="1031127" cy="185060"/>
          </a:xfrm>
          <a:prstGeom prst="rect">
            <a:avLst/>
          </a:prstGeom>
          <a:noFill/>
          <a:ln w="3175">
            <a:noFill/>
          </a:ln>
        </p:spPr>
        <p:txBody>
          <a:bodyPr wrap="square" lIns="30675" tIns="30675" rIns="30675" bIns="30675" rtlCol="0" anchor="ctr">
            <a:spAutoFit/>
          </a:bodyPr>
          <a:lstStyle/>
          <a:p>
            <a:pPr defTabSz="389586" latinLnBrk="0"/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[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톱니형 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Type]</a:t>
            </a:r>
            <a:endParaRPr lang="ko-KR" altLang="en-US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CEA9C4-E14C-420D-96E3-AB657D33702C}"/>
              </a:ext>
            </a:extLst>
          </p:cNvPr>
          <p:cNvSpPr txBox="1"/>
          <p:nvPr/>
        </p:nvSpPr>
        <p:spPr>
          <a:xfrm>
            <a:off x="4840788" y="3192648"/>
            <a:ext cx="1816762" cy="185060"/>
          </a:xfrm>
          <a:prstGeom prst="rect">
            <a:avLst/>
          </a:prstGeom>
          <a:noFill/>
          <a:ln w="3175">
            <a:noFill/>
          </a:ln>
        </p:spPr>
        <p:txBody>
          <a:bodyPr wrap="square" lIns="30675" tIns="30675" rIns="30675" bIns="30675" rtlCol="0" anchor="ctr">
            <a:spAutoFit/>
          </a:bodyPr>
          <a:lstStyle/>
          <a:p>
            <a:pPr defTabSz="389586" latinLnBrk="0"/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[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민자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(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평면형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)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 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Type]</a:t>
            </a:r>
            <a:endParaRPr lang="ko-KR" altLang="en-US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017269-E490-25FF-FD0A-F186B96525F4}"/>
              </a:ext>
            </a:extLst>
          </p:cNvPr>
          <p:cNvSpPr txBox="1"/>
          <p:nvPr/>
        </p:nvSpPr>
        <p:spPr>
          <a:xfrm>
            <a:off x="140684" y="588883"/>
            <a:ext cx="6049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민자 </a:t>
            </a:r>
            <a:r>
              <a:rPr lang="ko-KR" altLang="en-US" sz="1400" b="1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풀리</a:t>
            </a:r>
            <a:r>
              <a:rPr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적용을 통한</a:t>
            </a:r>
            <a:r>
              <a:rPr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하부 </a:t>
            </a:r>
            <a:r>
              <a:rPr lang="en-US" altLang="ko-KR" sz="1400" b="1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Sepa</a:t>
            </a:r>
            <a:r>
              <a:rPr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Vision </a:t>
            </a:r>
            <a:r>
              <a:rPr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불량 </a:t>
            </a:r>
            <a:r>
              <a:rPr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Loss </a:t>
            </a:r>
            <a:r>
              <a:rPr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절감 </a:t>
            </a:r>
            <a:r>
              <a:rPr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(‘26.3</a:t>
            </a:r>
            <a:r>
              <a:rPr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49D21E1-F8AB-CAFE-FD12-D903C2B2E8FE}"/>
              </a:ext>
            </a:extLst>
          </p:cNvPr>
          <p:cNvSpPr/>
          <p:nvPr/>
        </p:nvSpPr>
        <p:spPr>
          <a:xfrm>
            <a:off x="4618708" y="1126268"/>
            <a:ext cx="4415914" cy="554300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E88DAD2-1D47-D4CB-20D4-803F9E8565F6}"/>
              </a:ext>
            </a:extLst>
          </p:cNvPr>
          <p:cNvSpPr/>
          <p:nvPr/>
        </p:nvSpPr>
        <p:spPr>
          <a:xfrm>
            <a:off x="6090340" y="1002707"/>
            <a:ext cx="1472650" cy="26486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개선안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160C2C2-B73F-854A-52A0-48B58483E91B}"/>
              </a:ext>
            </a:extLst>
          </p:cNvPr>
          <p:cNvSpPr/>
          <p:nvPr/>
        </p:nvSpPr>
        <p:spPr>
          <a:xfrm>
            <a:off x="147616" y="1126268"/>
            <a:ext cx="4415914" cy="554300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43266BA-A268-158C-BE26-DA8A267CD018}"/>
              </a:ext>
            </a:extLst>
          </p:cNvPr>
          <p:cNvSpPr/>
          <p:nvPr/>
        </p:nvSpPr>
        <p:spPr>
          <a:xfrm>
            <a:off x="1619248" y="1002707"/>
            <a:ext cx="1472650" cy="26486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현상</a:t>
            </a:r>
          </a:p>
        </p:txBody>
      </p:sp>
      <p:sp>
        <p:nvSpPr>
          <p:cNvPr id="44" name="직사각형 30">
            <a:extLst>
              <a:ext uri="{FF2B5EF4-FFF2-40B4-BE49-F238E27FC236}">
                <a16:creationId xmlns:a16="http://schemas.microsoft.com/office/drawing/2014/main" id="{7B75B7B2-8A0F-00D0-5215-115305E748E4}"/>
              </a:ext>
            </a:extLst>
          </p:cNvPr>
          <p:cNvSpPr/>
          <p:nvPr/>
        </p:nvSpPr>
        <p:spPr>
          <a:xfrm>
            <a:off x="212090" y="1363612"/>
            <a:ext cx="1743710" cy="296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0" fontAlgn="auto" latinLnBrk="0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현상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(Phenomenon)</a:t>
            </a:r>
            <a:endParaRPr kumimoji="0" lang="en-US" altLang="ko-KR" sz="120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5" name="직사각형 30">
            <a:extLst>
              <a:ext uri="{FF2B5EF4-FFF2-40B4-BE49-F238E27FC236}">
                <a16:creationId xmlns:a16="http://schemas.microsoft.com/office/drawing/2014/main" id="{BBD57EB8-9CF7-E50A-9D14-C33C4CC35057}"/>
              </a:ext>
            </a:extLst>
          </p:cNvPr>
          <p:cNvSpPr/>
          <p:nvPr/>
        </p:nvSpPr>
        <p:spPr>
          <a:xfrm>
            <a:off x="4690956" y="1363612"/>
            <a:ext cx="1743710" cy="296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0" fontAlgn="auto" latinLnBrk="0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개선 안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lang="en-US" altLang="ko-KR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Improvement)</a:t>
            </a:r>
            <a:endParaRPr kumimoji="0" lang="en-US" altLang="ko-KR" sz="120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6" name="직사각형 30">
            <a:extLst>
              <a:ext uri="{FF2B5EF4-FFF2-40B4-BE49-F238E27FC236}">
                <a16:creationId xmlns:a16="http://schemas.microsoft.com/office/drawing/2014/main" id="{7CA7C024-582E-14AC-1A8C-5DD23594F814}"/>
              </a:ext>
            </a:extLst>
          </p:cNvPr>
          <p:cNvSpPr/>
          <p:nvPr/>
        </p:nvSpPr>
        <p:spPr>
          <a:xfrm>
            <a:off x="212090" y="3614132"/>
            <a:ext cx="1743710" cy="296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0" fontAlgn="auto" latinLnBrk="0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원인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(Cause)</a:t>
            </a:r>
            <a:endParaRPr kumimoji="0" lang="en-US" altLang="ko-KR" sz="120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7" name="직사각형 30">
            <a:extLst>
              <a:ext uri="{FF2B5EF4-FFF2-40B4-BE49-F238E27FC236}">
                <a16:creationId xmlns:a16="http://schemas.microsoft.com/office/drawing/2014/main" id="{75DCCEC0-49AF-2647-D292-78207619C09D}"/>
              </a:ext>
            </a:extLst>
          </p:cNvPr>
          <p:cNvSpPr/>
          <p:nvPr/>
        </p:nvSpPr>
        <p:spPr>
          <a:xfrm>
            <a:off x="4690956" y="4785454"/>
            <a:ext cx="1743710" cy="296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0" fontAlgn="auto" latinLnBrk="0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일정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(Plan)</a:t>
            </a:r>
            <a:endParaRPr kumimoji="0" lang="en-US" altLang="ko-KR" sz="120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5DBC80F-DDD3-AD43-0869-BB5EF98C1F49}"/>
              </a:ext>
            </a:extLst>
          </p:cNvPr>
          <p:cNvSpPr txBox="1"/>
          <p:nvPr/>
        </p:nvSpPr>
        <p:spPr>
          <a:xfrm>
            <a:off x="227959" y="1634940"/>
            <a:ext cx="4447364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89586" latinLnBrk="0">
              <a:lnSpc>
                <a:spcPct val="12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0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모노셀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전극 눌림 및 찍힘 자국 발생 → 하부 </a:t>
            </a:r>
            <a:r>
              <a:rPr lang="en-US" altLang="ko-KR" sz="10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Sepa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Vision NG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다량 발생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E00DE97-1FB9-3AC2-9619-F8AA490AD32C}"/>
              </a:ext>
            </a:extLst>
          </p:cNvPr>
          <p:cNvSpPr txBox="1"/>
          <p:nvPr/>
        </p:nvSpPr>
        <p:spPr>
          <a:xfrm>
            <a:off x="227958" y="3874417"/>
            <a:ext cx="4686093" cy="44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89586" latinLnBrk="0">
              <a:lnSpc>
                <a:spcPct val="12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en-US" altLang="ko-KR" sz="10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Lami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Final CV Pulley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~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Belt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간 이물 누적에 따른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모노셀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눌림 발생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b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→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Pulley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해체 후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청소 필요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 (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오염 물질 청소에 따른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부동 시간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30min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발생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10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DA0A75E-D44C-8552-D151-9CBFF37A5E24}"/>
              </a:ext>
            </a:extLst>
          </p:cNvPr>
          <p:cNvSpPr txBox="1"/>
          <p:nvPr/>
        </p:nvSpPr>
        <p:spPr>
          <a:xfrm>
            <a:off x="4696636" y="5068427"/>
            <a:ext cx="2335989" cy="262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-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양산 전 호기 확산전개 완료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(‘26.3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1000" b="1" u="sng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B3810C4-35DA-C8D6-D7AD-AF478961BD47}"/>
              </a:ext>
            </a:extLst>
          </p:cNvPr>
          <p:cNvSpPr txBox="1"/>
          <p:nvPr/>
        </p:nvSpPr>
        <p:spPr>
          <a:xfrm>
            <a:off x="4696635" y="1599709"/>
            <a:ext cx="4189475" cy="447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89586" latinLnBrk="0">
              <a:lnSpc>
                <a:spcPct val="12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 Final CV </a:t>
            </a:r>
            <a:r>
              <a:rPr lang="ko-KR" altLang="en-US" sz="10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풀리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‘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톱니형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Type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→ 민자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평면형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Type’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으로 변경</a:t>
            </a:r>
            <a:b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: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톱니형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Type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의 톱니 사이에 이물 누적을 근본적으로 제거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C9A8B95-1223-5549-19AC-F098DA57B53B}"/>
              </a:ext>
            </a:extLst>
          </p:cNvPr>
          <p:cNvSpPr txBox="1"/>
          <p:nvPr/>
        </p:nvSpPr>
        <p:spPr>
          <a:xfrm>
            <a:off x="4696636" y="4294283"/>
            <a:ext cx="4447364" cy="447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89586" latinLnBrk="0">
              <a:lnSpc>
                <a:spcPct val="12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- 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후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모노셀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전극 눌림 자국 미 발생 및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Final CV Pulley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미 진행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b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→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Final CV Pulley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청소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Loss Zero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화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endParaRPr lang="ko-KR" altLang="en-US" sz="1000" b="1" u="sng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739F22-B417-6875-2DAE-8168684921CD}"/>
              </a:ext>
            </a:extLst>
          </p:cNvPr>
          <p:cNvSpPr txBox="1"/>
          <p:nvPr/>
        </p:nvSpPr>
        <p:spPr>
          <a:xfrm>
            <a:off x="6695984" y="5152196"/>
            <a:ext cx="1080942" cy="123111"/>
          </a:xfrm>
          <a:prstGeom prst="rect">
            <a:avLst/>
          </a:prstGeom>
          <a:solidFill>
            <a:schemeClr val="bg1">
              <a:alpha val="87000"/>
            </a:schemeClr>
          </a:solidFill>
        </p:spPr>
        <p:txBody>
          <a:bodyPr wrap="none" lIns="0" tIns="0" rIns="30675" bIns="0" rtlCol="0">
            <a:spAutoFit/>
          </a:bodyPr>
          <a:lstStyle/>
          <a:p>
            <a:pPr algn="r" defTabSz="389586" latinLnBrk="0"/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 2-4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호는 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4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 내 적용 예정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90EF392-EA98-D9AC-EF11-9024148C08AE}"/>
              </a:ext>
            </a:extLst>
          </p:cNvPr>
          <p:cNvSpPr txBox="1"/>
          <p:nvPr/>
        </p:nvSpPr>
        <p:spPr>
          <a:xfrm>
            <a:off x="7855606" y="2115037"/>
            <a:ext cx="1156056" cy="308170"/>
          </a:xfrm>
          <a:prstGeom prst="rect">
            <a:avLst/>
          </a:prstGeom>
          <a:noFill/>
          <a:ln w="3175">
            <a:noFill/>
          </a:ln>
        </p:spPr>
        <p:txBody>
          <a:bodyPr wrap="square" lIns="30675" tIns="30675" rIns="30675" bIns="30675" rtlCol="0" anchor="ctr">
            <a:spAutoFit/>
          </a:bodyPr>
          <a:lstStyle/>
          <a:p>
            <a:pPr defTabSz="389586" latinLnBrk="0"/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벨트와 </a:t>
            </a:r>
            <a:r>
              <a:rPr lang="ko-KR" altLang="en-US" sz="8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풀리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 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사이 이물 누적 </a:t>
            </a:r>
            <a:b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</a:b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→ 벨트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 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국부적 돌출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 </a:t>
            </a:r>
            <a:endParaRPr lang="ko-KR" altLang="en-US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/>
            </a:endParaRPr>
          </a:p>
        </p:txBody>
      </p:sp>
      <p:sp>
        <p:nvSpPr>
          <p:cNvPr id="35" name="자유형: 도형 34">
            <a:extLst>
              <a:ext uri="{FF2B5EF4-FFF2-40B4-BE49-F238E27FC236}">
                <a16:creationId xmlns:a16="http://schemas.microsoft.com/office/drawing/2014/main" id="{5D95311D-D8F6-2E63-0A30-E540C3351B6C}"/>
              </a:ext>
            </a:extLst>
          </p:cNvPr>
          <p:cNvSpPr/>
          <p:nvPr/>
        </p:nvSpPr>
        <p:spPr>
          <a:xfrm>
            <a:off x="7259680" y="2712822"/>
            <a:ext cx="1352550" cy="200025"/>
          </a:xfrm>
          <a:custGeom>
            <a:avLst/>
            <a:gdLst>
              <a:gd name="connsiteX0" fmla="*/ 0 w 1352550"/>
              <a:gd name="connsiteY0" fmla="*/ 197644 h 200025"/>
              <a:gd name="connsiteX1" fmla="*/ 202406 w 1352550"/>
              <a:gd name="connsiteY1" fmla="*/ 197644 h 200025"/>
              <a:gd name="connsiteX2" fmla="*/ 400050 w 1352550"/>
              <a:gd name="connsiteY2" fmla="*/ 0 h 200025"/>
              <a:gd name="connsiteX3" fmla="*/ 604837 w 1352550"/>
              <a:gd name="connsiteY3" fmla="*/ 0 h 200025"/>
              <a:gd name="connsiteX4" fmla="*/ 804862 w 1352550"/>
              <a:gd name="connsiteY4" fmla="*/ 200025 h 200025"/>
              <a:gd name="connsiteX5" fmla="*/ 1009650 w 1352550"/>
              <a:gd name="connsiteY5" fmla="*/ 200025 h 200025"/>
              <a:gd name="connsiteX6" fmla="*/ 1209675 w 1352550"/>
              <a:gd name="connsiteY6" fmla="*/ 0 h 200025"/>
              <a:gd name="connsiteX7" fmla="*/ 1352550 w 1352550"/>
              <a:gd name="connsiteY7" fmla="*/ 0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52550" h="200025">
                <a:moveTo>
                  <a:pt x="0" y="197644"/>
                </a:moveTo>
                <a:lnTo>
                  <a:pt x="202406" y="197644"/>
                </a:lnTo>
                <a:lnTo>
                  <a:pt x="400050" y="0"/>
                </a:lnTo>
                <a:lnTo>
                  <a:pt x="604837" y="0"/>
                </a:lnTo>
                <a:lnTo>
                  <a:pt x="804862" y="200025"/>
                </a:lnTo>
                <a:lnTo>
                  <a:pt x="1009650" y="200025"/>
                </a:lnTo>
                <a:lnTo>
                  <a:pt x="1209675" y="0"/>
                </a:lnTo>
                <a:lnTo>
                  <a:pt x="135255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DDE1DE77-02B4-E479-F363-2E6226631288}"/>
              </a:ext>
            </a:extLst>
          </p:cNvPr>
          <p:cNvSpPr/>
          <p:nvPr/>
        </p:nvSpPr>
        <p:spPr>
          <a:xfrm>
            <a:off x="7256298" y="2600381"/>
            <a:ext cx="1352550" cy="200025"/>
          </a:xfrm>
          <a:custGeom>
            <a:avLst/>
            <a:gdLst>
              <a:gd name="connsiteX0" fmla="*/ 0 w 1352550"/>
              <a:gd name="connsiteY0" fmla="*/ 197644 h 200025"/>
              <a:gd name="connsiteX1" fmla="*/ 202406 w 1352550"/>
              <a:gd name="connsiteY1" fmla="*/ 197644 h 200025"/>
              <a:gd name="connsiteX2" fmla="*/ 400050 w 1352550"/>
              <a:gd name="connsiteY2" fmla="*/ 0 h 200025"/>
              <a:gd name="connsiteX3" fmla="*/ 604837 w 1352550"/>
              <a:gd name="connsiteY3" fmla="*/ 0 h 200025"/>
              <a:gd name="connsiteX4" fmla="*/ 804862 w 1352550"/>
              <a:gd name="connsiteY4" fmla="*/ 200025 h 200025"/>
              <a:gd name="connsiteX5" fmla="*/ 1009650 w 1352550"/>
              <a:gd name="connsiteY5" fmla="*/ 200025 h 200025"/>
              <a:gd name="connsiteX6" fmla="*/ 1209675 w 1352550"/>
              <a:gd name="connsiteY6" fmla="*/ 0 h 200025"/>
              <a:gd name="connsiteX7" fmla="*/ 1352550 w 1352550"/>
              <a:gd name="connsiteY7" fmla="*/ 0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52550" h="200025">
                <a:moveTo>
                  <a:pt x="0" y="197644"/>
                </a:moveTo>
                <a:lnTo>
                  <a:pt x="202406" y="197644"/>
                </a:lnTo>
                <a:lnTo>
                  <a:pt x="400050" y="0"/>
                </a:lnTo>
                <a:lnTo>
                  <a:pt x="604837" y="0"/>
                </a:lnTo>
                <a:lnTo>
                  <a:pt x="804862" y="200025"/>
                </a:lnTo>
                <a:lnTo>
                  <a:pt x="1009650" y="200025"/>
                </a:lnTo>
                <a:lnTo>
                  <a:pt x="1209675" y="0"/>
                </a:lnTo>
                <a:lnTo>
                  <a:pt x="135255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9F82E671-C17B-AFA0-E821-DFCBB7EC7943}"/>
              </a:ext>
            </a:extLst>
          </p:cNvPr>
          <p:cNvCxnSpPr>
            <a:cxnSpLocks/>
          </p:cNvCxnSpPr>
          <p:nvPr/>
        </p:nvCxnSpPr>
        <p:spPr>
          <a:xfrm>
            <a:off x="7256298" y="2529000"/>
            <a:ext cx="1355932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폭발: 8pt 55">
            <a:extLst>
              <a:ext uri="{FF2B5EF4-FFF2-40B4-BE49-F238E27FC236}">
                <a16:creationId xmlns:a16="http://schemas.microsoft.com/office/drawing/2014/main" id="{597965E9-C8C9-2D37-8D67-2CE73B7AE037}"/>
              </a:ext>
            </a:extLst>
          </p:cNvPr>
          <p:cNvSpPr/>
          <p:nvPr/>
        </p:nvSpPr>
        <p:spPr>
          <a:xfrm rot="5400000">
            <a:off x="7679128" y="2519885"/>
            <a:ext cx="158234" cy="205596"/>
          </a:xfrm>
          <a:prstGeom prst="irregularSeal1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부분 원형 58">
            <a:extLst>
              <a:ext uri="{FF2B5EF4-FFF2-40B4-BE49-F238E27FC236}">
                <a16:creationId xmlns:a16="http://schemas.microsoft.com/office/drawing/2014/main" id="{747B69D7-9C43-8256-5844-24BA05169EE1}"/>
              </a:ext>
            </a:extLst>
          </p:cNvPr>
          <p:cNvSpPr/>
          <p:nvPr/>
        </p:nvSpPr>
        <p:spPr>
          <a:xfrm rot="10800000">
            <a:off x="7627324" y="2501101"/>
            <a:ext cx="261843" cy="45719"/>
          </a:xfrm>
          <a:prstGeom prst="pie">
            <a:avLst>
              <a:gd name="adj1" fmla="val 0"/>
              <a:gd name="adj2" fmla="val 10762174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0" name="왼쪽 중괄호 59">
            <a:extLst>
              <a:ext uri="{FF2B5EF4-FFF2-40B4-BE49-F238E27FC236}">
                <a16:creationId xmlns:a16="http://schemas.microsoft.com/office/drawing/2014/main" id="{CEE58FDD-7E8A-D677-A7D3-4E49BA23CEBE}"/>
              </a:ext>
            </a:extLst>
          </p:cNvPr>
          <p:cNvSpPr/>
          <p:nvPr/>
        </p:nvSpPr>
        <p:spPr>
          <a:xfrm>
            <a:off x="7172149" y="2532816"/>
            <a:ext cx="68339" cy="251056"/>
          </a:xfrm>
          <a:prstGeom prst="leftBrace">
            <a:avLst>
              <a:gd name="adj1" fmla="val 15112"/>
              <a:gd name="adj2" fmla="val 50000"/>
            </a:avLst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8DAD48-EBE5-766A-2E1D-E8ED438CFF3B}"/>
              </a:ext>
            </a:extLst>
          </p:cNvPr>
          <p:cNvSpPr txBox="1"/>
          <p:nvPr/>
        </p:nvSpPr>
        <p:spPr>
          <a:xfrm>
            <a:off x="6944222" y="2550032"/>
            <a:ext cx="259450" cy="185060"/>
          </a:xfrm>
          <a:prstGeom prst="rect">
            <a:avLst/>
          </a:prstGeom>
          <a:noFill/>
          <a:ln w="3175">
            <a:noFill/>
          </a:ln>
        </p:spPr>
        <p:txBody>
          <a:bodyPr wrap="square" lIns="30675" tIns="30675" rIns="30675" bIns="30675" rtlCol="0" anchor="ctr">
            <a:spAutoFit/>
          </a:bodyPr>
          <a:lstStyle/>
          <a:p>
            <a:pPr defTabSz="389586" latinLnBrk="0"/>
            <a:r>
              <a:rPr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벨트</a:t>
            </a:r>
            <a:endParaRPr lang="ko-KR" altLang="en-US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547CD39-B392-DCC4-9054-FAAA81B77CE1}"/>
              </a:ext>
            </a:extLst>
          </p:cNvPr>
          <p:cNvSpPr txBox="1"/>
          <p:nvPr/>
        </p:nvSpPr>
        <p:spPr>
          <a:xfrm>
            <a:off x="7024630" y="2825827"/>
            <a:ext cx="259450" cy="185060"/>
          </a:xfrm>
          <a:prstGeom prst="rect">
            <a:avLst/>
          </a:prstGeom>
          <a:noFill/>
          <a:ln w="3175">
            <a:noFill/>
          </a:ln>
        </p:spPr>
        <p:txBody>
          <a:bodyPr wrap="square" lIns="30675" tIns="30675" rIns="30675" bIns="30675" rtlCol="0" anchor="ctr">
            <a:spAutoFit/>
          </a:bodyPr>
          <a:lstStyle/>
          <a:p>
            <a:pPr defTabSz="389586" latinLnBrk="0"/>
            <a:r>
              <a:rPr lang="ko-KR" altLang="en-US" sz="8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풀리</a:t>
            </a:r>
            <a:endParaRPr lang="ko-KR" altLang="en-US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/>
            </a:endParaRPr>
          </a:p>
        </p:txBody>
      </p:sp>
      <p:sp>
        <p:nvSpPr>
          <p:cNvPr id="69" name="폭발: 8pt 68">
            <a:extLst>
              <a:ext uri="{FF2B5EF4-FFF2-40B4-BE49-F238E27FC236}">
                <a16:creationId xmlns:a16="http://schemas.microsoft.com/office/drawing/2014/main" id="{F9C37413-4CB3-1205-A88D-C907AE694D4B}"/>
              </a:ext>
            </a:extLst>
          </p:cNvPr>
          <p:cNvSpPr/>
          <p:nvPr/>
        </p:nvSpPr>
        <p:spPr>
          <a:xfrm rot="5400000">
            <a:off x="7597123" y="2628474"/>
            <a:ext cx="61471" cy="89475"/>
          </a:xfrm>
          <a:prstGeom prst="irregularSeal1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폭발: 8pt 69">
            <a:extLst>
              <a:ext uri="{FF2B5EF4-FFF2-40B4-BE49-F238E27FC236}">
                <a16:creationId xmlns:a16="http://schemas.microsoft.com/office/drawing/2014/main" id="{E033C8F6-3236-77BD-8509-9FDCD16192D8}"/>
              </a:ext>
            </a:extLst>
          </p:cNvPr>
          <p:cNvSpPr/>
          <p:nvPr/>
        </p:nvSpPr>
        <p:spPr>
          <a:xfrm rot="5400000">
            <a:off x="7869608" y="2630622"/>
            <a:ext cx="61471" cy="89475"/>
          </a:xfrm>
          <a:prstGeom prst="irregularSeal1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폭발: 8pt 70">
            <a:extLst>
              <a:ext uri="{FF2B5EF4-FFF2-40B4-BE49-F238E27FC236}">
                <a16:creationId xmlns:a16="http://schemas.microsoft.com/office/drawing/2014/main" id="{77169026-7B4F-E7CC-5EC5-6F0D0CC6926F}"/>
              </a:ext>
            </a:extLst>
          </p:cNvPr>
          <p:cNvSpPr/>
          <p:nvPr/>
        </p:nvSpPr>
        <p:spPr>
          <a:xfrm rot="5400000">
            <a:off x="7844370" y="2550126"/>
            <a:ext cx="61471" cy="89475"/>
          </a:xfrm>
          <a:prstGeom prst="irregularSeal1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폭발: 8pt 71">
            <a:extLst>
              <a:ext uri="{FF2B5EF4-FFF2-40B4-BE49-F238E27FC236}">
                <a16:creationId xmlns:a16="http://schemas.microsoft.com/office/drawing/2014/main" id="{BBDB013A-5738-ADDF-447D-FF2819943328}"/>
              </a:ext>
            </a:extLst>
          </p:cNvPr>
          <p:cNvSpPr/>
          <p:nvPr/>
        </p:nvSpPr>
        <p:spPr>
          <a:xfrm rot="5400000">
            <a:off x="7583655" y="2538908"/>
            <a:ext cx="61471" cy="89475"/>
          </a:xfrm>
          <a:prstGeom prst="irregularSeal1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CBB19E5C-3F01-8621-8B80-F9A30CAF9619}"/>
              </a:ext>
            </a:extLst>
          </p:cNvPr>
          <p:cNvCxnSpPr>
            <a:cxnSpLocks/>
          </p:cNvCxnSpPr>
          <p:nvPr/>
        </p:nvCxnSpPr>
        <p:spPr>
          <a:xfrm flipH="1">
            <a:off x="7795066" y="2224059"/>
            <a:ext cx="60540" cy="22642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자유형: 도형 79">
            <a:extLst>
              <a:ext uri="{FF2B5EF4-FFF2-40B4-BE49-F238E27FC236}">
                <a16:creationId xmlns:a16="http://schemas.microsoft.com/office/drawing/2014/main" id="{3E038F82-FA25-55E5-3C9A-2D1866C92441}"/>
              </a:ext>
            </a:extLst>
          </p:cNvPr>
          <p:cNvSpPr/>
          <p:nvPr/>
        </p:nvSpPr>
        <p:spPr>
          <a:xfrm>
            <a:off x="7256298" y="3523751"/>
            <a:ext cx="1352550" cy="200025"/>
          </a:xfrm>
          <a:custGeom>
            <a:avLst/>
            <a:gdLst>
              <a:gd name="connsiteX0" fmla="*/ 0 w 1352550"/>
              <a:gd name="connsiteY0" fmla="*/ 197644 h 200025"/>
              <a:gd name="connsiteX1" fmla="*/ 202406 w 1352550"/>
              <a:gd name="connsiteY1" fmla="*/ 197644 h 200025"/>
              <a:gd name="connsiteX2" fmla="*/ 400050 w 1352550"/>
              <a:gd name="connsiteY2" fmla="*/ 0 h 200025"/>
              <a:gd name="connsiteX3" fmla="*/ 604837 w 1352550"/>
              <a:gd name="connsiteY3" fmla="*/ 0 h 200025"/>
              <a:gd name="connsiteX4" fmla="*/ 804862 w 1352550"/>
              <a:gd name="connsiteY4" fmla="*/ 200025 h 200025"/>
              <a:gd name="connsiteX5" fmla="*/ 1009650 w 1352550"/>
              <a:gd name="connsiteY5" fmla="*/ 200025 h 200025"/>
              <a:gd name="connsiteX6" fmla="*/ 1209675 w 1352550"/>
              <a:gd name="connsiteY6" fmla="*/ 0 h 200025"/>
              <a:gd name="connsiteX7" fmla="*/ 1352550 w 1352550"/>
              <a:gd name="connsiteY7" fmla="*/ 0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52550" h="200025">
                <a:moveTo>
                  <a:pt x="0" y="197644"/>
                </a:moveTo>
                <a:lnTo>
                  <a:pt x="202406" y="197644"/>
                </a:lnTo>
                <a:lnTo>
                  <a:pt x="400050" y="0"/>
                </a:lnTo>
                <a:lnTo>
                  <a:pt x="604837" y="0"/>
                </a:lnTo>
                <a:lnTo>
                  <a:pt x="804862" y="200025"/>
                </a:lnTo>
                <a:lnTo>
                  <a:pt x="1009650" y="200025"/>
                </a:lnTo>
                <a:lnTo>
                  <a:pt x="1209675" y="0"/>
                </a:lnTo>
                <a:lnTo>
                  <a:pt x="135255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42573EA3-78A7-C013-393B-3536FEF86091}"/>
              </a:ext>
            </a:extLst>
          </p:cNvPr>
          <p:cNvCxnSpPr>
            <a:cxnSpLocks/>
          </p:cNvCxnSpPr>
          <p:nvPr/>
        </p:nvCxnSpPr>
        <p:spPr>
          <a:xfrm>
            <a:off x="7256298" y="3452370"/>
            <a:ext cx="1355932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왼쪽 중괄호 84">
            <a:extLst>
              <a:ext uri="{FF2B5EF4-FFF2-40B4-BE49-F238E27FC236}">
                <a16:creationId xmlns:a16="http://schemas.microsoft.com/office/drawing/2014/main" id="{F7D9984F-B333-7E64-D841-1E49709BD1C0}"/>
              </a:ext>
            </a:extLst>
          </p:cNvPr>
          <p:cNvSpPr/>
          <p:nvPr/>
        </p:nvSpPr>
        <p:spPr>
          <a:xfrm>
            <a:off x="7172149" y="3456186"/>
            <a:ext cx="68339" cy="251056"/>
          </a:xfrm>
          <a:prstGeom prst="leftBrace">
            <a:avLst>
              <a:gd name="adj1" fmla="val 15112"/>
              <a:gd name="adj2" fmla="val 50000"/>
            </a:avLst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848BB82-48A5-6A2A-679A-17487ADDBF95}"/>
              </a:ext>
            </a:extLst>
          </p:cNvPr>
          <p:cNvSpPr txBox="1"/>
          <p:nvPr/>
        </p:nvSpPr>
        <p:spPr>
          <a:xfrm>
            <a:off x="6960542" y="3482927"/>
            <a:ext cx="259450" cy="185060"/>
          </a:xfrm>
          <a:prstGeom prst="rect">
            <a:avLst/>
          </a:prstGeom>
          <a:noFill/>
          <a:ln w="3175">
            <a:noFill/>
          </a:ln>
        </p:spPr>
        <p:txBody>
          <a:bodyPr wrap="square" lIns="30675" tIns="30675" rIns="30675" bIns="30675" rtlCol="0" anchor="ctr">
            <a:spAutoFit/>
          </a:bodyPr>
          <a:lstStyle/>
          <a:p>
            <a:pPr defTabSz="389586" latinLnBrk="0"/>
            <a:r>
              <a:rPr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벨트</a:t>
            </a:r>
            <a:endParaRPr lang="ko-KR" altLang="en-US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22325FF-E832-5EBF-A754-BB79AA05D2B9}"/>
              </a:ext>
            </a:extLst>
          </p:cNvPr>
          <p:cNvSpPr txBox="1"/>
          <p:nvPr/>
        </p:nvSpPr>
        <p:spPr>
          <a:xfrm>
            <a:off x="7039555" y="3723776"/>
            <a:ext cx="259450" cy="185060"/>
          </a:xfrm>
          <a:prstGeom prst="rect">
            <a:avLst/>
          </a:prstGeom>
          <a:noFill/>
          <a:ln w="3175">
            <a:noFill/>
          </a:ln>
        </p:spPr>
        <p:txBody>
          <a:bodyPr wrap="square" lIns="30675" tIns="30675" rIns="30675" bIns="30675" rtlCol="0" anchor="ctr">
            <a:spAutoFit/>
          </a:bodyPr>
          <a:lstStyle/>
          <a:p>
            <a:pPr defTabSz="389586" latinLnBrk="0"/>
            <a:r>
              <a:rPr lang="ko-KR" altLang="en-US" sz="8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풀리</a:t>
            </a:r>
            <a:endParaRPr lang="ko-KR" altLang="en-US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/>
            </a:endParaRPr>
          </a:p>
        </p:txBody>
      </p:sp>
      <p:sp>
        <p:nvSpPr>
          <p:cNvPr id="93" name="폭발: 8pt 92">
            <a:extLst>
              <a:ext uri="{FF2B5EF4-FFF2-40B4-BE49-F238E27FC236}">
                <a16:creationId xmlns:a16="http://schemas.microsoft.com/office/drawing/2014/main" id="{B856F4B9-1A84-7E40-FC71-DDDE2075ABAC}"/>
              </a:ext>
            </a:extLst>
          </p:cNvPr>
          <p:cNvSpPr/>
          <p:nvPr/>
        </p:nvSpPr>
        <p:spPr>
          <a:xfrm rot="5400000">
            <a:off x="7583655" y="3672713"/>
            <a:ext cx="61471" cy="89475"/>
          </a:xfrm>
          <a:prstGeom prst="irregularSeal1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4" name="폭발: 8pt 93">
            <a:extLst>
              <a:ext uri="{FF2B5EF4-FFF2-40B4-BE49-F238E27FC236}">
                <a16:creationId xmlns:a16="http://schemas.microsoft.com/office/drawing/2014/main" id="{8404E0E7-B2EF-C40E-3D15-CBC1B24B5111}"/>
              </a:ext>
            </a:extLst>
          </p:cNvPr>
          <p:cNvSpPr/>
          <p:nvPr/>
        </p:nvSpPr>
        <p:spPr>
          <a:xfrm rot="5400000">
            <a:off x="7877371" y="3665733"/>
            <a:ext cx="61471" cy="89475"/>
          </a:xfrm>
          <a:prstGeom prst="irregularSeal1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폭발: 8pt 95">
            <a:extLst>
              <a:ext uri="{FF2B5EF4-FFF2-40B4-BE49-F238E27FC236}">
                <a16:creationId xmlns:a16="http://schemas.microsoft.com/office/drawing/2014/main" id="{43F068DB-2C38-AC54-9677-E57279B4BAE8}"/>
              </a:ext>
            </a:extLst>
          </p:cNvPr>
          <p:cNvSpPr/>
          <p:nvPr/>
        </p:nvSpPr>
        <p:spPr>
          <a:xfrm rot="5400000">
            <a:off x="7716107" y="3675004"/>
            <a:ext cx="61471" cy="89475"/>
          </a:xfrm>
          <a:prstGeom prst="irregularSeal1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94A03B9B-3C30-B4BC-F0FC-D60695CCB43B}"/>
              </a:ext>
            </a:extLst>
          </p:cNvPr>
          <p:cNvCxnSpPr>
            <a:cxnSpLocks/>
          </p:cNvCxnSpPr>
          <p:nvPr/>
        </p:nvCxnSpPr>
        <p:spPr>
          <a:xfrm>
            <a:off x="7256298" y="3775297"/>
            <a:ext cx="1355932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30D14142-A321-5EBE-BB54-8DBE63F29EEB}"/>
              </a:ext>
            </a:extLst>
          </p:cNvPr>
          <p:cNvSpPr txBox="1"/>
          <p:nvPr/>
        </p:nvSpPr>
        <p:spPr>
          <a:xfrm>
            <a:off x="7299005" y="3253557"/>
            <a:ext cx="1448040" cy="185060"/>
          </a:xfrm>
          <a:prstGeom prst="rect">
            <a:avLst/>
          </a:prstGeom>
          <a:noFill/>
          <a:ln w="3175">
            <a:noFill/>
          </a:ln>
        </p:spPr>
        <p:txBody>
          <a:bodyPr wrap="square" lIns="30675" tIns="30675" rIns="30675" bIns="30675" rtlCol="0" anchor="ctr">
            <a:spAutoFit/>
          </a:bodyPr>
          <a:lstStyle/>
          <a:p>
            <a:pPr defTabSz="389586" latinLnBrk="0"/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벨트와 </a:t>
            </a:r>
            <a:r>
              <a:rPr lang="ko-KR" altLang="en-US" sz="8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풀리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 사이 이물 누적 없음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.</a:t>
            </a:r>
            <a:endParaRPr lang="ko-KR" altLang="en-US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762B482-6F6A-C0BD-EA7E-C74CAAA3C7AC}"/>
              </a:ext>
            </a:extLst>
          </p:cNvPr>
          <p:cNvSpPr txBox="1"/>
          <p:nvPr/>
        </p:nvSpPr>
        <p:spPr>
          <a:xfrm>
            <a:off x="7032587" y="3005894"/>
            <a:ext cx="1156056" cy="169671"/>
          </a:xfrm>
          <a:prstGeom prst="rect">
            <a:avLst/>
          </a:prstGeom>
          <a:noFill/>
          <a:ln w="3175">
            <a:noFill/>
          </a:ln>
        </p:spPr>
        <p:txBody>
          <a:bodyPr wrap="square" lIns="30675" tIns="30675" rIns="30675" bIns="30675" rtlCol="0" anchor="ctr">
            <a:spAutoFit/>
          </a:bodyPr>
          <a:lstStyle/>
          <a:p>
            <a:pPr defTabSz="389586" latinLnBrk="0"/>
            <a:r>
              <a:rPr lang="ko-KR" altLang="en-US" sz="7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└ 톱니형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9596B0F-95DE-073E-EE1C-016501707325}"/>
              </a:ext>
            </a:extLst>
          </p:cNvPr>
          <p:cNvSpPr txBox="1"/>
          <p:nvPr/>
        </p:nvSpPr>
        <p:spPr>
          <a:xfrm>
            <a:off x="7077419" y="3886740"/>
            <a:ext cx="1156056" cy="169671"/>
          </a:xfrm>
          <a:prstGeom prst="rect">
            <a:avLst/>
          </a:prstGeom>
          <a:noFill/>
          <a:ln w="3175">
            <a:noFill/>
          </a:ln>
        </p:spPr>
        <p:txBody>
          <a:bodyPr wrap="square" lIns="30675" tIns="30675" rIns="30675" bIns="30675" rtlCol="0" anchor="ctr">
            <a:spAutoFit/>
          </a:bodyPr>
          <a:lstStyle/>
          <a:p>
            <a:pPr defTabSz="389586" latinLnBrk="0"/>
            <a:r>
              <a:rPr lang="ko-KR" altLang="en-US" sz="7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└ 민자</a:t>
            </a:r>
            <a:r>
              <a:rPr lang="en-US" altLang="ko-KR" sz="7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(</a:t>
            </a:r>
            <a:r>
              <a:rPr lang="ko-KR" altLang="en-US" sz="7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평면형</a:t>
            </a:r>
            <a:r>
              <a:rPr lang="en-US" altLang="ko-KR" sz="7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)</a:t>
            </a:r>
            <a:endParaRPr lang="ko-KR" altLang="en-US" sz="700" dirty="0">
              <a:solidFill>
                <a:prstClr val="black"/>
              </a:solidFill>
              <a:latin typeface="Arial Narrow" panose="020B0606020202030204" pitchFamily="34" charset="0"/>
              <a:ea typeface="LG스마트체 Regular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AFE559D-F318-0161-E6BA-C6C87404803E}"/>
              </a:ext>
            </a:extLst>
          </p:cNvPr>
          <p:cNvSpPr txBox="1"/>
          <p:nvPr/>
        </p:nvSpPr>
        <p:spPr>
          <a:xfrm>
            <a:off x="7655447" y="2553993"/>
            <a:ext cx="1156056" cy="154282"/>
          </a:xfrm>
          <a:prstGeom prst="rect">
            <a:avLst/>
          </a:prstGeom>
          <a:noFill/>
          <a:ln w="3175">
            <a:noFill/>
          </a:ln>
        </p:spPr>
        <p:txBody>
          <a:bodyPr wrap="square" lIns="30675" tIns="30675" rIns="30675" bIns="30675" rtlCol="0" anchor="ctr">
            <a:spAutoFit/>
          </a:bodyPr>
          <a:lstStyle/>
          <a:p>
            <a:pPr defTabSz="389586" latinLnBrk="0"/>
            <a:r>
              <a:rPr lang="ko-KR" altLang="en-US" sz="6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이물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52E6367-02A3-7928-26FC-1760D2907615}"/>
              </a:ext>
            </a:extLst>
          </p:cNvPr>
          <p:cNvSpPr txBox="1"/>
          <p:nvPr/>
        </p:nvSpPr>
        <p:spPr>
          <a:xfrm>
            <a:off x="7655447" y="3642600"/>
            <a:ext cx="1156056" cy="154282"/>
          </a:xfrm>
          <a:prstGeom prst="rect">
            <a:avLst/>
          </a:prstGeom>
          <a:noFill/>
          <a:ln w="3175">
            <a:noFill/>
          </a:ln>
        </p:spPr>
        <p:txBody>
          <a:bodyPr wrap="square" lIns="30675" tIns="30675" rIns="30675" bIns="30675" rtlCol="0" anchor="ctr">
            <a:spAutoFit/>
          </a:bodyPr>
          <a:lstStyle/>
          <a:p>
            <a:pPr defTabSz="389586" latinLnBrk="0"/>
            <a:r>
              <a:rPr lang="ko-KR" altLang="en-US" sz="6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이물</a:t>
            </a:r>
          </a:p>
        </p:txBody>
      </p:sp>
      <p:sp>
        <p:nvSpPr>
          <p:cNvPr id="3" name="실행 단추: 홈으로 이동 2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2C0BC0BD-802D-A5D9-1887-21EAB0F1263E}"/>
              </a:ext>
            </a:extLst>
          </p:cNvPr>
          <p:cNvSpPr/>
          <p:nvPr/>
        </p:nvSpPr>
        <p:spPr>
          <a:xfrm>
            <a:off x="8795364" y="118944"/>
            <a:ext cx="245117" cy="260618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24391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25">
            <a:extLst>
              <a:ext uri="{FF2B5EF4-FFF2-40B4-BE49-F238E27FC236}">
                <a16:creationId xmlns:a16="http://schemas.microsoft.com/office/drawing/2014/main" id="{C2D4D571-08C7-4A6C-A95A-2EBF7FCC7F38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4A6271C-3F4F-4C02-9FE7-43D2C9B44147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125">
            <a:extLst>
              <a:ext uri="{FF2B5EF4-FFF2-40B4-BE49-F238E27FC236}">
                <a16:creationId xmlns:a16="http://schemas.microsoft.com/office/drawing/2014/main" id="{0F5EEAD9-C2EC-FC50-6ABB-07990996E766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2">
            <a:extLst>
              <a:ext uri="{FF2B5EF4-FFF2-40B4-BE49-F238E27FC236}">
                <a16:creationId xmlns:a16="http://schemas.microsoft.com/office/drawing/2014/main" id="{230E42F6-1183-461C-2DEC-D2CF56F5A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15" y="106985"/>
            <a:ext cx="3494845" cy="31314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3323" tIns="3323" rIns="3323" bIns="3323" anchor="b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첨부</a:t>
            </a:r>
            <a:r>
              <a:rPr kumimoji="1" lang="en-US" altLang="ko-KR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. [L&amp;S] </a:t>
            </a:r>
            <a:r>
              <a:rPr kumimoji="1" lang="en-US" altLang="ko-KR" b="1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Lami</a:t>
            </a:r>
            <a:r>
              <a:rPr kumimoji="1" lang="en-US" altLang="ko-KR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Final CV </a:t>
            </a:r>
            <a:r>
              <a:rPr kumimoji="1" lang="ko-KR" altLang="en-US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베어링 개선</a:t>
            </a:r>
          </a:p>
        </p:txBody>
      </p:sp>
      <p:cxnSp>
        <p:nvCxnSpPr>
          <p:cNvPr id="123" name="직선 연결선 125">
            <a:extLst>
              <a:ext uri="{FF2B5EF4-FFF2-40B4-BE49-F238E27FC236}">
                <a16:creationId xmlns:a16="http://schemas.microsoft.com/office/drawing/2014/main" id="{C2D4D571-08C7-4A6C-A95A-2EBF7FCC7F38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F4A6271C-3F4F-4C02-9FE7-43D2C9B44147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5">
            <a:extLst>
              <a:ext uri="{FF2B5EF4-FFF2-40B4-BE49-F238E27FC236}">
                <a16:creationId xmlns:a16="http://schemas.microsoft.com/office/drawing/2014/main" id="{0F5EEAD9-C2EC-FC50-6ABB-07990996E766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C5B71F8E-DC3D-4401-9C90-78BFE8EC792B}"/>
              </a:ext>
            </a:extLst>
          </p:cNvPr>
          <p:cNvSpPr/>
          <p:nvPr/>
        </p:nvSpPr>
        <p:spPr>
          <a:xfrm>
            <a:off x="4618708" y="1126268"/>
            <a:ext cx="4415914" cy="554300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4" name="직사각형 30">
            <a:extLst>
              <a:ext uri="{FF2B5EF4-FFF2-40B4-BE49-F238E27FC236}">
                <a16:creationId xmlns:a16="http://schemas.microsoft.com/office/drawing/2014/main" id="{13ACA958-37F3-46E1-91E1-2D783F4ABF41}"/>
              </a:ext>
            </a:extLst>
          </p:cNvPr>
          <p:cNvSpPr/>
          <p:nvPr/>
        </p:nvSpPr>
        <p:spPr>
          <a:xfrm>
            <a:off x="212090" y="1363612"/>
            <a:ext cx="1743710" cy="296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0" fontAlgn="auto" latinLnBrk="0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현상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(Phenomenon)</a:t>
            </a:r>
            <a:endParaRPr kumimoji="0" lang="en-US" altLang="ko-KR" sz="120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367B2C13-4081-4868-B549-7F7A8BDCC913}"/>
              </a:ext>
            </a:extLst>
          </p:cNvPr>
          <p:cNvSpPr/>
          <p:nvPr/>
        </p:nvSpPr>
        <p:spPr>
          <a:xfrm>
            <a:off x="6090340" y="1002707"/>
            <a:ext cx="1472650" cy="26486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개선안</a:t>
            </a:r>
          </a:p>
        </p:txBody>
      </p:sp>
      <p:sp>
        <p:nvSpPr>
          <p:cNvPr id="104" name="직사각형 30">
            <a:extLst>
              <a:ext uri="{FF2B5EF4-FFF2-40B4-BE49-F238E27FC236}">
                <a16:creationId xmlns:a16="http://schemas.microsoft.com/office/drawing/2014/main" id="{6F61F5CD-1926-41C4-B7D3-1B031B88A81E}"/>
              </a:ext>
            </a:extLst>
          </p:cNvPr>
          <p:cNvSpPr/>
          <p:nvPr/>
        </p:nvSpPr>
        <p:spPr>
          <a:xfrm>
            <a:off x="4690956" y="1363612"/>
            <a:ext cx="1743710" cy="296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0" fontAlgn="auto" latinLnBrk="0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개선 안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lang="en-US" altLang="ko-KR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Improvement)</a:t>
            </a:r>
            <a:endParaRPr kumimoji="0" lang="en-US" altLang="ko-KR" sz="120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2B147F8-4FD3-40CC-A2B8-07A12CD6C43D}"/>
              </a:ext>
            </a:extLst>
          </p:cNvPr>
          <p:cNvSpPr txBox="1"/>
          <p:nvPr/>
        </p:nvSpPr>
        <p:spPr>
          <a:xfrm>
            <a:off x="227959" y="1634940"/>
            <a:ext cx="4447364" cy="2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en-US" altLang="ko-KR" sz="100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Lami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Final Conveyor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베어링 파손으로 인한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부동 발생</a:t>
            </a: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DE5BEFB0-4AA7-44D5-A8ED-85564DD0964A}"/>
              </a:ext>
            </a:extLst>
          </p:cNvPr>
          <p:cNvSpPr/>
          <p:nvPr/>
        </p:nvSpPr>
        <p:spPr>
          <a:xfrm>
            <a:off x="147616" y="1126268"/>
            <a:ext cx="4415914" cy="554300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4E6C2478-28F1-4B77-8647-5515DE0BC612}"/>
              </a:ext>
            </a:extLst>
          </p:cNvPr>
          <p:cNvSpPr/>
          <p:nvPr/>
        </p:nvSpPr>
        <p:spPr>
          <a:xfrm>
            <a:off x="1619248" y="1002707"/>
            <a:ext cx="1472650" cy="26486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현상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01E3C585-2A68-4D2C-AFF9-4DA66FB82A5A}"/>
              </a:ext>
            </a:extLst>
          </p:cNvPr>
          <p:cNvSpPr txBox="1"/>
          <p:nvPr/>
        </p:nvSpPr>
        <p:spPr>
          <a:xfrm>
            <a:off x="4696635" y="1599709"/>
            <a:ext cx="4189475" cy="528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-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이물 유입 방지를 위한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Seal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타입 변경 품 적용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 (Seal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타입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: ZZ Type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→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DD Type)</a:t>
            </a:r>
            <a:b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: </a:t>
            </a:r>
            <a:r>
              <a:rPr lang="ko-KR" altLang="en-US" sz="1000" b="1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베어링</a:t>
            </a:r>
            <a:r>
              <a:rPr lang="en-US" altLang="ko-KR" sz="1000" b="1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Seal </a:t>
            </a:r>
            <a:r>
              <a:rPr lang="ko-KR" altLang="en-US" sz="1000" b="1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내부로</a:t>
            </a:r>
            <a:r>
              <a:rPr lang="en-US" altLang="ko-KR" sz="1000" b="1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b="1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이물 유입 방지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목적</a:t>
            </a:r>
            <a:endParaRPr lang="ko-KR" altLang="en-US" sz="1000" b="1" u="sng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41D3837-2673-442C-8760-5CA2923478E8}"/>
              </a:ext>
            </a:extLst>
          </p:cNvPr>
          <p:cNvSpPr txBox="1"/>
          <p:nvPr/>
        </p:nvSpPr>
        <p:spPr>
          <a:xfrm>
            <a:off x="140684" y="588883"/>
            <a:ext cx="6049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이물 유입방지를 위한 </a:t>
            </a:r>
            <a:r>
              <a:rPr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Seal</a:t>
            </a:r>
            <a:r>
              <a:rPr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타입 </a:t>
            </a:r>
            <a:r>
              <a:rPr lang="ko-KR" altLang="en-US" sz="1400" b="1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변경품</a:t>
            </a:r>
            <a:r>
              <a:rPr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적용을 통한</a:t>
            </a:r>
            <a:r>
              <a:rPr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베어링 파손 개선</a:t>
            </a:r>
            <a:r>
              <a:rPr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(‘26.4</a:t>
            </a:r>
            <a:r>
              <a:rPr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253" name="직사각형 30">
            <a:extLst>
              <a:ext uri="{FF2B5EF4-FFF2-40B4-BE49-F238E27FC236}">
                <a16:creationId xmlns:a16="http://schemas.microsoft.com/office/drawing/2014/main" id="{80B3ACEC-B1D7-4D02-9C7B-26E73EE277FD}"/>
              </a:ext>
            </a:extLst>
          </p:cNvPr>
          <p:cNvSpPr/>
          <p:nvPr/>
        </p:nvSpPr>
        <p:spPr>
          <a:xfrm>
            <a:off x="212090" y="4362616"/>
            <a:ext cx="1743710" cy="296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0" fontAlgn="auto" latinLnBrk="0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원인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(Cause)</a:t>
            </a:r>
            <a:endParaRPr kumimoji="0" lang="en-US" altLang="ko-KR" sz="120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720F8834-EF72-4272-A922-96EF54E28FF8}"/>
              </a:ext>
            </a:extLst>
          </p:cNvPr>
          <p:cNvSpPr txBox="1"/>
          <p:nvPr/>
        </p:nvSpPr>
        <p:spPr>
          <a:xfrm>
            <a:off x="227958" y="4629141"/>
            <a:ext cx="4686093" cy="44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- Final Jamming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에 의한 과도한 충격으로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Shaft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와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베어링에 과한 하중 발생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b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-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전극 이물이 베어링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Seal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내부로 유입되며 베어링 마찰 증가 및 파손</a:t>
            </a:r>
          </a:p>
        </p:txBody>
      </p:sp>
      <p:sp>
        <p:nvSpPr>
          <p:cNvPr id="595" name="직사각형 30">
            <a:extLst>
              <a:ext uri="{FF2B5EF4-FFF2-40B4-BE49-F238E27FC236}">
                <a16:creationId xmlns:a16="http://schemas.microsoft.com/office/drawing/2014/main" id="{D73413A2-EEA2-4088-8F3C-F22EC71595FC}"/>
              </a:ext>
            </a:extLst>
          </p:cNvPr>
          <p:cNvSpPr/>
          <p:nvPr/>
        </p:nvSpPr>
        <p:spPr>
          <a:xfrm>
            <a:off x="4690956" y="4317618"/>
            <a:ext cx="1743710" cy="296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0" fontAlgn="auto" latinLnBrk="0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일정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(Plan)</a:t>
            </a:r>
            <a:endParaRPr kumimoji="0" lang="en-US" altLang="ko-KR" sz="120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96" name="TextBox 595">
            <a:extLst>
              <a:ext uri="{FF2B5EF4-FFF2-40B4-BE49-F238E27FC236}">
                <a16:creationId xmlns:a16="http://schemas.microsoft.com/office/drawing/2014/main" id="{0A999E77-5A27-4CD8-BCAB-3CDB58D15712}"/>
              </a:ext>
            </a:extLst>
          </p:cNvPr>
          <p:cNvSpPr txBox="1"/>
          <p:nvPr/>
        </p:nvSpPr>
        <p:spPr>
          <a:xfrm>
            <a:off x="4696636" y="4589505"/>
            <a:ext cx="4447364" cy="447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-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대표호기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(~4/25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후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모니터링 예정이며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효과성 파악 및 양산호기 </a:t>
            </a:r>
            <a:b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확산전개 예정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endParaRPr lang="ko-KR" altLang="en-US" sz="1000" b="1" u="sng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97" name="TextBox 159">
            <a:extLst>
              <a:ext uri="{FF2B5EF4-FFF2-40B4-BE49-F238E27FC236}">
                <a16:creationId xmlns:a16="http://schemas.microsoft.com/office/drawing/2014/main" id="{0D94A686-2E2D-405B-A68C-ED3791371F23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304366" y="815594"/>
            <a:ext cx="153760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└ 기존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ZZ Type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→ 변경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DD Type</a:t>
            </a:r>
            <a:endParaRPr kumimoji="0" lang="ko-KR" altLang="en-US" sz="80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DFEFB590-7563-1AD7-6A7D-2E7BBD9A734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2723" y="2253750"/>
            <a:ext cx="2490209" cy="1987722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48" name="자유형: 도형 47">
            <a:extLst>
              <a:ext uri="{FF2B5EF4-FFF2-40B4-BE49-F238E27FC236}">
                <a16:creationId xmlns:a16="http://schemas.microsoft.com/office/drawing/2014/main" id="{6ED22731-88F7-F9DC-E985-80AAA9306347}"/>
              </a:ext>
            </a:extLst>
          </p:cNvPr>
          <p:cNvSpPr/>
          <p:nvPr/>
        </p:nvSpPr>
        <p:spPr>
          <a:xfrm>
            <a:off x="402787" y="2881724"/>
            <a:ext cx="1764062" cy="980609"/>
          </a:xfrm>
          <a:custGeom>
            <a:avLst/>
            <a:gdLst>
              <a:gd name="connsiteX0" fmla="*/ 38100 w 1816100"/>
              <a:gd name="connsiteY0" fmla="*/ 276225 h 584200"/>
              <a:gd name="connsiteX1" fmla="*/ 38100 w 1816100"/>
              <a:gd name="connsiteY1" fmla="*/ 171450 h 584200"/>
              <a:gd name="connsiteX2" fmla="*/ 136525 w 1816100"/>
              <a:gd name="connsiteY2" fmla="*/ 158750 h 584200"/>
              <a:gd name="connsiteX3" fmla="*/ 422275 w 1816100"/>
              <a:gd name="connsiteY3" fmla="*/ 117475 h 584200"/>
              <a:gd name="connsiteX4" fmla="*/ 454025 w 1816100"/>
              <a:gd name="connsiteY4" fmla="*/ 0 h 584200"/>
              <a:gd name="connsiteX5" fmla="*/ 1047750 w 1816100"/>
              <a:gd name="connsiteY5" fmla="*/ 0 h 584200"/>
              <a:gd name="connsiteX6" fmla="*/ 1079500 w 1816100"/>
              <a:gd name="connsiteY6" fmla="*/ 101600 h 584200"/>
              <a:gd name="connsiteX7" fmla="*/ 1708150 w 1816100"/>
              <a:gd name="connsiteY7" fmla="*/ 180975 h 584200"/>
              <a:gd name="connsiteX8" fmla="*/ 1809750 w 1816100"/>
              <a:gd name="connsiteY8" fmla="*/ 187325 h 584200"/>
              <a:gd name="connsiteX9" fmla="*/ 1816100 w 1816100"/>
              <a:gd name="connsiteY9" fmla="*/ 285750 h 584200"/>
              <a:gd name="connsiteX10" fmla="*/ 1797050 w 1816100"/>
              <a:gd name="connsiteY10" fmla="*/ 409575 h 584200"/>
              <a:gd name="connsiteX11" fmla="*/ 1651000 w 1816100"/>
              <a:gd name="connsiteY11" fmla="*/ 466725 h 584200"/>
              <a:gd name="connsiteX12" fmla="*/ 1476375 w 1816100"/>
              <a:gd name="connsiteY12" fmla="*/ 527050 h 584200"/>
              <a:gd name="connsiteX13" fmla="*/ 1025525 w 1816100"/>
              <a:gd name="connsiteY13" fmla="*/ 527050 h 584200"/>
              <a:gd name="connsiteX14" fmla="*/ 1028700 w 1816100"/>
              <a:gd name="connsiteY14" fmla="*/ 555625 h 584200"/>
              <a:gd name="connsiteX15" fmla="*/ 3175 w 1816100"/>
              <a:gd name="connsiteY15" fmla="*/ 555625 h 584200"/>
              <a:gd name="connsiteX16" fmla="*/ 0 w 1816100"/>
              <a:gd name="connsiteY16" fmla="*/ 584200 h 584200"/>
              <a:gd name="connsiteX17" fmla="*/ 0 w 1816100"/>
              <a:gd name="connsiteY17" fmla="*/ 333375 h 584200"/>
              <a:gd name="connsiteX18" fmla="*/ 38100 w 1816100"/>
              <a:gd name="connsiteY18" fmla="*/ 276225 h 584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816100" h="584200">
                <a:moveTo>
                  <a:pt x="38100" y="276225"/>
                </a:moveTo>
                <a:lnTo>
                  <a:pt x="38100" y="171450"/>
                </a:lnTo>
                <a:lnTo>
                  <a:pt x="136525" y="158750"/>
                </a:lnTo>
                <a:lnTo>
                  <a:pt x="422275" y="117475"/>
                </a:lnTo>
                <a:lnTo>
                  <a:pt x="454025" y="0"/>
                </a:lnTo>
                <a:lnTo>
                  <a:pt x="1047750" y="0"/>
                </a:lnTo>
                <a:lnTo>
                  <a:pt x="1079500" y="101600"/>
                </a:lnTo>
                <a:lnTo>
                  <a:pt x="1708150" y="180975"/>
                </a:lnTo>
                <a:lnTo>
                  <a:pt x="1809750" y="187325"/>
                </a:lnTo>
                <a:lnTo>
                  <a:pt x="1816100" y="285750"/>
                </a:lnTo>
                <a:lnTo>
                  <a:pt x="1797050" y="409575"/>
                </a:lnTo>
                <a:lnTo>
                  <a:pt x="1651000" y="466725"/>
                </a:lnTo>
                <a:lnTo>
                  <a:pt x="1476375" y="527050"/>
                </a:lnTo>
                <a:lnTo>
                  <a:pt x="1025525" y="527050"/>
                </a:lnTo>
                <a:lnTo>
                  <a:pt x="1028700" y="555625"/>
                </a:lnTo>
                <a:lnTo>
                  <a:pt x="3175" y="555625"/>
                </a:lnTo>
                <a:lnTo>
                  <a:pt x="0" y="584200"/>
                </a:lnTo>
                <a:lnTo>
                  <a:pt x="0" y="333375"/>
                </a:lnTo>
                <a:lnTo>
                  <a:pt x="38100" y="276225"/>
                </a:lnTo>
                <a:close/>
              </a:path>
            </a:pathLst>
          </a:custGeom>
          <a:noFill/>
          <a:ln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32DAE8D4-BDA6-F777-489B-47BCEC480DF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06005" y="3384204"/>
            <a:ext cx="1146429" cy="849021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29C38CB7-5540-CFAF-CF15-A42B60632B2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10781" y="2284021"/>
            <a:ext cx="1140663" cy="835586"/>
          </a:xfrm>
          <a:prstGeom prst="rect">
            <a:avLst/>
          </a:prstGeom>
          <a:ln w="28575">
            <a:solidFill>
              <a:srgbClr val="0000FF"/>
            </a:solidFill>
          </a:ln>
        </p:spPr>
      </p:pic>
      <p:sp>
        <p:nvSpPr>
          <p:cNvPr id="58" name="TextBox 159">
            <a:extLst>
              <a:ext uri="{FF2B5EF4-FFF2-40B4-BE49-F238E27FC236}">
                <a16:creationId xmlns:a16="http://schemas.microsoft.com/office/drawing/2014/main" id="{AD892294-7D88-23EB-5067-36C27EB18BD5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78399" y="1887228"/>
            <a:ext cx="1106213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kumimoji="0" lang="en-US" altLang="ko-KR" sz="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Lami</a:t>
            </a: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Final C/V]</a:t>
            </a:r>
            <a:endParaRPr kumimoji="0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E36ABBFA-8E07-BD3E-CDF8-581CBD178FF9}"/>
              </a:ext>
            </a:extLst>
          </p:cNvPr>
          <p:cNvCxnSpPr>
            <a:cxnSpLocks/>
          </p:cNvCxnSpPr>
          <p:nvPr/>
        </p:nvCxnSpPr>
        <p:spPr>
          <a:xfrm>
            <a:off x="405639" y="2251110"/>
            <a:ext cx="0" cy="1026871"/>
          </a:xfrm>
          <a:prstGeom prst="line">
            <a:avLst/>
          </a:prstGeom>
          <a:ln w="6350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직선 화살표 연결선 473">
            <a:extLst>
              <a:ext uri="{FF2B5EF4-FFF2-40B4-BE49-F238E27FC236}">
                <a16:creationId xmlns:a16="http://schemas.microsoft.com/office/drawing/2014/main" id="{2144B162-9B83-F9AF-2085-C1D947B84306}"/>
              </a:ext>
            </a:extLst>
          </p:cNvPr>
          <p:cNvCxnSpPr>
            <a:cxnSpLocks/>
          </p:cNvCxnSpPr>
          <p:nvPr/>
        </p:nvCxnSpPr>
        <p:spPr>
          <a:xfrm>
            <a:off x="423188" y="2120179"/>
            <a:ext cx="1729462" cy="0"/>
          </a:xfrm>
          <a:prstGeom prst="straightConnector1">
            <a:avLst/>
          </a:prstGeom>
          <a:ln w="3175">
            <a:solidFill>
              <a:schemeClr val="tx1"/>
            </a:solidFill>
            <a:prstDash val="lgDash"/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68C41C54-DE24-6CC4-BE09-CF70A60A6BC4}"/>
              </a:ext>
            </a:extLst>
          </p:cNvPr>
          <p:cNvCxnSpPr>
            <a:cxnSpLocks/>
          </p:cNvCxnSpPr>
          <p:nvPr/>
        </p:nvCxnSpPr>
        <p:spPr>
          <a:xfrm>
            <a:off x="2163001" y="2251110"/>
            <a:ext cx="0" cy="1026871"/>
          </a:xfrm>
          <a:prstGeom prst="line">
            <a:avLst/>
          </a:prstGeom>
          <a:ln w="6350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BBE947E3-5E8D-B5A5-75AA-E129DBB42AB0}"/>
              </a:ext>
            </a:extLst>
          </p:cNvPr>
          <p:cNvCxnSpPr>
            <a:cxnSpLocks/>
          </p:cNvCxnSpPr>
          <p:nvPr/>
        </p:nvCxnSpPr>
        <p:spPr>
          <a:xfrm>
            <a:off x="2486849" y="2251110"/>
            <a:ext cx="0" cy="1026871"/>
          </a:xfrm>
          <a:prstGeom prst="line">
            <a:avLst/>
          </a:prstGeom>
          <a:ln w="6350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D14CA522-1748-EA4E-8163-81C5E2A0DAFB}"/>
              </a:ext>
            </a:extLst>
          </p:cNvPr>
          <p:cNvCxnSpPr>
            <a:cxnSpLocks/>
          </p:cNvCxnSpPr>
          <p:nvPr/>
        </p:nvCxnSpPr>
        <p:spPr>
          <a:xfrm>
            <a:off x="405639" y="2109966"/>
            <a:ext cx="0" cy="143786"/>
          </a:xfrm>
          <a:prstGeom prst="line">
            <a:avLst/>
          </a:prstGeom>
          <a:ln w="31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5F868DB8-F41B-2023-3F6E-1D05A1898E29}"/>
              </a:ext>
            </a:extLst>
          </p:cNvPr>
          <p:cNvCxnSpPr>
            <a:cxnSpLocks/>
          </p:cNvCxnSpPr>
          <p:nvPr/>
        </p:nvCxnSpPr>
        <p:spPr>
          <a:xfrm>
            <a:off x="2163001" y="2109966"/>
            <a:ext cx="0" cy="143786"/>
          </a:xfrm>
          <a:prstGeom prst="line">
            <a:avLst/>
          </a:prstGeom>
          <a:ln w="31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975CC7F8-EE93-7EBB-8E6E-7AE9E9A22C96}"/>
              </a:ext>
            </a:extLst>
          </p:cNvPr>
          <p:cNvCxnSpPr>
            <a:cxnSpLocks/>
          </p:cNvCxnSpPr>
          <p:nvPr/>
        </p:nvCxnSpPr>
        <p:spPr>
          <a:xfrm>
            <a:off x="2491611" y="2109966"/>
            <a:ext cx="0" cy="143786"/>
          </a:xfrm>
          <a:prstGeom prst="line">
            <a:avLst/>
          </a:prstGeom>
          <a:ln w="31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F9658D56-5C80-533B-B449-3B63528B9A76}"/>
              </a:ext>
            </a:extLst>
          </p:cNvPr>
          <p:cNvSpPr txBox="1"/>
          <p:nvPr/>
        </p:nvSpPr>
        <p:spPr>
          <a:xfrm>
            <a:off x="1016452" y="2093931"/>
            <a:ext cx="602796" cy="107722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70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Lami</a:t>
            </a:r>
            <a:r>
              <a:rPr lang="en-US" altLang="ko-KR" sz="7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Final C/V</a:t>
            </a:r>
            <a:endParaRPr lang="ko-KR" altLang="en-US" sz="7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8C41BA5D-9EEE-1663-D1EA-D43376BC0D9F}"/>
              </a:ext>
            </a:extLst>
          </p:cNvPr>
          <p:cNvCxnSpPr>
            <a:cxnSpLocks/>
          </p:cNvCxnSpPr>
          <p:nvPr/>
        </p:nvCxnSpPr>
        <p:spPr>
          <a:xfrm>
            <a:off x="2157413" y="2185599"/>
            <a:ext cx="338137" cy="0"/>
          </a:xfrm>
          <a:prstGeom prst="straightConnector1">
            <a:avLst/>
          </a:prstGeom>
          <a:ln w="3175">
            <a:solidFill>
              <a:schemeClr val="tx1"/>
            </a:solidFill>
            <a:prstDash val="lgDash"/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A4E597A1-B6BB-145B-773D-B526EABF1913}"/>
              </a:ext>
            </a:extLst>
          </p:cNvPr>
          <p:cNvSpPr txBox="1"/>
          <p:nvPr/>
        </p:nvSpPr>
        <p:spPr>
          <a:xfrm>
            <a:off x="2215395" y="2034208"/>
            <a:ext cx="211276" cy="1938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7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Final</a:t>
            </a:r>
            <a:br>
              <a:rPr lang="en-US" altLang="ko-KR" sz="7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7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Cutter</a:t>
            </a:r>
            <a:endParaRPr lang="ko-KR" altLang="en-US" sz="7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3201BCB-A690-5628-BAC9-85C995E50BE1}"/>
              </a:ext>
            </a:extLst>
          </p:cNvPr>
          <p:cNvSpPr txBox="1"/>
          <p:nvPr/>
        </p:nvSpPr>
        <p:spPr>
          <a:xfrm>
            <a:off x="431203" y="2161333"/>
            <a:ext cx="255644" cy="76308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6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60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진입단</a:t>
            </a:r>
            <a:r>
              <a:rPr lang="en-US" altLang="ko-KR" sz="6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6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5B16FC0-9CE4-4DEA-87A0-7755C1B12F6F}"/>
              </a:ext>
            </a:extLst>
          </p:cNvPr>
          <p:cNvSpPr txBox="1"/>
          <p:nvPr/>
        </p:nvSpPr>
        <p:spPr>
          <a:xfrm>
            <a:off x="1888937" y="2153321"/>
            <a:ext cx="255644" cy="9233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60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60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배출단</a:t>
            </a:r>
            <a:r>
              <a:rPr lang="en-US" altLang="ko-KR" sz="6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6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2" name="TextBox 159">
            <a:extLst>
              <a:ext uri="{FF2B5EF4-FFF2-40B4-BE49-F238E27FC236}">
                <a16:creationId xmlns:a16="http://schemas.microsoft.com/office/drawing/2014/main" id="{428CDAD9-3B34-EF61-539D-6164D72BC3BE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820743" y="2061182"/>
            <a:ext cx="1106213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* Final CV </a:t>
            </a: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베어링 </a:t>
            </a: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정상</a:t>
            </a: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kumimoji="0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3" name="TextBox 159">
            <a:extLst>
              <a:ext uri="{FF2B5EF4-FFF2-40B4-BE49-F238E27FC236}">
                <a16:creationId xmlns:a16="http://schemas.microsoft.com/office/drawing/2014/main" id="{1A554391-F069-257E-D557-2F87AFD08AEB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820743" y="3138524"/>
            <a:ext cx="1106213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* Final CV </a:t>
            </a: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베어링 </a:t>
            </a: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파손</a:t>
            </a: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kumimoji="0" lang="ko-KR" altLang="en-US" sz="8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88" name="그림 87">
            <a:extLst>
              <a:ext uri="{FF2B5EF4-FFF2-40B4-BE49-F238E27FC236}">
                <a16:creationId xmlns:a16="http://schemas.microsoft.com/office/drawing/2014/main" id="{450AD327-0A71-C3C8-D39E-9BF9C909C39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1784" y="5356325"/>
            <a:ext cx="1041415" cy="117224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90" name="그림 89">
            <a:extLst>
              <a:ext uri="{FF2B5EF4-FFF2-40B4-BE49-F238E27FC236}">
                <a16:creationId xmlns:a16="http://schemas.microsoft.com/office/drawing/2014/main" id="{3A683D60-9759-7FB7-0B9F-6A3A00B40437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452715" y="5323578"/>
            <a:ext cx="1165028" cy="124495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92" name="그림 91">
            <a:extLst>
              <a:ext uri="{FF2B5EF4-FFF2-40B4-BE49-F238E27FC236}">
                <a16:creationId xmlns:a16="http://schemas.microsoft.com/office/drawing/2014/main" id="{765F9147-32DB-75AB-5DE9-909A404580F1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2807320" y="5339762"/>
            <a:ext cx="1259558" cy="118880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95" name="TextBox 159">
            <a:extLst>
              <a:ext uri="{FF2B5EF4-FFF2-40B4-BE49-F238E27FC236}">
                <a16:creationId xmlns:a16="http://schemas.microsoft.com/office/drawing/2014/main" id="{4FC00E03-7A7A-A0B7-E44A-0AEA14CEC925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54949" y="5136797"/>
            <a:ext cx="165799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베어링 열화 및 파손 </a:t>
            </a: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– </a:t>
            </a: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이물 유입</a:t>
            </a: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kumimoji="0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6" name="TextBox 159">
            <a:extLst>
              <a:ext uri="{FF2B5EF4-FFF2-40B4-BE49-F238E27FC236}">
                <a16:creationId xmlns:a16="http://schemas.microsoft.com/office/drawing/2014/main" id="{437B9C7B-BA4D-D311-A442-A281059FBFFA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719908" y="5136797"/>
            <a:ext cx="165799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Shaft </a:t>
            </a: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갈림 발생</a:t>
            </a: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kumimoji="0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97" name="그림 96">
            <a:extLst>
              <a:ext uri="{FF2B5EF4-FFF2-40B4-BE49-F238E27FC236}">
                <a16:creationId xmlns:a16="http://schemas.microsoft.com/office/drawing/2014/main" id="{D405A38A-F753-6F14-0BFE-59A54D83172B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4953262" y="2964864"/>
            <a:ext cx="1082102" cy="1137028"/>
          </a:xfrm>
          <a:prstGeom prst="rect">
            <a:avLst/>
          </a:prstGeom>
        </p:spPr>
      </p:pic>
      <p:pic>
        <p:nvPicPr>
          <p:cNvPr id="98" name="그림 97">
            <a:extLst>
              <a:ext uri="{FF2B5EF4-FFF2-40B4-BE49-F238E27FC236}">
                <a16:creationId xmlns:a16="http://schemas.microsoft.com/office/drawing/2014/main" id="{859C79C3-A3DE-D615-0E68-C168EEA804E5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6431304" y="2988809"/>
            <a:ext cx="1048663" cy="999214"/>
          </a:xfrm>
          <a:prstGeom prst="rect">
            <a:avLst/>
          </a:prstGeom>
        </p:spPr>
      </p:pic>
      <p:sp>
        <p:nvSpPr>
          <p:cNvPr id="99" name="TextBox 159">
            <a:extLst>
              <a:ext uri="{FF2B5EF4-FFF2-40B4-BE49-F238E27FC236}">
                <a16:creationId xmlns:a16="http://schemas.microsoft.com/office/drawing/2014/main" id="{56D6E13C-364A-F7FA-F8D4-3B343A8FC02E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4823907" y="2773553"/>
            <a:ext cx="110621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* ZZ Type </a:t>
            </a:r>
            <a:r>
              <a:rPr kumimoji="0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베어링</a:t>
            </a:r>
          </a:p>
        </p:txBody>
      </p:sp>
      <p:sp>
        <p:nvSpPr>
          <p:cNvPr id="100" name="TextBox 159">
            <a:extLst>
              <a:ext uri="{FF2B5EF4-FFF2-40B4-BE49-F238E27FC236}">
                <a16:creationId xmlns:a16="http://schemas.microsoft.com/office/drawing/2014/main" id="{0B2B4558-52A6-5D74-F50A-02561AC18AB2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6293967" y="2773553"/>
            <a:ext cx="110621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* </a:t>
            </a:r>
            <a:r>
              <a:rPr lang="en-US" altLang="ko-KR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DD</a:t>
            </a: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Type </a:t>
            </a:r>
            <a:r>
              <a:rPr kumimoji="0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베어링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5488975-3EAB-C928-4330-4D12196246F2}"/>
              </a:ext>
            </a:extLst>
          </p:cNvPr>
          <p:cNvGraphicFramePr>
            <a:graphicFrameLocks noGrp="1"/>
          </p:cNvGraphicFramePr>
          <p:nvPr/>
        </p:nvGraphicFramePr>
        <p:xfrm>
          <a:off x="4821174" y="5207446"/>
          <a:ext cx="4045113" cy="487680"/>
        </p:xfrm>
        <a:graphic>
          <a:graphicData uri="http://schemas.openxmlformats.org/drawingml/2006/table">
            <a:tbl>
              <a:tblPr/>
              <a:tblGrid>
                <a:gridCol w="338137">
                  <a:extLst>
                    <a:ext uri="{9D8B030D-6E8A-4147-A177-3AD203B41FA5}">
                      <a16:colId xmlns:a16="http://schemas.microsoft.com/office/drawing/2014/main" val="2709948727"/>
                    </a:ext>
                  </a:extLst>
                </a:gridCol>
                <a:gridCol w="264784">
                  <a:extLst>
                    <a:ext uri="{9D8B030D-6E8A-4147-A177-3AD203B41FA5}">
                      <a16:colId xmlns:a16="http://schemas.microsoft.com/office/drawing/2014/main" val="3172394201"/>
                    </a:ext>
                  </a:extLst>
                </a:gridCol>
                <a:gridCol w="264784">
                  <a:extLst>
                    <a:ext uri="{9D8B030D-6E8A-4147-A177-3AD203B41FA5}">
                      <a16:colId xmlns:a16="http://schemas.microsoft.com/office/drawing/2014/main" val="1256366103"/>
                    </a:ext>
                  </a:extLst>
                </a:gridCol>
                <a:gridCol w="264784">
                  <a:extLst>
                    <a:ext uri="{9D8B030D-6E8A-4147-A177-3AD203B41FA5}">
                      <a16:colId xmlns:a16="http://schemas.microsoft.com/office/drawing/2014/main" val="714966997"/>
                    </a:ext>
                  </a:extLst>
                </a:gridCol>
                <a:gridCol w="264784">
                  <a:extLst>
                    <a:ext uri="{9D8B030D-6E8A-4147-A177-3AD203B41FA5}">
                      <a16:colId xmlns:a16="http://schemas.microsoft.com/office/drawing/2014/main" val="3232230451"/>
                    </a:ext>
                  </a:extLst>
                </a:gridCol>
                <a:gridCol w="264784">
                  <a:extLst>
                    <a:ext uri="{9D8B030D-6E8A-4147-A177-3AD203B41FA5}">
                      <a16:colId xmlns:a16="http://schemas.microsoft.com/office/drawing/2014/main" val="2544418901"/>
                    </a:ext>
                  </a:extLst>
                </a:gridCol>
                <a:gridCol w="264784">
                  <a:extLst>
                    <a:ext uri="{9D8B030D-6E8A-4147-A177-3AD203B41FA5}">
                      <a16:colId xmlns:a16="http://schemas.microsoft.com/office/drawing/2014/main" val="851052911"/>
                    </a:ext>
                  </a:extLst>
                </a:gridCol>
                <a:gridCol w="264784">
                  <a:extLst>
                    <a:ext uri="{9D8B030D-6E8A-4147-A177-3AD203B41FA5}">
                      <a16:colId xmlns:a16="http://schemas.microsoft.com/office/drawing/2014/main" val="4066713231"/>
                    </a:ext>
                  </a:extLst>
                </a:gridCol>
                <a:gridCol w="264784">
                  <a:extLst>
                    <a:ext uri="{9D8B030D-6E8A-4147-A177-3AD203B41FA5}">
                      <a16:colId xmlns:a16="http://schemas.microsoft.com/office/drawing/2014/main" val="465833697"/>
                    </a:ext>
                  </a:extLst>
                </a:gridCol>
                <a:gridCol w="264784">
                  <a:extLst>
                    <a:ext uri="{9D8B030D-6E8A-4147-A177-3AD203B41FA5}">
                      <a16:colId xmlns:a16="http://schemas.microsoft.com/office/drawing/2014/main" val="424836959"/>
                    </a:ext>
                  </a:extLst>
                </a:gridCol>
                <a:gridCol w="264784">
                  <a:extLst>
                    <a:ext uri="{9D8B030D-6E8A-4147-A177-3AD203B41FA5}">
                      <a16:colId xmlns:a16="http://schemas.microsoft.com/office/drawing/2014/main" val="4203531765"/>
                    </a:ext>
                  </a:extLst>
                </a:gridCol>
                <a:gridCol w="264784">
                  <a:extLst>
                    <a:ext uri="{9D8B030D-6E8A-4147-A177-3AD203B41FA5}">
                      <a16:colId xmlns:a16="http://schemas.microsoft.com/office/drawing/2014/main" val="517156760"/>
                    </a:ext>
                  </a:extLst>
                </a:gridCol>
                <a:gridCol w="264784">
                  <a:extLst>
                    <a:ext uri="{9D8B030D-6E8A-4147-A177-3AD203B41FA5}">
                      <a16:colId xmlns:a16="http://schemas.microsoft.com/office/drawing/2014/main" val="4203800378"/>
                    </a:ext>
                  </a:extLst>
                </a:gridCol>
                <a:gridCol w="264784">
                  <a:extLst>
                    <a:ext uri="{9D8B030D-6E8A-4147-A177-3AD203B41FA5}">
                      <a16:colId xmlns:a16="http://schemas.microsoft.com/office/drawing/2014/main" val="3487705511"/>
                    </a:ext>
                  </a:extLst>
                </a:gridCol>
                <a:gridCol w="264784">
                  <a:extLst>
                    <a:ext uri="{9D8B030D-6E8A-4147-A177-3AD203B41FA5}">
                      <a16:colId xmlns:a16="http://schemas.microsoft.com/office/drawing/2014/main" val="3645051882"/>
                    </a:ext>
                  </a:extLst>
                </a:gridCol>
              </a:tblGrid>
              <a:tr h="10388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Machine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양산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양산 대기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Set-up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87510"/>
                  </a:ext>
                </a:extLst>
              </a:tr>
              <a:tr h="103885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1-1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1-2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1-3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1-4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1-5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2-1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2-4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2-5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2-2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2-3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3-1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3-2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3-3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3-4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5598767"/>
                  </a:ext>
                </a:extLst>
              </a:tr>
              <a:tr h="16820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여부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○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(4/25)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○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(4/25)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○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(4/25)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○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(4/25)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○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(4/25)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○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(4/25)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○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(4/25)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○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(4/25)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○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(~4/31)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○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(~4/31)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○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(~4/31)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○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(~4/31)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○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(~4/31)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○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(~4/31)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0452516"/>
                  </a:ext>
                </a:extLst>
              </a:tr>
            </a:tbl>
          </a:graphicData>
        </a:graphic>
      </p:graphicFrame>
      <p:sp>
        <p:nvSpPr>
          <p:cNvPr id="8" name="TextBox 159">
            <a:extLst>
              <a:ext uri="{FF2B5EF4-FFF2-40B4-BE49-F238E27FC236}">
                <a16:creationId xmlns:a16="http://schemas.microsoft.com/office/drawing/2014/main" id="{A03A008B-C148-A673-8C3B-EB334D865109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8316240" y="1527218"/>
            <a:ext cx="36740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고무</a:t>
            </a:r>
            <a:endParaRPr kumimoji="0" lang="ko-KR" altLang="en-US" sz="80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" name="TextBox 159">
            <a:extLst>
              <a:ext uri="{FF2B5EF4-FFF2-40B4-BE49-F238E27FC236}">
                <a16:creationId xmlns:a16="http://schemas.microsoft.com/office/drawing/2014/main" id="{91ABAD0F-5346-500C-D4F2-3DFD916C8E72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7603103" y="1527218"/>
            <a:ext cx="377026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Steel</a:t>
            </a:r>
            <a:endParaRPr kumimoji="0" lang="ko-KR" altLang="en-US" sz="80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4165E48-8957-866E-C83E-4E89EA24D54D}"/>
              </a:ext>
            </a:extLst>
          </p:cNvPr>
          <p:cNvGraphicFramePr>
            <a:graphicFrameLocks noGrp="1"/>
          </p:cNvGraphicFramePr>
          <p:nvPr/>
        </p:nvGraphicFramePr>
        <p:xfrm>
          <a:off x="4961873" y="2138717"/>
          <a:ext cx="1797067" cy="365760"/>
        </p:xfrm>
        <a:graphic>
          <a:graphicData uri="http://schemas.openxmlformats.org/drawingml/2006/table">
            <a:tbl>
              <a:tblPr/>
              <a:tblGrid>
                <a:gridCol w="556336">
                  <a:extLst>
                    <a:ext uri="{9D8B030D-6E8A-4147-A177-3AD203B41FA5}">
                      <a16:colId xmlns:a16="http://schemas.microsoft.com/office/drawing/2014/main" val="3373144196"/>
                    </a:ext>
                  </a:extLst>
                </a:gridCol>
                <a:gridCol w="1240731">
                  <a:extLst>
                    <a:ext uri="{9D8B030D-6E8A-4147-A177-3AD203B41FA5}">
                      <a16:colId xmlns:a16="http://schemas.microsoft.com/office/drawing/2014/main" val="2443535623"/>
                    </a:ext>
                  </a:extLst>
                </a:gridCol>
              </a:tblGrid>
              <a:tr h="10388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베어링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내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‘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실드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내륜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‘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간극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689943"/>
                  </a:ext>
                </a:extLst>
              </a:tr>
              <a:tr h="1038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ZZ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10~50um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6324828"/>
                  </a:ext>
                </a:extLst>
              </a:tr>
              <a:tr h="1038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1~5um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0165134"/>
                  </a:ext>
                </a:extLst>
              </a:tr>
            </a:tbl>
          </a:graphicData>
        </a:graphic>
      </p:graphicFrame>
      <p:sp>
        <p:nvSpPr>
          <p:cNvPr id="11" name="TextBox 159">
            <a:extLst>
              <a:ext uri="{FF2B5EF4-FFF2-40B4-BE49-F238E27FC236}">
                <a16:creationId xmlns:a16="http://schemas.microsoft.com/office/drawing/2014/main" id="{8C061EB9-E0BE-99D5-7C2C-D9F6B823128A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6723514" y="2310678"/>
            <a:ext cx="201850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→ 베어링</a:t>
            </a: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Seal </a:t>
            </a: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내부 이물 유입 방지 관점에서</a:t>
            </a: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b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5~10</a:t>
            </a: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배 유리 함</a:t>
            </a: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endParaRPr kumimoji="0" lang="ko-KR" altLang="en-US" sz="80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" name="실행 단추: 홈으로 이동 1">
            <a:hlinkClick r:id="rId11" action="ppaction://hlinksldjump" highlightClick="1"/>
            <a:extLst>
              <a:ext uri="{FF2B5EF4-FFF2-40B4-BE49-F238E27FC236}">
                <a16:creationId xmlns:a16="http://schemas.microsoft.com/office/drawing/2014/main" id="{0F08F7F0-2DF1-CCE5-ABF0-0CCB757FC3EC}"/>
              </a:ext>
            </a:extLst>
          </p:cNvPr>
          <p:cNvSpPr/>
          <p:nvPr/>
        </p:nvSpPr>
        <p:spPr>
          <a:xfrm>
            <a:off x="8795364" y="118944"/>
            <a:ext cx="245117" cy="260618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23926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25">
            <a:extLst>
              <a:ext uri="{FF2B5EF4-FFF2-40B4-BE49-F238E27FC236}">
                <a16:creationId xmlns:a16="http://schemas.microsoft.com/office/drawing/2014/main" id="{C2D4D571-08C7-4A6C-A95A-2EBF7FCC7F38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4A6271C-3F4F-4C02-9FE7-43D2C9B44147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125">
            <a:extLst>
              <a:ext uri="{FF2B5EF4-FFF2-40B4-BE49-F238E27FC236}">
                <a16:creationId xmlns:a16="http://schemas.microsoft.com/office/drawing/2014/main" id="{0F5EEAD9-C2EC-FC50-6ABB-07990996E766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5">
            <a:extLst>
              <a:ext uri="{FF2B5EF4-FFF2-40B4-BE49-F238E27FC236}">
                <a16:creationId xmlns:a16="http://schemas.microsoft.com/office/drawing/2014/main" id="{C2D4D571-08C7-4A6C-A95A-2EBF7FCC7F38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F4A6271C-3F4F-4C02-9FE7-43D2C9B44147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5">
            <a:extLst>
              <a:ext uri="{FF2B5EF4-FFF2-40B4-BE49-F238E27FC236}">
                <a16:creationId xmlns:a16="http://schemas.microsoft.com/office/drawing/2014/main" id="{0F5EEAD9-C2EC-FC50-6ABB-07990996E766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>
            <a:extLst>
              <a:ext uri="{FF2B5EF4-FFF2-40B4-BE49-F238E27FC236}">
                <a16:creationId xmlns:a16="http://schemas.microsoft.com/office/drawing/2014/main" id="{BC1E9CCA-F670-9426-1B89-424208703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15" y="106985"/>
            <a:ext cx="3275234" cy="31314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3323" tIns="3323" rIns="3323" bIns="3323" anchor="b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첨부</a:t>
            </a:r>
            <a:r>
              <a:rPr kumimoji="1" lang="en-US" altLang="ko-KR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. [PKG] Main Sealer </a:t>
            </a:r>
            <a:r>
              <a:rPr kumimoji="1" lang="ko-KR" altLang="en-US" b="1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로드셀</a:t>
            </a:r>
            <a:r>
              <a:rPr kumimoji="1" lang="ko-KR" altLang="en-US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파손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6C713B-8289-D42A-6C33-61D6BE530FEE}"/>
              </a:ext>
            </a:extLst>
          </p:cNvPr>
          <p:cNvSpPr txBox="1"/>
          <p:nvPr/>
        </p:nvSpPr>
        <p:spPr>
          <a:xfrm>
            <a:off x="140684" y="588883"/>
            <a:ext cx="6049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Main Sealer </a:t>
            </a:r>
            <a:r>
              <a:rPr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조립 품질 재점검 및 강성보강품 교체를 통한 </a:t>
            </a:r>
            <a:r>
              <a:rPr lang="ko-KR" altLang="en-US" sz="1400" b="1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로드셀</a:t>
            </a:r>
            <a:r>
              <a:rPr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이상 개선 </a:t>
            </a:r>
            <a:r>
              <a:rPr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(‘26.5</a:t>
            </a:r>
            <a:r>
              <a:rPr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A8A22F3-E06B-83F1-98AC-3422E9338E13}"/>
              </a:ext>
            </a:extLst>
          </p:cNvPr>
          <p:cNvSpPr/>
          <p:nvPr/>
        </p:nvSpPr>
        <p:spPr>
          <a:xfrm>
            <a:off x="4618708" y="1126268"/>
            <a:ext cx="4415914" cy="554300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CE05FB4-5244-D101-E595-82584D06B450}"/>
              </a:ext>
            </a:extLst>
          </p:cNvPr>
          <p:cNvSpPr/>
          <p:nvPr/>
        </p:nvSpPr>
        <p:spPr>
          <a:xfrm>
            <a:off x="6090340" y="1002707"/>
            <a:ext cx="1472650" cy="26486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개선안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EC36501-6AB1-F507-A230-79FE31A993EB}"/>
              </a:ext>
            </a:extLst>
          </p:cNvPr>
          <p:cNvSpPr/>
          <p:nvPr/>
        </p:nvSpPr>
        <p:spPr>
          <a:xfrm>
            <a:off x="147616" y="1126268"/>
            <a:ext cx="4415914" cy="554300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24E4D0-26C8-CF0A-B3C3-CC7B8B74789A}"/>
              </a:ext>
            </a:extLst>
          </p:cNvPr>
          <p:cNvSpPr/>
          <p:nvPr/>
        </p:nvSpPr>
        <p:spPr>
          <a:xfrm>
            <a:off x="1619248" y="1002707"/>
            <a:ext cx="1472650" cy="26486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현상</a:t>
            </a:r>
          </a:p>
        </p:txBody>
      </p:sp>
      <p:sp>
        <p:nvSpPr>
          <p:cNvPr id="17" name="Rectangle 461">
            <a:extLst>
              <a:ext uri="{FF2B5EF4-FFF2-40B4-BE49-F238E27FC236}">
                <a16:creationId xmlns:a16="http://schemas.microsoft.com/office/drawing/2014/main" id="{01583DD7-472B-90DE-72A9-02DBAE47E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213" y="1173648"/>
            <a:ext cx="3186690" cy="257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8000" tIns="36000" rIns="36000" bIns="36000">
            <a:spAutoFit/>
          </a:bodyPr>
          <a:lstStyle/>
          <a:p>
            <a:pPr latinLnBrk="0">
              <a:spcBef>
                <a:spcPct val="20000"/>
              </a:spcBef>
              <a:buFont typeface="Wingdings" pitchFamily="2" charset="2"/>
              <a:buChar char="q"/>
              <a:defRPr/>
            </a:pPr>
            <a:r>
              <a:rPr lang="ko-KR" altLang="en-US" sz="1200" b="1" kern="0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</a:rPr>
              <a:t> 발생 현상</a:t>
            </a:r>
            <a:endParaRPr lang="en-US" altLang="ko-KR" sz="1200" b="1" kern="0" dirty="0">
              <a:solidFill>
                <a:srgbClr val="000000"/>
              </a:solidFill>
              <a:latin typeface="Arial Narrow" pitchFamily="34" charset="0"/>
              <a:ea typeface="LG스마트체 Regular" pitchFamily="50" charset="-127"/>
            </a:endParaRPr>
          </a:p>
        </p:txBody>
      </p:sp>
      <p:sp>
        <p:nvSpPr>
          <p:cNvPr id="18" name="직사각형 137">
            <a:extLst>
              <a:ext uri="{FF2B5EF4-FFF2-40B4-BE49-F238E27FC236}">
                <a16:creationId xmlns:a16="http://schemas.microsoft.com/office/drawing/2014/main" id="{FA3B531C-98EA-CDA8-692A-70AD1474B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083" y="1443537"/>
            <a:ext cx="4390413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0">
            <a:spAutoFit/>
          </a:bodyPr>
          <a:lstStyle/>
          <a:p>
            <a:r>
              <a:rPr lang="en-US" altLang="ko-KR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-. 3/18 </a:t>
            </a:r>
            <a:r>
              <a:rPr lang="ko-KR" altLang="en-US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이후</a:t>
            </a:r>
            <a:r>
              <a:rPr lang="en-US" altLang="ko-KR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 #2-2 </a:t>
            </a:r>
            <a:r>
              <a:rPr lang="ko-KR" altLang="en-US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호기 양극 </a:t>
            </a:r>
            <a:r>
              <a:rPr lang="en-US" altLang="ko-KR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Main Sealer </a:t>
            </a:r>
            <a:r>
              <a:rPr lang="ko-KR" altLang="en-US" sz="900" dirty="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로드셀</a:t>
            </a:r>
            <a:r>
              <a:rPr lang="ko-KR" altLang="en-US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 값 헌팅 발생 및 </a:t>
            </a:r>
            <a:r>
              <a:rPr lang="ko-KR" altLang="en-US" sz="900" dirty="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로드셀</a:t>
            </a:r>
            <a:r>
              <a:rPr lang="ko-KR" altLang="en-US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 하한 알람 다발 </a:t>
            </a:r>
            <a:endParaRPr lang="en-US" altLang="ko-KR" sz="9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itchFamily="34" charset="0"/>
              <a:sym typeface="Wingdings" pitchFamily="2" charset="2"/>
            </a:endParaRPr>
          </a:p>
        </p:txBody>
      </p:sp>
      <p:sp>
        <p:nvSpPr>
          <p:cNvPr id="19" name="Rectangle 461">
            <a:extLst>
              <a:ext uri="{FF2B5EF4-FFF2-40B4-BE49-F238E27FC236}">
                <a16:creationId xmlns:a16="http://schemas.microsoft.com/office/drawing/2014/main" id="{A29F253C-AB58-E765-3EDE-7139BD74D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964" y="3811548"/>
            <a:ext cx="3186690" cy="257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8000" tIns="36000" rIns="36000" bIns="36000">
            <a:spAutoFit/>
          </a:bodyPr>
          <a:lstStyle/>
          <a:p>
            <a:pPr latinLnBrk="0">
              <a:spcBef>
                <a:spcPct val="20000"/>
              </a:spcBef>
              <a:buFont typeface="Wingdings" pitchFamily="2" charset="2"/>
              <a:buChar char="q"/>
              <a:defRPr/>
            </a:pPr>
            <a:r>
              <a:rPr lang="ko-KR" altLang="en-US" sz="1200" b="1" kern="0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</a:rPr>
              <a:t> 발생 원인</a:t>
            </a:r>
            <a:r>
              <a:rPr lang="en-US" altLang="ko-KR" sz="1200" b="1" kern="0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</a:rPr>
              <a:t> </a:t>
            </a:r>
          </a:p>
        </p:txBody>
      </p:sp>
      <p:sp>
        <p:nvSpPr>
          <p:cNvPr id="20" name="Rectangle 461">
            <a:extLst>
              <a:ext uri="{FF2B5EF4-FFF2-40B4-BE49-F238E27FC236}">
                <a16:creationId xmlns:a16="http://schemas.microsoft.com/office/drawing/2014/main" id="{89C7BEF6-F42C-AE20-F068-B55F648BF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6696" y="1173648"/>
            <a:ext cx="3249367" cy="257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8000" tIns="36000" rIns="36000" bIns="36000">
            <a:spAutoFit/>
          </a:bodyPr>
          <a:lstStyle/>
          <a:p>
            <a:pPr latinLnBrk="0">
              <a:spcBef>
                <a:spcPct val="20000"/>
              </a:spcBef>
              <a:buFont typeface="Wingdings" pitchFamily="2" charset="2"/>
              <a:buChar char="q"/>
              <a:defRPr/>
            </a:pPr>
            <a:r>
              <a:rPr lang="ko-KR" altLang="en-US" sz="1200" b="1" kern="0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</a:rPr>
              <a:t> 개선 방안  </a:t>
            </a:r>
            <a:endParaRPr lang="en-US" altLang="ko-KR" sz="1200" b="1" kern="0" dirty="0">
              <a:solidFill>
                <a:srgbClr val="000000"/>
              </a:solidFill>
              <a:latin typeface="Arial Narrow" pitchFamily="34" charset="0"/>
              <a:ea typeface="LG스마트체 Regular" pitchFamily="50" charset="-127"/>
            </a:endParaRPr>
          </a:p>
        </p:txBody>
      </p:sp>
      <p:sp>
        <p:nvSpPr>
          <p:cNvPr id="21" name="직사각형 137">
            <a:extLst>
              <a:ext uri="{FF2B5EF4-FFF2-40B4-BE49-F238E27FC236}">
                <a16:creationId xmlns:a16="http://schemas.microsoft.com/office/drawing/2014/main" id="{5BDE9EED-3AA3-5567-B6C0-60F2159CA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7" y="4039907"/>
            <a:ext cx="4390413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0">
            <a:spAutoFit/>
          </a:bodyPr>
          <a:lstStyle/>
          <a:p>
            <a:r>
              <a:rPr lang="en-US" altLang="ko-KR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-. </a:t>
            </a:r>
            <a:r>
              <a:rPr lang="ko-KR" altLang="en-US" sz="900" dirty="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플로팅</a:t>
            </a:r>
            <a:r>
              <a:rPr lang="ko-KR" altLang="en-US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 조인트 상하 동작 시 </a:t>
            </a:r>
            <a:r>
              <a:rPr lang="ko-KR" altLang="en-US" sz="900" dirty="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로드셀</a:t>
            </a:r>
            <a:r>
              <a:rPr lang="ko-KR" altLang="en-US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 고정 나사부에 반복적인 </a:t>
            </a:r>
            <a:r>
              <a:rPr lang="en-US" altLang="ko-KR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Stress </a:t>
            </a:r>
            <a:r>
              <a:rPr lang="ko-KR" altLang="en-US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발생 및 파손</a:t>
            </a:r>
            <a:endParaRPr lang="en-US" altLang="ko-KR" sz="9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itchFamily="34" charset="0"/>
              <a:sym typeface="Wingdings" pitchFamily="2" charset="2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7C1ACD1-24EE-1F49-70A7-FB51EC6FA2A9}"/>
              </a:ext>
            </a:extLst>
          </p:cNvPr>
          <p:cNvGrpSpPr/>
          <p:nvPr/>
        </p:nvGrpSpPr>
        <p:grpSpPr>
          <a:xfrm>
            <a:off x="206931" y="4851156"/>
            <a:ext cx="2264334" cy="1652165"/>
            <a:chOff x="269515" y="4729727"/>
            <a:chExt cx="1973556" cy="1440000"/>
          </a:xfrm>
        </p:grpSpPr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9A0F1DD5-FAA9-EC3D-980A-2E1A231E546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69515" y="4729727"/>
              <a:ext cx="1973556" cy="1440000"/>
            </a:xfrm>
            <a:prstGeom prst="rect">
              <a:avLst/>
            </a:prstGeom>
          </p:spPr>
        </p:pic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80391FD3-1CAE-B1F1-5723-14CAB808BC08}"/>
                </a:ext>
              </a:extLst>
            </p:cNvPr>
            <p:cNvSpPr/>
            <p:nvPr/>
          </p:nvSpPr>
          <p:spPr>
            <a:xfrm>
              <a:off x="1625147" y="5004770"/>
              <a:ext cx="370000" cy="83924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5E2F9AE5-D656-45A7-FBD9-4970264C2384}"/>
              </a:ext>
            </a:extLst>
          </p:cNvPr>
          <p:cNvCxnSpPr>
            <a:cxnSpLocks/>
            <a:stCxn id="24" idx="3"/>
            <a:endCxn id="46" idx="1"/>
          </p:cNvCxnSpPr>
          <p:nvPr/>
        </p:nvCxnSpPr>
        <p:spPr>
          <a:xfrm flipV="1">
            <a:off x="2186813" y="4940452"/>
            <a:ext cx="389530" cy="70771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9EBDC8D-0B01-70A7-29C0-00F2F1994CBB}"/>
              </a:ext>
            </a:extLst>
          </p:cNvPr>
          <p:cNvSpPr/>
          <p:nvPr/>
        </p:nvSpPr>
        <p:spPr>
          <a:xfrm>
            <a:off x="725142" y="4456879"/>
            <a:ext cx="1228233" cy="3828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Main Sealer </a:t>
            </a:r>
            <a:r>
              <a:rPr lang="ko-KR" altLang="en-US" sz="1000" dirty="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조립부</a:t>
            </a:r>
            <a:endParaRPr lang="en-US" altLang="ko-KR" sz="10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2505267F-F043-8E09-0A32-129E04655C0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93258" y="4555141"/>
            <a:ext cx="471991" cy="807022"/>
          </a:xfrm>
          <a:prstGeom prst="rect">
            <a:avLst/>
          </a:prstGeom>
        </p:spPr>
      </p:pic>
      <p:sp>
        <p:nvSpPr>
          <p:cNvPr id="28" name="폭발 1 108">
            <a:extLst>
              <a:ext uri="{FF2B5EF4-FFF2-40B4-BE49-F238E27FC236}">
                <a16:creationId xmlns:a16="http://schemas.microsoft.com/office/drawing/2014/main" id="{2E396447-3433-E4F6-F12C-CC9C9121798C}"/>
              </a:ext>
            </a:extLst>
          </p:cNvPr>
          <p:cNvSpPr/>
          <p:nvPr/>
        </p:nvSpPr>
        <p:spPr>
          <a:xfrm>
            <a:off x="3557223" y="4886498"/>
            <a:ext cx="429318" cy="265902"/>
          </a:xfrm>
          <a:prstGeom prst="irregularSeal1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137">
            <a:extLst>
              <a:ext uri="{FF2B5EF4-FFF2-40B4-BE49-F238E27FC236}">
                <a16:creationId xmlns:a16="http://schemas.microsoft.com/office/drawing/2014/main" id="{C3D20B5B-79F7-041A-C19D-C8A4844F6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0775" y="1431017"/>
            <a:ext cx="5168940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0">
            <a:spAutoFit/>
          </a:bodyPr>
          <a:lstStyle/>
          <a:p>
            <a:r>
              <a:rPr lang="en-US" altLang="ko-KR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   </a:t>
            </a:r>
            <a:r>
              <a:rPr lang="ko-KR" altLang="en-US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① </a:t>
            </a:r>
            <a:r>
              <a:rPr lang="en-US" altLang="ko-KR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Sealing</a:t>
            </a:r>
            <a:r>
              <a:rPr lang="ko-KR" altLang="en-US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lang="en-US" altLang="ko-KR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Unit</a:t>
            </a:r>
            <a:r>
              <a:rPr lang="ko-KR" altLang="en-US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 평탄도 조립기준서 기반 재 점검 </a:t>
            </a:r>
            <a:r>
              <a:rPr lang="en-US" altLang="ko-KR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(~26.03, </a:t>
            </a:r>
            <a:r>
              <a:rPr lang="ko-KR" altLang="en-US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완료</a:t>
            </a:r>
            <a:r>
              <a:rPr lang="en-US" altLang="ko-KR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)</a:t>
            </a:r>
            <a:br>
              <a:rPr lang="en-US" altLang="ko-KR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</a:br>
            <a:r>
              <a:rPr lang="ko-KR" altLang="en-US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       </a:t>
            </a:r>
            <a:r>
              <a:rPr lang="en-US" altLang="ko-KR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-. </a:t>
            </a:r>
            <a:r>
              <a:rPr lang="ko-KR" altLang="en-US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상</a:t>
            </a:r>
            <a:r>
              <a:rPr lang="en-US" altLang="ko-KR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/</a:t>
            </a:r>
            <a:r>
              <a:rPr lang="ko-KR" altLang="en-US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하부 </a:t>
            </a:r>
            <a:r>
              <a:rPr lang="en-US" altLang="ko-KR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Base </a:t>
            </a:r>
            <a:r>
              <a:rPr lang="ko-KR" altLang="en-US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수평 평탄도 점검 및 </a:t>
            </a:r>
            <a:r>
              <a:rPr lang="en-US" altLang="ko-KR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Level Spec 0.2° </a:t>
            </a:r>
            <a:r>
              <a:rPr lang="ko-KR" altLang="en-US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이내 확인 완료</a:t>
            </a:r>
            <a:endParaRPr lang="en-US" altLang="ko-KR" sz="9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itchFamily="34" charset="0"/>
              <a:sym typeface="Wingdings" pitchFamily="2" charset="2"/>
            </a:endParaRPr>
          </a:p>
          <a:p>
            <a:r>
              <a:rPr lang="en-US" altLang="ko-KR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   </a:t>
            </a:r>
          </a:p>
        </p:txBody>
      </p:sp>
      <p:sp>
        <p:nvSpPr>
          <p:cNvPr id="30" name="직사각형 137">
            <a:extLst>
              <a:ext uri="{FF2B5EF4-FFF2-40B4-BE49-F238E27FC236}">
                <a16:creationId xmlns:a16="http://schemas.microsoft.com/office/drawing/2014/main" id="{1A668B4D-5599-312A-EEF2-F6E80CEFF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881" y="1613773"/>
            <a:ext cx="2307643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0">
            <a:spAutoFit/>
          </a:bodyPr>
          <a:lstStyle/>
          <a:p>
            <a:r>
              <a:rPr lang="en-US" altLang="ko-KR" sz="7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70kgf~150kgf </a:t>
            </a:r>
            <a:r>
              <a:rPr lang="ko-KR" altLang="en-US" sz="7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반복</a:t>
            </a:r>
            <a:r>
              <a:rPr lang="en-US" altLang="ko-KR" sz="7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, *</a:t>
            </a:r>
            <a:r>
              <a:rPr lang="ko-KR" altLang="en-US" sz="7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정상치 </a:t>
            </a:r>
            <a:r>
              <a:rPr lang="en-US" altLang="ko-KR" sz="7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100kgf </a:t>
            </a:r>
            <a:r>
              <a:rPr lang="ko-KR" altLang="en-US" sz="7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이상</a:t>
            </a:r>
            <a:endParaRPr lang="en-US" altLang="ko-KR" sz="700" dirty="0">
              <a:solidFill>
                <a:srgbClr val="0066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itchFamily="34" charset="0"/>
              <a:sym typeface="Wingdings" pitchFamily="2" charset="2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201CE93D-A496-7065-EBBE-05DC29137632}"/>
              </a:ext>
            </a:extLst>
          </p:cNvPr>
          <p:cNvGrpSpPr/>
          <p:nvPr/>
        </p:nvGrpSpPr>
        <p:grpSpPr>
          <a:xfrm>
            <a:off x="239751" y="1913244"/>
            <a:ext cx="4141749" cy="1742111"/>
            <a:chOff x="239751" y="1984753"/>
            <a:chExt cx="4141749" cy="1742111"/>
          </a:xfrm>
        </p:grpSpPr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C5B5395A-606F-3FAF-4C24-05D33A430F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9751" y="1984753"/>
              <a:ext cx="4141749" cy="1742111"/>
            </a:xfrm>
            <a:prstGeom prst="rect">
              <a:avLst/>
            </a:prstGeom>
          </p:spPr>
        </p:pic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24BE592-3F25-7A13-5168-BDA768F61D57}"/>
                </a:ext>
              </a:extLst>
            </p:cNvPr>
            <p:cNvCxnSpPr>
              <a:cxnSpLocks/>
            </p:cNvCxnSpPr>
            <p:nvPr/>
          </p:nvCxnSpPr>
          <p:spPr>
            <a:xfrm>
              <a:off x="1804156" y="2210736"/>
              <a:ext cx="0" cy="1420763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직사각형 137">
              <a:extLst>
                <a:ext uri="{FF2B5EF4-FFF2-40B4-BE49-F238E27FC236}">
                  <a16:creationId xmlns:a16="http://schemas.microsoft.com/office/drawing/2014/main" id="{AB958803-9D77-AE75-F389-B84B28A5D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8436" y="2025776"/>
              <a:ext cx="2307643" cy="200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180000">
              <a:spAutoFit/>
            </a:bodyPr>
            <a:lstStyle/>
            <a:p>
              <a:r>
                <a:rPr lang="en-US" altLang="ko-KR" sz="700" dirty="0">
                  <a:solidFill>
                    <a:srgbClr val="FF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itchFamily="34" charset="0"/>
                  <a:sym typeface="Wingdings" pitchFamily="2" charset="2"/>
                </a:rPr>
                <a:t>3/18 12:00 </a:t>
              </a:r>
              <a:r>
                <a:rPr lang="ko-KR" altLang="en-US" sz="700" dirty="0">
                  <a:solidFill>
                    <a:srgbClr val="FF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itchFamily="34" charset="0"/>
                  <a:sym typeface="Wingdings" pitchFamily="2" charset="2"/>
                </a:rPr>
                <a:t>기점으로 헌팅 심화</a:t>
              </a:r>
              <a:endParaRPr lang="en-US" altLang="ko-KR" sz="7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endParaRPr>
            </a:p>
          </p:txBody>
        </p: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A413D603-D083-2137-4260-05E068E113D7}"/>
                </a:ext>
              </a:extLst>
            </p:cNvPr>
            <p:cNvCxnSpPr/>
            <p:nvPr/>
          </p:nvCxnSpPr>
          <p:spPr>
            <a:xfrm flipV="1">
              <a:off x="380790" y="2781300"/>
              <a:ext cx="1349768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0B60E86E-BA83-A00E-AA82-DD66F39F72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2256" y="2247900"/>
              <a:ext cx="86557" cy="51281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화살표 연결선 36">
              <a:extLst>
                <a:ext uri="{FF2B5EF4-FFF2-40B4-BE49-F238E27FC236}">
                  <a16:creationId xmlns:a16="http://schemas.microsoft.com/office/drawing/2014/main" id="{51BC941B-AF3A-4A5B-9916-D8F20B6BB5D9}"/>
                </a:ext>
              </a:extLst>
            </p:cNvPr>
            <p:cNvCxnSpPr>
              <a:cxnSpLocks/>
            </p:cNvCxnSpPr>
            <p:nvPr/>
          </p:nvCxnSpPr>
          <p:spPr>
            <a:xfrm>
              <a:off x="1963246" y="2438850"/>
              <a:ext cx="63802" cy="90224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D6A63155-1F00-939E-D5A3-4F5159BD42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61481" y="2444033"/>
              <a:ext cx="368633" cy="89706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7BF52E88-6A9F-CB33-1242-2543C16531CE}"/>
                </a:ext>
              </a:extLst>
            </p:cNvPr>
            <p:cNvCxnSpPr>
              <a:cxnSpLocks/>
            </p:cNvCxnSpPr>
            <p:nvPr/>
          </p:nvCxnSpPr>
          <p:spPr>
            <a:xfrm>
              <a:off x="2487615" y="2451430"/>
              <a:ext cx="703260" cy="34184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1A0FAD41-9B9E-6EE4-C6F3-0B43B9434D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25308" y="2392408"/>
              <a:ext cx="637080" cy="41180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BAF1CBA9-8FE2-990D-4E57-B02DBA29C2A0}"/>
                </a:ext>
              </a:extLst>
            </p:cNvPr>
            <p:cNvCxnSpPr>
              <a:cxnSpLocks/>
            </p:cNvCxnSpPr>
            <p:nvPr/>
          </p:nvCxnSpPr>
          <p:spPr>
            <a:xfrm>
              <a:off x="3882464" y="2392408"/>
              <a:ext cx="499036" cy="11189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직사각형 137">
              <a:extLst>
                <a:ext uri="{FF2B5EF4-FFF2-40B4-BE49-F238E27FC236}">
                  <a16:creationId xmlns:a16="http://schemas.microsoft.com/office/drawing/2014/main" id="{92F2D0A6-FCB4-669D-E506-12D02F6682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763" y="2589247"/>
              <a:ext cx="941496" cy="200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180000">
              <a:spAutoFit/>
            </a:bodyPr>
            <a:lstStyle/>
            <a:p>
              <a:r>
                <a:rPr lang="en-US" altLang="ko-KR" sz="700" dirty="0">
                  <a:solidFill>
                    <a:srgbClr val="FF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itchFamily="34" charset="0"/>
                  <a:sym typeface="Wingdings" pitchFamily="2" charset="2"/>
                </a:rPr>
                <a:t>140kgf </a:t>
              </a:r>
              <a:r>
                <a:rPr lang="ko-KR" altLang="en-US" sz="700" dirty="0">
                  <a:solidFill>
                    <a:srgbClr val="FF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itchFamily="34" charset="0"/>
                  <a:sym typeface="Wingdings" pitchFamily="2" charset="2"/>
                </a:rPr>
                <a:t>유지</a:t>
              </a:r>
              <a:endParaRPr lang="en-US" altLang="ko-KR" sz="7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endParaRPr>
            </a:p>
          </p:txBody>
        </p:sp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08614AC5-F6E8-E9D6-835C-EBEC3808C7D9}"/>
                </a:ext>
              </a:extLst>
            </p:cNvPr>
            <p:cNvCxnSpPr>
              <a:cxnSpLocks/>
            </p:cNvCxnSpPr>
            <p:nvPr/>
          </p:nvCxnSpPr>
          <p:spPr>
            <a:xfrm>
              <a:off x="1995147" y="3375244"/>
              <a:ext cx="2386353" cy="0"/>
            </a:xfrm>
            <a:prstGeom prst="straightConnector1">
              <a:avLst/>
            </a:prstGeom>
            <a:ln>
              <a:solidFill>
                <a:srgbClr val="FF0000"/>
              </a:solidFill>
              <a:prstDash val="lg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8DF0C399-F071-34F2-7E88-B87B95E8E35D}"/>
                </a:ext>
              </a:extLst>
            </p:cNvPr>
            <p:cNvCxnSpPr>
              <a:cxnSpLocks/>
            </p:cNvCxnSpPr>
            <p:nvPr/>
          </p:nvCxnSpPr>
          <p:spPr>
            <a:xfrm>
              <a:off x="1995147" y="2262724"/>
              <a:ext cx="2386353" cy="0"/>
            </a:xfrm>
            <a:prstGeom prst="straightConnector1">
              <a:avLst/>
            </a:prstGeom>
            <a:ln>
              <a:solidFill>
                <a:srgbClr val="FF0000"/>
              </a:solidFill>
              <a:prstDash val="lg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5" name="그림 44" descr="케이블, 커넥터, 전기 배선, 금속이(가) 표시된 사진">
            <a:extLst>
              <a:ext uri="{FF2B5EF4-FFF2-40B4-BE49-F238E27FC236}">
                <a16:creationId xmlns:a16="http://schemas.microsoft.com/office/drawing/2014/main" id="{B08B6921-30CD-D0B7-5AA9-FD6B6C6F1B5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85429" y="5415283"/>
            <a:ext cx="1707859" cy="1102537"/>
          </a:xfrm>
          <a:prstGeom prst="rect">
            <a:avLst/>
          </a:prstGeom>
        </p:spPr>
      </p:pic>
      <p:sp>
        <p:nvSpPr>
          <p:cNvPr id="46" name="직사각형 45">
            <a:extLst>
              <a:ext uri="{FF2B5EF4-FFF2-40B4-BE49-F238E27FC236}">
                <a16:creationId xmlns:a16="http://schemas.microsoft.com/office/drawing/2014/main" id="{AC42F7D1-5313-577E-6C6D-8FF7FF82DF5D}"/>
              </a:ext>
            </a:extLst>
          </p:cNvPr>
          <p:cNvSpPr/>
          <p:nvPr/>
        </p:nvSpPr>
        <p:spPr>
          <a:xfrm>
            <a:off x="2576343" y="4503621"/>
            <a:ext cx="1707858" cy="87366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54BB47D-EFAB-6D70-D537-3C997D35268B}"/>
              </a:ext>
            </a:extLst>
          </p:cNvPr>
          <p:cNvSpPr/>
          <p:nvPr/>
        </p:nvSpPr>
        <p:spPr>
          <a:xfrm>
            <a:off x="2576343" y="5424390"/>
            <a:ext cx="1707858" cy="10789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736EFF9-CB3B-55F6-B310-CB2209F72DDB}"/>
              </a:ext>
            </a:extLst>
          </p:cNvPr>
          <p:cNvSpPr/>
          <p:nvPr/>
        </p:nvSpPr>
        <p:spPr>
          <a:xfrm>
            <a:off x="2558640" y="4446495"/>
            <a:ext cx="1028456" cy="3828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플로팅</a:t>
            </a:r>
            <a:r>
              <a:rPr lang="ko-KR" altLang="en-US" sz="9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 조인트</a:t>
            </a:r>
            <a:endParaRPr lang="en-US" altLang="ko-KR" sz="900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759D974-EC99-8D2F-35A7-C9B7B2D4BFE4}"/>
              </a:ext>
            </a:extLst>
          </p:cNvPr>
          <p:cNvSpPr/>
          <p:nvPr/>
        </p:nvSpPr>
        <p:spPr>
          <a:xfrm>
            <a:off x="2408039" y="4964310"/>
            <a:ext cx="1028456" cy="3828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로드셀</a:t>
            </a:r>
            <a:endParaRPr lang="en-US" altLang="ko-KR" sz="900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F16E216F-D75F-92AF-4A73-9E5FB30CE64C}"/>
              </a:ext>
            </a:extLst>
          </p:cNvPr>
          <p:cNvCxnSpPr>
            <a:cxnSpLocks/>
          </p:cNvCxnSpPr>
          <p:nvPr/>
        </p:nvCxnSpPr>
        <p:spPr>
          <a:xfrm flipH="1" flipV="1">
            <a:off x="3054668" y="4740541"/>
            <a:ext cx="557203" cy="156023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5E49DA58-56F8-518C-37EC-28D78C7F5FAB}"/>
              </a:ext>
            </a:extLst>
          </p:cNvPr>
          <p:cNvCxnSpPr>
            <a:cxnSpLocks/>
          </p:cNvCxnSpPr>
          <p:nvPr/>
        </p:nvCxnSpPr>
        <p:spPr>
          <a:xfrm flipH="1" flipV="1">
            <a:off x="3126389" y="5150801"/>
            <a:ext cx="361149" cy="51746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5A4EDB4D-40F1-5815-33EA-3FCA7A3E4049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3635955" y="5152400"/>
            <a:ext cx="89914" cy="60776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61617A9-BFA1-3FD7-C65E-492A136F57AE}"/>
              </a:ext>
            </a:extLst>
          </p:cNvPr>
          <p:cNvSpPr/>
          <p:nvPr/>
        </p:nvSpPr>
        <p:spPr>
          <a:xfrm>
            <a:off x="3418195" y="5819344"/>
            <a:ext cx="1028456" cy="3828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고정 </a:t>
            </a:r>
            <a:r>
              <a:rPr lang="ko-KR" altLang="en-US" sz="900" dirty="0" err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나사부</a:t>
            </a:r>
            <a:endParaRPr lang="en-US" altLang="ko-KR" sz="900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4" name="직사각형 137">
            <a:extLst>
              <a:ext uri="{FF2B5EF4-FFF2-40B4-BE49-F238E27FC236}">
                <a16:creationId xmlns:a16="http://schemas.microsoft.com/office/drawing/2014/main" id="{91A042A8-BAA6-7DBF-BE0F-F8BF741F4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5889" y="1914124"/>
            <a:ext cx="2307643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0">
            <a:spAutoFit/>
          </a:bodyPr>
          <a:lstStyle/>
          <a:p>
            <a:r>
              <a:rPr lang="en-US" altLang="ko-KR" sz="7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* </a:t>
            </a:r>
            <a:r>
              <a:rPr lang="ko-KR" altLang="en-US" sz="700" dirty="0" err="1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로드셀</a:t>
            </a:r>
            <a:r>
              <a:rPr lang="ko-KR" altLang="en-US" sz="7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 파손 관련 북미확산전개 </a:t>
            </a:r>
            <a:r>
              <a:rPr lang="en-US" altLang="ko-KR" sz="7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Item</a:t>
            </a:r>
          </a:p>
        </p:txBody>
      </p:sp>
      <p:sp>
        <p:nvSpPr>
          <p:cNvPr id="55" name="직사각형 137">
            <a:extLst>
              <a:ext uri="{FF2B5EF4-FFF2-40B4-BE49-F238E27FC236}">
                <a16:creationId xmlns:a16="http://schemas.microsoft.com/office/drawing/2014/main" id="{9CFDD666-1FD1-9D1C-BE6E-C7FA9579E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0775" y="3993135"/>
            <a:ext cx="5168940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0">
            <a:spAutoFit/>
          </a:bodyPr>
          <a:lstStyle/>
          <a:p>
            <a:endParaRPr lang="en-US" altLang="ko-KR" sz="9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itchFamily="34" charset="0"/>
              <a:sym typeface="Wingdings" pitchFamily="2" charset="2"/>
            </a:endParaRPr>
          </a:p>
          <a:p>
            <a:r>
              <a:rPr lang="en-US" altLang="ko-KR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   </a:t>
            </a:r>
            <a:r>
              <a:rPr lang="ko-KR" altLang="en-US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②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파손부위 강성보강품 스페어 발주</a:t>
            </a:r>
            <a:r>
              <a:rPr lang="ko-KR" altLang="en-US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및 교체 예정 </a:t>
            </a:r>
            <a:r>
              <a:rPr lang="en-US" altLang="ko-KR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(~26.05)</a:t>
            </a:r>
            <a:endParaRPr lang="en-US" altLang="ko-KR" sz="9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itchFamily="34" charset="0"/>
              <a:sym typeface="Wingdings" pitchFamily="2" charset="2"/>
            </a:endParaRPr>
          </a:p>
          <a:p>
            <a:r>
              <a:rPr lang="ko-KR" altLang="en-US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       </a:t>
            </a:r>
            <a:r>
              <a:rPr lang="en-US" altLang="ko-KR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-. </a:t>
            </a:r>
            <a:r>
              <a:rPr lang="ko-KR" altLang="en-US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고정 </a:t>
            </a:r>
            <a:r>
              <a:rPr lang="ko-KR" altLang="en-US" sz="900" dirty="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나사부</a:t>
            </a:r>
            <a:r>
              <a:rPr lang="en-US" altLang="ko-KR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두께증대품 </a:t>
            </a:r>
            <a:r>
              <a:rPr lang="en-US" altLang="ko-KR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Spare </a:t>
            </a:r>
            <a:r>
              <a:rPr lang="ko-KR" altLang="en-US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발주 완료 및 </a:t>
            </a:r>
            <a:r>
              <a:rPr lang="en-US" altLang="ko-KR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5</a:t>
            </a:r>
            <a:r>
              <a:rPr lang="ko-KR" altLang="en-US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월 입고 예정 및 </a:t>
            </a:r>
            <a:r>
              <a:rPr lang="en-US" altLang="ko-KR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6</a:t>
            </a:r>
            <a:r>
              <a:rPr lang="ko-KR" altLang="en-US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월 내 교체 완료 예정</a:t>
            </a:r>
            <a:endParaRPr lang="en-US" altLang="ko-KR" sz="9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itchFamily="34" charset="0"/>
              <a:sym typeface="Wingdings" pitchFamily="2" charset="2"/>
            </a:endParaRPr>
          </a:p>
        </p:txBody>
      </p:sp>
      <p:sp>
        <p:nvSpPr>
          <p:cNvPr id="56" name="직사각형 137">
            <a:extLst>
              <a:ext uri="{FF2B5EF4-FFF2-40B4-BE49-F238E27FC236}">
                <a16:creationId xmlns:a16="http://schemas.microsoft.com/office/drawing/2014/main" id="{FAEF5171-E1FF-620C-B1AC-99E1F1278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0775" y="5944951"/>
            <a:ext cx="516894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0">
            <a:spAutoFit/>
          </a:bodyPr>
          <a:lstStyle/>
          <a:p>
            <a:endParaRPr lang="en-US" altLang="ko-KR" sz="9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itchFamily="34" charset="0"/>
              <a:sym typeface="Wingdings" pitchFamily="2" charset="2"/>
            </a:endParaRPr>
          </a:p>
          <a:p>
            <a:r>
              <a:rPr lang="en-US" altLang="ko-KR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   </a:t>
            </a:r>
            <a:r>
              <a:rPr lang="ko-KR" altLang="en-US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③ </a:t>
            </a:r>
            <a:r>
              <a:rPr lang="en-US" altLang="ko-KR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 FDC </a:t>
            </a:r>
            <a:r>
              <a:rPr lang="ko-KR" altLang="en-US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이상감지 항목 추가 예정 </a:t>
            </a:r>
            <a:r>
              <a:rPr lang="en-US" altLang="ko-KR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(~26.05)</a:t>
            </a:r>
            <a:br>
              <a:rPr lang="en-US" altLang="ko-KR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</a:br>
            <a:r>
              <a:rPr lang="ko-KR" altLang="en-US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      </a:t>
            </a:r>
            <a:r>
              <a:rPr lang="en-US" altLang="ko-KR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-. FDC PI</a:t>
            </a:r>
            <a:r>
              <a:rPr lang="ko-KR" altLang="en-US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팀 파손 </a:t>
            </a:r>
            <a:r>
              <a:rPr lang="en-US" altLang="ko-KR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Data </a:t>
            </a:r>
            <a:r>
              <a:rPr lang="ko-KR" altLang="en-US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분석 진행 중 </a:t>
            </a:r>
            <a:r>
              <a:rPr lang="en-US" altLang="ko-KR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(</a:t>
            </a:r>
            <a:r>
              <a:rPr lang="ko-KR" altLang="en-US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기존 </a:t>
            </a:r>
            <a:r>
              <a:rPr lang="en-US" altLang="ko-KR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A</a:t>
            </a:r>
            <a:r>
              <a:rPr lang="ko-KR" altLang="en-US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급 외 개소로 별도 모델링 미적용 상태</a:t>
            </a:r>
            <a:r>
              <a:rPr lang="en-US" altLang="ko-KR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)</a:t>
            </a:r>
            <a:br>
              <a:rPr lang="en-US" altLang="ko-KR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</a:br>
            <a:r>
              <a:rPr lang="en-US" altLang="ko-KR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      -. </a:t>
            </a:r>
            <a:r>
              <a:rPr lang="ko-KR" altLang="en-US" sz="900" dirty="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고정나사부</a:t>
            </a:r>
            <a:r>
              <a:rPr lang="ko-KR" altLang="en-US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 파손 외 추가 </a:t>
            </a:r>
            <a:r>
              <a:rPr lang="en-US" altLang="ko-KR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BM </a:t>
            </a:r>
            <a:r>
              <a:rPr lang="ko-KR" altLang="en-US" sz="9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발생 가능성 사전 감지</a:t>
            </a:r>
            <a:endParaRPr lang="en-US" altLang="ko-KR" sz="9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itchFamily="34" charset="0"/>
              <a:sym typeface="Wingdings" pitchFamily="2" charset="2"/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4193EBF7-1811-FAF9-4770-4F9C42A7077A}"/>
              </a:ext>
            </a:extLst>
          </p:cNvPr>
          <p:cNvGrpSpPr/>
          <p:nvPr/>
        </p:nvGrpSpPr>
        <p:grpSpPr>
          <a:xfrm>
            <a:off x="4720099" y="1799250"/>
            <a:ext cx="1739015" cy="2179055"/>
            <a:chOff x="4720099" y="1799250"/>
            <a:chExt cx="1502901" cy="1883195"/>
          </a:xfrm>
        </p:grpSpPr>
        <p:pic>
          <p:nvPicPr>
            <p:cNvPr id="58" name="그림 57">
              <a:extLst>
                <a:ext uri="{FF2B5EF4-FFF2-40B4-BE49-F238E27FC236}">
                  <a16:creationId xmlns:a16="http://schemas.microsoft.com/office/drawing/2014/main" id="{6B71789F-210D-20FE-5721-E20D0995B0B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744143" y="1817758"/>
              <a:ext cx="1478857" cy="1846179"/>
            </a:xfrm>
            <a:prstGeom prst="rect">
              <a:avLst/>
            </a:prstGeom>
          </p:spPr>
        </p:pic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27F6CFCE-ED21-A6D7-6C8A-ECC2487C0CC2}"/>
                </a:ext>
              </a:extLst>
            </p:cNvPr>
            <p:cNvSpPr/>
            <p:nvPr/>
          </p:nvSpPr>
          <p:spPr>
            <a:xfrm>
              <a:off x="4720099" y="1799250"/>
              <a:ext cx="1483851" cy="1178900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0F6E145D-DFEB-18A4-237D-F101044C8ABC}"/>
                </a:ext>
              </a:extLst>
            </p:cNvPr>
            <p:cNvSpPr/>
            <p:nvPr/>
          </p:nvSpPr>
          <p:spPr>
            <a:xfrm>
              <a:off x="4720099" y="3016080"/>
              <a:ext cx="1483851" cy="666365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5E61C1EE-8A01-D79C-3D32-9F5D9DD2CF3A}"/>
              </a:ext>
            </a:extLst>
          </p:cNvPr>
          <p:cNvSpPr/>
          <p:nvPr/>
        </p:nvSpPr>
        <p:spPr>
          <a:xfrm>
            <a:off x="6379881" y="2561738"/>
            <a:ext cx="1746251" cy="3828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ⓐ 상부 평탄도 </a:t>
            </a:r>
            <a:r>
              <a:rPr lang="en-US" altLang="ko-KR" sz="9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G1 ≤ 0.2° </a:t>
            </a:r>
            <a:r>
              <a:rPr lang="ko-KR" altLang="en-US" sz="9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확인</a:t>
            </a:r>
            <a:r>
              <a:rPr lang="en-US" altLang="ko-KR" sz="9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  </a:t>
            </a:r>
            <a:endParaRPr lang="en-US" altLang="ko-KR" sz="900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F3596302-9020-6BFB-E67E-93F5ADE9D956}"/>
              </a:ext>
            </a:extLst>
          </p:cNvPr>
          <p:cNvSpPr/>
          <p:nvPr/>
        </p:nvSpPr>
        <p:spPr>
          <a:xfrm>
            <a:off x="6379881" y="3470783"/>
            <a:ext cx="1746251" cy="3828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ⓑ 하부 평탄도 </a:t>
            </a:r>
            <a:r>
              <a:rPr lang="en-US" altLang="ko-KR" sz="9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G2 ≤ 0.2° </a:t>
            </a:r>
            <a:r>
              <a:rPr lang="ko-KR" altLang="en-US" sz="9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확인</a:t>
            </a:r>
            <a:r>
              <a:rPr lang="en-US" altLang="ko-KR" sz="9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 </a:t>
            </a:r>
            <a:endParaRPr lang="en-US" altLang="ko-KR" sz="900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48C068FC-448D-AD44-7C1F-D73BF52A20D0}"/>
              </a:ext>
            </a:extLst>
          </p:cNvPr>
          <p:cNvGrpSpPr/>
          <p:nvPr/>
        </p:nvGrpSpPr>
        <p:grpSpPr>
          <a:xfrm>
            <a:off x="4720099" y="4640603"/>
            <a:ext cx="4194641" cy="1432697"/>
            <a:chOff x="4720099" y="4751707"/>
            <a:chExt cx="4194641" cy="1432697"/>
          </a:xfrm>
        </p:grpSpPr>
        <p:pic>
          <p:nvPicPr>
            <p:cNvPr id="64" name="그림 63">
              <a:extLst>
                <a:ext uri="{FF2B5EF4-FFF2-40B4-BE49-F238E27FC236}">
                  <a16:creationId xmlns:a16="http://schemas.microsoft.com/office/drawing/2014/main" id="{A1ABAC2A-929C-8315-A635-A74E2114AB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152657" y="4751707"/>
              <a:ext cx="1762083" cy="1432697"/>
            </a:xfrm>
            <a:prstGeom prst="rect">
              <a:avLst/>
            </a:prstGeom>
          </p:spPr>
        </p:pic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9CBA1E8B-C795-53CD-9252-A74C6E362657}"/>
                </a:ext>
              </a:extLst>
            </p:cNvPr>
            <p:cNvGrpSpPr/>
            <p:nvPr/>
          </p:nvGrpSpPr>
          <p:grpSpPr>
            <a:xfrm>
              <a:off x="4720099" y="4814787"/>
              <a:ext cx="1842036" cy="1243120"/>
              <a:chOff x="-111164" y="7933075"/>
              <a:chExt cx="2696593" cy="1819827"/>
            </a:xfrm>
          </p:grpSpPr>
          <p:pic>
            <p:nvPicPr>
              <p:cNvPr id="71" name="그림 70">
                <a:extLst>
                  <a:ext uri="{FF2B5EF4-FFF2-40B4-BE49-F238E27FC236}">
                    <a16:creationId xmlns:a16="http://schemas.microsoft.com/office/drawing/2014/main" id="{A96F423D-638D-0069-4034-9A58AECF74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-111164" y="7933075"/>
                <a:ext cx="2696593" cy="1819827"/>
              </a:xfrm>
              <a:prstGeom prst="rect">
                <a:avLst/>
              </a:prstGeom>
            </p:spPr>
          </p:pic>
          <p:sp>
            <p:nvSpPr>
              <p:cNvPr id="81" name="직사각형 80">
                <a:extLst>
                  <a:ext uri="{FF2B5EF4-FFF2-40B4-BE49-F238E27FC236}">
                    <a16:creationId xmlns:a16="http://schemas.microsoft.com/office/drawing/2014/main" id="{57AD5066-E236-A8CE-909D-0A93FE96CC12}"/>
                  </a:ext>
                </a:extLst>
              </p:cNvPr>
              <p:cNvSpPr/>
              <p:nvPr/>
            </p:nvSpPr>
            <p:spPr>
              <a:xfrm>
                <a:off x="2277963" y="8620783"/>
                <a:ext cx="298380" cy="51684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70" name="화살표: 오른쪽 69">
              <a:extLst>
                <a:ext uri="{FF2B5EF4-FFF2-40B4-BE49-F238E27FC236}">
                  <a16:creationId xmlns:a16="http://schemas.microsoft.com/office/drawing/2014/main" id="{2D6DED96-3796-798B-702A-1E5513B79F57}"/>
                </a:ext>
              </a:extLst>
            </p:cNvPr>
            <p:cNvSpPr/>
            <p:nvPr/>
          </p:nvSpPr>
          <p:spPr>
            <a:xfrm>
              <a:off x="6658237" y="5473157"/>
              <a:ext cx="457119" cy="473929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2" name="직사각형 137">
            <a:extLst>
              <a:ext uri="{FF2B5EF4-FFF2-40B4-BE49-F238E27FC236}">
                <a16:creationId xmlns:a16="http://schemas.microsoft.com/office/drawing/2014/main" id="{766C8099-C84A-5601-00D5-8EE5886205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3993" y="4438314"/>
            <a:ext cx="2307643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0">
            <a:spAutoFit/>
          </a:bodyPr>
          <a:lstStyle/>
          <a:p>
            <a:r>
              <a:rPr lang="en-US" altLang="ko-KR" sz="7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* </a:t>
            </a:r>
            <a:r>
              <a:rPr lang="ko-KR" altLang="en-US" sz="7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파손지점 최대 두께 </a:t>
            </a:r>
            <a:r>
              <a:rPr lang="en-US" altLang="ko-KR" sz="7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12mm </a:t>
            </a:r>
            <a:r>
              <a:rPr lang="ko-KR" altLang="en-US" sz="7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→ </a:t>
            </a:r>
            <a:r>
              <a:rPr lang="en-US" altLang="ko-KR" sz="7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20mm </a:t>
            </a:r>
            <a:r>
              <a:rPr lang="ko-KR" altLang="en-US" sz="7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증대</a:t>
            </a:r>
            <a:endParaRPr lang="en-US" altLang="ko-KR" sz="700" dirty="0">
              <a:solidFill>
                <a:srgbClr val="0066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itchFamily="34" charset="0"/>
              <a:sym typeface="Wingdings" pitchFamily="2" charset="2"/>
            </a:endParaRPr>
          </a:p>
        </p:txBody>
      </p: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2BBCB1E3-AC1B-FD5D-9D39-46566A125FEF}"/>
              </a:ext>
            </a:extLst>
          </p:cNvPr>
          <p:cNvCxnSpPr>
            <a:cxnSpLocks/>
          </p:cNvCxnSpPr>
          <p:nvPr/>
        </p:nvCxnSpPr>
        <p:spPr>
          <a:xfrm flipH="1">
            <a:off x="7592373" y="5599017"/>
            <a:ext cx="316383" cy="0"/>
          </a:xfrm>
          <a:prstGeom prst="straightConnector1">
            <a:avLst/>
          </a:prstGeom>
          <a:ln w="19050">
            <a:solidFill>
              <a:srgbClr val="FF0000"/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직사각형 137">
            <a:extLst>
              <a:ext uri="{FF2B5EF4-FFF2-40B4-BE49-F238E27FC236}">
                <a16:creationId xmlns:a16="http://schemas.microsoft.com/office/drawing/2014/main" id="{3F81756F-A6F5-8797-365C-257ECB038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0457" y="5702461"/>
            <a:ext cx="540213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0">
            <a:spAutoFit/>
          </a:bodyPr>
          <a:lstStyle/>
          <a:p>
            <a:r>
              <a:rPr lang="en-US" altLang="ko-KR" sz="7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20mm</a:t>
            </a: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ABB1F22C-C55C-366C-3A3C-BDEC0ED332ED}"/>
              </a:ext>
            </a:extLst>
          </p:cNvPr>
          <p:cNvCxnSpPr>
            <a:cxnSpLocks/>
          </p:cNvCxnSpPr>
          <p:nvPr/>
        </p:nvCxnSpPr>
        <p:spPr>
          <a:xfrm flipH="1">
            <a:off x="5503652" y="5599017"/>
            <a:ext cx="196450" cy="0"/>
          </a:xfrm>
          <a:prstGeom prst="straightConnector1">
            <a:avLst/>
          </a:prstGeom>
          <a:ln w="19050">
            <a:solidFill>
              <a:srgbClr val="FF0000"/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137">
            <a:extLst>
              <a:ext uri="{FF2B5EF4-FFF2-40B4-BE49-F238E27FC236}">
                <a16:creationId xmlns:a16="http://schemas.microsoft.com/office/drawing/2014/main" id="{AC7B47D1-DBA0-F7A7-928B-6D21684D5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6577" y="5626293"/>
            <a:ext cx="540213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0">
            <a:spAutoFit/>
          </a:bodyPr>
          <a:lstStyle/>
          <a:p>
            <a:pPr algn="ctr"/>
            <a:r>
              <a:rPr lang="en-US" altLang="ko-KR" sz="7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12mm</a:t>
            </a:r>
          </a:p>
        </p:txBody>
      </p:sp>
      <p:sp>
        <p:nvSpPr>
          <p:cNvPr id="90" name="직사각형 137">
            <a:extLst>
              <a:ext uri="{FF2B5EF4-FFF2-40B4-BE49-F238E27FC236}">
                <a16:creationId xmlns:a16="http://schemas.microsoft.com/office/drawing/2014/main" id="{6ED68425-93BA-1A82-C813-F254480DB2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860" y="4191473"/>
            <a:ext cx="4241693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0">
            <a:spAutoFit/>
          </a:bodyPr>
          <a:lstStyle/>
          <a:p>
            <a:r>
              <a:rPr lang="en-US" altLang="ko-KR" sz="7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* </a:t>
            </a:r>
            <a:r>
              <a:rPr lang="ko-KR" altLang="en-US" sz="7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기존 조립기준서 내 </a:t>
            </a:r>
            <a:r>
              <a:rPr lang="en-US" altLang="ko-KR" sz="7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Sealing Unit </a:t>
            </a:r>
            <a:r>
              <a:rPr lang="ko-KR" altLang="en-US" sz="7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평탄 수준 점검 항목 미포함</a:t>
            </a:r>
            <a:r>
              <a:rPr lang="en-US" altLang="ko-KR" sz="7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,</a:t>
            </a:r>
            <a:r>
              <a:rPr lang="ko-KR" altLang="en-US" sz="7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 </a:t>
            </a:r>
            <a:r>
              <a:rPr lang="ko-KR" altLang="en-US" sz="700" dirty="0" err="1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고정나사부가</a:t>
            </a:r>
            <a:r>
              <a:rPr lang="ko-KR" altLang="en-US" sz="7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 두께가 가장 얇음 </a:t>
            </a:r>
            <a:r>
              <a:rPr lang="en-US" altLang="ko-KR" sz="7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(12mm)</a:t>
            </a:r>
          </a:p>
        </p:txBody>
      </p:sp>
      <p:sp>
        <p:nvSpPr>
          <p:cNvPr id="92" name="직사각형 137">
            <a:extLst>
              <a:ext uri="{FF2B5EF4-FFF2-40B4-BE49-F238E27FC236}">
                <a16:creationId xmlns:a16="http://schemas.microsoft.com/office/drawing/2014/main" id="{0EA49176-993E-70F7-CF2C-DC807D117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3251" y="1712738"/>
            <a:ext cx="2307643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0">
            <a:spAutoFit/>
          </a:bodyPr>
          <a:lstStyle/>
          <a:p>
            <a:r>
              <a:rPr lang="en-US" altLang="ko-KR" sz="7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* Parts </a:t>
            </a:r>
            <a:r>
              <a:rPr lang="ko-KR" altLang="en-US" sz="7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공차</a:t>
            </a:r>
            <a:r>
              <a:rPr lang="en-US" altLang="ko-KR" sz="7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, </a:t>
            </a:r>
            <a:r>
              <a:rPr lang="ko-KR" altLang="en-US" sz="7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조립 공차 고려 선정</a:t>
            </a:r>
            <a:endParaRPr lang="en-US" altLang="ko-KR" sz="700" dirty="0">
              <a:solidFill>
                <a:srgbClr val="0066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itchFamily="34" charset="0"/>
              <a:sym typeface="Wingdings" pitchFamily="2" charset="2"/>
            </a:endParaRPr>
          </a:p>
        </p:txBody>
      </p:sp>
      <p:sp>
        <p:nvSpPr>
          <p:cNvPr id="2" name="실행 단추: 홈으로 이동 1">
            <a:hlinkClick r:id="rId10" action="ppaction://hlinksldjump" highlightClick="1"/>
            <a:extLst>
              <a:ext uri="{FF2B5EF4-FFF2-40B4-BE49-F238E27FC236}">
                <a16:creationId xmlns:a16="http://schemas.microsoft.com/office/drawing/2014/main" id="{F4C4A827-A5B2-7225-18BD-531E3527BA3F}"/>
              </a:ext>
            </a:extLst>
          </p:cNvPr>
          <p:cNvSpPr/>
          <p:nvPr/>
        </p:nvSpPr>
        <p:spPr>
          <a:xfrm>
            <a:off x="8795364" y="118944"/>
            <a:ext cx="245117" cy="260618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86978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그룹 28">
            <a:extLst>
              <a:ext uri="{FF2B5EF4-FFF2-40B4-BE49-F238E27FC236}">
                <a16:creationId xmlns:a16="http://schemas.microsoft.com/office/drawing/2014/main" id="{791E4673-76CF-23A6-E3E7-2DD06A104DE5}"/>
              </a:ext>
            </a:extLst>
          </p:cNvPr>
          <p:cNvGrpSpPr/>
          <p:nvPr/>
        </p:nvGrpSpPr>
        <p:grpSpPr>
          <a:xfrm>
            <a:off x="41733" y="2198762"/>
            <a:ext cx="9107117" cy="1660681"/>
            <a:chOff x="-22275" y="2296139"/>
            <a:chExt cx="9154742" cy="2124630"/>
          </a:xfrm>
        </p:grpSpPr>
        <p:graphicFrame>
          <p:nvGraphicFramePr>
            <p:cNvPr id="4" name="차트 3">
              <a:extLst>
                <a:ext uri="{FF2B5EF4-FFF2-40B4-BE49-F238E27FC236}">
                  <a16:creationId xmlns:a16="http://schemas.microsoft.com/office/drawing/2014/main" id="{F25B3DA6-40E9-A309-0070-C6441B2D240D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-22275" y="2296139"/>
            <a:ext cx="9154742" cy="2124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3" name="차트 2">
              <a:extLst>
                <a:ext uri="{FF2B5EF4-FFF2-40B4-BE49-F238E27FC236}">
                  <a16:creationId xmlns:a16="http://schemas.microsoft.com/office/drawing/2014/main" id="{3BA9C396-74AC-74F2-D0E6-C0E0A4ACAA09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-22275" y="2296769"/>
            <a:ext cx="9154742" cy="2124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58A161E-1E0E-8166-930F-89FEFF730692}"/>
                </a:ext>
              </a:extLst>
            </p:cNvPr>
            <p:cNvSpPr/>
            <p:nvPr/>
          </p:nvSpPr>
          <p:spPr>
            <a:xfrm>
              <a:off x="464726" y="2990850"/>
              <a:ext cx="163364" cy="32702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494DC5A-AD69-DAB8-8D70-9E99CF99172D}"/>
                </a:ext>
              </a:extLst>
            </p:cNvPr>
            <p:cNvSpPr/>
            <p:nvPr/>
          </p:nvSpPr>
          <p:spPr>
            <a:xfrm>
              <a:off x="750614" y="2990850"/>
              <a:ext cx="163364" cy="35877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B7ACC7F-53D8-3680-70A1-CB92313CE34B}"/>
                </a:ext>
              </a:extLst>
            </p:cNvPr>
            <p:cNvSpPr/>
            <p:nvPr/>
          </p:nvSpPr>
          <p:spPr>
            <a:xfrm>
              <a:off x="1036502" y="2990850"/>
              <a:ext cx="163364" cy="4571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4B97576-E790-728A-B9D8-D6B3EBAF5AF2}"/>
                </a:ext>
              </a:extLst>
            </p:cNvPr>
            <p:cNvSpPr/>
            <p:nvPr/>
          </p:nvSpPr>
          <p:spPr>
            <a:xfrm>
              <a:off x="1322390" y="2990850"/>
              <a:ext cx="163364" cy="4571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2612B52D-1CEA-825D-0773-0A56E66F24D4}"/>
                </a:ext>
              </a:extLst>
            </p:cNvPr>
            <p:cNvSpPr/>
            <p:nvPr/>
          </p:nvSpPr>
          <p:spPr>
            <a:xfrm>
              <a:off x="1605185" y="2990850"/>
              <a:ext cx="163364" cy="28257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4B02772-803E-1184-0BA9-27ADA751F1F0}"/>
                </a:ext>
              </a:extLst>
            </p:cNvPr>
            <p:cNvSpPr/>
            <p:nvPr/>
          </p:nvSpPr>
          <p:spPr>
            <a:xfrm>
              <a:off x="2183294" y="2990850"/>
              <a:ext cx="163364" cy="28257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680A1AF4-3BB6-CA18-8302-AC67F3529009}"/>
                </a:ext>
              </a:extLst>
            </p:cNvPr>
            <p:cNvSpPr/>
            <p:nvPr/>
          </p:nvSpPr>
          <p:spPr>
            <a:xfrm>
              <a:off x="2469181" y="2940940"/>
              <a:ext cx="163364" cy="5029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E8DE5336-F85E-1C76-6497-0294D70119D9}"/>
                </a:ext>
              </a:extLst>
            </p:cNvPr>
            <p:cNvSpPr/>
            <p:nvPr/>
          </p:nvSpPr>
          <p:spPr>
            <a:xfrm>
              <a:off x="3903271" y="3082662"/>
              <a:ext cx="148513" cy="6085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33D2604-DC3E-FF21-E790-2BDD7B3CFBA2}"/>
                </a:ext>
              </a:extLst>
            </p:cNvPr>
            <p:cNvSpPr/>
            <p:nvPr/>
          </p:nvSpPr>
          <p:spPr>
            <a:xfrm>
              <a:off x="4189038" y="3663724"/>
              <a:ext cx="163364" cy="5029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F6AE61FD-A564-C6CE-1D0A-6A9EB745EAF8}"/>
                </a:ext>
              </a:extLst>
            </p:cNvPr>
            <p:cNvSpPr/>
            <p:nvPr/>
          </p:nvSpPr>
          <p:spPr>
            <a:xfrm>
              <a:off x="4473414" y="3052525"/>
              <a:ext cx="163364" cy="2346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105516FD-7737-7AC2-A032-33204DC132C5}"/>
                </a:ext>
              </a:extLst>
            </p:cNvPr>
            <p:cNvSpPr/>
            <p:nvPr/>
          </p:nvSpPr>
          <p:spPr>
            <a:xfrm>
              <a:off x="5045442" y="3032760"/>
              <a:ext cx="163364" cy="5029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092473B-1B67-B6ED-B5A8-C125FF2B1C79}"/>
                </a:ext>
              </a:extLst>
            </p:cNvPr>
            <p:cNvSpPr/>
            <p:nvPr/>
          </p:nvSpPr>
          <p:spPr>
            <a:xfrm>
              <a:off x="6189056" y="3011723"/>
              <a:ext cx="163364" cy="4156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035AF512-3C0F-1A42-F875-D21EF667D34F}"/>
                </a:ext>
              </a:extLst>
            </p:cNvPr>
            <p:cNvSpPr/>
            <p:nvPr/>
          </p:nvSpPr>
          <p:spPr>
            <a:xfrm>
              <a:off x="8476343" y="2992670"/>
              <a:ext cx="163364" cy="41727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cxnSp>
        <p:nvCxnSpPr>
          <p:cNvPr id="102" name="직선 연결선 64">
            <a:extLst>
              <a:ext uri="{FF2B5EF4-FFF2-40B4-BE49-F238E27FC236}">
                <a16:creationId xmlns:a16="http://schemas.microsoft.com/office/drawing/2014/main" id="{320CAE42-B411-4B87-A6A5-7CEC3612D876}"/>
              </a:ext>
            </a:extLst>
          </p:cNvPr>
          <p:cNvCxnSpPr>
            <a:cxnSpLocks/>
          </p:cNvCxnSpPr>
          <p:nvPr/>
        </p:nvCxnSpPr>
        <p:spPr>
          <a:xfrm>
            <a:off x="-12330" y="404296"/>
            <a:ext cx="915474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2">
            <a:extLst>
              <a:ext uri="{FF2B5EF4-FFF2-40B4-BE49-F238E27FC236}">
                <a16:creationId xmlns:a16="http://schemas.microsoft.com/office/drawing/2014/main" id="{9AC1193D-7226-F94A-9057-915AF1DBD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045" y="952961"/>
            <a:ext cx="2337723" cy="257345"/>
          </a:xfrm>
          <a:prstGeom prst="rect">
            <a:avLst/>
          </a:prstGeom>
        </p:spPr>
        <p:txBody>
          <a:bodyPr wrap="none" lIns="35988" tIns="35988" rIns="35988" bIns="35988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ESOT 3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월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L&amp;S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생산량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/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가동률 실적</a:t>
            </a:r>
          </a:p>
        </p:txBody>
      </p:sp>
      <p:sp>
        <p:nvSpPr>
          <p:cNvPr id="105" name="제목 2">
            <a:extLst>
              <a:ext uri="{FF2B5EF4-FFF2-40B4-BE49-F238E27FC236}">
                <a16:creationId xmlns:a16="http://schemas.microsoft.com/office/drawing/2014/main" id="{BF95DCAF-E47D-5500-2501-C6AC40C9BB8E}"/>
              </a:ext>
            </a:extLst>
          </p:cNvPr>
          <p:cNvSpPr txBox="1">
            <a:spLocks/>
          </p:cNvSpPr>
          <p:nvPr/>
        </p:nvSpPr>
        <p:spPr>
          <a:xfrm>
            <a:off x="-12330" y="36810"/>
            <a:ext cx="4451860" cy="369332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첨부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. ESOT 3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월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L&amp;S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생산량 및 가동률 실적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j-cs"/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083B2D77-D969-4D7B-8CEA-A46DB86462AD}"/>
              </a:ext>
            </a:extLst>
          </p:cNvPr>
          <p:cNvSpPr/>
          <p:nvPr/>
        </p:nvSpPr>
        <p:spPr bwMode="auto">
          <a:xfrm>
            <a:off x="35962" y="475716"/>
            <a:ext cx="9075777" cy="300375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defTabSz="914400" latinLnBrk="1"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3/12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이후 </a:t>
            </a:r>
            <a:r>
              <a:rPr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POR 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집중 개선을 통해 </a:t>
            </a:r>
            <a:r>
              <a:rPr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POR 81.2% 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달성하였고</a:t>
            </a:r>
            <a:r>
              <a:rPr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4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 현재 누적 </a:t>
            </a:r>
            <a:r>
              <a:rPr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POR 83.7%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유지하고 있습니다</a:t>
            </a:r>
            <a:r>
              <a:rPr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</a:p>
        </p:txBody>
      </p:sp>
      <p:sp>
        <p:nvSpPr>
          <p:cNvPr id="275" name="직사각형 274">
            <a:extLst>
              <a:ext uri="{FF2B5EF4-FFF2-40B4-BE49-F238E27FC236}">
                <a16:creationId xmlns:a16="http://schemas.microsoft.com/office/drawing/2014/main" id="{71E93FAF-83FB-4B2E-AF46-887821ED393C}"/>
              </a:ext>
            </a:extLst>
          </p:cNvPr>
          <p:cNvSpPr/>
          <p:nvPr/>
        </p:nvSpPr>
        <p:spPr>
          <a:xfrm>
            <a:off x="7728971" y="1810208"/>
            <a:ext cx="1318554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POR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달성목표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78.4%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26AC90B0-855D-2EFA-3383-0AF46F0D8510}"/>
              </a:ext>
            </a:extLst>
          </p:cNvPr>
          <p:cNvGrpSpPr/>
          <p:nvPr/>
        </p:nvGrpSpPr>
        <p:grpSpPr>
          <a:xfrm>
            <a:off x="5718" y="1246795"/>
            <a:ext cx="9123497" cy="1449818"/>
            <a:chOff x="25353" y="1332876"/>
            <a:chExt cx="9123497" cy="1449818"/>
          </a:xfrm>
        </p:grpSpPr>
        <p:graphicFrame>
          <p:nvGraphicFramePr>
            <p:cNvPr id="31" name="차트 30">
              <a:extLst>
                <a:ext uri="{FF2B5EF4-FFF2-40B4-BE49-F238E27FC236}">
                  <a16:creationId xmlns:a16="http://schemas.microsoft.com/office/drawing/2014/main" id="{F457CEF3-6C80-3038-AED8-D6A3DC98D8E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5353" y="1332876"/>
            <a:ext cx="9123497" cy="144981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0" name="TextBox 1">
              <a:extLst>
                <a:ext uri="{FF2B5EF4-FFF2-40B4-BE49-F238E27FC236}">
                  <a16:creationId xmlns:a16="http://schemas.microsoft.com/office/drawing/2014/main" id="{865BF5DA-B1A4-E717-7F0A-BDDEF136CDD5}"/>
                </a:ext>
              </a:extLst>
            </p:cNvPr>
            <p:cNvSpPr txBox="1"/>
            <p:nvPr/>
          </p:nvSpPr>
          <p:spPr>
            <a:xfrm>
              <a:off x="186532" y="1577706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77.9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TextBox 1">
              <a:extLst>
                <a:ext uri="{FF2B5EF4-FFF2-40B4-BE49-F238E27FC236}">
                  <a16:creationId xmlns:a16="http://schemas.microsoft.com/office/drawing/2014/main" id="{3FD61C08-4B71-73AA-5EAF-42FD0E4BA43A}"/>
                </a:ext>
              </a:extLst>
            </p:cNvPr>
            <p:cNvSpPr txBox="1"/>
            <p:nvPr/>
          </p:nvSpPr>
          <p:spPr>
            <a:xfrm>
              <a:off x="467434" y="1825054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67.9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" name="TextBox 1">
              <a:extLst>
                <a:ext uri="{FF2B5EF4-FFF2-40B4-BE49-F238E27FC236}">
                  <a16:creationId xmlns:a16="http://schemas.microsoft.com/office/drawing/2014/main" id="{07DA699E-1E68-B6B4-A66D-0AD1843CC421}"/>
                </a:ext>
              </a:extLst>
            </p:cNvPr>
            <p:cNvSpPr txBox="1"/>
            <p:nvPr/>
          </p:nvSpPr>
          <p:spPr>
            <a:xfrm>
              <a:off x="756568" y="1799654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69.3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0" name="TextBox 1">
              <a:extLst>
                <a:ext uri="{FF2B5EF4-FFF2-40B4-BE49-F238E27FC236}">
                  <a16:creationId xmlns:a16="http://schemas.microsoft.com/office/drawing/2014/main" id="{C1B256BA-3B0C-E5F6-C964-5213870D43BF}"/>
                </a:ext>
              </a:extLst>
            </p:cNvPr>
            <p:cNvSpPr txBox="1"/>
            <p:nvPr/>
          </p:nvSpPr>
          <p:spPr>
            <a:xfrm>
              <a:off x="1055285" y="1838668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67.4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TextBox 1">
              <a:extLst>
                <a:ext uri="{FF2B5EF4-FFF2-40B4-BE49-F238E27FC236}">
                  <a16:creationId xmlns:a16="http://schemas.microsoft.com/office/drawing/2014/main" id="{7D5C7CFA-20D7-6EFA-3DCC-C1B8C4EA51C3}"/>
                </a:ext>
              </a:extLst>
            </p:cNvPr>
            <p:cNvSpPr txBox="1"/>
            <p:nvPr/>
          </p:nvSpPr>
          <p:spPr>
            <a:xfrm>
              <a:off x="1339686" y="1693108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73.8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" name="TextBox 1">
              <a:extLst>
                <a:ext uri="{FF2B5EF4-FFF2-40B4-BE49-F238E27FC236}">
                  <a16:creationId xmlns:a16="http://schemas.microsoft.com/office/drawing/2014/main" id="{56052944-14E9-FE9E-E4DD-B0D09F3DFCBF}"/>
                </a:ext>
              </a:extLst>
            </p:cNvPr>
            <p:cNvSpPr txBox="1"/>
            <p:nvPr/>
          </p:nvSpPr>
          <p:spPr>
            <a:xfrm>
              <a:off x="1621010" y="1610997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77.2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4" name="TextBox 1">
              <a:extLst>
                <a:ext uri="{FF2B5EF4-FFF2-40B4-BE49-F238E27FC236}">
                  <a16:creationId xmlns:a16="http://schemas.microsoft.com/office/drawing/2014/main" id="{3E8581F0-E204-A1EA-6467-9301D6739056}"/>
                </a:ext>
              </a:extLst>
            </p:cNvPr>
            <p:cNvSpPr txBox="1"/>
            <p:nvPr/>
          </p:nvSpPr>
          <p:spPr>
            <a:xfrm>
              <a:off x="1891717" y="1693108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74.1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5" name="TextBox 1">
              <a:extLst>
                <a:ext uri="{FF2B5EF4-FFF2-40B4-BE49-F238E27FC236}">
                  <a16:creationId xmlns:a16="http://schemas.microsoft.com/office/drawing/2014/main" id="{138F3A51-8CF9-BF70-9D49-979C2CE15990}"/>
                </a:ext>
              </a:extLst>
            </p:cNvPr>
            <p:cNvSpPr txBox="1"/>
            <p:nvPr/>
          </p:nvSpPr>
          <p:spPr>
            <a:xfrm>
              <a:off x="2201801" y="1680352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74.3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6" name="TextBox 1">
              <a:extLst>
                <a:ext uri="{FF2B5EF4-FFF2-40B4-BE49-F238E27FC236}">
                  <a16:creationId xmlns:a16="http://schemas.microsoft.com/office/drawing/2014/main" id="{14DC5DE1-9B08-14FD-3107-16F8FEE1B459}"/>
                </a:ext>
              </a:extLst>
            </p:cNvPr>
            <p:cNvSpPr txBox="1"/>
            <p:nvPr/>
          </p:nvSpPr>
          <p:spPr>
            <a:xfrm>
              <a:off x="2443794" y="1674077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74.0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7" name="TextBox 1">
              <a:extLst>
                <a:ext uri="{FF2B5EF4-FFF2-40B4-BE49-F238E27FC236}">
                  <a16:creationId xmlns:a16="http://schemas.microsoft.com/office/drawing/2014/main" id="{55BF07FA-3F3B-9497-9326-3DEE7A6E9588}"/>
                </a:ext>
              </a:extLst>
            </p:cNvPr>
            <p:cNvSpPr txBox="1"/>
            <p:nvPr/>
          </p:nvSpPr>
          <p:spPr>
            <a:xfrm>
              <a:off x="2750209" y="1764395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69.1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8" name="TextBox 1">
              <a:extLst>
                <a:ext uri="{FF2B5EF4-FFF2-40B4-BE49-F238E27FC236}">
                  <a16:creationId xmlns:a16="http://schemas.microsoft.com/office/drawing/2014/main" id="{BFEE3155-E74E-CBDC-C2A5-0F1A5E023A2E}"/>
                </a:ext>
              </a:extLst>
            </p:cNvPr>
            <p:cNvSpPr txBox="1"/>
            <p:nvPr/>
          </p:nvSpPr>
          <p:spPr>
            <a:xfrm>
              <a:off x="3050120" y="1605499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77.9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9" name="TextBox 1">
              <a:extLst>
                <a:ext uri="{FF2B5EF4-FFF2-40B4-BE49-F238E27FC236}">
                  <a16:creationId xmlns:a16="http://schemas.microsoft.com/office/drawing/2014/main" id="{14D2504F-CB28-8A2A-3AF8-4F31A40727B4}"/>
                </a:ext>
              </a:extLst>
            </p:cNvPr>
            <p:cNvSpPr txBox="1"/>
            <p:nvPr/>
          </p:nvSpPr>
          <p:spPr>
            <a:xfrm>
              <a:off x="3342220" y="1499773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82.2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0" name="TextBox 1">
              <a:extLst>
                <a:ext uri="{FF2B5EF4-FFF2-40B4-BE49-F238E27FC236}">
                  <a16:creationId xmlns:a16="http://schemas.microsoft.com/office/drawing/2014/main" id="{EBF4A986-F195-3F1E-8960-D6D2A3FDF79C}"/>
                </a:ext>
              </a:extLst>
            </p:cNvPr>
            <p:cNvSpPr txBox="1"/>
            <p:nvPr/>
          </p:nvSpPr>
          <p:spPr>
            <a:xfrm>
              <a:off x="3608135" y="1620705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76.5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1" name="TextBox 1">
              <a:extLst>
                <a:ext uri="{FF2B5EF4-FFF2-40B4-BE49-F238E27FC236}">
                  <a16:creationId xmlns:a16="http://schemas.microsoft.com/office/drawing/2014/main" id="{5EF0E227-A659-FCC9-9C01-7602BCC2563A}"/>
                </a:ext>
              </a:extLst>
            </p:cNvPr>
            <p:cNvSpPr txBox="1"/>
            <p:nvPr/>
          </p:nvSpPr>
          <p:spPr>
            <a:xfrm>
              <a:off x="3895571" y="1667428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75.1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2" name="TextBox 1">
              <a:extLst>
                <a:ext uri="{FF2B5EF4-FFF2-40B4-BE49-F238E27FC236}">
                  <a16:creationId xmlns:a16="http://schemas.microsoft.com/office/drawing/2014/main" id="{7377D0B3-FF62-7DBC-C74A-3ACCF23BE7D9}"/>
                </a:ext>
              </a:extLst>
            </p:cNvPr>
            <p:cNvSpPr txBox="1"/>
            <p:nvPr/>
          </p:nvSpPr>
          <p:spPr>
            <a:xfrm>
              <a:off x="4183007" y="1533016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80.3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3" name="TextBox 1">
              <a:extLst>
                <a:ext uri="{FF2B5EF4-FFF2-40B4-BE49-F238E27FC236}">
                  <a16:creationId xmlns:a16="http://schemas.microsoft.com/office/drawing/2014/main" id="{26587BB2-3BCC-9496-2205-0B2CCA4C525C}"/>
                </a:ext>
              </a:extLst>
            </p:cNvPr>
            <p:cNvSpPr txBox="1"/>
            <p:nvPr/>
          </p:nvSpPr>
          <p:spPr>
            <a:xfrm>
              <a:off x="4470443" y="1583516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78.4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4" name="TextBox 1">
              <a:extLst>
                <a:ext uri="{FF2B5EF4-FFF2-40B4-BE49-F238E27FC236}">
                  <a16:creationId xmlns:a16="http://schemas.microsoft.com/office/drawing/2014/main" id="{04293D2D-37C4-2D02-FD48-F7A4E7FAEF47}"/>
                </a:ext>
              </a:extLst>
            </p:cNvPr>
            <p:cNvSpPr txBox="1"/>
            <p:nvPr/>
          </p:nvSpPr>
          <p:spPr>
            <a:xfrm>
              <a:off x="4752965" y="1487628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82.4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5" name="TextBox 1">
              <a:extLst>
                <a:ext uri="{FF2B5EF4-FFF2-40B4-BE49-F238E27FC236}">
                  <a16:creationId xmlns:a16="http://schemas.microsoft.com/office/drawing/2014/main" id="{D5A7E8EB-B561-2039-D65C-F43CD7D557F9}"/>
                </a:ext>
              </a:extLst>
            </p:cNvPr>
            <p:cNvSpPr txBox="1"/>
            <p:nvPr/>
          </p:nvSpPr>
          <p:spPr>
            <a:xfrm>
              <a:off x="5035487" y="1544775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79.7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6" name="TextBox 1">
              <a:extLst>
                <a:ext uri="{FF2B5EF4-FFF2-40B4-BE49-F238E27FC236}">
                  <a16:creationId xmlns:a16="http://schemas.microsoft.com/office/drawing/2014/main" id="{41849C34-E581-0E1E-490E-38D0DD2C390D}"/>
                </a:ext>
              </a:extLst>
            </p:cNvPr>
            <p:cNvSpPr txBox="1"/>
            <p:nvPr/>
          </p:nvSpPr>
          <p:spPr>
            <a:xfrm>
              <a:off x="5332751" y="1455258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84.4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7" name="TextBox 1">
              <a:extLst>
                <a:ext uri="{FF2B5EF4-FFF2-40B4-BE49-F238E27FC236}">
                  <a16:creationId xmlns:a16="http://schemas.microsoft.com/office/drawing/2014/main" id="{9FA9774F-1A72-F895-C267-8CDF6E1BE3BF}"/>
                </a:ext>
              </a:extLst>
            </p:cNvPr>
            <p:cNvSpPr txBox="1"/>
            <p:nvPr/>
          </p:nvSpPr>
          <p:spPr>
            <a:xfrm>
              <a:off x="5610489" y="1384485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87.1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8" name="TextBox 1">
              <a:extLst>
                <a:ext uri="{FF2B5EF4-FFF2-40B4-BE49-F238E27FC236}">
                  <a16:creationId xmlns:a16="http://schemas.microsoft.com/office/drawing/2014/main" id="{F9A5D982-92C1-EF87-425A-17175083D608}"/>
                </a:ext>
              </a:extLst>
            </p:cNvPr>
            <p:cNvSpPr txBox="1"/>
            <p:nvPr/>
          </p:nvSpPr>
          <p:spPr>
            <a:xfrm>
              <a:off x="5905386" y="1413417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85.1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0" name="TextBox 1">
              <a:extLst>
                <a:ext uri="{FF2B5EF4-FFF2-40B4-BE49-F238E27FC236}">
                  <a16:creationId xmlns:a16="http://schemas.microsoft.com/office/drawing/2014/main" id="{415A7CE2-4B86-4D46-9142-E44A0F658693}"/>
                </a:ext>
              </a:extLst>
            </p:cNvPr>
            <p:cNvSpPr txBox="1"/>
            <p:nvPr/>
          </p:nvSpPr>
          <p:spPr>
            <a:xfrm>
              <a:off x="6200283" y="1535595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79.2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1" name="TextBox 1">
              <a:extLst>
                <a:ext uri="{FF2B5EF4-FFF2-40B4-BE49-F238E27FC236}">
                  <a16:creationId xmlns:a16="http://schemas.microsoft.com/office/drawing/2014/main" id="{7223AC14-FE2D-0A5F-6EBB-F95B4BD797C7}"/>
                </a:ext>
              </a:extLst>
            </p:cNvPr>
            <p:cNvSpPr txBox="1"/>
            <p:nvPr/>
          </p:nvSpPr>
          <p:spPr>
            <a:xfrm>
              <a:off x="6468327" y="1457671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83.6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2" name="TextBox 1">
              <a:extLst>
                <a:ext uri="{FF2B5EF4-FFF2-40B4-BE49-F238E27FC236}">
                  <a16:creationId xmlns:a16="http://schemas.microsoft.com/office/drawing/2014/main" id="{8ED0DA1D-37E5-CF77-5C2E-DD6D8B2656C8}"/>
                </a:ext>
              </a:extLst>
            </p:cNvPr>
            <p:cNvSpPr txBox="1"/>
            <p:nvPr/>
          </p:nvSpPr>
          <p:spPr>
            <a:xfrm>
              <a:off x="6738098" y="1392614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86.0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3" name="TextBox 1">
              <a:extLst>
                <a:ext uri="{FF2B5EF4-FFF2-40B4-BE49-F238E27FC236}">
                  <a16:creationId xmlns:a16="http://schemas.microsoft.com/office/drawing/2014/main" id="{5C29271B-35C3-E71F-C056-5A43A1510ED8}"/>
                </a:ext>
              </a:extLst>
            </p:cNvPr>
            <p:cNvSpPr txBox="1"/>
            <p:nvPr/>
          </p:nvSpPr>
          <p:spPr>
            <a:xfrm>
              <a:off x="7031268" y="1440600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84.2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4" name="TextBox 1">
              <a:extLst>
                <a:ext uri="{FF2B5EF4-FFF2-40B4-BE49-F238E27FC236}">
                  <a16:creationId xmlns:a16="http://schemas.microsoft.com/office/drawing/2014/main" id="{13E097B0-D4D6-2C25-6607-B189253B6FFC}"/>
                </a:ext>
              </a:extLst>
            </p:cNvPr>
            <p:cNvSpPr txBox="1"/>
            <p:nvPr/>
          </p:nvSpPr>
          <p:spPr>
            <a:xfrm>
              <a:off x="7324438" y="1466794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83.7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5" name="TextBox 1">
              <a:extLst>
                <a:ext uri="{FF2B5EF4-FFF2-40B4-BE49-F238E27FC236}">
                  <a16:creationId xmlns:a16="http://schemas.microsoft.com/office/drawing/2014/main" id="{75833FDC-F148-E247-D065-DC1E50922D72}"/>
                </a:ext>
              </a:extLst>
            </p:cNvPr>
            <p:cNvSpPr txBox="1"/>
            <p:nvPr/>
          </p:nvSpPr>
          <p:spPr>
            <a:xfrm>
              <a:off x="7617167" y="1377370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87.4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6" name="TextBox 1">
              <a:extLst>
                <a:ext uri="{FF2B5EF4-FFF2-40B4-BE49-F238E27FC236}">
                  <a16:creationId xmlns:a16="http://schemas.microsoft.com/office/drawing/2014/main" id="{2D7F95FB-B37A-4401-870C-D560CA4CF7C7}"/>
                </a:ext>
              </a:extLst>
            </p:cNvPr>
            <p:cNvSpPr txBox="1"/>
            <p:nvPr/>
          </p:nvSpPr>
          <p:spPr>
            <a:xfrm>
              <a:off x="7890846" y="1494151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81.7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7" name="TextBox 1">
              <a:extLst>
                <a:ext uri="{FF2B5EF4-FFF2-40B4-BE49-F238E27FC236}">
                  <a16:creationId xmlns:a16="http://schemas.microsoft.com/office/drawing/2014/main" id="{B39B3526-C4C2-6E2E-6037-24154626EF50}"/>
                </a:ext>
              </a:extLst>
            </p:cNvPr>
            <p:cNvSpPr txBox="1"/>
            <p:nvPr/>
          </p:nvSpPr>
          <p:spPr>
            <a:xfrm>
              <a:off x="8173643" y="1467588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83.9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8" name="TextBox 1">
              <a:extLst>
                <a:ext uri="{FF2B5EF4-FFF2-40B4-BE49-F238E27FC236}">
                  <a16:creationId xmlns:a16="http://schemas.microsoft.com/office/drawing/2014/main" id="{0CABAFAE-F9B5-6EF3-D522-000040B3B6CA}"/>
                </a:ext>
              </a:extLst>
            </p:cNvPr>
            <p:cNvSpPr txBox="1"/>
            <p:nvPr/>
          </p:nvSpPr>
          <p:spPr>
            <a:xfrm>
              <a:off x="8456440" y="1520260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80.6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9" name="TextBox 1">
              <a:extLst>
                <a:ext uri="{FF2B5EF4-FFF2-40B4-BE49-F238E27FC236}">
                  <a16:creationId xmlns:a16="http://schemas.microsoft.com/office/drawing/2014/main" id="{16797ABF-DA19-9EB4-1058-4094153C182E}"/>
                </a:ext>
              </a:extLst>
            </p:cNvPr>
            <p:cNvSpPr txBox="1"/>
            <p:nvPr/>
          </p:nvSpPr>
          <p:spPr>
            <a:xfrm>
              <a:off x="8747152" y="1392614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87.1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0" name="TextBox 1">
              <a:extLst>
                <a:ext uri="{FF2B5EF4-FFF2-40B4-BE49-F238E27FC236}">
                  <a16:creationId xmlns:a16="http://schemas.microsoft.com/office/drawing/2014/main" id="{48DD2ED1-7AB1-4ABD-EA8B-CD21A0F95744}"/>
                </a:ext>
              </a:extLst>
            </p:cNvPr>
            <p:cNvSpPr txBox="1"/>
            <p:nvPr/>
          </p:nvSpPr>
          <p:spPr>
            <a:xfrm>
              <a:off x="186532" y="1845109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75.5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" name="TextBox 1">
              <a:extLst>
                <a:ext uri="{FF2B5EF4-FFF2-40B4-BE49-F238E27FC236}">
                  <a16:creationId xmlns:a16="http://schemas.microsoft.com/office/drawing/2014/main" id="{5D673D51-DC9A-FCB1-AFB6-EBAAFA7FBF4E}"/>
                </a:ext>
              </a:extLst>
            </p:cNvPr>
            <p:cNvSpPr txBox="1"/>
            <p:nvPr/>
          </p:nvSpPr>
          <p:spPr>
            <a:xfrm>
              <a:off x="476489" y="2416541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42.7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2" name="TextBox 1">
              <a:extLst>
                <a:ext uri="{FF2B5EF4-FFF2-40B4-BE49-F238E27FC236}">
                  <a16:creationId xmlns:a16="http://schemas.microsoft.com/office/drawing/2014/main" id="{744A42B0-B375-7582-927C-E7EFAF774584}"/>
                </a:ext>
              </a:extLst>
            </p:cNvPr>
            <p:cNvSpPr txBox="1"/>
            <p:nvPr/>
          </p:nvSpPr>
          <p:spPr>
            <a:xfrm>
              <a:off x="760775" y="2454912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40.7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3" name="TextBox 1">
              <a:extLst>
                <a:ext uri="{FF2B5EF4-FFF2-40B4-BE49-F238E27FC236}">
                  <a16:creationId xmlns:a16="http://schemas.microsoft.com/office/drawing/2014/main" id="{D1FA9689-8C25-3BB6-6D18-008B596EFACF}"/>
                </a:ext>
              </a:extLst>
            </p:cNvPr>
            <p:cNvSpPr txBox="1"/>
            <p:nvPr/>
          </p:nvSpPr>
          <p:spPr>
            <a:xfrm>
              <a:off x="1039093" y="2092990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57.5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4" name="TextBox 1">
              <a:extLst>
                <a:ext uri="{FF2B5EF4-FFF2-40B4-BE49-F238E27FC236}">
                  <a16:creationId xmlns:a16="http://schemas.microsoft.com/office/drawing/2014/main" id="{44399E68-52D2-0A7C-4845-826C7E78C0C5}"/>
                </a:ext>
              </a:extLst>
            </p:cNvPr>
            <p:cNvSpPr txBox="1"/>
            <p:nvPr/>
          </p:nvSpPr>
          <p:spPr>
            <a:xfrm>
              <a:off x="1328494" y="2025061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59.7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5" name="TextBox 1">
              <a:extLst>
                <a:ext uri="{FF2B5EF4-FFF2-40B4-BE49-F238E27FC236}">
                  <a16:creationId xmlns:a16="http://schemas.microsoft.com/office/drawing/2014/main" id="{BF68CF86-2FD5-447F-7DA7-C6C1E8E06695}"/>
                </a:ext>
              </a:extLst>
            </p:cNvPr>
            <p:cNvSpPr txBox="1"/>
            <p:nvPr/>
          </p:nvSpPr>
          <p:spPr>
            <a:xfrm>
              <a:off x="1622786" y="2372189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44.6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6" name="TextBox 1">
              <a:extLst>
                <a:ext uri="{FF2B5EF4-FFF2-40B4-BE49-F238E27FC236}">
                  <a16:creationId xmlns:a16="http://schemas.microsoft.com/office/drawing/2014/main" id="{144E838C-C318-24AE-B561-797680C9C331}"/>
                </a:ext>
              </a:extLst>
            </p:cNvPr>
            <p:cNvSpPr txBox="1"/>
            <p:nvPr/>
          </p:nvSpPr>
          <p:spPr>
            <a:xfrm>
              <a:off x="1891717" y="2318503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47.3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7" name="TextBox 1">
              <a:extLst>
                <a:ext uri="{FF2B5EF4-FFF2-40B4-BE49-F238E27FC236}">
                  <a16:creationId xmlns:a16="http://schemas.microsoft.com/office/drawing/2014/main" id="{E0971FC0-0E76-6E59-6FB5-F93A52D09D9A}"/>
                </a:ext>
              </a:extLst>
            </p:cNvPr>
            <p:cNvSpPr txBox="1"/>
            <p:nvPr/>
          </p:nvSpPr>
          <p:spPr>
            <a:xfrm>
              <a:off x="2173806" y="2203213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52.1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8" name="TextBox 1">
              <a:extLst>
                <a:ext uri="{FF2B5EF4-FFF2-40B4-BE49-F238E27FC236}">
                  <a16:creationId xmlns:a16="http://schemas.microsoft.com/office/drawing/2014/main" id="{100C1DB9-E156-7198-AB97-90F213723128}"/>
                </a:ext>
              </a:extLst>
            </p:cNvPr>
            <p:cNvSpPr txBox="1"/>
            <p:nvPr/>
          </p:nvSpPr>
          <p:spPr>
            <a:xfrm>
              <a:off x="2446223" y="2015278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59.5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9" name="TextBox 1">
              <a:extLst>
                <a:ext uri="{FF2B5EF4-FFF2-40B4-BE49-F238E27FC236}">
                  <a16:creationId xmlns:a16="http://schemas.microsoft.com/office/drawing/2014/main" id="{7D62424B-9869-A614-C123-C4EBAC02972E}"/>
                </a:ext>
              </a:extLst>
            </p:cNvPr>
            <p:cNvSpPr txBox="1"/>
            <p:nvPr/>
          </p:nvSpPr>
          <p:spPr>
            <a:xfrm>
              <a:off x="2750209" y="2092990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65.1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0" name="TextBox 1">
              <a:extLst>
                <a:ext uri="{FF2B5EF4-FFF2-40B4-BE49-F238E27FC236}">
                  <a16:creationId xmlns:a16="http://schemas.microsoft.com/office/drawing/2014/main" id="{A0C0A4A5-7735-B477-FFDB-814C45C57D8E}"/>
                </a:ext>
              </a:extLst>
            </p:cNvPr>
            <p:cNvSpPr txBox="1"/>
            <p:nvPr/>
          </p:nvSpPr>
          <p:spPr>
            <a:xfrm>
              <a:off x="3057652" y="1804191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77.1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1" name="TextBox 1">
              <a:extLst>
                <a:ext uri="{FF2B5EF4-FFF2-40B4-BE49-F238E27FC236}">
                  <a16:creationId xmlns:a16="http://schemas.microsoft.com/office/drawing/2014/main" id="{94DD4E38-2312-EE53-DA69-0980185B5C44}"/>
                </a:ext>
              </a:extLst>
            </p:cNvPr>
            <p:cNvSpPr txBox="1"/>
            <p:nvPr/>
          </p:nvSpPr>
          <p:spPr>
            <a:xfrm>
              <a:off x="3336080" y="1740726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80.5</a:t>
              </a:r>
              <a:endPara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2" name="TextBox 1">
              <a:extLst>
                <a:ext uri="{FF2B5EF4-FFF2-40B4-BE49-F238E27FC236}">
                  <a16:creationId xmlns:a16="http://schemas.microsoft.com/office/drawing/2014/main" id="{34953AC5-D08E-2D65-EF42-D25A9FA06F3B}"/>
                </a:ext>
              </a:extLst>
            </p:cNvPr>
            <p:cNvSpPr txBox="1"/>
            <p:nvPr/>
          </p:nvSpPr>
          <p:spPr>
            <a:xfrm>
              <a:off x="3584167" y="1864711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74.6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3" name="TextBox 1">
              <a:extLst>
                <a:ext uri="{FF2B5EF4-FFF2-40B4-BE49-F238E27FC236}">
                  <a16:creationId xmlns:a16="http://schemas.microsoft.com/office/drawing/2014/main" id="{45B53B0F-FDA0-E210-ED2D-D84A848197A0}"/>
                </a:ext>
              </a:extLst>
            </p:cNvPr>
            <p:cNvSpPr txBox="1"/>
            <p:nvPr/>
          </p:nvSpPr>
          <p:spPr>
            <a:xfrm>
              <a:off x="3905011" y="1910965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73.0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4" name="TextBox 1">
              <a:extLst>
                <a:ext uri="{FF2B5EF4-FFF2-40B4-BE49-F238E27FC236}">
                  <a16:creationId xmlns:a16="http://schemas.microsoft.com/office/drawing/2014/main" id="{0A9DF9C7-8598-7C8F-F6F1-C161CEBCE158}"/>
                </a:ext>
              </a:extLst>
            </p:cNvPr>
            <p:cNvSpPr txBox="1"/>
            <p:nvPr/>
          </p:nvSpPr>
          <p:spPr>
            <a:xfrm>
              <a:off x="4191087" y="1758165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78.4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5" name="TextBox 1">
              <a:extLst>
                <a:ext uri="{FF2B5EF4-FFF2-40B4-BE49-F238E27FC236}">
                  <a16:creationId xmlns:a16="http://schemas.microsoft.com/office/drawing/2014/main" id="{68987B25-5BDA-8E78-0097-867635202310}"/>
                </a:ext>
              </a:extLst>
            </p:cNvPr>
            <p:cNvSpPr txBox="1"/>
            <p:nvPr/>
          </p:nvSpPr>
          <p:spPr>
            <a:xfrm>
              <a:off x="4470442" y="1783129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77.0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6" name="TextBox 1">
              <a:extLst>
                <a:ext uri="{FF2B5EF4-FFF2-40B4-BE49-F238E27FC236}">
                  <a16:creationId xmlns:a16="http://schemas.microsoft.com/office/drawing/2014/main" id="{F764406D-34AD-73BE-88DF-D70160AEA846}"/>
                </a:ext>
              </a:extLst>
            </p:cNvPr>
            <p:cNvSpPr txBox="1"/>
            <p:nvPr/>
          </p:nvSpPr>
          <p:spPr>
            <a:xfrm>
              <a:off x="4750594" y="1722670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81.1</a:t>
              </a:r>
              <a:endPara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7" name="TextBox 1">
              <a:extLst>
                <a:ext uri="{FF2B5EF4-FFF2-40B4-BE49-F238E27FC236}">
                  <a16:creationId xmlns:a16="http://schemas.microsoft.com/office/drawing/2014/main" id="{32F4B8D2-0BE2-CDF5-7EDD-FAFD7F904E3F}"/>
                </a:ext>
              </a:extLst>
            </p:cNvPr>
            <p:cNvSpPr txBox="1"/>
            <p:nvPr/>
          </p:nvSpPr>
          <p:spPr>
            <a:xfrm>
              <a:off x="5029006" y="1750819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78.5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8" name="TextBox 1">
              <a:extLst>
                <a:ext uri="{FF2B5EF4-FFF2-40B4-BE49-F238E27FC236}">
                  <a16:creationId xmlns:a16="http://schemas.microsoft.com/office/drawing/2014/main" id="{977CD627-5146-9C94-86EA-08D77A6DEFB8}"/>
                </a:ext>
              </a:extLst>
            </p:cNvPr>
            <p:cNvSpPr txBox="1"/>
            <p:nvPr/>
          </p:nvSpPr>
          <p:spPr>
            <a:xfrm>
              <a:off x="5321462" y="1639021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83.1</a:t>
              </a:r>
              <a:endPara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9" name="TextBox 1">
              <a:extLst>
                <a:ext uri="{FF2B5EF4-FFF2-40B4-BE49-F238E27FC236}">
                  <a16:creationId xmlns:a16="http://schemas.microsoft.com/office/drawing/2014/main" id="{4F48D549-D96D-351F-890D-0E959EFE4848}"/>
                </a:ext>
              </a:extLst>
            </p:cNvPr>
            <p:cNvSpPr txBox="1"/>
            <p:nvPr/>
          </p:nvSpPr>
          <p:spPr>
            <a:xfrm>
              <a:off x="5600587" y="1584881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85.8</a:t>
              </a:r>
              <a:endPara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0" name="TextBox 1">
              <a:extLst>
                <a:ext uri="{FF2B5EF4-FFF2-40B4-BE49-F238E27FC236}">
                  <a16:creationId xmlns:a16="http://schemas.microsoft.com/office/drawing/2014/main" id="{65C16D7F-F3A4-CB1C-E433-71D8A55075A2}"/>
                </a:ext>
              </a:extLst>
            </p:cNvPr>
            <p:cNvSpPr txBox="1"/>
            <p:nvPr/>
          </p:nvSpPr>
          <p:spPr>
            <a:xfrm>
              <a:off x="5874287" y="1633769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84.3</a:t>
              </a:r>
              <a:endPara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1" name="TextBox 1">
              <a:extLst>
                <a:ext uri="{FF2B5EF4-FFF2-40B4-BE49-F238E27FC236}">
                  <a16:creationId xmlns:a16="http://schemas.microsoft.com/office/drawing/2014/main" id="{5ACC5B30-33D9-2026-C8D0-BA45A0BBB163}"/>
                </a:ext>
              </a:extLst>
            </p:cNvPr>
            <p:cNvSpPr txBox="1"/>
            <p:nvPr/>
          </p:nvSpPr>
          <p:spPr>
            <a:xfrm>
              <a:off x="6174339" y="1773611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77.8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2" name="TextBox 1">
              <a:extLst>
                <a:ext uri="{FF2B5EF4-FFF2-40B4-BE49-F238E27FC236}">
                  <a16:creationId xmlns:a16="http://schemas.microsoft.com/office/drawing/2014/main" id="{9FF01FDB-FB9D-A3B4-61CF-05D42641A9DA}"/>
                </a:ext>
              </a:extLst>
            </p:cNvPr>
            <p:cNvSpPr txBox="1"/>
            <p:nvPr/>
          </p:nvSpPr>
          <p:spPr>
            <a:xfrm>
              <a:off x="6475344" y="1648011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82.4</a:t>
              </a:r>
              <a:endPara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3" name="TextBox 1">
              <a:extLst>
                <a:ext uri="{FF2B5EF4-FFF2-40B4-BE49-F238E27FC236}">
                  <a16:creationId xmlns:a16="http://schemas.microsoft.com/office/drawing/2014/main" id="{2806D678-3A3A-39A0-A155-37BCF36B9DEC}"/>
                </a:ext>
              </a:extLst>
            </p:cNvPr>
            <p:cNvSpPr txBox="1"/>
            <p:nvPr/>
          </p:nvSpPr>
          <p:spPr>
            <a:xfrm>
              <a:off x="6745249" y="1620705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84.6</a:t>
              </a:r>
              <a:endPara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4" name="TextBox 1">
              <a:extLst>
                <a:ext uri="{FF2B5EF4-FFF2-40B4-BE49-F238E27FC236}">
                  <a16:creationId xmlns:a16="http://schemas.microsoft.com/office/drawing/2014/main" id="{F6EBA74F-9FD2-A3C7-19C4-A9133D3B31B1}"/>
                </a:ext>
              </a:extLst>
            </p:cNvPr>
            <p:cNvSpPr txBox="1"/>
            <p:nvPr/>
          </p:nvSpPr>
          <p:spPr>
            <a:xfrm>
              <a:off x="7032494" y="1640410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83.2</a:t>
              </a:r>
              <a:endPara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5" name="TextBox 1">
              <a:extLst>
                <a:ext uri="{FF2B5EF4-FFF2-40B4-BE49-F238E27FC236}">
                  <a16:creationId xmlns:a16="http://schemas.microsoft.com/office/drawing/2014/main" id="{03A5FF4C-99E6-83BC-4C5C-80B99913B1F4}"/>
                </a:ext>
              </a:extLst>
            </p:cNvPr>
            <p:cNvSpPr txBox="1"/>
            <p:nvPr/>
          </p:nvSpPr>
          <p:spPr>
            <a:xfrm>
              <a:off x="7317582" y="1643587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82.4</a:t>
              </a:r>
              <a:endPara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6" name="TextBox 1">
              <a:extLst>
                <a:ext uri="{FF2B5EF4-FFF2-40B4-BE49-F238E27FC236}">
                  <a16:creationId xmlns:a16="http://schemas.microsoft.com/office/drawing/2014/main" id="{DD4ED4BB-8CB7-6CF5-40F8-4C5783CC54FB}"/>
                </a:ext>
              </a:extLst>
            </p:cNvPr>
            <p:cNvSpPr txBox="1"/>
            <p:nvPr/>
          </p:nvSpPr>
          <p:spPr>
            <a:xfrm>
              <a:off x="7607678" y="1625233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85.8</a:t>
              </a:r>
              <a:endPara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7" name="TextBox 1">
              <a:extLst>
                <a:ext uri="{FF2B5EF4-FFF2-40B4-BE49-F238E27FC236}">
                  <a16:creationId xmlns:a16="http://schemas.microsoft.com/office/drawing/2014/main" id="{36FBA531-08AF-AED2-EC45-4E31C1B0788B}"/>
                </a:ext>
              </a:extLst>
            </p:cNvPr>
            <p:cNvSpPr txBox="1"/>
            <p:nvPr/>
          </p:nvSpPr>
          <p:spPr>
            <a:xfrm>
              <a:off x="7890846" y="1739134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79.7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8" name="TextBox 1">
              <a:extLst>
                <a:ext uri="{FF2B5EF4-FFF2-40B4-BE49-F238E27FC236}">
                  <a16:creationId xmlns:a16="http://schemas.microsoft.com/office/drawing/2014/main" id="{51951542-79DC-C85F-8870-3BDADC8E40F4}"/>
                </a:ext>
              </a:extLst>
            </p:cNvPr>
            <p:cNvSpPr txBox="1"/>
            <p:nvPr/>
          </p:nvSpPr>
          <p:spPr>
            <a:xfrm>
              <a:off x="8179302" y="1648010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82.3</a:t>
              </a:r>
              <a:endPara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9" name="TextBox 1">
              <a:extLst>
                <a:ext uri="{FF2B5EF4-FFF2-40B4-BE49-F238E27FC236}">
                  <a16:creationId xmlns:a16="http://schemas.microsoft.com/office/drawing/2014/main" id="{D432E3B9-1D18-934D-19AD-83594682D886}"/>
                </a:ext>
              </a:extLst>
            </p:cNvPr>
            <p:cNvSpPr txBox="1"/>
            <p:nvPr/>
          </p:nvSpPr>
          <p:spPr>
            <a:xfrm>
              <a:off x="8464110" y="1744590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80.6</a:t>
              </a:r>
              <a:endPara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0" name="TextBox 1">
              <a:extLst>
                <a:ext uri="{FF2B5EF4-FFF2-40B4-BE49-F238E27FC236}">
                  <a16:creationId xmlns:a16="http://schemas.microsoft.com/office/drawing/2014/main" id="{99D32767-5A5A-CB01-AB39-63E5873CFF6F}"/>
                </a:ext>
              </a:extLst>
            </p:cNvPr>
            <p:cNvSpPr txBox="1"/>
            <p:nvPr/>
          </p:nvSpPr>
          <p:spPr>
            <a:xfrm>
              <a:off x="8759731" y="1592146"/>
              <a:ext cx="241947" cy="130114"/>
            </a:xfrm>
            <a:prstGeom prst="rect">
              <a:avLst/>
            </a:prstGeom>
          </p:spPr>
          <p:txBody>
            <a:bodyPr wrap="square" lIns="0" tIns="0" rIns="0" bIns="0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85.8</a:t>
              </a:r>
              <a:endPara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</p:grp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A2523F71-C265-E0E9-3DC3-8C81DD6CA62D}"/>
              </a:ext>
            </a:extLst>
          </p:cNvPr>
          <p:cNvCxnSpPr>
            <a:cxnSpLocks/>
          </p:cNvCxnSpPr>
          <p:nvPr/>
        </p:nvCxnSpPr>
        <p:spPr>
          <a:xfrm flipH="1">
            <a:off x="227045" y="1679107"/>
            <a:ext cx="8790000" cy="0"/>
          </a:xfrm>
          <a:prstGeom prst="line">
            <a:avLst/>
          </a:prstGeom>
          <a:ln w="9525">
            <a:solidFill>
              <a:srgbClr val="0000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1">
            <a:extLst>
              <a:ext uri="{FF2B5EF4-FFF2-40B4-BE49-F238E27FC236}">
                <a16:creationId xmlns:a16="http://schemas.microsoft.com/office/drawing/2014/main" id="{C40F8E9E-B4AA-BB0E-11B2-5155AA06F5F7}"/>
              </a:ext>
            </a:extLst>
          </p:cNvPr>
          <p:cNvSpPr txBox="1"/>
          <p:nvPr/>
        </p:nvSpPr>
        <p:spPr>
          <a:xfrm>
            <a:off x="485765" y="3458369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33.5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83" name="그룹 182">
            <a:extLst>
              <a:ext uri="{FF2B5EF4-FFF2-40B4-BE49-F238E27FC236}">
                <a16:creationId xmlns:a16="http://schemas.microsoft.com/office/drawing/2014/main" id="{E3F2A158-6C64-F1AD-7458-4279CCF5482D}"/>
              </a:ext>
            </a:extLst>
          </p:cNvPr>
          <p:cNvGrpSpPr/>
          <p:nvPr/>
        </p:nvGrpSpPr>
        <p:grpSpPr>
          <a:xfrm>
            <a:off x="5891949" y="1049769"/>
            <a:ext cx="3250464" cy="200055"/>
            <a:chOff x="5891949" y="1138502"/>
            <a:chExt cx="3250464" cy="200055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894AABA3-F9C4-B58E-991E-4B62D8F2A308}"/>
                </a:ext>
              </a:extLst>
            </p:cNvPr>
            <p:cNvSpPr/>
            <p:nvPr/>
          </p:nvSpPr>
          <p:spPr>
            <a:xfrm>
              <a:off x="6790393" y="1138502"/>
              <a:ext cx="537357" cy="200055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POR</a:t>
              </a: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생산가동률</a:t>
              </a:r>
              <a:r>
                <a:rPr kumimoji="0" lang="en-US" altLang="ko-KR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A0DFAE39-B720-47B1-6FB7-562F7D6D821F}"/>
                </a:ext>
              </a:extLst>
            </p:cNvPr>
            <p:cNvGrpSpPr/>
            <p:nvPr/>
          </p:nvGrpSpPr>
          <p:grpSpPr>
            <a:xfrm>
              <a:off x="6588847" y="1168550"/>
              <a:ext cx="176213" cy="47625"/>
              <a:chOff x="3944729" y="855724"/>
              <a:chExt cx="176213" cy="47625"/>
            </a:xfrm>
          </p:grpSpPr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7FCC0287-5B61-9AA3-D227-9DDD46B48FEC}"/>
                  </a:ext>
                </a:extLst>
              </p:cNvPr>
              <p:cNvCxnSpPr/>
              <p:nvPr/>
            </p:nvCxnSpPr>
            <p:spPr>
              <a:xfrm>
                <a:off x="3944729" y="880739"/>
                <a:ext cx="176213" cy="0"/>
              </a:xfrm>
              <a:prstGeom prst="lin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0000FF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3E2334FD-6530-37E3-B3DF-5F9951E7ADFC}"/>
                  </a:ext>
                </a:extLst>
              </p:cNvPr>
              <p:cNvSpPr/>
              <p:nvPr/>
            </p:nvSpPr>
            <p:spPr>
              <a:xfrm>
                <a:off x="4009022" y="855724"/>
                <a:ext cx="47625" cy="47625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">
                <a:solidFill>
                  <a:srgbClr val="0000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32" name="직사각형 131">
              <a:extLst>
                <a:ext uri="{FF2B5EF4-FFF2-40B4-BE49-F238E27FC236}">
                  <a16:creationId xmlns:a16="http://schemas.microsoft.com/office/drawing/2014/main" id="{2AAB91EB-9B9B-450F-97CB-3E9FB13D4273}"/>
                </a:ext>
              </a:extLst>
            </p:cNvPr>
            <p:cNvSpPr/>
            <p:nvPr/>
          </p:nvSpPr>
          <p:spPr>
            <a:xfrm>
              <a:off x="6093495" y="1138502"/>
              <a:ext cx="537357" cy="200055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OEE</a:t>
              </a: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설비종합효율</a:t>
              </a:r>
              <a:r>
                <a:rPr kumimoji="0" lang="en-US" altLang="ko-KR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grpSp>
          <p:nvGrpSpPr>
            <p:cNvPr id="133" name="그룹 132">
              <a:extLst>
                <a:ext uri="{FF2B5EF4-FFF2-40B4-BE49-F238E27FC236}">
                  <a16:creationId xmlns:a16="http://schemas.microsoft.com/office/drawing/2014/main" id="{F508422F-49F2-4C7A-B535-68374958B085}"/>
                </a:ext>
              </a:extLst>
            </p:cNvPr>
            <p:cNvGrpSpPr/>
            <p:nvPr/>
          </p:nvGrpSpPr>
          <p:grpSpPr>
            <a:xfrm>
              <a:off x="5891949" y="1168550"/>
              <a:ext cx="176213" cy="47625"/>
              <a:chOff x="3944729" y="855724"/>
              <a:chExt cx="176213" cy="47625"/>
            </a:xfrm>
          </p:grpSpPr>
          <p:cxnSp>
            <p:nvCxnSpPr>
              <p:cNvPr id="134" name="직선 연결선 133">
                <a:extLst>
                  <a:ext uri="{FF2B5EF4-FFF2-40B4-BE49-F238E27FC236}">
                    <a16:creationId xmlns:a16="http://schemas.microsoft.com/office/drawing/2014/main" id="{DE1F4945-AB53-4407-9F60-0F73D80DBD6D}"/>
                  </a:ext>
                </a:extLst>
              </p:cNvPr>
              <p:cNvCxnSpPr/>
              <p:nvPr/>
            </p:nvCxnSpPr>
            <p:spPr>
              <a:xfrm>
                <a:off x="3944729" y="880739"/>
                <a:ext cx="176213" cy="0"/>
              </a:xfrm>
              <a:prstGeom prst="lin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rgbClr val="0066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5" name="타원 134">
                <a:extLst>
                  <a:ext uri="{FF2B5EF4-FFF2-40B4-BE49-F238E27FC236}">
                    <a16:creationId xmlns:a16="http://schemas.microsoft.com/office/drawing/2014/main" id="{2FE0590E-B8F9-4C6C-BD5D-C0A863E307BF}"/>
                  </a:ext>
                </a:extLst>
              </p:cNvPr>
              <p:cNvSpPr/>
              <p:nvPr/>
            </p:nvSpPr>
            <p:spPr>
              <a:xfrm>
                <a:off x="4009022" y="855724"/>
                <a:ext cx="47625" cy="47625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6350">
                <a:solidFill>
                  <a:srgbClr val="00660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6DC049E3-8B5F-4EBC-B98A-3C2BCC31DDD5}"/>
                </a:ext>
              </a:extLst>
            </p:cNvPr>
            <p:cNvSpPr/>
            <p:nvPr/>
          </p:nvSpPr>
          <p:spPr>
            <a:xfrm>
              <a:off x="7232738" y="1163366"/>
              <a:ext cx="194393" cy="5204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id="{3DF7FD40-A64B-4F21-9A0F-9A6BBC1572F0}"/>
                </a:ext>
              </a:extLst>
            </p:cNvPr>
            <p:cNvSpPr/>
            <p:nvPr/>
          </p:nvSpPr>
          <p:spPr>
            <a:xfrm>
              <a:off x="7850864" y="1163366"/>
              <a:ext cx="194393" cy="52045"/>
            </a:xfrm>
            <a:prstGeom prst="rect">
              <a:avLst/>
            </a:prstGeom>
            <a:solidFill>
              <a:srgbClr val="0099FF"/>
            </a:solidFill>
            <a:ln w="3175">
              <a:solidFill>
                <a:srgbClr val="0000F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2" name="직사각형 141">
              <a:extLst>
                <a:ext uri="{FF2B5EF4-FFF2-40B4-BE49-F238E27FC236}">
                  <a16:creationId xmlns:a16="http://schemas.microsoft.com/office/drawing/2014/main" id="{D9B22FE1-F077-4607-90C7-2F9880CE852A}"/>
                </a:ext>
              </a:extLst>
            </p:cNvPr>
            <p:cNvSpPr/>
            <p:nvPr/>
          </p:nvSpPr>
          <p:spPr>
            <a:xfrm>
              <a:off x="8474359" y="1163366"/>
              <a:ext cx="194393" cy="52045"/>
            </a:xfrm>
            <a:prstGeom prst="rect">
              <a:avLst/>
            </a:prstGeom>
            <a:solidFill>
              <a:srgbClr val="FBE5D6"/>
            </a:solidFill>
            <a:ln w="3175"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77ACD1D5-0262-EF8A-3545-3C31B025C22A}"/>
                </a:ext>
              </a:extLst>
            </p:cNvPr>
            <p:cNvSpPr/>
            <p:nvPr/>
          </p:nvSpPr>
          <p:spPr>
            <a:xfrm>
              <a:off x="7469328" y="1138502"/>
              <a:ext cx="537357" cy="200055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생산계획</a:t>
              </a:r>
              <a:endPara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en-US" altLang="ko-KR" sz="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Kcell</a:t>
              </a:r>
              <a:r>
                <a:rPr kumimoji="0" lang="en-US" altLang="ko-KR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56EF5D44-3716-D067-8B62-4762210027E0}"/>
                </a:ext>
              </a:extLst>
            </p:cNvPr>
            <p:cNvSpPr/>
            <p:nvPr/>
          </p:nvSpPr>
          <p:spPr>
            <a:xfrm>
              <a:off x="8080113" y="1138502"/>
              <a:ext cx="537357" cy="200055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초과달성</a:t>
              </a:r>
              <a:endPara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en-US" altLang="ko-KR" sz="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Kcell</a:t>
              </a:r>
              <a:r>
                <a:rPr kumimoji="0" lang="en-US" altLang="ko-KR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1A24A7FC-7487-9F45-496D-C945A857B413}"/>
                </a:ext>
              </a:extLst>
            </p:cNvPr>
            <p:cNvSpPr/>
            <p:nvPr/>
          </p:nvSpPr>
          <p:spPr>
            <a:xfrm>
              <a:off x="8718957" y="1138502"/>
              <a:ext cx="423456" cy="200055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미달성</a:t>
              </a:r>
              <a:endPara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en-US" altLang="ko-KR" sz="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Kcell</a:t>
              </a:r>
              <a:r>
                <a:rPr kumimoji="0" lang="en-US" altLang="ko-KR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sp>
        <p:nvSpPr>
          <p:cNvPr id="184" name="TextBox 1">
            <a:extLst>
              <a:ext uri="{FF2B5EF4-FFF2-40B4-BE49-F238E27FC236}">
                <a16:creationId xmlns:a16="http://schemas.microsoft.com/office/drawing/2014/main" id="{42C673B0-A206-07C2-E6F0-402F546088F3}"/>
              </a:ext>
            </a:extLst>
          </p:cNvPr>
          <p:cNvSpPr txBox="1"/>
          <p:nvPr/>
        </p:nvSpPr>
        <p:spPr>
          <a:xfrm>
            <a:off x="773420" y="3458369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33.5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5" name="TextBox 1">
            <a:extLst>
              <a:ext uri="{FF2B5EF4-FFF2-40B4-BE49-F238E27FC236}">
                <a16:creationId xmlns:a16="http://schemas.microsoft.com/office/drawing/2014/main" id="{B761B482-5E22-061F-0901-A5C3D8C51CFF}"/>
              </a:ext>
            </a:extLst>
          </p:cNvPr>
          <p:cNvSpPr txBox="1"/>
          <p:nvPr/>
        </p:nvSpPr>
        <p:spPr>
          <a:xfrm>
            <a:off x="1058694" y="3458369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33.5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6" name="TextBox 1">
            <a:extLst>
              <a:ext uri="{FF2B5EF4-FFF2-40B4-BE49-F238E27FC236}">
                <a16:creationId xmlns:a16="http://schemas.microsoft.com/office/drawing/2014/main" id="{8B7CD3A4-60BF-FB5F-ECE4-59EC054455F1}"/>
              </a:ext>
            </a:extLst>
          </p:cNvPr>
          <p:cNvSpPr txBox="1"/>
          <p:nvPr/>
        </p:nvSpPr>
        <p:spPr>
          <a:xfrm>
            <a:off x="1339206" y="3458369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33.5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7" name="TextBox 1">
            <a:extLst>
              <a:ext uri="{FF2B5EF4-FFF2-40B4-BE49-F238E27FC236}">
                <a16:creationId xmlns:a16="http://schemas.microsoft.com/office/drawing/2014/main" id="{1DC7F423-9705-51CC-3859-E58DA3048DB7}"/>
              </a:ext>
            </a:extLst>
          </p:cNvPr>
          <p:cNvSpPr txBox="1"/>
          <p:nvPr/>
        </p:nvSpPr>
        <p:spPr>
          <a:xfrm>
            <a:off x="1627195" y="3458369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33.5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8" name="TextBox 1">
            <a:extLst>
              <a:ext uri="{FF2B5EF4-FFF2-40B4-BE49-F238E27FC236}">
                <a16:creationId xmlns:a16="http://schemas.microsoft.com/office/drawing/2014/main" id="{0699AC8F-0917-AA60-06EB-EC9550843500}"/>
              </a:ext>
            </a:extLst>
          </p:cNvPr>
          <p:cNvSpPr txBox="1"/>
          <p:nvPr/>
        </p:nvSpPr>
        <p:spPr>
          <a:xfrm>
            <a:off x="1915184" y="3458369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26.8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9" name="TextBox 1">
            <a:extLst>
              <a:ext uri="{FF2B5EF4-FFF2-40B4-BE49-F238E27FC236}">
                <a16:creationId xmlns:a16="http://schemas.microsoft.com/office/drawing/2014/main" id="{6321E03F-54DB-3FB3-375C-D90BB8A82F84}"/>
              </a:ext>
            </a:extLst>
          </p:cNvPr>
          <p:cNvSpPr txBox="1"/>
          <p:nvPr/>
        </p:nvSpPr>
        <p:spPr>
          <a:xfrm>
            <a:off x="2193649" y="3458369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33.5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0" name="TextBox 1">
            <a:extLst>
              <a:ext uri="{FF2B5EF4-FFF2-40B4-BE49-F238E27FC236}">
                <a16:creationId xmlns:a16="http://schemas.microsoft.com/office/drawing/2014/main" id="{56C17509-4081-B783-EB87-F2E4ABABB538}"/>
              </a:ext>
            </a:extLst>
          </p:cNvPr>
          <p:cNvSpPr txBox="1"/>
          <p:nvPr/>
        </p:nvSpPr>
        <p:spPr>
          <a:xfrm>
            <a:off x="2479257" y="3458369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35.0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1" name="TextBox 1">
            <a:extLst>
              <a:ext uri="{FF2B5EF4-FFF2-40B4-BE49-F238E27FC236}">
                <a16:creationId xmlns:a16="http://schemas.microsoft.com/office/drawing/2014/main" id="{0AB4F071-C189-B084-28B5-250C27AC3AB2}"/>
              </a:ext>
            </a:extLst>
          </p:cNvPr>
          <p:cNvSpPr txBox="1"/>
          <p:nvPr/>
        </p:nvSpPr>
        <p:spPr>
          <a:xfrm>
            <a:off x="2764865" y="3458369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35.0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2" name="TextBox 1">
            <a:extLst>
              <a:ext uri="{FF2B5EF4-FFF2-40B4-BE49-F238E27FC236}">
                <a16:creationId xmlns:a16="http://schemas.microsoft.com/office/drawing/2014/main" id="{11D6E64A-2777-3C96-E738-699E208A1D0F}"/>
              </a:ext>
            </a:extLst>
          </p:cNvPr>
          <p:cNvSpPr txBox="1"/>
          <p:nvPr/>
        </p:nvSpPr>
        <p:spPr>
          <a:xfrm>
            <a:off x="3050473" y="3458369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27.0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3" name="TextBox 1">
            <a:extLst>
              <a:ext uri="{FF2B5EF4-FFF2-40B4-BE49-F238E27FC236}">
                <a16:creationId xmlns:a16="http://schemas.microsoft.com/office/drawing/2014/main" id="{F4A69418-1717-26C0-0B31-F474925541CA}"/>
              </a:ext>
            </a:extLst>
          </p:cNvPr>
          <p:cNvSpPr txBox="1"/>
          <p:nvPr/>
        </p:nvSpPr>
        <p:spPr>
          <a:xfrm>
            <a:off x="3336081" y="3458369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30.2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4" name="TextBox 1">
            <a:extLst>
              <a:ext uri="{FF2B5EF4-FFF2-40B4-BE49-F238E27FC236}">
                <a16:creationId xmlns:a16="http://schemas.microsoft.com/office/drawing/2014/main" id="{51782E9C-78A3-F36E-C427-DA5B4209A650}"/>
              </a:ext>
            </a:extLst>
          </p:cNvPr>
          <p:cNvSpPr txBox="1"/>
          <p:nvPr/>
        </p:nvSpPr>
        <p:spPr>
          <a:xfrm>
            <a:off x="3621689" y="3458369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30.2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5" name="TextBox 1">
            <a:extLst>
              <a:ext uri="{FF2B5EF4-FFF2-40B4-BE49-F238E27FC236}">
                <a16:creationId xmlns:a16="http://schemas.microsoft.com/office/drawing/2014/main" id="{2E8AC4E4-474D-C9A1-3761-C8C7CE697DB0}"/>
              </a:ext>
            </a:extLst>
          </p:cNvPr>
          <p:cNvSpPr txBox="1"/>
          <p:nvPr/>
        </p:nvSpPr>
        <p:spPr>
          <a:xfrm>
            <a:off x="3900947" y="3458369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30.6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6" name="TextBox 1">
            <a:extLst>
              <a:ext uri="{FF2B5EF4-FFF2-40B4-BE49-F238E27FC236}">
                <a16:creationId xmlns:a16="http://schemas.microsoft.com/office/drawing/2014/main" id="{9D328C49-965B-20FB-FFE3-C13893E2AD82}"/>
              </a:ext>
            </a:extLst>
          </p:cNvPr>
          <p:cNvSpPr txBox="1"/>
          <p:nvPr/>
        </p:nvSpPr>
        <p:spPr>
          <a:xfrm>
            <a:off x="4181699" y="3458369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12.3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7" name="TextBox 1">
            <a:extLst>
              <a:ext uri="{FF2B5EF4-FFF2-40B4-BE49-F238E27FC236}">
                <a16:creationId xmlns:a16="http://schemas.microsoft.com/office/drawing/2014/main" id="{FABEF8C1-994F-6F48-4402-0ED86D76A866}"/>
              </a:ext>
            </a:extLst>
          </p:cNvPr>
          <p:cNvSpPr txBox="1"/>
          <p:nvPr/>
        </p:nvSpPr>
        <p:spPr>
          <a:xfrm>
            <a:off x="4475234" y="3458369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31.5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8" name="TextBox 1">
            <a:extLst>
              <a:ext uri="{FF2B5EF4-FFF2-40B4-BE49-F238E27FC236}">
                <a16:creationId xmlns:a16="http://schemas.microsoft.com/office/drawing/2014/main" id="{4CD8E34C-DA9E-B3AA-D4CB-B36B41E81629}"/>
              </a:ext>
            </a:extLst>
          </p:cNvPr>
          <p:cNvSpPr txBox="1"/>
          <p:nvPr/>
        </p:nvSpPr>
        <p:spPr>
          <a:xfrm>
            <a:off x="4759315" y="3458369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31.5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9" name="TextBox 1">
            <a:extLst>
              <a:ext uri="{FF2B5EF4-FFF2-40B4-BE49-F238E27FC236}">
                <a16:creationId xmlns:a16="http://schemas.microsoft.com/office/drawing/2014/main" id="{9CFC61C4-EC3D-715C-0F2B-645F15FBA1FB}"/>
              </a:ext>
            </a:extLst>
          </p:cNvPr>
          <p:cNvSpPr txBox="1"/>
          <p:nvPr/>
        </p:nvSpPr>
        <p:spPr>
          <a:xfrm>
            <a:off x="5043396" y="3458369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32.3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0" name="TextBox 1">
            <a:extLst>
              <a:ext uri="{FF2B5EF4-FFF2-40B4-BE49-F238E27FC236}">
                <a16:creationId xmlns:a16="http://schemas.microsoft.com/office/drawing/2014/main" id="{F21008BB-691A-0582-E7E3-38D5D61C1875}"/>
              </a:ext>
            </a:extLst>
          </p:cNvPr>
          <p:cNvSpPr txBox="1"/>
          <p:nvPr/>
        </p:nvSpPr>
        <p:spPr>
          <a:xfrm>
            <a:off x="5327477" y="3458369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32.3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1" name="TextBox 1">
            <a:extLst>
              <a:ext uri="{FF2B5EF4-FFF2-40B4-BE49-F238E27FC236}">
                <a16:creationId xmlns:a16="http://schemas.microsoft.com/office/drawing/2014/main" id="{8D85944D-EBFB-1222-7E45-A9187F33B9F9}"/>
              </a:ext>
            </a:extLst>
          </p:cNvPr>
          <p:cNvSpPr txBox="1"/>
          <p:nvPr/>
        </p:nvSpPr>
        <p:spPr>
          <a:xfrm>
            <a:off x="5608611" y="3458369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32.3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2" name="TextBox 1">
            <a:extLst>
              <a:ext uri="{FF2B5EF4-FFF2-40B4-BE49-F238E27FC236}">
                <a16:creationId xmlns:a16="http://schemas.microsoft.com/office/drawing/2014/main" id="{5D945C1C-7D93-2AE6-ABD1-F09BA68AEF52}"/>
              </a:ext>
            </a:extLst>
          </p:cNvPr>
          <p:cNvSpPr txBox="1"/>
          <p:nvPr/>
        </p:nvSpPr>
        <p:spPr>
          <a:xfrm>
            <a:off x="5899270" y="3458369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32.7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3" name="TextBox 1">
            <a:extLst>
              <a:ext uri="{FF2B5EF4-FFF2-40B4-BE49-F238E27FC236}">
                <a16:creationId xmlns:a16="http://schemas.microsoft.com/office/drawing/2014/main" id="{92748B8F-40F3-AE1C-3461-9F6D0C1AC618}"/>
              </a:ext>
            </a:extLst>
          </p:cNvPr>
          <p:cNvSpPr txBox="1"/>
          <p:nvPr/>
        </p:nvSpPr>
        <p:spPr>
          <a:xfrm>
            <a:off x="6189929" y="3458369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32.7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4" name="TextBox 1">
            <a:extLst>
              <a:ext uri="{FF2B5EF4-FFF2-40B4-BE49-F238E27FC236}">
                <a16:creationId xmlns:a16="http://schemas.microsoft.com/office/drawing/2014/main" id="{19F799BC-FE7E-0DA6-6336-6AFCA72BC2EE}"/>
              </a:ext>
            </a:extLst>
          </p:cNvPr>
          <p:cNvSpPr txBox="1"/>
          <p:nvPr/>
        </p:nvSpPr>
        <p:spPr>
          <a:xfrm>
            <a:off x="6471063" y="3458369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38.3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5" name="TextBox 1">
            <a:extLst>
              <a:ext uri="{FF2B5EF4-FFF2-40B4-BE49-F238E27FC236}">
                <a16:creationId xmlns:a16="http://schemas.microsoft.com/office/drawing/2014/main" id="{E8BB14CC-25EE-7AB5-E0E4-9E26288EF3E0}"/>
              </a:ext>
            </a:extLst>
          </p:cNvPr>
          <p:cNvSpPr txBox="1"/>
          <p:nvPr/>
        </p:nvSpPr>
        <p:spPr>
          <a:xfrm>
            <a:off x="6752197" y="3458369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38.7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6" name="TextBox 1">
            <a:extLst>
              <a:ext uri="{FF2B5EF4-FFF2-40B4-BE49-F238E27FC236}">
                <a16:creationId xmlns:a16="http://schemas.microsoft.com/office/drawing/2014/main" id="{AB072DC5-ED5D-1C3A-1D34-E1640065FA2A}"/>
              </a:ext>
            </a:extLst>
          </p:cNvPr>
          <p:cNvSpPr txBox="1"/>
          <p:nvPr/>
        </p:nvSpPr>
        <p:spPr>
          <a:xfrm>
            <a:off x="7033331" y="3458369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32.5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7" name="TextBox 1">
            <a:extLst>
              <a:ext uri="{FF2B5EF4-FFF2-40B4-BE49-F238E27FC236}">
                <a16:creationId xmlns:a16="http://schemas.microsoft.com/office/drawing/2014/main" id="{6592274D-4314-C772-C4B2-E5BE351A7F37}"/>
              </a:ext>
            </a:extLst>
          </p:cNvPr>
          <p:cNvSpPr txBox="1"/>
          <p:nvPr/>
        </p:nvSpPr>
        <p:spPr>
          <a:xfrm>
            <a:off x="7321695" y="3458369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32.5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8" name="TextBox 1">
            <a:extLst>
              <a:ext uri="{FF2B5EF4-FFF2-40B4-BE49-F238E27FC236}">
                <a16:creationId xmlns:a16="http://schemas.microsoft.com/office/drawing/2014/main" id="{914D7732-B541-D6E2-2E9A-8F4A2DE8172D}"/>
              </a:ext>
            </a:extLst>
          </p:cNvPr>
          <p:cNvSpPr txBox="1"/>
          <p:nvPr/>
        </p:nvSpPr>
        <p:spPr>
          <a:xfrm>
            <a:off x="7607997" y="3458369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32.6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9" name="TextBox 1">
            <a:extLst>
              <a:ext uri="{FF2B5EF4-FFF2-40B4-BE49-F238E27FC236}">
                <a16:creationId xmlns:a16="http://schemas.microsoft.com/office/drawing/2014/main" id="{10A680F9-1DD2-BA25-2A60-4BC5E2136927}"/>
              </a:ext>
            </a:extLst>
          </p:cNvPr>
          <p:cNvSpPr txBox="1"/>
          <p:nvPr/>
        </p:nvSpPr>
        <p:spPr>
          <a:xfrm>
            <a:off x="7891124" y="3458369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33.2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0" name="TextBox 1">
            <a:extLst>
              <a:ext uri="{FF2B5EF4-FFF2-40B4-BE49-F238E27FC236}">
                <a16:creationId xmlns:a16="http://schemas.microsoft.com/office/drawing/2014/main" id="{83C28C43-016F-646F-12A5-D0B3EAA8BC69}"/>
              </a:ext>
            </a:extLst>
          </p:cNvPr>
          <p:cNvSpPr txBox="1"/>
          <p:nvPr/>
        </p:nvSpPr>
        <p:spPr>
          <a:xfrm>
            <a:off x="8181226" y="3458369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39.8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1" name="TextBox 1">
            <a:extLst>
              <a:ext uri="{FF2B5EF4-FFF2-40B4-BE49-F238E27FC236}">
                <a16:creationId xmlns:a16="http://schemas.microsoft.com/office/drawing/2014/main" id="{B78A1FE0-1103-AC6F-3153-EA12AA6F7010}"/>
              </a:ext>
            </a:extLst>
          </p:cNvPr>
          <p:cNvSpPr txBox="1"/>
          <p:nvPr/>
        </p:nvSpPr>
        <p:spPr>
          <a:xfrm>
            <a:off x="8458628" y="3458369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33.5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2" name="TextBox 1">
            <a:extLst>
              <a:ext uri="{FF2B5EF4-FFF2-40B4-BE49-F238E27FC236}">
                <a16:creationId xmlns:a16="http://schemas.microsoft.com/office/drawing/2014/main" id="{F2E84BFB-B2F4-6562-94FB-4702A2DD1BA9}"/>
              </a:ext>
            </a:extLst>
          </p:cNvPr>
          <p:cNvSpPr txBox="1"/>
          <p:nvPr/>
        </p:nvSpPr>
        <p:spPr>
          <a:xfrm>
            <a:off x="8748730" y="3458369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39.8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4" name="TextBox 1">
            <a:extLst>
              <a:ext uri="{FF2B5EF4-FFF2-40B4-BE49-F238E27FC236}">
                <a16:creationId xmlns:a16="http://schemas.microsoft.com/office/drawing/2014/main" id="{469FDC03-4850-10B9-0F21-9E7698ECFD01}"/>
              </a:ext>
            </a:extLst>
          </p:cNvPr>
          <p:cNvSpPr txBox="1"/>
          <p:nvPr/>
        </p:nvSpPr>
        <p:spPr>
          <a:xfrm>
            <a:off x="485765" y="2996022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23.9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2" name="TextBox 1">
            <a:extLst>
              <a:ext uri="{FF2B5EF4-FFF2-40B4-BE49-F238E27FC236}">
                <a16:creationId xmlns:a16="http://schemas.microsoft.com/office/drawing/2014/main" id="{DA533731-A318-05A5-42EE-4B12AF2DE974}"/>
              </a:ext>
            </a:extLst>
          </p:cNvPr>
          <p:cNvSpPr txBox="1"/>
          <p:nvPr/>
        </p:nvSpPr>
        <p:spPr>
          <a:xfrm>
            <a:off x="768656" y="3038886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23.0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3" name="TextBox 1">
            <a:extLst>
              <a:ext uri="{FF2B5EF4-FFF2-40B4-BE49-F238E27FC236}">
                <a16:creationId xmlns:a16="http://schemas.microsoft.com/office/drawing/2014/main" id="{C770BBE1-F4F0-E65E-89AC-7537DD4B5EB4}"/>
              </a:ext>
            </a:extLst>
          </p:cNvPr>
          <p:cNvSpPr txBox="1"/>
          <p:nvPr/>
        </p:nvSpPr>
        <p:spPr>
          <a:xfrm>
            <a:off x="1053436" y="2781708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32.4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4" name="TextBox 1">
            <a:extLst>
              <a:ext uri="{FF2B5EF4-FFF2-40B4-BE49-F238E27FC236}">
                <a16:creationId xmlns:a16="http://schemas.microsoft.com/office/drawing/2014/main" id="{2999D0CA-EECF-0C32-4582-5301E47A5518}"/>
              </a:ext>
            </a:extLst>
          </p:cNvPr>
          <p:cNvSpPr txBox="1"/>
          <p:nvPr/>
        </p:nvSpPr>
        <p:spPr>
          <a:xfrm>
            <a:off x="1339205" y="2781708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32.5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5" name="TextBox 1">
            <a:extLst>
              <a:ext uri="{FF2B5EF4-FFF2-40B4-BE49-F238E27FC236}">
                <a16:creationId xmlns:a16="http://schemas.microsoft.com/office/drawing/2014/main" id="{D1CF52BA-8DB1-A5F2-51CE-10CDAFAB4BE7}"/>
              </a:ext>
            </a:extLst>
          </p:cNvPr>
          <p:cNvSpPr txBox="1"/>
          <p:nvPr/>
        </p:nvSpPr>
        <p:spPr>
          <a:xfrm>
            <a:off x="1624974" y="2962681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25.2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6" name="TextBox 1">
            <a:extLst>
              <a:ext uri="{FF2B5EF4-FFF2-40B4-BE49-F238E27FC236}">
                <a16:creationId xmlns:a16="http://schemas.microsoft.com/office/drawing/2014/main" id="{2243CA0E-A5D8-A826-6041-717196055B8A}"/>
              </a:ext>
            </a:extLst>
          </p:cNvPr>
          <p:cNvSpPr txBox="1"/>
          <p:nvPr/>
        </p:nvSpPr>
        <p:spPr>
          <a:xfrm>
            <a:off x="2193648" y="2962681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29.3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7" name="TextBox 1">
            <a:extLst>
              <a:ext uri="{FF2B5EF4-FFF2-40B4-BE49-F238E27FC236}">
                <a16:creationId xmlns:a16="http://schemas.microsoft.com/office/drawing/2014/main" id="{D805BCD5-0003-DBC8-1599-859F5C2AD402}"/>
              </a:ext>
            </a:extLst>
          </p:cNvPr>
          <p:cNvSpPr txBox="1"/>
          <p:nvPr/>
        </p:nvSpPr>
        <p:spPr>
          <a:xfrm>
            <a:off x="2479257" y="2738843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33.5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8" name="TextBox 1">
            <a:extLst>
              <a:ext uri="{FF2B5EF4-FFF2-40B4-BE49-F238E27FC236}">
                <a16:creationId xmlns:a16="http://schemas.microsoft.com/office/drawing/2014/main" id="{29486C9A-566E-752A-57C5-9886550FC480}"/>
              </a:ext>
            </a:extLst>
          </p:cNvPr>
          <p:cNvSpPr txBox="1"/>
          <p:nvPr/>
        </p:nvSpPr>
        <p:spPr>
          <a:xfrm>
            <a:off x="3901740" y="2867426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29.1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9" name="TextBox 1">
            <a:extLst>
              <a:ext uri="{FF2B5EF4-FFF2-40B4-BE49-F238E27FC236}">
                <a16:creationId xmlns:a16="http://schemas.microsoft.com/office/drawing/2014/main" id="{A5897C24-6B40-0C9B-F7DE-3AEE4BD9B304}"/>
              </a:ext>
            </a:extLst>
          </p:cNvPr>
          <p:cNvSpPr txBox="1"/>
          <p:nvPr/>
        </p:nvSpPr>
        <p:spPr>
          <a:xfrm>
            <a:off x="4181698" y="3303788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11.1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0" name="TextBox 1">
            <a:extLst>
              <a:ext uri="{FF2B5EF4-FFF2-40B4-BE49-F238E27FC236}">
                <a16:creationId xmlns:a16="http://schemas.microsoft.com/office/drawing/2014/main" id="{EBD30DFB-6DE8-6383-46F5-A769E1C95259}"/>
              </a:ext>
            </a:extLst>
          </p:cNvPr>
          <p:cNvSpPr txBox="1"/>
          <p:nvPr/>
        </p:nvSpPr>
        <p:spPr>
          <a:xfrm>
            <a:off x="4467756" y="2815033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31.0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1" name="TextBox 1">
            <a:extLst>
              <a:ext uri="{FF2B5EF4-FFF2-40B4-BE49-F238E27FC236}">
                <a16:creationId xmlns:a16="http://schemas.microsoft.com/office/drawing/2014/main" id="{5C095351-DAEB-DA5F-FE5E-6F8F352BC29F}"/>
              </a:ext>
            </a:extLst>
          </p:cNvPr>
          <p:cNvSpPr txBox="1"/>
          <p:nvPr/>
        </p:nvSpPr>
        <p:spPr>
          <a:xfrm>
            <a:off x="5041833" y="2815033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30.8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2" name="TextBox 1">
            <a:extLst>
              <a:ext uri="{FF2B5EF4-FFF2-40B4-BE49-F238E27FC236}">
                <a16:creationId xmlns:a16="http://schemas.microsoft.com/office/drawing/2014/main" id="{D54E682C-6D39-7027-407B-2FCC5CBA05C2}"/>
              </a:ext>
            </a:extLst>
          </p:cNvPr>
          <p:cNvSpPr txBox="1"/>
          <p:nvPr/>
        </p:nvSpPr>
        <p:spPr>
          <a:xfrm>
            <a:off x="6183269" y="2815033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31.7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3" name="TextBox 1">
            <a:extLst>
              <a:ext uri="{FF2B5EF4-FFF2-40B4-BE49-F238E27FC236}">
                <a16:creationId xmlns:a16="http://schemas.microsoft.com/office/drawing/2014/main" id="{C5B5E5A4-FCB5-D6D5-9BCD-6AA5FCF507C6}"/>
              </a:ext>
            </a:extLst>
          </p:cNvPr>
          <p:cNvSpPr txBox="1"/>
          <p:nvPr/>
        </p:nvSpPr>
        <p:spPr>
          <a:xfrm>
            <a:off x="8458628" y="3072211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21.0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4" name="TextBox 1">
            <a:extLst>
              <a:ext uri="{FF2B5EF4-FFF2-40B4-BE49-F238E27FC236}">
                <a16:creationId xmlns:a16="http://schemas.microsoft.com/office/drawing/2014/main" id="{863D38B5-D497-3AD7-EC69-CAA47CC66ECC}"/>
              </a:ext>
            </a:extLst>
          </p:cNvPr>
          <p:cNvSpPr txBox="1"/>
          <p:nvPr/>
        </p:nvSpPr>
        <p:spPr>
          <a:xfrm>
            <a:off x="205234" y="3347488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4.3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5" name="TextBox 1">
            <a:extLst>
              <a:ext uri="{FF2B5EF4-FFF2-40B4-BE49-F238E27FC236}">
                <a16:creationId xmlns:a16="http://schemas.microsoft.com/office/drawing/2014/main" id="{9F330D8F-1D33-7EFD-A707-92E9D5389022}"/>
              </a:ext>
            </a:extLst>
          </p:cNvPr>
          <p:cNvSpPr txBox="1"/>
          <p:nvPr/>
        </p:nvSpPr>
        <p:spPr>
          <a:xfrm>
            <a:off x="1919946" y="2775349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27.0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6" name="TextBox 1">
            <a:extLst>
              <a:ext uri="{FF2B5EF4-FFF2-40B4-BE49-F238E27FC236}">
                <a16:creationId xmlns:a16="http://schemas.microsoft.com/office/drawing/2014/main" id="{E830423D-7EB5-4510-4466-E946F8F9AF60}"/>
              </a:ext>
            </a:extLst>
          </p:cNvPr>
          <p:cNvSpPr txBox="1"/>
          <p:nvPr/>
        </p:nvSpPr>
        <p:spPr>
          <a:xfrm>
            <a:off x="2764865" y="2533116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36.8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7" name="TextBox 1">
            <a:extLst>
              <a:ext uri="{FF2B5EF4-FFF2-40B4-BE49-F238E27FC236}">
                <a16:creationId xmlns:a16="http://schemas.microsoft.com/office/drawing/2014/main" id="{79EBBC5E-183E-05B7-8FC0-E50A9D4BD307}"/>
              </a:ext>
            </a:extLst>
          </p:cNvPr>
          <p:cNvSpPr txBox="1"/>
          <p:nvPr/>
        </p:nvSpPr>
        <p:spPr>
          <a:xfrm>
            <a:off x="3049303" y="2742152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28.5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8" name="TextBox 1">
            <a:extLst>
              <a:ext uri="{FF2B5EF4-FFF2-40B4-BE49-F238E27FC236}">
                <a16:creationId xmlns:a16="http://schemas.microsoft.com/office/drawing/2014/main" id="{F6733F2E-5F32-3772-16EB-23DBB8D895B8}"/>
              </a:ext>
            </a:extLst>
          </p:cNvPr>
          <p:cNvSpPr txBox="1"/>
          <p:nvPr/>
        </p:nvSpPr>
        <p:spPr>
          <a:xfrm>
            <a:off x="3336081" y="2684720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30.9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9" name="TextBox 1">
            <a:extLst>
              <a:ext uri="{FF2B5EF4-FFF2-40B4-BE49-F238E27FC236}">
                <a16:creationId xmlns:a16="http://schemas.microsoft.com/office/drawing/2014/main" id="{F654C7B0-7980-60B6-8FA7-BF0197FE3CF8}"/>
              </a:ext>
            </a:extLst>
          </p:cNvPr>
          <p:cNvSpPr txBox="1"/>
          <p:nvPr/>
        </p:nvSpPr>
        <p:spPr>
          <a:xfrm>
            <a:off x="3621689" y="2684720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30.5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0" name="TextBox 1">
            <a:extLst>
              <a:ext uri="{FF2B5EF4-FFF2-40B4-BE49-F238E27FC236}">
                <a16:creationId xmlns:a16="http://schemas.microsoft.com/office/drawing/2014/main" id="{80FC367F-653B-12A2-A2E1-06D7FFE29DCD}"/>
              </a:ext>
            </a:extLst>
          </p:cNvPr>
          <p:cNvSpPr txBox="1"/>
          <p:nvPr/>
        </p:nvSpPr>
        <p:spPr>
          <a:xfrm>
            <a:off x="4762490" y="2646617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32.0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1" name="TextBox 1">
            <a:extLst>
              <a:ext uri="{FF2B5EF4-FFF2-40B4-BE49-F238E27FC236}">
                <a16:creationId xmlns:a16="http://schemas.microsoft.com/office/drawing/2014/main" id="{D11904A8-132A-6FA6-726C-026B7F53A6F9}"/>
              </a:ext>
            </a:extLst>
          </p:cNvPr>
          <p:cNvSpPr txBox="1"/>
          <p:nvPr/>
        </p:nvSpPr>
        <p:spPr>
          <a:xfrm>
            <a:off x="5332239" y="2618039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33.9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2" name="TextBox 1">
            <a:extLst>
              <a:ext uri="{FF2B5EF4-FFF2-40B4-BE49-F238E27FC236}">
                <a16:creationId xmlns:a16="http://schemas.microsoft.com/office/drawing/2014/main" id="{D9583544-5408-0B6C-E4D7-D15083C4650F}"/>
              </a:ext>
            </a:extLst>
          </p:cNvPr>
          <p:cNvSpPr txBox="1"/>
          <p:nvPr/>
        </p:nvSpPr>
        <p:spPr>
          <a:xfrm>
            <a:off x="5608610" y="2594224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34.7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3" name="TextBox 1">
            <a:extLst>
              <a:ext uri="{FF2B5EF4-FFF2-40B4-BE49-F238E27FC236}">
                <a16:creationId xmlns:a16="http://schemas.microsoft.com/office/drawing/2014/main" id="{41544B67-5B3A-769F-76D9-07F74BE0A1CB}"/>
              </a:ext>
            </a:extLst>
          </p:cNvPr>
          <p:cNvSpPr txBox="1"/>
          <p:nvPr/>
        </p:nvSpPr>
        <p:spPr>
          <a:xfrm>
            <a:off x="5899270" y="2594224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34.2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4" name="TextBox 1">
            <a:extLst>
              <a:ext uri="{FF2B5EF4-FFF2-40B4-BE49-F238E27FC236}">
                <a16:creationId xmlns:a16="http://schemas.microsoft.com/office/drawing/2014/main" id="{4E58885B-5648-198B-8BF4-D91F76846FDE}"/>
              </a:ext>
            </a:extLst>
          </p:cNvPr>
          <p:cNvSpPr txBox="1"/>
          <p:nvPr/>
        </p:nvSpPr>
        <p:spPr>
          <a:xfrm>
            <a:off x="6465434" y="2456566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39.9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7" name="TextBox 1">
            <a:extLst>
              <a:ext uri="{FF2B5EF4-FFF2-40B4-BE49-F238E27FC236}">
                <a16:creationId xmlns:a16="http://schemas.microsoft.com/office/drawing/2014/main" id="{76FB2E30-4949-3158-E063-836D799EAF8F}"/>
              </a:ext>
            </a:extLst>
          </p:cNvPr>
          <p:cNvSpPr txBox="1"/>
          <p:nvPr/>
        </p:nvSpPr>
        <p:spPr>
          <a:xfrm>
            <a:off x="6752196" y="2423225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41.4</a:t>
            </a: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8" name="TextBox 1">
            <a:extLst>
              <a:ext uri="{FF2B5EF4-FFF2-40B4-BE49-F238E27FC236}">
                <a16:creationId xmlns:a16="http://schemas.microsoft.com/office/drawing/2014/main" id="{B2348EAF-F543-9A31-8563-E83DA8275D11}"/>
              </a:ext>
            </a:extLst>
          </p:cNvPr>
          <p:cNvSpPr txBox="1"/>
          <p:nvPr/>
        </p:nvSpPr>
        <p:spPr>
          <a:xfrm>
            <a:off x="7039050" y="2651594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32.6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9" name="TextBox 1">
            <a:extLst>
              <a:ext uri="{FF2B5EF4-FFF2-40B4-BE49-F238E27FC236}">
                <a16:creationId xmlns:a16="http://schemas.microsoft.com/office/drawing/2014/main" id="{FC47A906-E44D-A73F-DE87-53EEA9615346}"/>
              </a:ext>
            </a:extLst>
          </p:cNvPr>
          <p:cNvSpPr txBox="1"/>
          <p:nvPr/>
        </p:nvSpPr>
        <p:spPr>
          <a:xfrm>
            <a:off x="7324240" y="2613490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33.9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0" name="TextBox 1">
            <a:extLst>
              <a:ext uri="{FF2B5EF4-FFF2-40B4-BE49-F238E27FC236}">
                <a16:creationId xmlns:a16="http://schemas.microsoft.com/office/drawing/2014/main" id="{01875FDF-280E-7F0F-06E2-14764ECDADFD}"/>
              </a:ext>
            </a:extLst>
          </p:cNvPr>
          <p:cNvSpPr txBox="1"/>
          <p:nvPr/>
        </p:nvSpPr>
        <p:spPr>
          <a:xfrm>
            <a:off x="7606081" y="2603964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34.5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1" name="TextBox 1">
            <a:extLst>
              <a:ext uri="{FF2B5EF4-FFF2-40B4-BE49-F238E27FC236}">
                <a16:creationId xmlns:a16="http://schemas.microsoft.com/office/drawing/2014/main" id="{6B7BA679-0697-8683-A138-BD32F9DC4F7C}"/>
              </a:ext>
            </a:extLst>
          </p:cNvPr>
          <p:cNvSpPr txBox="1"/>
          <p:nvPr/>
        </p:nvSpPr>
        <p:spPr>
          <a:xfrm>
            <a:off x="7885170" y="2599201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34.8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2" name="TextBox 1">
            <a:extLst>
              <a:ext uri="{FF2B5EF4-FFF2-40B4-BE49-F238E27FC236}">
                <a16:creationId xmlns:a16="http://schemas.microsoft.com/office/drawing/2014/main" id="{10A6E43B-399D-F937-4F49-192C4D9CA59C}"/>
              </a:ext>
            </a:extLst>
          </p:cNvPr>
          <p:cNvSpPr txBox="1"/>
          <p:nvPr/>
        </p:nvSpPr>
        <p:spPr>
          <a:xfrm>
            <a:off x="8175830" y="2365831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43.9</a:t>
            </a: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3" name="TextBox 1">
            <a:extLst>
              <a:ext uri="{FF2B5EF4-FFF2-40B4-BE49-F238E27FC236}">
                <a16:creationId xmlns:a16="http://schemas.microsoft.com/office/drawing/2014/main" id="{9C72483B-6996-51F3-6C84-C20F6BB2481F}"/>
              </a:ext>
            </a:extLst>
          </p:cNvPr>
          <p:cNvSpPr txBox="1"/>
          <p:nvPr/>
        </p:nvSpPr>
        <p:spPr>
          <a:xfrm>
            <a:off x="8743966" y="2232472"/>
            <a:ext cx="241947" cy="130114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49.0</a:t>
            </a: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4" name="Rectangle 2">
            <a:extLst>
              <a:ext uri="{FF2B5EF4-FFF2-40B4-BE49-F238E27FC236}">
                <a16:creationId xmlns:a16="http://schemas.microsoft.com/office/drawing/2014/main" id="{8926E611-19EE-8050-5703-421C652EB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045" y="3933840"/>
            <a:ext cx="1754229" cy="257345"/>
          </a:xfrm>
          <a:prstGeom prst="rect">
            <a:avLst/>
          </a:prstGeom>
        </p:spPr>
        <p:txBody>
          <a:bodyPr wrap="none" lIns="35988" tIns="35988" rIns="35988" bIns="35988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ESOT 3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월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L&amp;S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Loss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분석</a:t>
            </a:r>
          </a:p>
        </p:txBody>
      </p:sp>
      <p:cxnSp>
        <p:nvCxnSpPr>
          <p:cNvPr id="285" name="직선 연결선 284">
            <a:extLst>
              <a:ext uri="{FF2B5EF4-FFF2-40B4-BE49-F238E27FC236}">
                <a16:creationId xmlns:a16="http://schemas.microsoft.com/office/drawing/2014/main" id="{64D68282-94F8-72F4-9641-B2469ACDAE9C}"/>
              </a:ext>
            </a:extLst>
          </p:cNvPr>
          <p:cNvCxnSpPr>
            <a:cxnSpLocks/>
          </p:cNvCxnSpPr>
          <p:nvPr/>
        </p:nvCxnSpPr>
        <p:spPr>
          <a:xfrm>
            <a:off x="3323334" y="1191558"/>
            <a:ext cx="0" cy="2396925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직선 화살표 연결선 286">
            <a:extLst>
              <a:ext uri="{FF2B5EF4-FFF2-40B4-BE49-F238E27FC236}">
                <a16:creationId xmlns:a16="http://schemas.microsoft.com/office/drawing/2014/main" id="{C20F9228-9584-B27A-6C80-8C60C0762D33}"/>
              </a:ext>
            </a:extLst>
          </p:cNvPr>
          <p:cNvCxnSpPr>
            <a:cxnSpLocks/>
          </p:cNvCxnSpPr>
          <p:nvPr/>
        </p:nvCxnSpPr>
        <p:spPr>
          <a:xfrm>
            <a:off x="3329611" y="1195375"/>
            <a:ext cx="29833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직사각형 287">
            <a:extLst>
              <a:ext uri="{FF2B5EF4-FFF2-40B4-BE49-F238E27FC236}">
                <a16:creationId xmlns:a16="http://schemas.microsoft.com/office/drawing/2014/main" id="{B75D951A-6847-DBC2-CF4E-9C74DB706A95}"/>
              </a:ext>
            </a:extLst>
          </p:cNvPr>
          <p:cNvSpPr/>
          <p:nvPr/>
        </p:nvSpPr>
        <p:spPr>
          <a:xfrm>
            <a:off x="3356522" y="1226696"/>
            <a:ext cx="1498487" cy="1077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가동 대수 조정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일일 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Loss 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분석 및 개선</a:t>
            </a:r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842B8A76-2265-192E-CF76-6A729F0600CE}"/>
              </a:ext>
            </a:extLst>
          </p:cNvPr>
          <p:cNvSpPr txBox="1"/>
          <p:nvPr/>
        </p:nvSpPr>
        <p:spPr>
          <a:xfrm>
            <a:off x="7159824" y="4262523"/>
            <a:ext cx="10631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주요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개선 사항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310" name="직선 연결선 309">
            <a:extLst>
              <a:ext uri="{FF2B5EF4-FFF2-40B4-BE49-F238E27FC236}">
                <a16:creationId xmlns:a16="http://schemas.microsoft.com/office/drawing/2014/main" id="{E2AC00C5-DDB2-6593-CF76-2497CDC41E48}"/>
              </a:ext>
            </a:extLst>
          </p:cNvPr>
          <p:cNvCxnSpPr>
            <a:cxnSpLocks/>
          </p:cNvCxnSpPr>
          <p:nvPr/>
        </p:nvCxnSpPr>
        <p:spPr>
          <a:xfrm>
            <a:off x="6388827" y="4529621"/>
            <a:ext cx="260510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0" name="그룹 349">
            <a:extLst>
              <a:ext uri="{FF2B5EF4-FFF2-40B4-BE49-F238E27FC236}">
                <a16:creationId xmlns:a16="http://schemas.microsoft.com/office/drawing/2014/main" id="{1FF20B6B-F2D5-180F-2F19-B7885424C63C}"/>
              </a:ext>
            </a:extLst>
          </p:cNvPr>
          <p:cNvGrpSpPr/>
          <p:nvPr/>
        </p:nvGrpSpPr>
        <p:grpSpPr>
          <a:xfrm>
            <a:off x="245161" y="4262523"/>
            <a:ext cx="5956101" cy="2354313"/>
            <a:chOff x="237140" y="4416275"/>
            <a:chExt cx="5956101" cy="2354313"/>
          </a:xfrm>
        </p:grpSpPr>
        <p:sp>
          <p:nvSpPr>
            <p:cNvPr id="293" name="TextBox 292">
              <a:extLst>
                <a:ext uri="{FF2B5EF4-FFF2-40B4-BE49-F238E27FC236}">
                  <a16:creationId xmlns:a16="http://schemas.microsoft.com/office/drawing/2014/main" id="{EABC04B0-B17E-CFB5-4BB9-4DF42BB1042F}"/>
                </a:ext>
              </a:extLst>
            </p:cNvPr>
            <p:cNvSpPr txBox="1"/>
            <p:nvPr/>
          </p:nvSpPr>
          <p:spPr>
            <a:xfrm>
              <a:off x="1053436" y="4416275"/>
              <a:ext cx="118814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‘26.3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월 </a:t>
              </a: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(Total Data)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295" name="직선 연결선 294">
              <a:extLst>
                <a:ext uri="{FF2B5EF4-FFF2-40B4-BE49-F238E27FC236}">
                  <a16:creationId xmlns:a16="http://schemas.microsoft.com/office/drawing/2014/main" id="{AD1BA43F-B639-E1F3-8A31-66B3F8AC6C8B}"/>
                </a:ext>
              </a:extLst>
            </p:cNvPr>
            <p:cNvCxnSpPr>
              <a:cxnSpLocks/>
            </p:cNvCxnSpPr>
            <p:nvPr/>
          </p:nvCxnSpPr>
          <p:spPr>
            <a:xfrm>
              <a:off x="771567" y="4693274"/>
              <a:ext cx="175188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9" name="사각형: 둥근 모서리 298">
              <a:extLst>
                <a:ext uri="{FF2B5EF4-FFF2-40B4-BE49-F238E27FC236}">
                  <a16:creationId xmlns:a16="http://schemas.microsoft.com/office/drawing/2014/main" id="{958125FA-3011-9D3A-8B3A-18823CDA30D6}"/>
                </a:ext>
              </a:extLst>
            </p:cNvPr>
            <p:cNvSpPr/>
            <p:nvPr/>
          </p:nvSpPr>
          <p:spPr>
            <a:xfrm>
              <a:off x="237140" y="4713962"/>
              <a:ext cx="387700" cy="5234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POR</a:t>
              </a: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312" name="사각형: 둥근 모서리 311">
              <a:extLst>
                <a:ext uri="{FF2B5EF4-FFF2-40B4-BE49-F238E27FC236}">
                  <a16:creationId xmlns:a16="http://schemas.microsoft.com/office/drawing/2014/main" id="{C210D552-70E1-E537-56BC-0374BA707F65}"/>
                </a:ext>
              </a:extLst>
            </p:cNvPr>
            <p:cNvSpPr/>
            <p:nvPr/>
          </p:nvSpPr>
          <p:spPr>
            <a:xfrm>
              <a:off x="237140" y="5300631"/>
              <a:ext cx="387700" cy="144507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Total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Loss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Pareto</a:t>
              </a: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313" name="TextBox 312">
              <a:extLst>
                <a:ext uri="{FF2B5EF4-FFF2-40B4-BE49-F238E27FC236}">
                  <a16:creationId xmlns:a16="http://schemas.microsoft.com/office/drawing/2014/main" id="{FDC7C058-9941-9CC7-A48D-9E5C31B0D151}"/>
                </a:ext>
              </a:extLst>
            </p:cNvPr>
            <p:cNvSpPr txBox="1"/>
            <p:nvPr/>
          </p:nvSpPr>
          <p:spPr>
            <a:xfrm>
              <a:off x="1345984" y="4772583"/>
              <a:ext cx="6030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72.4%</a:t>
              </a:r>
              <a:endPara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314" name="직사각형 313">
              <a:extLst>
                <a:ext uri="{FF2B5EF4-FFF2-40B4-BE49-F238E27FC236}">
                  <a16:creationId xmlns:a16="http://schemas.microsoft.com/office/drawing/2014/main" id="{269D9909-0482-7DC4-4B8E-2BF6266DBF94}"/>
                </a:ext>
              </a:extLst>
            </p:cNvPr>
            <p:cNvSpPr/>
            <p:nvPr/>
          </p:nvSpPr>
          <p:spPr>
            <a:xfrm>
              <a:off x="1906803" y="4915402"/>
              <a:ext cx="469322" cy="12311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계획 </a:t>
              </a:r>
              <a:r>
                <a:rPr kumimoji="0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70.3%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id="{887A417F-E99D-CC3E-8813-048F4021FD05}"/>
                </a:ext>
              </a:extLst>
            </p:cNvPr>
            <p:cNvSpPr txBox="1"/>
            <p:nvPr/>
          </p:nvSpPr>
          <p:spPr>
            <a:xfrm>
              <a:off x="3175893" y="4772583"/>
              <a:ext cx="6030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58.4%</a:t>
              </a:r>
              <a:endPara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316" name="TextBox 315">
              <a:extLst>
                <a:ext uri="{FF2B5EF4-FFF2-40B4-BE49-F238E27FC236}">
                  <a16:creationId xmlns:a16="http://schemas.microsoft.com/office/drawing/2014/main" id="{314C7155-89AC-DA0F-EB1F-26ED24000B60}"/>
                </a:ext>
              </a:extLst>
            </p:cNvPr>
            <p:cNvSpPr txBox="1"/>
            <p:nvPr/>
          </p:nvSpPr>
          <p:spPr>
            <a:xfrm>
              <a:off x="5005802" y="4772583"/>
              <a:ext cx="6030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81.2%</a:t>
              </a:r>
              <a:endPara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mc:AlternateContent xmlns:mc="http://schemas.openxmlformats.org/markup-compatibility/2006" xmlns:cx1="http://schemas.microsoft.com/office/drawing/2015/9/8/chartex">
          <mc:Choice Requires="cx1">
            <p:graphicFrame>
              <p:nvGraphicFramePr>
                <p:cNvPr id="317" name="차트 316">
                  <a:extLst>
                    <a:ext uri="{FF2B5EF4-FFF2-40B4-BE49-F238E27FC236}">
                      <a16:creationId xmlns:a16="http://schemas.microsoft.com/office/drawing/2014/main" id="{F88F40C3-1A96-EE32-169C-B86E01DD5169}"/>
                    </a:ext>
                  </a:extLst>
                </p:cNvPr>
                <p:cNvGraphicFramePr/>
                <p:nvPr/>
              </p:nvGraphicFramePr>
              <p:xfrm>
                <a:off x="782734" y="5103901"/>
                <a:ext cx="1754229" cy="1464247"/>
              </p:xfrm>
              <a:graphic>
                <a:graphicData uri="http://schemas.microsoft.com/office/drawing/2014/chartex">
                  <cx:chart xmlns:cx="http://schemas.microsoft.com/office/drawing/2014/chartex" xmlns:r="http://schemas.openxmlformats.org/officeDocument/2006/relationships" r:id="rId5"/>
                </a:graphicData>
              </a:graphic>
            </p:graphicFrame>
          </mc:Choice>
          <mc:Fallback xmlns="">
            <p:pic>
              <p:nvPicPr>
                <p:cNvPr id="317" name="차트 316">
                  <a:extLst>
                    <a:ext uri="{FF2B5EF4-FFF2-40B4-BE49-F238E27FC236}">
                      <a16:creationId xmlns:a16="http://schemas.microsoft.com/office/drawing/2014/main" id="{F88F40C3-1A96-EE32-169C-B86E01DD5169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90755" y="4950149"/>
                  <a:ext cx="1754229" cy="14642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cx1="http://schemas.microsoft.com/office/drawing/2015/9/8/chartex">
          <mc:Choice Requires="cx1">
            <p:graphicFrame>
              <p:nvGraphicFramePr>
                <p:cNvPr id="318" name="차트 317">
                  <a:extLst>
                    <a:ext uri="{FF2B5EF4-FFF2-40B4-BE49-F238E27FC236}">
                      <a16:creationId xmlns:a16="http://schemas.microsoft.com/office/drawing/2014/main" id="{22B4AC68-E2CB-EDBF-C0BA-46508285C9B7}"/>
                    </a:ext>
                  </a:extLst>
                </p:cNvPr>
                <p:cNvGraphicFramePr/>
                <p:nvPr/>
              </p:nvGraphicFramePr>
              <p:xfrm>
                <a:off x="2692632" y="5040766"/>
                <a:ext cx="1657532" cy="1529499"/>
              </p:xfrm>
              <a:graphic>
                <a:graphicData uri="http://schemas.microsoft.com/office/drawing/2014/chartex">
                  <cx:chart xmlns:cx="http://schemas.microsoft.com/office/drawing/2014/chartex" xmlns:r="http://schemas.openxmlformats.org/officeDocument/2006/relationships" r:id="rId7"/>
                </a:graphicData>
              </a:graphic>
            </p:graphicFrame>
          </mc:Choice>
          <mc:Fallback xmlns="">
            <p:pic>
              <p:nvPicPr>
                <p:cNvPr id="318" name="차트 317">
                  <a:extLst>
                    <a:ext uri="{FF2B5EF4-FFF2-40B4-BE49-F238E27FC236}">
                      <a16:creationId xmlns:a16="http://schemas.microsoft.com/office/drawing/2014/main" id="{22B4AC68-E2CB-EDBF-C0BA-46508285C9B7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700653" y="4887014"/>
                  <a:ext cx="1657532" cy="15294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cx1="http://schemas.microsoft.com/office/drawing/2015/9/8/chartex">
          <mc:Choice Requires="cx1">
            <p:graphicFrame>
              <p:nvGraphicFramePr>
                <p:cNvPr id="319" name="차트 318">
                  <a:extLst>
                    <a:ext uri="{FF2B5EF4-FFF2-40B4-BE49-F238E27FC236}">
                      <a16:creationId xmlns:a16="http://schemas.microsoft.com/office/drawing/2014/main" id="{5C3CDCCF-2568-E9C8-8568-646C4212C157}"/>
                    </a:ext>
                  </a:extLst>
                </p:cNvPr>
                <p:cNvGraphicFramePr/>
                <p:nvPr/>
              </p:nvGraphicFramePr>
              <p:xfrm>
                <a:off x="4552848" y="5099324"/>
                <a:ext cx="1629397" cy="1475936"/>
              </p:xfrm>
              <a:graphic>
                <a:graphicData uri="http://schemas.microsoft.com/office/drawing/2014/chartex">
                  <cx:chart xmlns:cx="http://schemas.microsoft.com/office/drawing/2014/chartex" xmlns:r="http://schemas.openxmlformats.org/officeDocument/2006/relationships" r:id="rId9"/>
                </a:graphicData>
              </a:graphic>
            </p:graphicFrame>
          </mc:Choice>
          <mc:Fallback xmlns="">
            <p:pic>
              <p:nvPicPr>
                <p:cNvPr id="319" name="차트 318">
                  <a:extLst>
                    <a:ext uri="{FF2B5EF4-FFF2-40B4-BE49-F238E27FC236}">
                      <a16:creationId xmlns:a16="http://schemas.microsoft.com/office/drawing/2014/main" id="{5C3CDCCF-2568-E9C8-8568-646C4212C157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560869" y="4945572"/>
                  <a:ext cx="1629397" cy="1475936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320" name="TextBox 319">
              <a:extLst>
                <a:ext uri="{FF2B5EF4-FFF2-40B4-BE49-F238E27FC236}">
                  <a16:creationId xmlns:a16="http://schemas.microsoft.com/office/drawing/2014/main" id="{B52986B5-A2FA-7B85-0C04-BE0FF0DF4770}"/>
                </a:ext>
              </a:extLst>
            </p:cNvPr>
            <p:cNvSpPr txBox="1"/>
            <p:nvPr/>
          </p:nvSpPr>
          <p:spPr>
            <a:xfrm>
              <a:off x="906113" y="6401256"/>
              <a:ext cx="31611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PD</a:t>
              </a:r>
              <a:endPara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6D038822-D7DE-C0F1-34A7-6F4BB2CFEE0B}"/>
                </a:ext>
              </a:extLst>
            </p:cNvPr>
            <p:cNvSpPr txBox="1"/>
            <p:nvPr/>
          </p:nvSpPr>
          <p:spPr>
            <a:xfrm>
              <a:off x="1196481" y="6401256"/>
              <a:ext cx="33695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Idle</a:t>
              </a:r>
              <a:endPara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322" name="TextBox 321">
              <a:extLst>
                <a:ext uri="{FF2B5EF4-FFF2-40B4-BE49-F238E27FC236}">
                  <a16:creationId xmlns:a16="http://schemas.microsoft.com/office/drawing/2014/main" id="{11217C29-A0BF-DEB4-FD42-033AE20236EC}"/>
                </a:ext>
              </a:extLst>
            </p:cNvPr>
            <p:cNvSpPr txBox="1"/>
            <p:nvPr/>
          </p:nvSpPr>
          <p:spPr>
            <a:xfrm>
              <a:off x="1461377" y="6401256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재료</a:t>
              </a:r>
              <a:b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</a:b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교체</a:t>
              </a:r>
            </a:p>
          </p:txBody>
        </p:sp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3B24569A-4B6A-9B5C-9FF8-EE914FE220B1}"/>
                </a:ext>
              </a:extLst>
            </p:cNvPr>
            <p:cNvSpPr txBox="1"/>
            <p:nvPr/>
          </p:nvSpPr>
          <p:spPr>
            <a:xfrm>
              <a:off x="1791685" y="6401256"/>
              <a:ext cx="32573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BM</a:t>
              </a:r>
              <a:endPara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324" name="TextBox 323">
              <a:extLst>
                <a:ext uri="{FF2B5EF4-FFF2-40B4-BE49-F238E27FC236}">
                  <a16:creationId xmlns:a16="http://schemas.microsoft.com/office/drawing/2014/main" id="{05CE07EA-4EC8-29BE-4B2C-1B8443657EC5}"/>
                </a:ext>
              </a:extLst>
            </p:cNvPr>
            <p:cNvSpPr txBox="1"/>
            <p:nvPr/>
          </p:nvSpPr>
          <p:spPr>
            <a:xfrm>
              <a:off x="2081895" y="6401256"/>
              <a:ext cx="32573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PM</a:t>
              </a:r>
              <a:endPara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326" name="직선 연결선 325">
              <a:extLst>
                <a:ext uri="{FF2B5EF4-FFF2-40B4-BE49-F238E27FC236}">
                  <a16:creationId xmlns:a16="http://schemas.microsoft.com/office/drawing/2014/main" id="{F16CA171-C7AF-A6C9-F790-45ED92850709}"/>
                </a:ext>
              </a:extLst>
            </p:cNvPr>
            <p:cNvCxnSpPr>
              <a:cxnSpLocks/>
            </p:cNvCxnSpPr>
            <p:nvPr/>
          </p:nvCxnSpPr>
          <p:spPr>
            <a:xfrm>
              <a:off x="905760" y="6413933"/>
              <a:ext cx="156675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8" name="TextBox 327">
              <a:extLst>
                <a:ext uri="{FF2B5EF4-FFF2-40B4-BE49-F238E27FC236}">
                  <a16:creationId xmlns:a16="http://schemas.microsoft.com/office/drawing/2014/main" id="{2D1C1196-FA5B-5F91-21A2-791B0726D87F}"/>
                </a:ext>
              </a:extLst>
            </p:cNvPr>
            <p:cNvSpPr txBox="1"/>
            <p:nvPr/>
          </p:nvSpPr>
          <p:spPr>
            <a:xfrm>
              <a:off x="2800661" y="6401256"/>
              <a:ext cx="33695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Idle</a:t>
              </a:r>
              <a:endPara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329" name="TextBox 328">
              <a:extLst>
                <a:ext uri="{FF2B5EF4-FFF2-40B4-BE49-F238E27FC236}">
                  <a16:creationId xmlns:a16="http://schemas.microsoft.com/office/drawing/2014/main" id="{51652F47-35DB-4822-E75C-22103A56ACC6}"/>
                </a:ext>
              </a:extLst>
            </p:cNvPr>
            <p:cNvSpPr txBox="1"/>
            <p:nvPr/>
          </p:nvSpPr>
          <p:spPr>
            <a:xfrm>
              <a:off x="3084880" y="6401256"/>
              <a:ext cx="31611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PD</a:t>
              </a:r>
              <a:endPara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330" name="TextBox 329">
              <a:extLst>
                <a:ext uri="{FF2B5EF4-FFF2-40B4-BE49-F238E27FC236}">
                  <a16:creationId xmlns:a16="http://schemas.microsoft.com/office/drawing/2014/main" id="{7BA45A82-2AB2-3713-0AD0-AE511854AE78}"/>
                </a:ext>
              </a:extLst>
            </p:cNvPr>
            <p:cNvSpPr txBox="1"/>
            <p:nvPr/>
          </p:nvSpPr>
          <p:spPr>
            <a:xfrm>
              <a:off x="3334595" y="6401256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재료</a:t>
              </a:r>
              <a:b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</a:b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교체</a:t>
              </a:r>
            </a:p>
          </p:txBody>
        </p:sp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id="{6B4440C0-C738-C3C1-B833-3E15010408FD}"/>
                </a:ext>
              </a:extLst>
            </p:cNvPr>
            <p:cNvSpPr txBox="1"/>
            <p:nvPr/>
          </p:nvSpPr>
          <p:spPr>
            <a:xfrm>
              <a:off x="3622038" y="6401256"/>
              <a:ext cx="32573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PM</a:t>
              </a:r>
              <a:endPara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332" name="TextBox 331">
              <a:extLst>
                <a:ext uri="{FF2B5EF4-FFF2-40B4-BE49-F238E27FC236}">
                  <a16:creationId xmlns:a16="http://schemas.microsoft.com/office/drawing/2014/main" id="{A83745E2-BD62-3F14-D436-3AD560D59DB3}"/>
                </a:ext>
              </a:extLst>
            </p:cNvPr>
            <p:cNvSpPr txBox="1"/>
            <p:nvPr/>
          </p:nvSpPr>
          <p:spPr>
            <a:xfrm>
              <a:off x="3897969" y="6401256"/>
              <a:ext cx="32573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BM</a:t>
              </a:r>
              <a:endPara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333" name="직선 연결선 332">
              <a:extLst>
                <a:ext uri="{FF2B5EF4-FFF2-40B4-BE49-F238E27FC236}">
                  <a16:creationId xmlns:a16="http://schemas.microsoft.com/office/drawing/2014/main" id="{F2B6C476-760F-1EA7-F037-48C25D5602E6}"/>
                </a:ext>
              </a:extLst>
            </p:cNvPr>
            <p:cNvCxnSpPr>
              <a:cxnSpLocks/>
            </p:cNvCxnSpPr>
            <p:nvPr/>
          </p:nvCxnSpPr>
          <p:spPr>
            <a:xfrm>
              <a:off x="2749137" y="6413933"/>
              <a:ext cx="156675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4" name="TextBox 333">
              <a:extLst>
                <a:ext uri="{FF2B5EF4-FFF2-40B4-BE49-F238E27FC236}">
                  <a16:creationId xmlns:a16="http://schemas.microsoft.com/office/drawing/2014/main" id="{243F404B-E69E-E6D1-670B-E93251EFC5B7}"/>
                </a:ext>
              </a:extLst>
            </p:cNvPr>
            <p:cNvSpPr txBox="1"/>
            <p:nvPr/>
          </p:nvSpPr>
          <p:spPr>
            <a:xfrm>
              <a:off x="4676828" y="6401256"/>
              <a:ext cx="31611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PD</a:t>
              </a:r>
              <a:endPara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335" name="TextBox 334">
              <a:extLst>
                <a:ext uri="{FF2B5EF4-FFF2-40B4-BE49-F238E27FC236}">
                  <a16:creationId xmlns:a16="http://schemas.microsoft.com/office/drawing/2014/main" id="{BFF12C3D-8A33-21AC-CEA9-30C8D1D1CE75}"/>
                </a:ext>
              </a:extLst>
            </p:cNvPr>
            <p:cNvSpPr txBox="1"/>
            <p:nvPr/>
          </p:nvSpPr>
          <p:spPr>
            <a:xfrm>
              <a:off x="4908996" y="6401256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재료</a:t>
              </a:r>
              <a:b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</a:b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교체</a:t>
              </a:r>
            </a:p>
          </p:txBody>
        </p:sp>
        <p:sp>
          <p:nvSpPr>
            <p:cNvPr id="336" name="TextBox 335">
              <a:extLst>
                <a:ext uri="{FF2B5EF4-FFF2-40B4-BE49-F238E27FC236}">
                  <a16:creationId xmlns:a16="http://schemas.microsoft.com/office/drawing/2014/main" id="{BC3699C5-75DA-1D1C-E611-B6BA71B92693}"/>
                </a:ext>
              </a:extLst>
            </p:cNvPr>
            <p:cNvSpPr txBox="1"/>
            <p:nvPr/>
          </p:nvSpPr>
          <p:spPr>
            <a:xfrm>
              <a:off x="5197477" y="6401256"/>
              <a:ext cx="32573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BM</a:t>
              </a:r>
              <a:endPara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338" name="TextBox 337">
              <a:extLst>
                <a:ext uri="{FF2B5EF4-FFF2-40B4-BE49-F238E27FC236}">
                  <a16:creationId xmlns:a16="http://schemas.microsoft.com/office/drawing/2014/main" id="{5D78EB85-7E45-AF82-1E5B-34E51A4747A3}"/>
                </a:ext>
              </a:extLst>
            </p:cNvPr>
            <p:cNvSpPr txBox="1"/>
            <p:nvPr/>
          </p:nvSpPr>
          <p:spPr>
            <a:xfrm>
              <a:off x="5458365" y="6401256"/>
              <a:ext cx="33695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Idle</a:t>
              </a:r>
              <a:endPara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339" name="TextBox 338">
              <a:extLst>
                <a:ext uri="{FF2B5EF4-FFF2-40B4-BE49-F238E27FC236}">
                  <a16:creationId xmlns:a16="http://schemas.microsoft.com/office/drawing/2014/main" id="{C1B78CDD-9EA7-923E-228F-2B898FA3D3B2}"/>
                </a:ext>
              </a:extLst>
            </p:cNvPr>
            <p:cNvSpPr txBox="1"/>
            <p:nvPr/>
          </p:nvSpPr>
          <p:spPr>
            <a:xfrm>
              <a:off x="5716085" y="6401256"/>
              <a:ext cx="32573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PM</a:t>
              </a:r>
              <a:endPara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340" name="직선 연결선 339">
              <a:extLst>
                <a:ext uri="{FF2B5EF4-FFF2-40B4-BE49-F238E27FC236}">
                  <a16:creationId xmlns:a16="http://schemas.microsoft.com/office/drawing/2014/main" id="{B27B5D8F-3733-20E0-4E74-C66910D572C6}"/>
                </a:ext>
              </a:extLst>
            </p:cNvPr>
            <p:cNvCxnSpPr>
              <a:cxnSpLocks/>
            </p:cNvCxnSpPr>
            <p:nvPr/>
          </p:nvCxnSpPr>
          <p:spPr>
            <a:xfrm>
              <a:off x="4626486" y="6421954"/>
              <a:ext cx="156675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2" name="TextBox 341">
              <a:extLst>
                <a:ext uri="{FF2B5EF4-FFF2-40B4-BE49-F238E27FC236}">
                  <a16:creationId xmlns:a16="http://schemas.microsoft.com/office/drawing/2014/main" id="{FB515F87-8FC9-8E9B-9BCE-66D4513856B5}"/>
                </a:ext>
              </a:extLst>
            </p:cNvPr>
            <p:cNvSpPr txBox="1"/>
            <p:nvPr/>
          </p:nvSpPr>
          <p:spPr>
            <a:xfrm>
              <a:off x="2839265" y="4416275"/>
              <a:ext cx="12763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‘26.3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월 </a:t>
              </a: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(3/1~11 Data)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343" name="직선 연결선 342">
              <a:extLst>
                <a:ext uri="{FF2B5EF4-FFF2-40B4-BE49-F238E27FC236}">
                  <a16:creationId xmlns:a16="http://schemas.microsoft.com/office/drawing/2014/main" id="{E2D65E20-8A3D-80AC-31CA-F4B582ABF793}"/>
                </a:ext>
              </a:extLst>
            </p:cNvPr>
            <p:cNvCxnSpPr>
              <a:cxnSpLocks/>
            </p:cNvCxnSpPr>
            <p:nvPr/>
          </p:nvCxnSpPr>
          <p:spPr>
            <a:xfrm>
              <a:off x="2601476" y="4693274"/>
              <a:ext cx="175188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4" name="TextBox 343">
              <a:extLst>
                <a:ext uri="{FF2B5EF4-FFF2-40B4-BE49-F238E27FC236}">
                  <a16:creationId xmlns:a16="http://schemas.microsoft.com/office/drawing/2014/main" id="{B8FA11F7-0BAE-35A7-1048-7247FA544264}"/>
                </a:ext>
              </a:extLst>
            </p:cNvPr>
            <p:cNvSpPr txBox="1"/>
            <p:nvPr/>
          </p:nvSpPr>
          <p:spPr>
            <a:xfrm>
              <a:off x="4640322" y="4416275"/>
              <a:ext cx="13340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‘26.3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월 </a:t>
              </a: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(3/12~31 Data)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345" name="직선 연결선 344">
              <a:extLst>
                <a:ext uri="{FF2B5EF4-FFF2-40B4-BE49-F238E27FC236}">
                  <a16:creationId xmlns:a16="http://schemas.microsoft.com/office/drawing/2014/main" id="{82E156BD-8580-6118-A92F-68EB3180A796}"/>
                </a:ext>
              </a:extLst>
            </p:cNvPr>
            <p:cNvCxnSpPr>
              <a:cxnSpLocks/>
            </p:cNvCxnSpPr>
            <p:nvPr/>
          </p:nvCxnSpPr>
          <p:spPr>
            <a:xfrm>
              <a:off x="4431385" y="4693274"/>
              <a:ext cx="175188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7" name="직선 연결선 346">
            <a:extLst>
              <a:ext uri="{FF2B5EF4-FFF2-40B4-BE49-F238E27FC236}">
                <a16:creationId xmlns:a16="http://schemas.microsoft.com/office/drawing/2014/main" id="{72DFF202-F2B9-3453-82D6-453018907331}"/>
              </a:ext>
            </a:extLst>
          </p:cNvPr>
          <p:cNvCxnSpPr>
            <a:cxnSpLocks/>
          </p:cNvCxnSpPr>
          <p:nvPr/>
        </p:nvCxnSpPr>
        <p:spPr>
          <a:xfrm>
            <a:off x="6288200" y="4510850"/>
            <a:ext cx="0" cy="1789102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직사각형 388">
            <a:extLst>
              <a:ext uri="{FF2B5EF4-FFF2-40B4-BE49-F238E27FC236}">
                <a16:creationId xmlns:a16="http://schemas.microsoft.com/office/drawing/2014/main" id="{83BFFF42-6A29-C4BB-61FF-E0DB28E6E4E3}"/>
              </a:ext>
            </a:extLst>
          </p:cNvPr>
          <p:cNvSpPr/>
          <p:nvPr/>
        </p:nvSpPr>
        <p:spPr>
          <a:xfrm>
            <a:off x="6494758" y="6365278"/>
            <a:ext cx="201424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└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(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작업자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) NND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연결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Tape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부착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개선</a:t>
            </a:r>
            <a:b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       (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설비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)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개별원점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Logic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제어 오류 개선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F1364696-18A8-2A2F-C47D-A3C1E56E20C1}"/>
              </a:ext>
            </a:extLst>
          </p:cNvPr>
          <p:cNvSpPr txBox="1"/>
          <p:nvPr/>
        </p:nvSpPr>
        <p:spPr>
          <a:xfrm>
            <a:off x="6276958" y="4642189"/>
            <a:ext cx="2865454" cy="1846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①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L&amp;S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계획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가동대수 조정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(7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대 →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5.3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대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및 </a:t>
            </a:r>
            <a:b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일일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Loss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분석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/POR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관리 </a:t>
            </a:r>
            <a:b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② </a:t>
            </a: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비가동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Loss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개선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b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-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재료교체 개소 동시교체 및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Loss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 생산팀 일일관리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③ Burst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Production Lesson Learned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적용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b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- FMCS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모터니링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및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Control Tower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통한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빠른 부동대응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.</a:t>
            </a:r>
            <a:b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④ 일일 파단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/Jamming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분석을 통한 개선 진행 중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.</a:t>
            </a:r>
            <a:b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-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총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25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건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작업자 기인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13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건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설비기인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12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건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적용 완료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.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92" name="직사각형 391">
            <a:extLst>
              <a:ext uri="{FF2B5EF4-FFF2-40B4-BE49-F238E27FC236}">
                <a16:creationId xmlns:a16="http://schemas.microsoft.com/office/drawing/2014/main" id="{74E6D618-86F8-DAAA-2ABB-2323955DF018}"/>
              </a:ext>
            </a:extLst>
          </p:cNvPr>
          <p:cNvSpPr/>
          <p:nvPr/>
        </p:nvSpPr>
        <p:spPr>
          <a:xfrm>
            <a:off x="6370050" y="5458466"/>
            <a:ext cx="3030239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└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PET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교체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분리막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A/S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준비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(</a:t>
            </a: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분리막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Feeding), </a:t>
            </a: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하프셀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매거진 교체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393" name="직사각형 392">
            <a:extLst>
              <a:ext uri="{FF2B5EF4-FFF2-40B4-BE49-F238E27FC236}">
                <a16:creationId xmlns:a16="http://schemas.microsoft.com/office/drawing/2014/main" id="{1A4162F8-B140-DEA5-4978-6D5E4DE892D3}"/>
              </a:ext>
            </a:extLst>
          </p:cNvPr>
          <p:cNvSpPr/>
          <p:nvPr/>
        </p:nvSpPr>
        <p:spPr>
          <a:xfrm>
            <a:off x="7857758" y="5161794"/>
            <a:ext cx="54178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4.0%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5243287-47B8-2203-E70E-1D2B60F2C061}"/>
              </a:ext>
            </a:extLst>
          </p:cNvPr>
          <p:cNvSpPr/>
          <p:nvPr/>
        </p:nvSpPr>
        <p:spPr>
          <a:xfrm>
            <a:off x="3094656" y="4892735"/>
            <a:ext cx="1328989" cy="2484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* 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전극대기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14.8%</a:t>
            </a:r>
            <a:b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 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전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/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후 공정 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Wait: 4.1%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D36561EF-A7F9-7945-DCB7-34DD45EDE25C}"/>
              </a:ext>
            </a:extLst>
          </p:cNvPr>
          <p:cNvSpPr/>
          <p:nvPr/>
        </p:nvSpPr>
        <p:spPr>
          <a:xfrm>
            <a:off x="5571613" y="5815517"/>
            <a:ext cx="1328989" cy="2484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* 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전극대기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0.0%</a:t>
            </a:r>
            <a:b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 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전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/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후 공정 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Wait: 4.1%</a:t>
            </a:r>
          </a:p>
        </p:txBody>
      </p:sp>
      <p:sp>
        <p:nvSpPr>
          <p:cNvPr id="16" name="실행 단추: 홈으로 이동 15">
            <a:hlinkClick r:id="rId11" action="ppaction://hlinksldjump" highlightClick="1"/>
            <a:extLst>
              <a:ext uri="{FF2B5EF4-FFF2-40B4-BE49-F238E27FC236}">
                <a16:creationId xmlns:a16="http://schemas.microsoft.com/office/drawing/2014/main" id="{DB7D0375-361F-1759-4653-F45EB5D89E96}"/>
              </a:ext>
            </a:extLst>
          </p:cNvPr>
          <p:cNvSpPr/>
          <p:nvPr/>
        </p:nvSpPr>
        <p:spPr>
          <a:xfrm>
            <a:off x="8795364" y="118944"/>
            <a:ext cx="245117" cy="260618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93EF887-12BD-2800-06F6-C6F75876E084}"/>
              </a:ext>
            </a:extLst>
          </p:cNvPr>
          <p:cNvSpPr/>
          <p:nvPr/>
        </p:nvSpPr>
        <p:spPr>
          <a:xfrm>
            <a:off x="4759315" y="732988"/>
            <a:ext cx="537357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~ 4/6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73504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11">
            <a:extLst>
              <a:ext uri="{FF2B5EF4-FFF2-40B4-BE49-F238E27FC236}">
                <a16:creationId xmlns:a16="http://schemas.microsoft.com/office/drawing/2014/main" id="{3B292AEE-B751-20B9-2E06-D1FE82A54B24}"/>
              </a:ext>
            </a:extLst>
          </p:cNvPr>
          <p:cNvSpPr txBox="1">
            <a:spLocks/>
          </p:cNvSpPr>
          <p:nvPr/>
        </p:nvSpPr>
        <p:spPr bwMode="auto">
          <a:xfrm>
            <a:off x="106462" y="600320"/>
            <a:ext cx="8898206" cy="290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4295" tIns="37148" rIns="74295" bIns="37148" numCol="1" anchor="t" anchorCtr="0" compatLnSpc="1">
            <a:prstTxWarp prst="textNoShape">
              <a:avLst/>
            </a:prstTxWarp>
            <a:spAutoFit/>
          </a:bodyPr>
          <a:lstStyle>
            <a:lvl1pPr marL="0" indent="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Tx/>
              <a:buNone/>
              <a:defRPr kumimoji="1" sz="1600" b="1" spc="-120" baseline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  <a:cs typeface="Arial" pitchFamily="34" charset="0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Tx/>
              <a:buNone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Tx/>
              <a:buNone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Tx/>
              <a:buNone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Tx/>
              <a:buNone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457200">
              <a:defRPr/>
            </a:pPr>
            <a:r>
              <a:rPr kumimoji="0" lang="ko-KR" altLang="en-US" sz="1400" spc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구리스 급유 부족에 따른 리니어 모터 열화 감지를 위해</a:t>
            </a:r>
            <a:r>
              <a:rPr kumimoji="0" lang="en-US" altLang="ko-KR" sz="1400" spc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400" u="sng" spc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모터 온도와 부하율</a:t>
            </a:r>
            <a:r>
              <a:rPr kumimoji="0" lang="en-US" altLang="ko-KR" sz="1400" spc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ko-KR" altLang="en-US" sz="1400" spc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기반의 이상감지 모델을 운영 중에 있음</a:t>
            </a:r>
            <a:endParaRPr kumimoji="0" lang="en-US" altLang="ko-KR" sz="1400" spc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D08DD1-7155-EC5D-B086-A95B5E7CDC95}"/>
              </a:ext>
            </a:extLst>
          </p:cNvPr>
          <p:cNvSpPr txBox="1"/>
          <p:nvPr/>
        </p:nvSpPr>
        <p:spPr>
          <a:xfrm>
            <a:off x="7857688" y="314521"/>
            <a:ext cx="947375" cy="15004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 defTabSz="457200" latinLnBrk="0">
              <a:defRPr/>
            </a:pPr>
            <a:r>
              <a:rPr lang="en-US" altLang="ko-KR" sz="975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FDC DX.</a:t>
            </a:r>
            <a:r>
              <a:rPr lang="ko-KR" altLang="en-US" sz="975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조립</a:t>
            </a:r>
            <a:r>
              <a:rPr lang="en-US" altLang="ko-KR" sz="975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FDC</a:t>
            </a:r>
            <a:r>
              <a:rPr lang="ko-KR" altLang="en-US" sz="975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팀</a:t>
            </a:r>
          </a:p>
        </p:txBody>
      </p:sp>
      <p:sp>
        <p:nvSpPr>
          <p:cNvPr id="9" name="화살표: 오각형 8">
            <a:extLst>
              <a:ext uri="{FF2B5EF4-FFF2-40B4-BE49-F238E27FC236}">
                <a16:creationId xmlns:a16="http://schemas.microsoft.com/office/drawing/2014/main" id="{EE1B3F1D-2D61-6BC6-DE1A-378197F0995C}"/>
              </a:ext>
            </a:extLst>
          </p:cNvPr>
          <p:cNvSpPr/>
          <p:nvPr/>
        </p:nvSpPr>
        <p:spPr>
          <a:xfrm>
            <a:off x="747113" y="1349831"/>
            <a:ext cx="3781067" cy="451665"/>
          </a:xfrm>
          <a:prstGeom prst="homePlate">
            <a:avLst/>
          </a:prstGeom>
          <a:solidFill>
            <a:sysClr val="window" lastClr="FFFFFF">
              <a:lumMod val="8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리니어 모터 부품 이상감지</a:t>
            </a:r>
            <a:endParaRPr kumimoji="1" lang="en-US" altLang="ko-KR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4572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온도 알고리즘 개발 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(~ ’26.3.4)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" name="화살표: 갈매기형 수장 9">
            <a:extLst>
              <a:ext uri="{FF2B5EF4-FFF2-40B4-BE49-F238E27FC236}">
                <a16:creationId xmlns:a16="http://schemas.microsoft.com/office/drawing/2014/main" id="{9D8DD9A1-1657-1199-CDF6-091F95BFCAB7}"/>
              </a:ext>
            </a:extLst>
          </p:cNvPr>
          <p:cNvSpPr/>
          <p:nvPr/>
        </p:nvSpPr>
        <p:spPr>
          <a:xfrm>
            <a:off x="4626262" y="1349829"/>
            <a:ext cx="3921559" cy="451664"/>
          </a:xfrm>
          <a:prstGeom prst="chevron">
            <a:avLst/>
          </a:prstGeom>
          <a:solidFill>
            <a:srgbClr val="8064A2">
              <a:lumMod val="20000"/>
              <a:lumOff val="80000"/>
            </a:srgbClr>
          </a:solidFill>
          <a:ln w="25400" cap="flat" cmpd="sng" algn="ctr">
            <a:solidFill>
              <a:sysClr val="window" lastClr="FFFFFF">
                <a:lumMod val="50000"/>
              </a:sysClr>
            </a:solidFill>
            <a:prstDash val="solid"/>
          </a:ln>
          <a:effectLst/>
        </p:spPr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부하율 파라미터 추가 반영</a:t>
            </a:r>
            <a:b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온도 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+ 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부하율 고도화 알고리즘 개발 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(~ ’26.3.31)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8B76AA-F752-3211-5516-01306F5BEE98}"/>
              </a:ext>
            </a:extLst>
          </p:cNvPr>
          <p:cNvSpPr txBox="1"/>
          <p:nvPr/>
        </p:nvSpPr>
        <p:spPr>
          <a:xfrm>
            <a:off x="1034388" y="1062654"/>
            <a:ext cx="950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400" b="1" dirty="0">
                <a:solidFill>
                  <a:srgbClr val="0000FF"/>
                </a:solidFill>
                <a:latin typeface="Bahnschrift SemiBold Condensed" panose="020B0502040204020203" pitchFamily="34" charset="0"/>
                <a:ea typeface="LG스마트체 Regular" panose="020B0600000101010101" pitchFamily="50" charset="-127"/>
              </a:rPr>
              <a:t>Phase Ⅰ.</a:t>
            </a:r>
            <a:endParaRPr kumimoji="1" lang="ko-KR" altLang="en-US" sz="1400" b="1" dirty="0">
              <a:solidFill>
                <a:srgbClr val="0000FF"/>
              </a:solidFill>
              <a:latin typeface="Bahnschrift SemiBold Condensed" panose="020B0502040204020203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C879D1-83E7-97F1-05F3-96E88A560DE0}"/>
              </a:ext>
            </a:extLst>
          </p:cNvPr>
          <p:cNvSpPr txBox="1"/>
          <p:nvPr/>
        </p:nvSpPr>
        <p:spPr>
          <a:xfrm>
            <a:off x="4836691" y="1062654"/>
            <a:ext cx="950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400" b="1" dirty="0">
                <a:solidFill>
                  <a:srgbClr val="0000FF"/>
                </a:solidFill>
                <a:latin typeface="Bahnschrift SemiBold Condensed" panose="020B0502040204020203" pitchFamily="34" charset="0"/>
                <a:ea typeface="LG스마트체 Regular" panose="020B0600000101010101" pitchFamily="50" charset="-127"/>
              </a:rPr>
              <a:t>Phase Ⅱ.</a:t>
            </a:r>
            <a:endParaRPr kumimoji="1" lang="ko-KR" altLang="en-US" sz="1400" b="1" dirty="0">
              <a:solidFill>
                <a:srgbClr val="0000FF"/>
              </a:solidFill>
              <a:latin typeface="Bahnschrift SemiBold Condensed" panose="020B0502040204020203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71E3FC-6A74-8C12-E8AC-993702921152}"/>
              </a:ext>
            </a:extLst>
          </p:cNvPr>
          <p:cNvSpPr txBox="1"/>
          <p:nvPr/>
        </p:nvSpPr>
        <p:spPr>
          <a:xfrm>
            <a:off x="5561102" y="1078043"/>
            <a:ext cx="25859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온도 外</a:t>
            </a:r>
            <a:r>
              <a:rPr kumimoji="1" lang="en-US" altLang="ko-KR" sz="12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r>
              <a:rPr kumimoji="1" lang="ko-KR" altLang="en-US" sz="12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부하율 모델 병렬 운영 </a:t>
            </a:r>
            <a:r>
              <a:rPr kumimoji="1" lang="en-US" altLang="ko-KR" sz="12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kumimoji="1" lang="ko-KR" altLang="en-US" sz="12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고도화</a:t>
            </a:r>
            <a:r>
              <a:rPr kumimoji="1" lang="en-US" altLang="ko-KR" sz="12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endParaRPr kumimoji="1" lang="ko-KR" altLang="en-US" sz="1200" b="1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309BC9-664A-F614-1F24-DC46FD151597}"/>
              </a:ext>
            </a:extLst>
          </p:cNvPr>
          <p:cNvSpPr txBox="1"/>
          <p:nvPr/>
        </p:nvSpPr>
        <p:spPr>
          <a:xfrm>
            <a:off x="1731550" y="1078043"/>
            <a:ext cx="2210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온도 단일인자 이상감지 모델 개발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E6A8E04-8AE5-CBC6-F655-64F2DC4FEAF0}"/>
              </a:ext>
            </a:extLst>
          </p:cNvPr>
          <p:cNvSpPr/>
          <p:nvPr/>
        </p:nvSpPr>
        <p:spPr>
          <a:xfrm>
            <a:off x="78804" y="3056708"/>
            <a:ext cx="639259" cy="627017"/>
          </a:xfrm>
          <a:prstGeom prst="rect">
            <a:avLst/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</a:ln>
          <a:effectLst/>
        </p:spPr>
        <p:txBody>
          <a:bodyPr lIns="29250" tIns="0" rIns="29250" bIns="0" rtlCol="0" anchor="ctr"/>
          <a:lstStyle/>
          <a:p>
            <a:pPr marL="0" marR="0" lvl="0" indent="0" algn="ctr" defTabSz="4572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모델</a:t>
            </a:r>
            <a:endParaRPr kumimoji="1" lang="en-US" altLang="ko-KR" sz="1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4572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운영</a:t>
            </a:r>
            <a:endParaRPr kumimoji="1" lang="en-US" altLang="ko-KR" sz="1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7CB762D4-DE32-AF5C-7C50-B3F21AB52B14}"/>
              </a:ext>
            </a:extLst>
          </p:cNvPr>
          <p:cNvCxnSpPr>
            <a:cxnSpLocks/>
          </p:cNvCxnSpPr>
          <p:nvPr/>
        </p:nvCxnSpPr>
        <p:spPr>
          <a:xfrm>
            <a:off x="815159" y="3730587"/>
            <a:ext cx="8320116" cy="0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dash"/>
          </a:ln>
          <a:effectLst/>
        </p:spPr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13A994D-1678-B104-1BE8-89549D8FBD59}"/>
              </a:ext>
            </a:extLst>
          </p:cNvPr>
          <p:cNvSpPr/>
          <p:nvPr/>
        </p:nvSpPr>
        <p:spPr>
          <a:xfrm>
            <a:off x="78804" y="3796937"/>
            <a:ext cx="639259" cy="2849867"/>
          </a:xfrm>
          <a:prstGeom prst="rect">
            <a:avLst/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</a:ln>
          <a:effectLst/>
        </p:spPr>
        <p:txBody>
          <a:bodyPr tIns="0" bIns="0" rtlCol="0" anchor="ctr"/>
          <a:lstStyle/>
          <a:p>
            <a:pPr marL="0" marR="0" lvl="0" indent="0" algn="ctr" defTabSz="4572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알고리즘</a:t>
            </a:r>
            <a:endParaRPr kumimoji="1" lang="en-US" altLang="ko-KR" sz="1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4572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컨셉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713EC04E-35DF-0A01-6E9E-2BD7BDD880FB}"/>
              </a:ext>
            </a:extLst>
          </p:cNvPr>
          <p:cNvCxnSpPr>
            <a:cxnSpLocks/>
          </p:cNvCxnSpPr>
          <p:nvPr/>
        </p:nvCxnSpPr>
        <p:spPr>
          <a:xfrm>
            <a:off x="4533220" y="2084788"/>
            <a:ext cx="0" cy="3700975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dash"/>
          </a:ln>
          <a:effectLst/>
        </p:spPr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D7B6D65-BC7B-10E2-41F2-01D2D7F807EA}"/>
              </a:ext>
            </a:extLst>
          </p:cNvPr>
          <p:cNvSpPr/>
          <p:nvPr/>
        </p:nvSpPr>
        <p:spPr>
          <a:xfrm>
            <a:off x="78804" y="1946746"/>
            <a:ext cx="639259" cy="413282"/>
          </a:xfrm>
          <a:prstGeom prst="rect">
            <a:avLst/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</a:ln>
          <a:effectLst/>
        </p:spPr>
        <p:txBody>
          <a:bodyPr lIns="29250" tIns="0" rIns="29250" bIns="0" rtlCol="0" anchor="ctr"/>
          <a:lstStyle/>
          <a:p>
            <a:pPr marL="0" marR="0" lvl="0" indent="0" algn="ctr" defTabSz="4572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개요</a:t>
            </a:r>
            <a:endParaRPr kumimoji="1" lang="en-US" altLang="ko-KR" sz="1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972E8B-1FED-191A-B7DE-52F5A4567EA5}"/>
              </a:ext>
            </a:extLst>
          </p:cNvPr>
          <p:cNvSpPr txBox="1"/>
          <p:nvPr/>
        </p:nvSpPr>
        <p:spPr>
          <a:xfrm>
            <a:off x="805006" y="2032226"/>
            <a:ext cx="28964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리니어 모터 온도 기반 이상감지 모델 개발</a:t>
            </a:r>
            <a:endParaRPr kumimoji="1" lang="en-US" altLang="ko-KR" sz="12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C4EEF8-310F-5FA4-7E9E-960210E220F7}"/>
              </a:ext>
            </a:extLst>
          </p:cNvPr>
          <p:cNvSpPr txBox="1"/>
          <p:nvPr/>
        </p:nvSpPr>
        <p:spPr>
          <a:xfrm>
            <a:off x="4778591" y="2057040"/>
            <a:ext cx="44832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120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리니어모터</a:t>
            </a:r>
            <a:r>
              <a:rPr kumimoji="1"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온도 모델에 추가로</a:t>
            </a:r>
            <a:r>
              <a:rPr kumimoji="1"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r>
              <a:rPr kumimoji="1"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부하율 이상감지 적용 </a:t>
            </a:r>
            <a:r>
              <a:rPr kumimoji="1"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kumimoji="1"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병렬 운영</a:t>
            </a:r>
            <a:r>
              <a:rPr kumimoji="1"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22" name="내용 개체 틀 11">
            <a:extLst>
              <a:ext uri="{FF2B5EF4-FFF2-40B4-BE49-F238E27FC236}">
                <a16:creationId xmlns:a16="http://schemas.microsoft.com/office/drawing/2014/main" id="{7910A05B-7B7A-B16E-E865-D947DDC9CD47}"/>
              </a:ext>
            </a:extLst>
          </p:cNvPr>
          <p:cNvSpPr txBox="1">
            <a:spLocks/>
          </p:cNvSpPr>
          <p:nvPr/>
        </p:nvSpPr>
        <p:spPr bwMode="auto">
          <a:xfrm>
            <a:off x="4778591" y="3786163"/>
            <a:ext cx="45003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2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Tx/>
              <a:buNone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Tx/>
              <a:buNone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Tx/>
              <a:buNone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Tx/>
              <a:buNone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defTabSz="4572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열화의 상태를  나타내는  부하율의 변동을</a:t>
            </a:r>
            <a:r>
              <a:rPr kumimoji="1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누적 </a:t>
            </a:r>
            <a:r>
              <a:rPr kumimoji="1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정수화하여</a:t>
            </a:r>
            <a:r>
              <a: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모니터링</a:t>
            </a:r>
            <a:endParaRPr kumimoji="1" lang="en-US" altLang="ko-KR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defTabSz="4572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온도와 부하율에 이상감지 로직을 동시 적용</a:t>
            </a:r>
            <a:r>
              <a:rPr kumimoji="1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→ 반응이 큰 변수에 선제적 알람 발생</a:t>
            </a:r>
            <a:endParaRPr kumimoji="1" lang="en-US" altLang="ko-KR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D505C7-E95E-BB63-2306-377D2176F016}"/>
              </a:ext>
            </a:extLst>
          </p:cNvPr>
          <p:cNvSpPr txBox="1"/>
          <p:nvPr/>
        </p:nvSpPr>
        <p:spPr>
          <a:xfrm>
            <a:off x="805006" y="2528218"/>
            <a:ext cx="18984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온도 </a:t>
            </a:r>
            <a:r>
              <a:rPr kumimoji="1"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Max </a:t>
            </a:r>
            <a:r>
              <a:rPr kumimoji="1"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통계량</a:t>
            </a:r>
            <a:endParaRPr kumimoji="1" lang="en-US" altLang="ko-KR" sz="12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5A67F2-BEE8-6F90-B464-4C6166BC4629}"/>
              </a:ext>
            </a:extLst>
          </p:cNvPr>
          <p:cNvSpPr txBox="1"/>
          <p:nvPr/>
        </p:nvSpPr>
        <p:spPr>
          <a:xfrm>
            <a:off x="4778591" y="2452875"/>
            <a:ext cx="21994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온도 </a:t>
            </a:r>
            <a:r>
              <a:rPr kumimoji="1"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Max </a:t>
            </a:r>
            <a:r>
              <a:rPr kumimoji="1"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통계량 </a:t>
            </a:r>
            <a:endParaRPr kumimoji="1" lang="en-US" altLang="ko-KR" sz="12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4572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부하율의 </a:t>
            </a:r>
            <a:r>
              <a:rPr kumimoji="1"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Max </a:t>
            </a:r>
            <a:r>
              <a:rPr kumimoji="1"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통계량</a:t>
            </a:r>
            <a:endParaRPr kumimoji="1" lang="en-US" altLang="ko-KR" sz="12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5" name="내용 개체 틀 11">
            <a:extLst>
              <a:ext uri="{FF2B5EF4-FFF2-40B4-BE49-F238E27FC236}">
                <a16:creationId xmlns:a16="http://schemas.microsoft.com/office/drawing/2014/main" id="{00B0C447-B386-E7F8-7708-96742967DFE6}"/>
              </a:ext>
            </a:extLst>
          </p:cNvPr>
          <p:cNvSpPr txBox="1">
            <a:spLocks/>
          </p:cNvSpPr>
          <p:nvPr/>
        </p:nvSpPr>
        <p:spPr bwMode="auto">
          <a:xfrm>
            <a:off x="805006" y="3807798"/>
            <a:ext cx="36578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2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Tx/>
              <a:buNone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Tx/>
              <a:buNone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Tx/>
              <a:buNone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Tx/>
              <a:buNone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defTabSz="4572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리니어 모터의 열화에 반응하는 온도에 대해 </a:t>
            </a:r>
            <a:r>
              <a:rPr kumimoji="1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Max </a:t>
            </a:r>
            <a:r>
              <a: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통계량을 계산하여 </a:t>
            </a:r>
            <a:endParaRPr kumimoji="1" lang="en-US" altLang="ko-KR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defTabSz="4572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 </a:t>
            </a:r>
            <a:r>
              <a: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개소 특성을 반영한 관리선 적용</a:t>
            </a:r>
            <a:endParaRPr kumimoji="1" lang="en-US" altLang="ko-KR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D9511C8-570E-1E4D-FE5B-369FA43DD108}"/>
              </a:ext>
            </a:extLst>
          </p:cNvPr>
          <p:cNvSpPr/>
          <p:nvPr/>
        </p:nvSpPr>
        <p:spPr>
          <a:xfrm>
            <a:off x="78804" y="2482743"/>
            <a:ext cx="639259" cy="486879"/>
          </a:xfrm>
          <a:prstGeom prst="rect">
            <a:avLst/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</a:ln>
          <a:effectLst/>
        </p:spPr>
        <p:txBody>
          <a:bodyPr lIns="29250" tIns="0" rIns="29250" bIns="0" rtlCol="0" anchor="ctr"/>
          <a:lstStyle/>
          <a:p>
            <a:pPr marL="0" marR="0" lvl="0" indent="0" algn="ctr" defTabSz="4572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데이터</a:t>
            </a:r>
            <a:endParaRPr kumimoji="1" lang="en-US" altLang="ko-KR" sz="1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B53D9FFC-A6BC-1A1E-882D-3B869D3CB5EC}"/>
              </a:ext>
            </a:extLst>
          </p:cNvPr>
          <p:cNvSpPr/>
          <p:nvPr/>
        </p:nvSpPr>
        <p:spPr>
          <a:xfrm>
            <a:off x="1050914" y="4272633"/>
            <a:ext cx="3054777" cy="151200"/>
          </a:xfrm>
          <a:prstGeom prst="roundRect">
            <a:avLst/>
          </a:prstGeom>
          <a:solidFill>
            <a:srgbClr val="D9D9D9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실제 감지 사례 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#1-2 CBM Upper Electrode Cutter (BM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26/2/24)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F71D7B-0F8F-62F5-D1D2-3BF8EEF02F96}"/>
              </a:ext>
            </a:extLst>
          </p:cNvPr>
          <p:cNvSpPr txBox="1"/>
          <p:nvPr/>
        </p:nvSpPr>
        <p:spPr>
          <a:xfrm>
            <a:off x="4915305" y="5883359"/>
            <a:ext cx="3894174" cy="445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latinLnBrk="0">
              <a:defRPr/>
            </a:pPr>
            <a:r>
              <a:rPr lang="ko-KR" altLang="en-US" sz="900" dirty="0">
                <a:solidFill>
                  <a:prstClr val="black"/>
                </a:solidFill>
                <a:highlight>
                  <a:srgbClr val="F2F2F2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부하율은 </a:t>
            </a:r>
            <a:r>
              <a:rPr lang="en-US" altLang="ko-KR" sz="900" dirty="0">
                <a:solidFill>
                  <a:prstClr val="black"/>
                </a:solidFill>
                <a:highlight>
                  <a:srgbClr val="F2F2F2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1/5,</a:t>
            </a:r>
            <a:r>
              <a:rPr lang="ko-KR" altLang="en-US" sz="900" dirty="0">
                <a:solidFill>
                  <a:prstClr val="black"/>
                </a:solidFill>
                <a:highlight>
                  <a:srgbClr val="F2F2F2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900" dirty="0">
                <a:solidFill>
                  <a:prstClr val="black"/>
                </a:solidFill>
                <a:highlight>
                  <a:srgbClr val="F2F2F2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1/6</a:t>
            </a:r>
            <a:r>
              <a:rPr lang="ko-KR" altLang="en-US" sz="900" dirty="0">
                <a:solidFill>
                  <a:prstClr val="black"/>
                </a:solidFill>
                <a:highlight>
                  <a:srgbClr val="F2F2F2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일에 알람 발생</a:t>
            </a:r>
            <a:r>
              <a:rPr lang="en-US" altLang="ko-KR" sz="900" dirty="0">
                <a:solidFill>
                  <a:prstClr val="black"/>
                </a:solidFill>
                <a:highlight>
                  <a:srgbClr val="F2F2F2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900" dirty="0">
                <a:solidFill>
                  <a:prstClr val="black"/>
                </a:solidFill>
                <a:highlight>
                  <a:srgbClr val="F2F2F2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이후 </a:t>
            </a:r>
            <a:r>
              <a:rPr lang="en-US" altLang="ko-KR" sz="900" dirty="0">
                <a:solidFill>
                  <a:prstClr val="black"/>
                </a:solidFill>
                <a:highlight>
                  <a:srgbClr val="F2F2F2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1/9</a:t>
            </a:r>
            <a:r>
              <a:rPr lang="ko-KR" altLang="en-US" sz="900" dirty="0">
                <a:solidFill>
                  <a:prstClr val="black"/>
                </a:solidFill>
                <a:highlight>
                  <a:srgbClr val="F2F2F2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일에 온도</a:t>
            </a:r>
            <a:r>
              <a:rPr lang="en-US" altLang="ko-KR" sz="900" dirty="0">
                <a:solidFill>
                  <a:prstClr val="black"/>
                </a:solidFill>
                <a:highlight>
                  <a:srgbClr val="F2F2F2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&amp;</a:t>
            </a:r>
            <a:r>
              <a:rPr lang="ko-KR" altLang="en-US" sz="900" dirty="0">
                <a:solidFill>
                  <a:prstClr val="black"/>
                </a:solidFill>
                <a:highlight>
                  <a:srgbClr val="F2F2F2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부하율에 동시 알람 발생</a:t>
            </a:r>
            <a:endParaRPr lang="en-US" altLang="ko-KR" sz="900" dirty="0">
              <a:solidFill>
                <a:prstClr val="black"/>
              </a:solidFill>
              <a:highlight>
                <a:srgbClr val="F2F2F2"/>
              </a:highlight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 defTabSz="742950" latinLnBrk="0">
              <a:defRPr/>
            </a:pPr>
            <a:r>
              <a:rPr lang="ko-KR" altLang="en-US" sz="900" dirty="0">
                <a:solidFill>
                  <a:prstClr val="black"/>
                </a:solidFill>
                <a:highlight>
                  <a:srgbClr val="F2F2F2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→ 부하율을 통해 </a:t>
            </a:r>
            <a:r>
              <a:rPr lang="en-US" altLang="ko-KR" sz="900" dirty="0">
                <a:solidFill>
                  <a:prstClr val="black"/>
                </a:solidFill>
                <a:highlight>
                  <a:srgbClr val="F2F2F2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BM(1/9) 4</a:t>
            </a:r>
            <a:r>
              <a:rPr lang="ko-KR" altLang="en-US" sz="900" dirty="0">
                <a:solidFill>
                  <a:prstClr val="black"/>
                </a:solidFill>
                <a:highlight>
                  <a:srgbClr val="F2F2F2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일 전 사전감지 가능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44282D4-2CA8-E21F-F322-AD50A4A64841}"/>
              </a:ext>
            </a:extLst>
          </p:cNvPr>
          <p:cNvSpPr/>
          <p:nvPr/>
        </p:nvSpPr>
        <p:spPr>
          <a:xfrm>
            <a:off x="4978736" y="4272733"/>
            <a:ext cx="3813321" cy="151200"/>
          </a:xfrm>
          <a:prstGeom prst="roundRect">
            <a:avLst/>
          </a:prstGeom>
          <a:solidFill>
            <a:sysClr val="window" lastClr="FFFFFF">
              <a:lumMod val="8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시뮬레이션 사례 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#1-3 Final Size Vision (BM 26/1/9)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FE752D64-2FD1-E460-2585-5A1AB4E7C233}"/>
              </a:ext>
            </a:extLst>
          </p:cNvPr>
          <p:cNvGrpSpPr/>
          <p:nvPr/>
        </p:nvGrpSpPr>
        <p:grpSpPr>
          <a:xfrm>
            <a:off x="4795958" y="4378446"/>
            <a:ext cx="4078027" cy="1721289"/>
            <a:chOff x="5126901" y="4751934"/>
            <a:chExt cx="3990974" cy="1420867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255DAC6-E8F3-FDD5-C53D-1B0CC3F59941}"/>
                </a:ext>
              </a:extLst>
            </p:cNvPr>
            <p:cNvSpPr txBox="1"/>
            <p:nvPr/>
          </p:nvSpPr>
          <p:spPr>
            <a:xfrm>
              <a:off x="5288175" y="4777667"/>
              <a:ext cx="1706975" cy="2087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7429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2F2F2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온도 이상감지 로직 </a:t>
              </a:r>
            </a:p>
          </p:txBody>
        </p: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364B94FB-5B2E-828E-0CE9-1717D925F3CE}"/>
                </a:ext>
              </a:extLst>
            </p:cNvPr>
            <p:cNvGrpSpPr/>
            <p:nvPr/>
          </p:nvGrpSpPr>
          <p:grpSpPr>
            <a:xfrm>
              <a:off x="5126901" y="4751934"/>
              <a:ext cx="3990974" cy="1420867"/>
              <a:chOff x="5126901" y="4792571"/>
              <a:chExt cx="3990974" cy="1380225"/>
            </a:xfrm>
          </p:grpSpPr>
          <p:grpSp>
            <p:nvGrpSpPr>
              <p:cNvPr id="33" name="그룹 32">
                <a:extLst>
                  <a:ext uri="{FF2B5EF4-FFF2-40B4-BE49-F238E27FC236}">
                    <a16:creationId xmlns:a16="http://schemas.microsoft.com/office/drawing/2014/main" id="{9C0FEE75-3EFE-C96B-3D19-3C30E8E56ED1}"/>
                  </a:ext>
                </a:extLst>
              </p:cNvPr>
              <p:cNvGrpSpPr/>
              <p:nvPr/>
            </p:nvGrpSpPr>
            <p:grpSpPr>
              <a:xfrm>
                <a:off x="5126901" y="4937192"/>
                <a:ext cx="3876020" cy="1235604"/>
                <a:chOff x="5126901" y="4937192"/>
                <a:chExt cx="3876020" cy="1235604"/>
              </a:xfrm>
            </p:grpSpPr>
            <p:pic>
              <p:nvPicPr>
                <p:cNvPr id="59" name="그림 58">
                  <a:extLst>
                    <a:ext uri="{FF2B5EF4-FFF2-40B4-BE49-F238E27FC236}">
                      <a16:creationId xmlns:a16="http://schemas.microsoft.com/office/drawing/2014/main" id="{6E15EDC1-D450-C567-37E3-155ACBF103C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7217789" y="4937192"/>
                  <a:ext cx="1785132" cy="1082100"/>
                </a:xfrm>
                <a:prstGeom prst="rect">
                  <a:avLst/>
                </a:prstGeom>
              </p:spPr>
            </p:pic>
            <p:pic>
              <p:nvPicPr>
                <p:cNvPr id="60" name="그림 59">
                  <a:extLst>
                    <a:ext uri="{FF2B5EF4-FFF2-40B4-BE49-F238E27FC236}">
                      <a16:creationId xmlns:a16="http://schemas.microsoft.com/office/drawing/2014/main" id="{223459F1-EE26-A4E5-9C17-3066821036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5244184" y="4945470"/>
                  <a:ext cx="1693696" cy="1057818"/>
                </a:xfrm>
                <a:prstGeom prst="rect">
                  <a:avLst/>
                </a:prstGeom>
              </p:spPr>
            </p:pic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19D54BA6-CCC7-89C4-8059-F2DF315CC8B9}"/>
                    </a:ext>
                  </a:extLst>
                </p:cNvPr>
                <p:cNvSpPr txBox="1"/>
                <p:nvPr/>
              </p:nvSpPr>
              <p:spPr>
                <a:xfrm>
                  <a:off x="6726542" y="5801554"/>
                  <a:ext cx="344480" cy="163396"/>
                </a:xfrm>
                <a:prstGeom prst="rect">
                  <a:avLst/>
                </a:prstGeom>
                <a:noFill/>
              </p:spPr>
              <p:txBody>
                <a:bodyPr wrap="square" lIns="60365" tIns="30183" rIns="60365" bIns="30183" rtlCol="0" anchor="t">
                  <a:spAutoFit/>
                </a:bodyPr>
                <a:lstStyle/>
                <a:p>
                  <a:pPr marL="0" marR="0" lvl="0" indent="0" algn="ctr" defTabSz="371475" eaLnBrk="1" fontAlgn="auto" latinLnBrk="0" hangingPunct="1">
                    <a:lnSpc>
                      <a:spcPct val="100000"/>
                    </a:lnSpc>
                    <a:spcBef>
                      <a:spcPts val="163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7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FFFFFF"/>
                      </a:highlight>
                      <a:uLnTx/>
                      <a:uFillTx/>
                      <a:latin typeface="Arial Narrow" panose="020B0606020202030204" pitchFamily="34" charset="0"/>
                      <a:ea typeface="LG스마트체 Regular" panose="020B0600000101010101" pitchFamily="50" charset="-127"/>
                      <a:cs typeface="Arial"/>
                    </a:rPr>
                    <a:t>Time</a:t>
                  </a:r>
                </a:p>
              </p:txBody>
            </p: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C9292C34-6A50-CAF4-BFDF-BE585DEC9785}"/>
                    </a:ext>
                  </a:extLst>
                </p:cNvPr>
                <p:cNvSpPr txBox="1"/>
                <p:nvPr/>
              </p:nvSpPr>
              <p:spPr>
                <a:xfrm>
                  <a:off x="5126901" y="5032306"/>
                  <a:ext cx="282591" cy="163396"/>
                </a:xfrm>
                <a:prstGeom prst="rect">
                  <a:avLst/>
                </a:prstGeom>
                <a:noFill/>
              </p:spPr>
              <p:txBody>
                <a:bodyPr wrap="square" lIns="60365" tIns="30183" rIns="60365" bIns="30183" rtlCol="0" anchor="t">
                  <a:spAutoFit/>
                </a:bodyPr>
                <a:lstStyle/>
                <a:p>
                  <a:pPr marL="0" marR="0" lvl="0" indent="0" algn="ctr" defTabSz="371475" eaLnBrk="1" fontAlgn="auto" latinLnBrk="0" hangingPunct="1">
                    <a:lnSpc>
                      <a:spcPct val="100000"/>
                    </a:lnSpc>
                    <a:spcBef>
                      <a:spcPts val="163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7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FFFFFF"/>
                      </a:highlight>
                      <a:uLnTx/>
                      <a:uFillTx/>
                      <a:latin typeface="Arial Narrow" panose="020B0606020202030204" pitchFamily="34" charset="0"/>
                      <a:ea typeface="LG스마트체 Regular" panose="020B0600000101010101" pitchFamily="50" charset="-127"/>
                      <a:cs typeface="Arial"/>
                    </a:rPr>
                    <a:t>90</a:t>
                  </a:r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CD563374-B5BD-D62A-8297-A59C17BD5FD9}"/>
                    </a:ext>
                  </a:extLst>
                </p:cNvPr>
                <p:cNvSpPr txBox="1"/>
                <p:nvPr/>
              </p:nvSpPr>
              <p:spPr>
                <a:xfrm>
                  <a:off x="5126901" y="5268340"/>
                  <a:ext cx="282591" cy="163396"/>
                </a:xfrm>
                <a:prstGeom prst="rect">
                  <a:avLst/>
                </a:prstGeom>
                <a:noFill/>
              </p:spPr>
              <p:txBody>
                <a:bodyPr wrap="square" lIns="60365" tIns="30183" rIns="60365" bIns="30183" rtlCol="0" anchor="t">
                  <a:spAutoFit/>
                </a:bodyPr>
                <a:lstStyle/>
                <a:p>
                  <a:pPr marL="0" marR="0" lvl="0" indent="0" algn="ctr" defTabSz="371475" eaLnBrk="1" fontAlgn="auto" latinLnBrk="0" hangingPunct="1">
                    <a:lnSpc>
                      <a:spcPct val="100000"/>
                    </a:lnSpc>
                    <a:spcBef>
                      <a:spcPts val="163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7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FFFFFF"/>
                      </a:highlight>
                      <a:uLnTx/>
                      <a:uFillTx/>
                      <a:latin typeface="Arial Narrow" panose="020B0606020202030204" pitchFamily="34" charset="0"/>
                      <a:ea typeface="LG스마트체 Regular" panose="020B0600000101010101" pitchFamily="50" charset="-127"/>
                      <a:cs typeface="Arial"/>
                    </a:rPr>
                    <a:t>70</a:t>
                  </a:r>
                </a:p>
              </p:txBody>
            </p:sp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C0F7EA88-B442-9811-A9A1-A945CDBAC2DD}"/>
                    </a:ext>
                  </a:extLst>
                </p:cNvPr>
                <p:cNvSpPr txBox="1"/>
                <p:nvPr/>
              </p:nvSpPr>
              <p:spPr>
                <a:xfrm>
                  <a:off x="5128988" y="5508289"/>
                  <a:ext cx="282591" cy="163396"/>
                </a:xfrm>
                <a:prstGeom prst="rect">
                  <a:avLst/>
                </a:prstGeom>
                <a:noFill/>
              </p:spPr>
              <p:txBody>
                <a:bodyPr wrap="square" lIns="60365" tIns="30183" rIns="60365" bIns="30183" rtlCol="0" anchor="t">
                  <a:spAutoFit/>
                </a:bodyPr>
                <a:lstStyle/>
                <a:p>
                  <a:pPr marL="0" marR="0" lvl="0" indent="0" algn="ctr" defTabSz="371475" eaLnBrk="1" fontAlgn="auto" latinLnBrk="0" hangingPunct="1">
                    <a:lnSpc>
                      <a:spcPct val="100000"/>
                    </a:lnSpc>
                    <a:spcBef>
                      <a:spcPts val="163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7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FFFFFF"/>
                      </a:highlight>
                      <a:uLnTx/>
                      <a:uFillTx/>
                      <a:latin typeface="Arial Narrow" panose="020B0606020202030204" pitchFamily="34" charset="0"/>
                      <a:ea typeface="LG스마트체 Regular" panose="020B0600000101010101" pitchFamily="50" charset="-127"/>
                      <a:cs typeface="Arial"/>
                    </a:rPr>
                    <a:t>50</a:t>
                  </a:r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99DA7D01-88A7-4E42-01A0-25D65481E510}"/>
                    </a:ext>
                  </a:extLst>
                </p:cNvPr>
                <p:cNvSpPr txBox="1"/>
                <p:nvPr/>
              </p:nvSpPr>
              <p:spPr>
                <a:xfrm>
                  <a:off x="5128988" y="5761802"/>
                  <a:ext cx="282591" cy="163396"/>
                </a:xfrm>
                <a:prstGeom prst="rect">
                  <a:avLst/>
                </a:prstGeom>
                <a:noFill/>
              </p:spPr>
              <p:txBody>
                <a:bodyPr wrap="square" lIns="60365" tIns="30183" rIns="60365" bIns="30183" rtlCol="0" anchor="t">
                  <a:spAutoFit/>
                </a:bodyPr>
                <a:lstStyle/>
                <a:p>
                  <a:pPr marL="0" marR="0" lvl="0" indent="0" algn="ctr" defTabSz="371475" eaLnBrk="1" fontAlgn="auto" latinLnBrk="0" hangingPunct="1">
                    <a:lnSpc>
                      <a:spcPct val="100000"/>
                    </a:lnSpc>
                    <a:spcBef>
                      <a:spcPts val="163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7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FFFFFF"/>
                      </a:highlight>
                      <a:uLnTx/>
                      <a:uFillTx/>
                      <a:latin typeface="Arial Narrow" panose="020B0606020202030204" pitchFamily="34" charset="0"/>
                      <a:ea typeface="LG스마트체 Regular" panose="020B0600000101010101" pitchFamily="50" charset="-127"/>
                      <a:cs typeface="Arial"/>
                    </a:rPr>
                    <a:t>30</a:t>
                  </a:r>
                </a:p>
              </p:txBody>
            </p:sp>
            <p:cxnSp>
              <p:nvCxnSpPr>
                <p:cNvPr id="66" name="직선 연결선 65">
                  <a:extLst>
                    <a:ext uri="{FF2B5EF4-FFF2-40B4-BE49-F238E27FC236}">
                      <a16:creationId xmlns:a16="http://schemas.microsoft.com/office/drawing/2014/main" id="{690E4A30-D4B8-23A2-D810-5CCAA094DB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7688" y="4980937"/>
                  <a:ext cx="3507" cy="705677"/>
                </a:xfrm>
                <a:prstGeom prst="line">
                  <a:avLst/>
                </a:prstGeom>
                <a:noFill/>
                <a:ln w="6350" cap="flat" cmpd="sng" algn="ctr">
                  <a:solidFill>
                    <a:sysClr val="windowText" lastClr="000000">
                      <a:lumMod val="50000"/>
                      <a:lumOff val="50000"/>
                    </a:sysClr>
                  </a:solidFill>
                  <a:prstDash val="sysDash"/>
                </a:ln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p:spPr>
            </p:cxnSp>
            <p:sp>
              <p:nvSpPr>
                <p:cNvPr id="67" name="직사각형 66">
                  <a:extLst>
                    <a:ext uri="{FF2B5EF4-FFF2-40B4-BE49-F238E27FC236}">
                      <a16:creationId xmlns:a16="http://schemas.microsoft.com/office/drawing/2014/main" id="{778940F0-FC4F-5615-D092-BE258D4CD2FE}"/>
                    </a:ext>
                  </a:extLst>
                </p:cNvPr>
                <p:cNvSpPr/>
                <p:nvPr/>
              </p:nvSpPr>
              <p:spPr>
                <a:xfrm>
                  <a:off x="6117209" y="4963517"/>
                  <a:ext cx="143168" cy="978829"/>
                </a:xfrm>
                <a:prstGeom prst="rect">
                  <a:avLst/>
                </a:prstGeom>
                <a:solidFill>
                  <a:srgbClr val="C00000">
                    <a:alpha val="12941"/>
                  </a:srgb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74295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 panose="020B0600000101010101" pitchFamily="50" charset="-127"/>
                    <a:cs typeface="+mn-cs"/>
                  </a:endParaRPr>
                </a:p>
              </p:txBody>
            </p:sp>
            <p:cxnSp>
              <p:nvCxnSpPr>
                <p:cNvPr id="68" name="직선 연결선 67">
                  <a:extLst>
                    <a:ext uri="{FF2B5EF4-FFF2-40B4-BE49-F238E27FC236}">
                      <a16:creationId xmlns:a16="http://schemas.microsoft.com/office/drawing/2014/main" id="{74AACFE2-86AE-5F99-BBEE-9D43332114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62277" y="4967209"/>
                  <a:ext cx="3507" cy="705677"/>
                </a:xfrm>
                <a:prstGeom prst="line">
                  <a:avLst/>
                </a:prstGeom>
                <a:noFill/>
                <a:ln w="6350" cap="flat" cmpd="sng" algn="ctr">
                  <a:solidFill>
                    <a:sysClr val="windowText" lastClr="000000">
                      <a:lumMod val="50000"/>
                      <a:lumOff val="50000"/>
                    </a:sysClr>
                  </a:solidFill>
                  <a:prstDash val="sysDash"/>
                </a:ln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p:spPr>
            </p:cxn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4C5C108A-8D22-54FE-D229-0296FCD4B059}"/>
                    </a:ext>
                  </a:extLst>
                </p:cNvPr>
                <p:cNvSpPr txBox="1"/>
                <p:nvPr/>
              </p:nvSpPr>
              <p:spPr>
                <a:xfrm>
                  <a:off x="5216066" y="5905050"/>
                  <a:ext cx="282591" cy="163396"/>
                </a:xfrm>
                <a:prstGeom prst="rect">
                  <a:avLst/>
                </a:prstGeom>
                <a:noFill/>
              </p:spPr>
              <p:txBody>
                <a:bodyPr wrap="square" lIns="60365" tIns="30183" rIns="60365" bIns="30183" rtlCol="0" anchor="t">
                  <a:spAutoFit/>
                </a:bodyPr>
                <a:lstStyle/>
                <a:p>
                  <a:pPr marL="0" marR="0" lvl="0" indent="0" algn="ctr" defTabSz="371475" eaLnBrk="1" fontAlgn="auto" latinLnBrk="0" hangingPunct="1">
                    <a:lnSpc>
                      <a:spcPct val="100000"/>
                    </a:lnSpc>
                    <a:spcBef>
                      <a:spcPts val="163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7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FFFFFF"/>
                      </a:highlight>
                      <a:uLnTx/>
                      <a:uFillTx/>
                      <a:latin typeface="Arial Narrow" panose="020B0606020202030204" pitchFamily="34" charset="0"/>
                      <a:ea typeface="LG스마트체 Regular" panose="020B0600000101010101" pitchFamily="50" charset="-127"/>
                      <a:cs typeface="Arial"/>
                    </a:rPr>
                    <a:t>1/1</a:t>
                  </a:r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C9B26343-F170-2DC9-E086-12A358CBC4FD}"/>
                    </a:ext>
                  </a:extLst>
                </p:cNvPr>
                <p:cNvSpPr txBox="1"/>
                <p:nvPr/>
              </p:nvSpPr>
              <p:spPr>
                <a:xfrm>
                  <a:off x="5493053" y="5905050"/>
                  <a:ext cx="282591" cy="163396"/>
                </a:xfrm>
                <a:prstGeom prst="rect">
                  <a:avLst/>
                </a:prstGeom>
                <a:noFill/>
              </p:spPr>
              <p:txBody>
                <a:bodyPr wrap="square" lIns="60365" tIns="30183" rIns="60365" bIns="30183" rtlCol="0" anchor="t">
                  <a:spAutoFit/>
                </a:bodyPr>
                <a:lstStyle/>
                <a:p>
                  <a:pPr marL="0" marR="0" lvl="0" indent="0" algn="ctr" defTabSz="371475" eaLnBrk="1" fontAlgn="auto" latinLnBrk="0" hangingPunct="1">
                    <a:lnSpc>
                      <a:spcPct val="100000"/>
                    </a:lnSpc>
                    <a:spcBef>
                      <a:spcPts val="163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7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FFFFFF"/>
                      </a:highlight>
                      <a:uLnTx/>
                      <a:uFillTx/>
                      <a:latin typeface="Arial Narrow" panose="020B0606020202030204" pitchFamily="34" charset="0"/>
                      <a:ea typeface="LG스마트체 Regular" panose="020B0600000101010101" pitchFamily="50" charset="-127"/>
                      <a:cs typeface="Arial"/>
                    </a:rPr>
                    <a:t>1/4</a:t>
                  </a:r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C1EF57CB-C531-6359-FEA0-1B4D9EFB3474}"/>
                    </a:ext>
                  </a:extLst>
                </p:cNvPr>
                <p:cNvSpPr txBox="1"/>
                <p:nvPr/>
              </p:nvSpPr>
              <p:spPr>
                <a:xfrm>
                  <a:off x="5891129" y="5905050"/>
                  <a:ext cx="282591" cy="163396"/>
                </a:xfrm>
                <a:prstGeom prst="rect">
                  <a:avLst/>
                </a:prstGeom>
                <a:noFill/>
              </p:spPr>
              <p:txBody>
                <a:bodyPr wrap="square" lIns="60365" tIns="30183" rIns="60365" bIns="30183" rtlCol="0" anchor="t">
                  <a:spAutoFit/>
                </a:bodyPr>
                <a:lstStyle/>
                <a:p>
                  <a:pPr marL="0" marR="0" lvl="0" indent="0" algn="ctr" defTabSz="371475" eaLnBrk="1" fontAlgn="auto" latinLnBrk="0" hangingPunct="1">
                    <a:lnSpc>
                      <a:spcPct val="100000"/>
                    </a:lnSpc>
                    <a:spcBef>
                      <a:spcPts val="163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7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FFFFFF"/>
                      </a:highlight>
                      <a:uLnTx/>
                      <a:uFillTx/>
                      <a:latin typeface="Arial Narrow" panose="020B0606020202030204" pitchFamily="34" charset="0"/>
                      <a:ea typeface="LG스마트체 Regular" panose="020B0600000101010101" pitchFamily="50" charset="-127"/>
                      <a:cs typeface="Arial"/>
                    </a:rPr>
                    <a:t>1/8</a:t>
                  </a:r>
                </a:p>
              </p:txBody>
            </p:sp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DBD307F1-76A8-548A-5015-3F9B74A6B6AF}"/>
                    </a:ext>
                  </a:extLst>
                </p:cNvPr>
                <p:cNvSpPr txBox="1"/>
                <p:nvPr/>
              </p:nvSpPr>
              <p:spPr>
                <a:xfrm>
                  <a:off x="6344490" y="5905050"/>
                  <a:ext cx="282591" cy="267746"/>
                </a:xfrm>
                <a:prstGeom prst="rect">
                  <a:avLst/>
                </a:prstGeom>
                <a:noFill/>
              </p:spPr>
              <p:txBody>
                <a:bodyPr wrap="square" lIns="60365" tIns="30183" rIns="60365" bIns="30183" rtlCol="0" anchor="t">
                  <a:spAutoFit/>
                </a:bodyPr>
                <a:lstStyle/>
                <a:p>
                  <a:pPr marL="0" marR="0" lvl="0" indent="0" algn="ctr" defTabSz="371475" eaLnBrk="1" fontAlgn="auto" latinLnBrk="0" hangingPunct="1">
                    <a:lnSpc>
                      <a:spcPct val="100000"/>
                    </a:lnSpc>
                    <a:spcBef>
                      <a:spcPts val="163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7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FFFFFF"/>
                      </a:highlight>
                      <a:uLnTx/>
                      <a:uFillTx/>
                      <a:latin typeface="Arial Narrow" panose="020B0606020202030204" pitchFamily="34" charset="0"/>
                      <a:ea typeface="LG스마트체 Regular" panose="020B0600000101010101" pitchFamily="50" charset="-127"/>
                      <a:cs typeface="Arial"/>
                    </a:rPr>
                    <a:t>1/12</a:t>
                  </a:r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FCA361FC-D550-B274-912F-100AF868BD1E}"/>
                    </a:ext>
                  </a:extLst>
                </p:cNvPr>
                <p:cNvSpPr txBox="1"/>
                <p:nvPr/>
              </p:nvSpPr>
              <p:spPr>
                <a:xfrm>
                  <a:off x="6641506" y="5905050"/>
                  <a:ext cx="282591" cy="267746"/>
                </a:xfrm>
                <a:prstGeom prst="rect">
                  <a:avLst/>
                </a:prstGeom>
                <a:noFill/>
              </p:spPr>
              <p:txBody>
                <a:bodyPr wrap="square" lIns="60365" tIns="30183" rIns="60365" bIns="30183" rtlCol="0" anchor="t">
                  <a:spAutoFit/>
                </a:bodyPr>
                <a:lstStyle/>
                <a:p>
                  <a:pPr marL="0" marR="0" lvl="0" indent="0" algn="ctr" defTabSz="371475" eaLnBrk="1" fontAlgn="auto" latinLnBrk="0" hangingPunct="1">
                    <a:lnSpc>
                      <a:spcPct val="100000"/>
                    </a:lnSpc>
                    <a:spcBef>
                      <a:spcPts val="163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7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FFFFFF"/>
                      </a:highlight>
                      <a:uLnTx/>
                      <a:uFillTx/>
                      <a:latin typeface="Arial Narrow" panose="020B0606020202030204" pitchFamily="34" charset="0"/>
                      <a:ea typeface="LG스마트체 Regular" panose="020B0600000101010101" pitchFamily="50" charset="-127"/>
                      <a:cs typeface="Arial"/>
                    </a:rPr>
                    <a:t>1/15</a:t>
                  </a:r>
                </a:p>
              </p:txBody>
            </p:sp>
            <p:sp>
              <p:nvSpPr>
                <p:cNvPr id="74" name="폭발: 8pt 73">
                  <a:extLst>
                    <a:ext uri="{FF2B5EF4-FFF2-40B4-BE49-F238E27FC236}">
                      <a16:creationId xmlns:a16="http://schemas.microsoft.com/office/drawing/2014/main" id="{A9C766FF-6571-7245-F68F-37BDFE9972FC}"/>
                    </a:ext>
                  </a:extLst>
                </p:cNvPr>
                <p:cNvSpPr/>
                <p:nvPr/>
              </p:nvSpPr>
              <p:spPr>
                <a:xfrm>
                  <a:off x="6125877" y="5103893"/>
                  <a:ext cx="84018" cy="95696"/>
                </a:xfrm>
                <a:prstGeom prst="irregularSeal1">
                  <a:avLst/>
                </a:prstGeom>
                <a:solidFill>
                  <a:srgbClr val="C00000"/>
                </a:solidFill>
                <a:ln w="3175" cap="flat" cmpd="sng" algn="ctr">
                  <a:solidFill>
                    <a:srgbClr val="C000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B00A28EC-4325-02C9-8A0B-36A56A3E40C3}"/>
                    </a:ext>
                  </a:extLst>
                </p:cNvPr>
                <p:cNvSpPr txBox="1"/>
                <p:nvPr/>
              </p:nvSpPr>
              <p:spPr>
                <a:xfrm>
                  <a:off x="6141663" y="5025582"/>
                  <a:ext cx="676096" cy="4079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알람 발생 </a:t>
                  </a:r>
                  <a:r>
                    <a:rPr kumimoji="0" lang="en-US" altLang="ko-KR" sz="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(‘26.1.9)</a:t>
                  </a:r>
                  <a:endParaRPr kumimoji="0" lang="ko-KR" alt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3D177156-FA82-A76C-108A-9E5FB77D9D8E}"/>
                    </a:ext>
                  </a:extLst>
                </p:cNvPr>
                <p:cNvSpPr txBox="1"/>
                <p:nvPr/>
              </p:nvSpPr>
              <p:spPr>
                <a:xfrm>
                  <a:off x="6890020" y="5127023"/>
                  <a:ext cx="569128" cy="4445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&amp;</a:t>
                  </a:r>
                  <a:endParaRPr kumimoji="0" lang="ko-KR" altLang="en-US" sz="11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</p:grpSp>
          <p:grpSp>
            <p:nvGrpSpPr>
              <p:cNvPr id="34" name="그룹 33">
                <a:extLst>
                  <a:ext uri="{FF2B5EF4-FFF2-40B4-BE49-F238E27FC236}">
                    <a16:creationId xmlns:a16="http://schemas.microsoft.com/office/drawing/2014/main" id="{7C85021B-FFC3-A273-113F-3105705E3FEC}"/>
                  </a:ext>
                </a:extLst>
              </p:cNvPr>
              <p:cNvGrpSpPr/>
              <p:nvPr/>
            </p:nvGrpSpPr>
            <p:grpSpPr>
              <a:xfrm>
                <a:off x="7109388" y="4792571"/>
                <a:ext cx="2008487" cy="1376735"/>
                <a:chOff x="8027285" y="5084078"/>
                <a:chExt cx="1896163" cy="1142512"/>
              </a:xfrm>
            </p:grpSpPr>
            <p:grpSp>
              <p:nvGrpSpPr>
                <p:cNvPr id="35" name="그룹 34">
                  <a:extLst>
                    <a:ext uri="{FF2B5EF4-FFF2-40B4-BE49-F238E27FC236}">
                      <a16:creationId xmlns:a16="http://schemas.microsoft.com/office/drawing/2014/main" id="{8DC3F821-F2CF-7CB4-A86B-3D38DD0CEBBA}"/>
                    </a:ext>
                  </a:extLst>
                </p:cNvPr>
                <p:cNvGrpSpPr/>
                <p:nvPr/>
              </p:nvGrpSpPr>
              <p:grpSpPr>
                <a:xfrm>
                  <a:off x="8027285" y="5211995"/>
                  <a:ext cx="1606869" cy="846716"/>
                  <a:chOff x="9462774" y="5206711"/>
                  <a:chExt cx="2098861" cy="1140776"/>
                </a:xfrm>
              </p:grpSpPr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6DE7539A-F969-757A-21B3-740173BFAC9A}"/>
                      </a:ext>
                    </a:extLst>
                  </p:cNvPr>
                  <p:cNvSpPr txBox="1"/>
                  <p:nvPr/>
                </p:nvSpPr>
                <p:spPr>
                  <a:xfrm>
                    <a:off x="9485270" y="5222192"/>
                    <a:ext cx="365405" cy="182691"/>
                  </a:xfrm>
                  <a:prstGeom prst="rect">
                    <a:avLst/>
                  </a:prstGeom>
                  <a:noFill/>
                </p:spPr>
                <p:txBody>
                  <a:bodyPr wrap="square" lIns="60365" tIns="30183" rIns="60365" bIns="30183" rtlCol="0" anchor="t">
                    <a:spAutoFit/>
                  </a:bodyPr>
                  <a:lstStyle/>
                  <a:p>
                    <a:pPr marL="0" marR="0" lvl="0" indent="0" algn="ctr" defTabSz="371475" eaLnBrk="1" fontAlgn="auto" latinLnBrk="0" hangingPunct="1">
                      <a:lnSpc>
                        <a:spcPct val="100000"/>
                      </a:lnSpc>
                      <a:spcBef>
                        <a:spcPts val="163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7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FF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rPr>
                      <a:t>10</a:t>
                    </a:r>
                  </a:p>
                </p:txBody>
              </p:sp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51CF833C-D118-3DAE-F29E-A24F9E271378}"/>
                      </a:ext>
                    </a:extLst>
                  </p:cNvPr>
                  <p:cNvSpPr txBox="1"/>
                  <p:nvPr/>
                </p:nvSpPr>
                <p:spPr>
                  <a:xfrm>
                    <a:off x="9477767" y="6164796"/>
                    <a:ext cx="365405" cy="182691"/>
                  </a:xfrm>
                  <a:prstGeom prst="rect">
                    <a:avLst/>
                  </a:prstGeom>
                  <a:noFill/>
                </p:spPr>
                <p:txBody>
                  <a:bodyPr wrap="square" lIns="60365" tIns="30183" rIns="60365" bIns="30183" rtlCol="0" anchor="t">
                    <a:spAutoFit/>
                  </a:bodyPr>
                  <a:lstStyle/>
                  <a:p>
                    <a:pPr marL="0" marR="0" lvl="0" indent="0" algn="ctr" defTabSz="371475" eaLnBrk="1" fontAlgn="auto" latinLnBrk="0" hangingPunct="1">
                      <a:lnSpc>
                        <a:spcPct val="100000"/>
                      </a:lnSpc>
                      <a:spcBef>
                        <a:spcPts val="163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7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FF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rPr>
                      <a:t>0</a:t>
                    </a:r>
                  </a:p>
                </p:txBody>
              </p:sp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F8CF50C2-C5C5-B4D5-D349-67E8C7AB957F}"/>
                      </a:ext>
                    </a:extLst>
                  </p:cNvPr>
                  <p:cNvSpPr txBox="1"/>
                  <p:nvPr/>
                </p:nvSpPr>
                <p:spPr>
                  <a:xfrm>
                    <a:off x="9471239" y="5533779"/>
                    <a:ext cx="365405" cy="182691"/>
                  </a:xfrm>
                  <a:prstGeom prst="rect">
                    <a:avLst/>
                  </a:prstGeom>
                  <a:noFill/>
                </p:spPr>
                <p:txBody>
                  <a:bodyPr wrap="square" lIns="60365" tIns="30183" rIns="60365" bIns="30183" rtlCol="0" anchor="t">
                    <a:spAutoFit/>
                  </a:bodyPr>
                  <a:lstStyle/>
                  <a:p>
                    <a:pPr marL="0" marR="0" lvl="0" indent="0" algn="ctr" defTabSz="371475" eaLnBrk="1" fontAlgn="auto" latinLnBrk="0" hangingPunct="1">
                      <a:lnSpc>
                        <a:spcPct val="100000"/>
                      </a:lnSpc>
                      <a:spcBef>
                        <a:spcPts val="163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7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FF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rPr>
                      <a:t>7</a:t>
                    </a:r>
                  </a:p>
                </p:txBody>
              </p:sp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78EE6017-4A8D-DA2A-AE53-4F7F6D614B45}"/>
                      </a:ext>
                    </a:extLst>
                  </p:cNvPr>
                  <p:cNvSpPr txBox="1"/>
                  <p:nvPr/>
                </p:nvSpPr>
                <p:spPr>
                  <a:xfrm>
                    <a:off x="9462774" y="5945619"/>
                    <a:ext cx="365405" cy="182691"/>
                  </a:xfrm>
                  <a:prstGeom prst="rect">
                    <a:avLst/>
                  </a:prstGeom>
                  <a:noFill/>
                </p:spPr>
                <p:txBody>
                  <a:bodyPr wrap="square" lIns="60365" tIns="30183" rIns="60365" bIns="30183" rtlCol="0" anchor="t">
                    <a:spAutoFit/>
                  </a:bodyPr>
                  <a:lstStyle/>
                  <a:p>
                    <a:pPr marL="0" marR="0" lvl="0" indent="0" algn="ctr" defTabSz="371475" eaLnBrk="1" fontAlgn="auto" latinLnBrk="0" hangingPunct="1">
                      <a:lnSpc>
                        <a:spcPct val="100000"/>
                      </a:lnSpc>
                      <a:spcBef>
                        <a:spcPts val="163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7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FF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rPr>
                      <a:t>2.5</a:t>
                    </a:r>
                  </a:p>
                </p:txBody>
              </p:sp>
              <p:sp>
                <p:nvSpPr>
                  <p:cNvPr id="49" name="폭발: 8pt 48">
                    <a:extLst>
                      <a:ext uri="{FF2B5EF4-FFF2-40B4-BE49-F238E27FC236}">
                        <a16:creationId xmlns:a16="http://schemas.microsoft.com/office/drawing/2014/main" id="{ACE84DCE-EB3E-C504-913D-4243176698C6}"/>
                      </a:ext>
                    </a:extLst>
                  </p:cNvPr>
                  <p:cNvSpPr/>
                  <p:nvPr/>
                </p:nvSpPr>
                <p:spPr>
                  <a:xfrm>
                    <a:off x="10293729" y="5914919"/>
                    <a:ext cx="108639" cy="101858"/>
                  </a:xfrm>
                  <a:prstGeom prst="irregularSeal1">
                    <a:avLst/>
                  </a:prstGeom>
                  <a:solidFill>
                    <a:srgbClr val="C00000"/>
                  </a:solidFill>
                  <a:ln w="3175" cap="flat" cmpd="sng" algn="ctr">
                    <a:solidFill>
                      <a:srgbClr val="C00000"/>
                    </a:solidFill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맑은 고딕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50" name="폭발: 8pt 49">
                    <a:extLst>
                      <a:ext uri="{FF2B5EF4-FFF2-40B4-BE49-F238E27FC236}">
                        <a16:creationId xmlns:a16="http://schemas.microsoft.com/office/drawing/2014/main" id="{97FF92EB-F377-F688-089C-8029B5636E76}"/>
                      </a:ext>
                    </a:extLst>
                  </p:cNvPr>
                  <p:cNvSpPr/>
                  <p:nvPr/>
                </p:nvSpPr>
                <p:spPr>
                  <a:xfrm>
                    <a:off x="10433171" y="5850933"/>
                    <a:ext cx="108639" cy="101858"/>
                  </a:xfrm>
                  <a:prstGeom prst="irregularSeal1">
                    <a:avLst/>
                  </a:prstGeom>
                  <a:solidFill>
                    <a:srgbClr val="C00000"/>
                  </a:solidFill>
                  <a:ln w="3175" cap="flat" cmpd="sng" algn="ctr">
                    <a:solidFill>
                      <a:srgbClr val="C00000"/>
                    </a:solidFill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맑은 고딕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grpSp>
                <p:nvGrpSpPr>
                  <p:cNvPr id="51" name="그룹 50">
                    <a:extLst>
                      <a:ext uri="{FF2B5EF4-FFF2-40B4-BE49-F238E27FC236}">
                        <a16:creationId xmlns:a16="http://schemas.microsoft.com/office/drawing/2014/main" id="{693177A5-609E-187F-57C5-5F4BE45F57A1}"/>
                      </a:ext>
                    </a:extLst>
                  </p:cNvPr>
                  <p:cNvGrpSpPr/>
                  <p:nvPr/>
                </p:nvGrpSpPr>
                <p:grpSpPr>
                  <a:xfrm>
                    <a:off x="10308437" y="5206711"/>
                    <a:ext cx="634134" cy="1120441"/>
                    <a:chOff x="5641384" y="3819217"/>
                    <a:chExt cx="244571" cy="771907"/>
                  </a:xfrm>
                </p:grpSpPr>
                <p:cxnSp>
                  <p:nvCxnSpPr>
                    <p:cNvPr id="56" name="직선 연결선 55">
                      <a:extLst>
                        <a:ext uri="{FF2B5EF4-FFF2-40B4-BE49-F238E27FC236}">
                          <a16:creationId xmlns:a16="http://schemas.microsoft.com/office/drawing/2014/main" id="{FE70E1A7-5612-F880-C900-0C012846453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5641384" y="3829742"/>
                      <a:ext cx="6215" cy="716427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ysDash"/>
                    </a:ln>
                    <a:effectLst>
                      <a:outerShdw blurRad="40000" dist="20000" dir="5400000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sp>
                  <p:nvSpPr>
                    <p:cNvPr id="57" name="직사각형 56">
                      <a:extLst>
                        <a:ext uri="{FF2B5EF4-FFF2-40B4-BE49-F238E27FC236}">
                          <a16:creationId xmlns:a16="http://schemas.microsoft.com/office/drawing/2014/main" id="{0C9C8BAA-C52E-0CA7-F083-AFCE56EEF0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45851" y="3819217"/>
                      <a:ext cx="239278" cy="771907"/>
                    </a:xfrm>
                    <a:prstGeom prst="rect">
                      <a:avLst/>
                    </a:prstGeom>
                    <a:solidFill>
                      <a:srgbClr val="C00000">
                        <a:alpha val="12941"/>
                      </a:srgbClr>
                    </a:soli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74295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p:txBody>
                </p:sp>
                <p:cxnSp>
                  <p:nvCxnSpPr>
                    <p:cNvPr id="58" name="직선 연결선 57">
                      <a:extLst>
                        <a:ext uri="{FF2B5EF4-FFF2-40B4-BE49-F238E27FC236}">
                          <a16:creationId xmlns:a16="http://schemas.microsoft.com/office/drawing/2014/main" id="{B273FC39-EDD2-0D92-456C-C3CB29FA2C8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882962" y="3829742"/>
                      <a:ext cx="2993" cy="731170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ysDash"/>
                    </a:ln>
                    <a:effectLst>
                      <a:outerShdw blurRad="40000" dist="20000" dir="5400000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sp>
                <p:nvSpPr>
                  <p:cNvPr id="52" name="폭발: 8pt 51">
                    <a:extLst>
                      <a:ext uri="{FF2B5EF4-FFF2-40B4-BE49-F238E27FC236}">
                        <a16:creationId xmlns:a16="http://schemas.microsoft.com/office/drawing/2014/main" id="{CFFBF6B7-3CFC-F51E-02B8-15AEB10132AB}"/>
                      </a:ext>
                    </a:extLst>
                  </p:cNvPr>
                  <p:cNvSpPr/>
                  <p:nvPr/>
                </p:nvSpPr>
                <p:spPr>
                  <a:xfrm>
                    <a:off x="10775483" y="5932207"/>
                    <a:ext cx="108639" cy="101858"/>
                  </a:xfrm>
                  <a:prstGeom prst="irregularSeal1">
                    <a:avLst/>
                  </a:prstGeom>
                  <a:solidFill>
                    <a:srgbClr val="C00000"/>
                  </a:solidFill>
                  <a:ln w="3175" cap="flat" cmpd="sng" algn="ctr">
                    <a:solidFill>
                      <a:srgbClr val="C00000"/>
                    </a:solidFill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맑은 고딕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281463F4-5CB8-7692-0038-CE1154C31D5F}"/>
                      </a:ext>
                    </a:extLst>
                  </p:cNvPr>
                  <p:cNvSpPr txBox="1"/>
                  <p:nvPr/>
                </p:nvSpPr>
                <p:spPr>
                  <a:xfrm>
                    <a:off x="9574947" y="5766140"/>
                    <a:ext cx="874227" cy="41466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ctr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rPr>
                      <a:t>1</a:t>
                    </a:r>
                    <a:r>
                      <a:rPr kumimoji="0" lang="ko-KR" altLang="en-US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rPr>
                      <a:t>차 알람 </a:t>
                    </a:r>
                    <a:endParaRPr kumimoji="0" lang="en-US" altLang="ko-KR" sz="7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endParaRPr>
                  </a:p>
                  <a:p>
                    <a:pPr marL="0" marR="0" lvl="0" indent="0" algn="ctr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rPr>
                      <a:t>(‘26.1.5)</a:t>
                    </a:r>
                    <a:endParaRPr kumimoji="0" lang="ko-KR" altLang="en-US" sz="7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endParaRPr>
                  </a:p>
                </p:txBody>
              </p:sp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1E94CF9F-AE92-99DA-BCE0-BC48ADF7DD1F}"/>
                      </a:ext>
                    </a:extLst>
                  </p:cNvPr>
                  <p:cNvSpPr txBox="1"/>
                  <p:nvPr/>
                </p:nvSpPr>
                <p:spPr>
                  <a:xfrm>
                    <a:off x="9800040" y="5479912"/>
                    <a:ext cx="874226" cy="34584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ctr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rPr>
                      <a:t>2</a:t>
                    </a:r>
                    <a:r>
                      <a:rPr kumimoji="0" lang="ko-KR" altLang="en-US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rPr>
                      <a:t>차 알람</a:t>
                    </a:r>
                    <a:r>
                      <a:rPr kumimoji="0" lang="en-US" altLang="ko-KR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rPr>
                      <a:t> </a:t>
                    </a:r>
                  </a:p>
                  <a:p>
                    <a:pPr marL="0" marR="0" lvl="0" indent="0" algn="ctr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rPr>
                      <a:t>(‘26.1.6)</a:t>
                    </a:r>
                    <a:endParaRPr kumimoji="0" lang="ko-KR" altLang="en-US" sz="7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endParaRPr>
                  </a:p>
                </p:txBody>
              </p:sp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6B16F620-C726-F07A-5873-D417645982B6}"/>
                      </a:ext>
                    </a:extLst>
                  </p:cNvPr>
                  <p:cNvSpPr txBox="1"/>
                  <p:nvPr/>
                </p:nvSpPr>
                <p:spPr>
                  <a:xfrm>
                    <a:off x="10687409" y="5695729"/>
                    <a:ext cx="874226" cy="33334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ctr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rPr>
                      <a:t>4</a:t>
                    </a:r>
                    <a:r>
                      <a:rPr kumimoji="0" lang="ko-KR" altLang="en-US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rPr>
                      <a:t>차 알람</a:t>
                    </a:r>
                    <a:r>
                      <a:rPr kumimoji="0" lang="en-US" altLang="ko-KR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rPr>
                      <a:t> </a:t>
                    </a:r>
                  </a:p>
                  <a:p>
                    <a:pPr marL="0" marR="0" lvl="0" indent="0" algn="ctr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rPr>
                      <a:t>(‘26.1.9)</a:t>
                    </a:r>
                    <a:endParaRPr kumimoji="0" lang="ko-KR" altLang="en-US" sz="7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endParaRPr>
                  </a:p>
                </p:txBody>
              </p:sp>
            </p:grp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E055D6F-17F5-9CDF-2C41-8439311FEBA6}"/>
                    </a:ext>
                  </a:extLst>
                </p:cNvPr>
                <p:cNvSpPr txBox="1"/>
                <p:nvPr/>
              </p:nvSpPr>
              <p:spPr>
                <a:xfrm>
                  <a:off x="8132584" y="5084078"/>
                  <a:ext cx="1752910" cy="1731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74295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F2F2F2"/>
                      </a:highlight>
                      <a:uLnTx/>
                      <a:uFillTx/>
                      <a:latin typeface="Arial Narrow" panose="020B0606020202030204" pitchFamily="34" charset="0"/>
                      <a:ea typeface="LG스마트체 Regular" panose="020B0600000101010101" pitchFamily="50" charset="-127"/>
                    </a:rPr>
                    <a:t>부하율 이상감지 로직 </a:t>
                  </a:r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95CA45D2-CACA-D9D9-3A5B-082B9CE97796}"/>
                    </a:ext>
                  </a:extLst>
                </p:cNvPr>
                <p:cNvSpPr txBox="1"/>
                <p:nvPr/>
              </p:nvSpPr>
              <p:spPr>
                <a:xfrm>
                  <a:off x="9562649" y="5921407"/>
                  <a:ext cx="353750" cy="135598"/>
                </a:xfrm>
                <a:prstGeom prst="rect">
                  <a:avLst/>
                </a:prstGeom>
                <a:noFill/>
              </p:spPr>
              <p:txBody>
                <a:bodyPr wrap="square" lIns="60365" tIns="30183" rIns="60365" bIns="30183" rtlCol="0" anchor="t">
                  <a:spAutoFit/>
                </a:bodyPr>
                <a:lstStyle/>
                <a:p>
                  <a:pPr marL="0" marR="0" lvl="0" indent="0" algn="ctr" defTabSz="371475" eaLnBrk="1" fontAlgn="auto" latinLnBrk="0" hangingPunct="1">
                    <a:lnSpc>
                      <a:spcPct val="100000"/>
                    </a:lnSpc>
                    <a:spcBef>
                      <a:spcPts val="163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7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FFFFFF"/>
                      </a:highlight>
                      <a:uLnTx/>
                      <a:uFillTx/>
                      <a:latin typeface="Arial Narrow" panose="020B0606020202030204" pitchFamily="34" charset="0"/>
                      <a:ea typeface="LG스마트체 Regular" panose="020B0600000101010101" pitchFamily="50" charset="-127"/>
                      <a:cs typeface="Arial"/>
                    </a:rPr>
                    <a:t>Time</a:t>
                  </a: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D5FDC4AA-3B76-DC34-C256-BFB58933F514}"/>
                    </a:ext>
                  </a:extLst>
                </p:cNvPr>
                <p:cNvSpPr txBox="1"/>
                <p:nvPr/>
              </p:nvSpPr>
              <p:spPr>
                <a:xfrm>
                  <a:off x="8103503" y="6004395"/>
                  <a:ext cx="290195" cy="135598"/>
                </a:xfrm>
                <a:prstGeom prst="rect">
                  <a:avLst/>
                </a:prstGeom>
                <a:noFill/>
              </p:spPr>
              <p:txBody>
                <a:bodyPr wrap="square" lIns="60365" tIns="30183" rIns="60365" bIns="30183" rtlCol="0" anchor="t">
                  <a:spAutoFit/>
                </a:bodyPr>
                <a:lstStyle/>
                <a:p>
                  <a:pPr marL="0" marR="0" lvl="0" indent="0" algn="ctr" defTabSz="371475" eaLnBrk="1" fontAlgn="auto" latinLnBrk="0" hangingPunct="1">
                    <a:lnSpc>
                      <a:spcPct val="100000"/>
                    </a:lnSpc>
                    <a:spcBef>
                      <a:spcPts val="163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7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FFFFFF"/>
                      </a:highlight>
                      <a:uLnTx/>
                      <a:uFillTx/>
                      <a:latin typeface="Arial Narrow" panose="020B0606020202030204" pitchFamily="34" charset="0"/>
                      <a:ea typeface="LG스마트체 Regular" panose="020B0600000101010101" pitchFamily="50" charset="-127"/>
                      <a:cs typeface="Arial"/>
                    </a:rPr>
                    <a:t>1/1</a:t>
                  </a:r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F05E777B-4E38-3829-9F6B-8A1A5DFC5D1E}"/>
                    </a:ext>
                  </a:extLst>
                </p:cNvPr>
                <p:cNvSpPr txBox="1"/>
                <p:nvPr/>
              </p:nvSpPr>
              <p:spPr>
                <a:xfrm>
                  <a:off x="8387945" y="6004395"/>
                  <a:ext cx="290195" cy="135598"/>
                </a:xfrm>
                <a:prstGeom prst="rect">
                  <a:avLst/>
                </a:prstGeom>
                <a:noFill/>
              </p:spPr>
              <p:txBody>
                <a:bodyPr wrap="square" lIns="60365" tIns="30183" rIns="60365" bIns="30183" rtlCol="0" anchor="t">
                  <a:spAutoFit/>
                </a:bodyPr>
                <a:lstStyle/>
                <a:p>
                  <a:pPr marL="0" marR="0" lvl="0" indent="0" algn="ctr" defTabSz="371475" eaLnBrk="1" fontAlgn="auto" latinLnBrk="0" hangingPunct="1">
                    <a:lnSpc>
                      <a:spcPct val="100000"/>
                    </a:lnSpc>
                    <a:spcBef>
                      <a:spcPts val="163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7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FFFFFF"/>
                      </a:highlight>
                      <a:uLnTx/>
                      <a:uFillTx/>
                      <a:latin typeface="Arial Narrow" panose="020B0606020202030204" pitchFamily="34" charset="0"/>
                      <a:ea typeface="LG스마트체 Regular" panose="020B0600000101010101" pitchFamily="50" charset="-127"/>
                      <a:cs typeface="Arial"/>
                    </a:rPr>
                    <a:t>1/4</a:t>
                  </a:r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39FBD030-ED3E-C92C-276E-8D87BDDF5136}"/>
                    </a:ext>
                  </a:extLst>
                </p:cNvPr>
                <p:cNvSpPr txBox="1"/>
                <p:nvPr/>
              </p:nvSpPr>
              <p:spPr>
                <a:xfrm>
                  <a:off x="8796733" y="6004395"/>
                  <a:ext cx="290195" cy="135598"/>
                </a:xfrm>
                <a:prstGeom prst="rect">
                  <a:avLst/>
                </a:prstGeom>
                <a:noFill/>
              </p:spPr>
              <p:txBody>
                <a:bodyPr wrap="square" lIns="60365" tIns="30183" rIns="60365" bIns="30183" rtlCol="0" anchor="t">
                  <a:spAutoFit/>
                </a:bodyPr>
                <a:lstStyle/>
                <a:p>
                  <a:pPr marL="0" marR="0" lvl="0" indent="0" algn="ctr" defTabSz="371475" eaLnBrk="1" fontAlgn="auto" latinLnBrk="0" hangingPunct="1">
                    <a:lnSpc>
                      <a:spcPct val="100000"/>
                    </a:lnSpc>
                    <a:spcBef>
                      <a:spcPts val="163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7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FFFFFF"/>
                      </a:highlight>
                      <a:uLnTx/>
                      <a:uFillTx/>
                      <a:latin typeface="Arial Narrow" panose="020B0606020202030204" pitchFamily="34" charset="0"/>
                      <a:ea typeface="LG스마트체 Regular" panose="020B0600000101010101" pitchFamily="50" charset="-127"/>
                      <a:cs typeface="Arial"/>
                    </a:rPr>
                    <a:t>1/8</a:t>
                  </a:r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4BF9CCF9-0224-D53C-1180-893618F8C319}"/>
                    </a:ext>
                  </a:extLst>
                </p:cNvPr>
                <p:cNvSpPr txBox="1"/>
                <p:nvPr/>
              </p:nvSpPr>
              <p:spPr>
                <a:xfrm>
                  <a:off x="9328242" y="6004395"/>
                  <a:ext cx="290195" cy="222195"/>
                </a:xfrm>
                <a:prstGeom prst="rect">
                  <a:avLst/>
                </a:prstGeom>
                <a:noFill/>
              </p:spPr>
              <p:txBody>
                <a:bodyPr wrap="square" lIns="60365" tIns="30183" rIns="60365" bIns="30183" rtlCol="0" anchor="t">
                  <a:spAutoFit/>
                </a:bodyPr>
                <a:lstStyle/>
                <a:p>
                  <a:pPr marL="0" marR="0" lvl="0" indent="0" algn="ctr" defTabSz="371475" eaLnBrk="1" fontAlgn="auto" latinLnBrk="0" hangingPunct="1">
                    <a:lnSpc>
                      <a:spcPct val="100000"/>
                    </a:lnSpc>
                    <a:spcBef>
                      <a:spcPts val="163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7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FFFFFF"/>
                      </a:highlight>
                      <a:uLnTx/>
                      <a:uFillTx/>
                      <a:latin typeface="Arial Narrow" panose="020B0606020202030204" pitchFamily="34" charset="0"/>
                      <a:ea typeface="LG스마트체 Regular" panose="020B0600000101010101" pitchFamily="50" charset="-127"/>
                      <a:cs typeface="Arial"/>
                    </a:rPr>
                    <a:t>1/12</a:t>
                  </a:r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6D0A659D-70A4-C70A-6C1B-972E171ACB04}"/>
                    </a:ext>
                  </a:extLst>
                </p:cNvPr>
                <p:cNvSpPr txBox="1"/>
                <p:nvPr/>
              </p:nvSpPr>
              <p:spPr>
                <a:xfrm>
                  <a:off x="9633253" y="6004395"/>
                  <a:ext cx="290195" cy="222195"/>
                </a:xfrm>
                <a:prstGeom prst="rect">
                  <a:avLst/>
                </a:prstGeom>
                <a:noFill/>
              </p:spPr>
              <p:txBody>
                <a:bodyPr wrap="square" lIns="60365" tIns="30183" rIns="60365" bIns="30183" rtlCol="0" anchor="t">
                  <a:spAutoFit/>
                </a:bodyPr>
                <a:lstStyle/>
                <a:p>
                  <a:pPr marL="0" marR="0" lvl="0" indent="0" algn="ctr" defTabSz="371475" eaLnBrk="1" fontAlgn="auto" latinLnBrk="0" hangingPunct="1">
                    <a:lnSpc>
                      <a:spcPct val="100000"/>
                    </a:lnSpc>
                    <a:spcBef>
                      <a:spcPts val="163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7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FFFFFF"/>
                      </a:highlight>
                      <a:uLnTx/>
                      <a:uFillTx/>
                      <a:latin typeface="Arial Narrow" panose="020B0606020202030204" pitchFamily="34" charset="0"/>
                      <a:ea typeface="LG스마트체 Regular" panose="020B0600000101010101" pitchFamily="50" charset="-127"/>
                      <a:cs typeface="Arial"/>
                    </a:rPr>
                    <a:t>1/15</a:t>
                  </a:r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4D7A1CE9-01E7-BB64-56A9-BB53DA580841}"/>
                    </a:ext>
                  </a:extLst>
                </p:cNvPr>
                <p:cNvSpPr txBox="1"/>
                <p:nvPr/>
              </p:nvSpPr>
              <p:spPr>
                <a:xfrm>
                  <a:off x="8733628" y="5228137"/>
                  <a:ext cx="61136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7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3</a:t>
                  </a:r>
                  <a:r>
                    <a:rPr kumimoji="0" lang="ko-KR" altLang="en-US" sz="7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차 알람</a:t>
                  </a:r>
                  <a:r>
                    <a:rPr kumimoji="0" lang="en-US" altLang="ko-KR" sz="7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 </a:t>
                  </a:r>
                </a:p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7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(‘26.1.7)</a:t>
                  </a:r>
                  <a:endParaRPr kumimoji="0" lang="ko-KR" alt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44" name="폭발: 8pt 43">
                  <a:extLst>
                    <a:ext uri="{FF2B5EF4-FFF2-40B4-BE49-F238E27FC236}">
                      <a16:creationId xmlns:a16="http://schemas.microsoft.com/office/drawing/2014/main" id="{A990C801-2A6A-A94F-76A9-E38680B65D98}"/>
                    </a:ext>
                  </a:extLst>
                </p:cNvPr>
                <p:cNvSpPr/>
                <p:nvPr/>
              </p:nvSpPr>
              <p:spPr>
                <a:xfrm>
                  <a:off x="8787226" y="5409239"/>
                  <a:ext cx="83173" cy="75602"/>
                </a:xfrm>
                <a:prstGeom prst="irregularSeal1">
                  <a:avLst/>
                </a:prstGeom>
                <a:solidFill>
                  <a:srgbClr val="C00000"/>
                </a:solidFill>
                <a:ln w="3175" cap="flat" cmpd="sng" algn="ctr">
                  <a:solidFill>
                    <a:srgbClr val="C000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endParaRPr>
                </a:p>
              </p:txBody>
            </p:sp>
          </p:grpSp>
        </p:grp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2448DA62-6F4C-1981-C02F-E7E13543D752}"/>
              </a:ext>
            </a:extLst>
          </p:cNvPr>
          <p:cNvGrpSpPr/>
          <p:nvPr/>
        </p:nvGrpSpPr>
        <p:grpSpPr>
          <a:xfrm>
            <a:off x="855555" y="4413264"/>
            <a:ext cx="3368281" cy="1560692"/>
            <a:chOff x="1186497" y="4735494"/>
            <a:chExt cx="3368281" cy="1596427"/>
          </a:xfrm>
        </p:grpSpPr>
        <p:pic>
          <p:nvPicPr>
            <p:cNvPr id="78" name="그림 77">
              <a:extLst>
                <a:ext uri="{FF2B5EF4-FFF2-40B4-BE49-F238E27FC236}">
                  <a16:creationId xmlns:a16="http://schemas.microsoft.com/office/drawing/2014/main" id="{322FFE09-BE84-464E-5A58-09886910F2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10358" y="4807549"/>
              <a:ext cx="3196811" cy="1465312"/>
            </a:xfrm>
            <a:prstGeom prst="rect">
              <a:avLst/>
            </a:prstGeom>
          </p:spPr>
        </p:pic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96502A1B-10D8-94E2-84C7-E37C1243CC65}"/>
                </a:ext>
              </a:extLst>
            </p:cNvPr>
            <p:cNvCxnSpPr/>
            <p:nvPr/>
          </p:nvCxnSpPr>
          <p:spPr>
            <a:xfrm>
              <a:off x="3356136" y="4831946"/>
              <a:ext cx="0" cy="1354806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</a:ln>
            <a:effectLst/>
          </p:spPr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790F2FE9-48E3-F545-8A2C-EE9C95BCE703}"/>
                </a:ext>
              </a:extLst>
            </p:cNvPr>
            <p:cNvSpPr txBox="1"/>
            <p:nvPr/>
          </p:nvSpPr>
          <p:spPr>
            <a:xfrm>
              <a:off x="1739066" y="5592661"/>
              <a:ext cx="1346500" cy="6073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2/24 ~ 3/15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b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</a:b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온도 알람 </a:t>
              </a:r>
              <a:b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</a:b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지속적 발생</a:t>
              </a:r>
            </a:p>
          </p:txBody>
        </p:sp>
        <p:cxnSp>
          <p:nvCxnSpPr>
            <p:cNvPr id="81" name="직선 화살표 연결선 80">
              <a:extLst>
                <a:ext uri="{FF2B5EF4-FFF2-40B4-BE49-F238E27FC236}">
                  <a16:creationId xmlns:a16="http://schemas.microsoft.com/office/drawing/2014/main" id="{E890E357-EB78-37ED-43C8-FDA56FC6B5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04017" y="5811169"/>
              <a:ext cx="677196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tailEnd type="triangle"/>
            </a:ln>
            <a:effectLst/>
          </p:spPr>
        </p:cxnSp>
        <p:cxnSp>
          <p:nvCxnSpPr>
            <p:cNvPr id="82" name="직선 화살표 연결선 81">
              <a:extLst>
                <a:ext uri="{FF2B5EF4-FFF2-40B4-BE49-F238E27FC236}">
                  <a16:creationId xmlns:a16="http://schemas.microsoft.com/office/drawing/2014/main" id="{0D303823-851E-8680-B837-6932FB42159E}"/>
                </a:ext>
              </a:extLst>
            </p:cNvPr>
            <p:cNvCxnSpPr>
              <a:cxnSpLocks/>
            </p:cNvCxnSpPr>
            <p:nvPr/>
          </p:nvCxnSpPr>
          <p:spPr>
            <a:xfrm>
              <a:off x="2734367" y="5811167"/>
              <a:ext cx="591678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tailEnd type="triangle"/>
            </a:ln>
            <a:effectLst/>
          </p:spPr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B374BF27-263C-177B-243B-0A0DF409BE66}"/>
                </a:ext>
              </a:extLst>
            </p:cNvPr>
            <p:cNvSpPr txBox="1"/>
            <p:nvPr/>
          </p:nvSpPr>
          <p:spPr>
            <a:xfrm>
              <a:off x="1196446" y="5999190"/>
              <a:ext cx="320049" cy="225225"/>
            </a:xfrm>
            <a:prstGeom prst="rect">
              <a:avLst/>
            </a:prstGeom>
            <a:noFill/>
          </p:spPr>
          <p:txBody>
            <a:bodyPr wrap="square" lIns="74295" tIns="37148" rIns="74295" bIns="37148" rtlCol="0" anchor="t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/>
                </a:rPr>
                <a:t>0</a:t>
              </a:r>
            </a:p>
          </p:txBody>
        </p: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AFEBBF29-F4EB-F7FA-D898-D91F27B67D87}"/>
                </a:ext>
              </a:extLst>
            </p:cNvPr>
            <p:cNvCxnSpPr/>
            <p:nvPr/>
          </p:nvCxnSpPr>
          <p:spPr>
            <a:xfrm>
              <a:off x="1535550" y="5033785"/>
              <a:ext cx="2848807" cy="0"/>
            </a:xfrm>
            <a:prstGeom prst="line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</a:ln>
            <a:effectLst/>
          </p:spPr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F5107A96-8C13-2B77-6BF9-B5A725326FD7}"/>
                </a:ext>
              </a:extLst>
            </p:cNvPr>
            <p:cNvCxnSpPr/>
            <p:nvPr/>
          </p:nvCxnSpPr>
          <p:spPr>
            <a:xfrm>
              <a:off x="1535550" y="4892224"/>
              <a:ext cx="2848807" cy="0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</a:ln>
            <a:effectLst/>
          </p:spPr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75183A32-DB9F-6706-A6BF-CC23A0E469B7}"/>
                </a:ext>
              </a:extLst>
            </p:cNvPr>
            <p:cNvSpPr txBox="1"/>
            <p:nvPr/>
          </p:nvSpPr>
          <p:spPr>
            <a:xfrm>
              <a:off x="3301770" y="4735494"/>
              <a:ext cx="1227816" cy="4426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highlight>
                    <a:srgbClr val="F2F2F2"/>
                  </a:highlight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3/15 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highlight>
                    <a:srgbClr val="F2F2F2"/>
                  </a:highlight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급유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highlight>
                    <a:srgbClr val="F2F2F2"/>
                  </a:highlight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highlight>
                    <a:srgbClr val="F2F2F2"/>
                  </a:highlight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조치 </a:t>
              </a:r>
              <a:b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highlight>
                    <a:srgbClr val="F2F2F2"/>
                  </a:highlight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</a:b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highlight>
                    <a:srgbClr val="F2F2F2"/>
                  </a:highlight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(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highlight>
                    <a:srgbClr val="F2F2F2"/>
                  </a:highlight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온도 안정화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highlight>
                    <a:srgbClr val="F2F2F2"/>
                  </a:highlight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)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2F2F2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87" name="화살표: 오른쪽 86">
              <a:extLst>
                <a:ext uri="{FF2B5EF4-FFF2-40B4-BE49-F238E27FC236}">
                  <a16:creationId xmlns:a16="http://schemas.microsoft.com/office/drawing/2014/main" id="{E97C9F97-B536-C399-6530-CD9918B5B4F4}"/>
                </a:ext>
              </a:extLst>
            </p:cNvPr>
            <p:cNvSpPr/>
            <p:nvPr/>
          </p:nvSpPr>
          <p:spPr>
            <a:xfrm rot="2118992">
              <a:off x="3300510" y="4874304"/>
              <a:ext cx="214089" cy="107489"/>
            </a:xfrm>
            <a:prstGeom prst="rightArrow">
              <a:avLst/>
            </a:prstGeom>
            <a:solidFill>
              <a:srgbClr val="0000FF"/>
            </a:solidFill>
            <a:ln w="25400" cap="flat" cmpd="sng" algn="ctr">
              <a:solidFill>
                <a:srgbClr val="0000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7CBAC810-CF40-F9B8-A5C7-6E2CB2CA0BFB}"/>
                </a:ext>
              </a:extLst>
            </p:cNvPr>
            <p:cNvSpPr txBox="1"/>
            <p:nvPr/>
          </p:nvSpPr>
          <p:spPr>
            <a:xfrm>
              <a:off x="4210298" y="6143577"/>
              <a:ext cx="344480" cy="168207"/>
            </a:xfrm>
            <a:prstGeom prst="rect">
              <a:avLst/>
            </a:prstGeom>
            <a:noFill/>
          </p:spPr>
          <p:txBody>
            <a:bodyPr wrap="square" lIns="60365" tIns="30183" rIns="60365" bIns="30183" rtlCol="0" anchor="t">
              <a:spAutoFit/>
            </a:bodyPr>
            <a:lstStyle/>
            <a:p>
              <a:pPr marL="0" marR="0" lvl="0" indent="0" algn="ctr" defTabSz="371475" eaLnBrk="1" fontAlgn="auto" latinLnBrk="0" hangingPunct="1">
                <a:lnSpc>
                  <a:spcPct val="100000"/>
                </a:lnSpc>
                <a:spcBef>
                  <a:spcPts val="16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/>
                </a:rPr>
                <a:t>Time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FB5D3757-7292-F5D1-3A72-B56284F9B711}"/>
                </a:ext>
              </a:extLst>
            </p:cNvPr>
            <p:cNvSpPr txBox="1"/>
            <p:nvPr/>
          </p:nvSpPr>
          <p:spPr>
            <a:xfrm>
              <a:off x="1273866" y="6163714"/>
              <a:ext cx="282591" cy="168207"/>
            </a:xfrm>
            <a:prstGeom prst="rect">
              <a:avLst/>
            </a:prstGeom>
            <a:noFill/>
          </p:spPr>
          <p:txBody>
            <a:bodyPr wrap="square" lIns="60365" tIns="30183" rIns="60365" bIns="30183" rtlCol="0" anchor="t">
              <a:spAutoFit/>
            </a:bodyPr>
            <a:lstStyle/>
            <a:p>
              <a:pPr marL="0" marR="0" lvl="0" indent="0" algn="ctr" defTabSz="371475" eaLnBrk="1" fontAlgn="auto" latinLnBrk="0" hangingPunct="1">
                <a:lnSpc>
                  <a:spcPct val="100000"/>
                </a:lnSpc>
                <a:spcBef>
                  <a:spcPts val="16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/>
                </a:rPr>
                <a:t>2/16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678517C-5E47-C7E3-5FCB-B35E4D76A4D4}"/>
                </a:ext>
              </a:extLst>
            </p:cNvPr>
            <p:cNvSpPr txBox="1"/>
            <p:nvPr/>
          </p:nvSpPr>
          <p:spPr>
            <a:xfrm>
              <a:off x="1748965" y="6157947"/>
              <a:ext cx="282591" cy="168207"/>
            </a:xfrm>
            <a:prstGeom prst="rect">
              <a:avLst/>
            </a:prstGeom>
            <a:noFill/>
          </p:spPr>
          <p:txBody>
            <a:bodyPr wrap="square" lIns="60365" tIns="30183" rIns="60365" bIns="30183" rtlCol="0" anchor="t">
              <a:spAutoFit/>
            </a:bodyPr>
            <a:lstStyle/>
            <a:p>
              <a:pPr marL="0" marR="0" lvl="0" indent="0" algn="ctr" defTabSz="371475" eaLnBrk="1" fontAlgn="auto" latinLnBrk="0" hangingPunct="1">
                <a:lnSpc>
                  <a:spcPct val="100000"/>
                </a:lnSpc>
                <a:spcBef>
                  <a:spcPts val="16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/>
                </a:rPr>
                <a:t>2/22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8E1BF9A5-FD58-BA03-1DFD-D12A48ED2559}"/>
                </a:ext>
              </a:extLst>
            </p:cNvPr>
            <p:cNvSpPr txBox="1"/>
            <p:nvPr/>
          </p:nvSpPr>
          <p:spPr>
            <a:xfrm>
              <a:off x="2252480" y="6148312"/>
              <a:ext cx="282591" cy="168207"/>
            </a:xfrm>
            <a:prstGeom prst="rect">
              <a:avLst/>
            </a:prstGeom>
            <a:noFill/>
          </p:spPr>
          <p:txBody>
            <a:bodyPr wrap="square" lIns="60365" tIns="30183" rIns="60365" bIns="30183" rtlCol="0" anchor="t">
              <a:spAutoFit/>
            </a:bodyPr>
            <a:lstStyle/>
            <a:p>
              <a:pPr marL="0" marR="0" lvl="0" indent="0" algn="ctr" defTabSz="371475" eaLnBrk="1" fontAlgn="auto" latinLnBrk="0" hangingPunct="1">
                <a:lnSpc>
                  <a:spcPct val="100000"/>
                </a:lnSpc>
                <a:spcBef>
                  <a:spcPts val="16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/>
                </a:rPr>
                <a:t>3/1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EC5D8654-AE28-B618-8071-86A136D8E654}"/>
                </a:ext>
              </a:extLst>
            </p:cNvPr>
            <p:cNvSpPr txBox="1"/>
            <p:nvPr/>
          </p:nvSpPr>
          <p:spPr>
            <a:xfrm>
              <a:off x="2734367" y="6140540"/>
              <a:ext cx="282591" cy="168677"/>
            </a:xfrm>
            <a:prstGeom prst="rect">
              <a:avLst/>
            </a:prstGeom>
            <a:noFill/>
          </p:spPr>
          <p:txBody>
            <a:bodyPr wrap="square" lIns="60365" tIns="30183" rIns="60365" bIns="30183" rtlCol="0" anchor="t">
              <a:spAutoFit/>
            </a:bodyPr>
            <a:lstStyle/>
            <a:p>
              <a:pPr marL="0" marR="0" lvl="0" indent="0" algn="ctr" defTabSz="371475" eaLnBrk="1" fontAlgn="auto" latinLnBrk="0" hangingPunct="1">
                <a:lnSpc>
                  <a:spcPct val="100000"/>
                </a:lnSpc>
                <a:spcBef>
                  <a:spcPts val="16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/>
                </a:rPr>
                <a:t>3/8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D2881B27-DFE1-3B45-4224-0966E6540AF1}"/>
                </a:ext>
              </a:extLst>
            </p:cNvPr>
            <p:cNvSpPr txBox="1"/>
            <p:nvPr/>
          </p:nvSpPr>
          <p:spPr>
            <a:xfrm>
              <a:off x="3206047" y="6147842"/>
              <a:ext cx="282591" cy="168677"/>
            </a:xfrm>
            <a:prstGeom prst="rect">
              <a:avLst/>
            </a:prstGeom>
            <a:noFill/>
          </p:spPr>
          <p:txBody>
            <a:bodyPr wrap="square" lIns="60365" tIns="30183" rIns="60365" bIns="30183" rtlCol="0" anchor="t">
              <a:spAutoFit/>
            </a:bodyPr>
            <a:lstStyle/>
            <a:p>
              <a:pPr marL="0" marR="0" lvl="0" indent="0" algn="ctr" defTabSz="371475" eaLnBrk="1" fontAlgn="auto" latinLnBrk="0" hangingPunct="1">
                <a:lnSpc>
                  <a:spcPct val="100000"/>
                </a:lnSpc>
                <a:spcBef>
                  <a:spcPts val="16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/>
                </a:rPr>
                <a:t>3/15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4A424AF0-ED14-9029-3F59-DDA11D2B965B}"/>
                </a:ext>
              </a:extLst>
            </p:cNvPr>
            <p:cNvSpPr txBox="1"/>
            <p:nvPr/>
          </p:nvSpPr>
          <p:spPr>
            <a:xfrm>
              <a:off x="3696728" y="6146627"/>
              <a:ext cx="282591" cy="168677"/>
            </a:xfrm>
            <a:prstGeom prst="rect">
              <a:avLst/>
            </a:prstGeom>
            <a:noFill/>
          </p:spPr>
          <p:txBody>
            <a:bodyPr wrap="square" lIns="60365" tIns="30183" rIns="60365" bIns="30183" rtlCol="0" anchor="t">
              <a:spAutoFit/>
            </a:bodyPr>
            <a:lstStyle/>
            <a:p>
              <a:pPr marL="0" marR="0" lvl="0" indent="0" algn="ctr" defTabSz="371475" eaLnBrk="1" fontAlgn="auto" latinLnBrk="0" hangingPunct="1">
                <a:lnSpc>
                  <a:spcPct val="100000"/>
                </a:lnSpc>
                <a:spcBef>
                  <a:spcPts val="16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/>
                </a:rPr>
                <a:t>3/22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C17F129A-05E6-5E1F-F6F5-18344CEA0CB8}"/>
                </a:ext>
              </a:extLst>
            </p:cNvPr>
            <p:cNvSpPr txBox="1"/>
            <p:nvPr/>
          </p:nvSpPr>
          <p:spPr>
            <a:xfrm>
              <a:off x="1186497" y="5743878"/>
              <a:ext cx="320049" cy="182743"/>
            </a:xfrm>
            <a:prstGeom prst="rect">
              <a:avLst/>
            </a:prstGeom>
            <a:noFill/>
          </p:spPr>
          <p:txBody>
            <a:bodyPr wrap="square" lIns="74295" tIns="37148" rIns="74295" bIns="37148" rtlCol="0" anchor="t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/>
                </a:rPr>
                <a:t>20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4448250D-10B5-678C-D3C2-1D1D4EF2D493}"/>
                </a:ext>
              </a:extLst>
            </p:cNvPr>
            <p:cNvSpPr txBox="1"/>
            <p:nvPr/>
          </p:nvSpPr>
          <p:spPr>
            <a:xfrm>
              <a:off x="1186497" y="5479294"/>
              <a:ext cx="320049" cy="182743"/>
            </a:xfrm>
            <a:prstGeom prst="rect">
              <a:avLst/>
            </a:prstGeom>
            <a:noFill/>
          </p:spPr>
          <p:txBody>
            <a:bodyPr wrap="square" lIns="74295" tIns="37148" rIns="74295" bIns="37148" rtlCol="0" anchor="t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/>
                </a:rPr>
                <a:t>40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0A6156E2-B5E3-FD19-CECC-3B97BAD4F5B8}"/>
                </a:ext>
              </a:extLst>
            </p:cNvPr>
            <p:cNvSpPr txBox="1"/>
            <p:nvPr/>
          </p:nvSpPr>
          <p:spPr>
            <a:xfrm>
              <a:off x="1189083" y="5199902"/>
              <a:ext cx="320049" cy="182743"/>
            </a:xfrm>
            <a:prstGeom prst="rect">
              <a:avLst/>
            </a:prstGeom>
            <a:noFill/>
          </p:spPr>
          <p:txBody>
            <a:bodyPr wrap="square" lIns="74295" tIns="37148" rIns="74295" bIns="37148" rtlCol="0" anchor="t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/>
                </a:rPr>
                <a:t>60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19CE5C70-1ABF-F067-D068-648ECC742E1D}"/>
                </a:ext>
              </a:extLst>
            </p:cNvPr>
            <p:cNvSpPr txBox="1"/>
            <p:nvPr/>
          </p:nvSpPr>
          <p:spPr>
            <a:xfrm>
              <a:off x="1195666" y="4928582"/>
              <a:ext cx="320049" cy="182743"/>
            </a:xfrm>
            <a:prstGeom prst="rect">
              <a:avLst/>
            </a:prstGeom>
            <a:noFill/>
          </p:spPr>
          <p:txBody>
            <a:bodyPr wrap="square" lIns="74295" tIns="37148" rIns="74295" bIns="37148" rtlCol="0" anchor="t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/>
                </a:rPr>
                <a:t>80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67BFB791-707E-EBD7-B400-F9397AB87F14}"/>
                </a:ext>
              </a:extLst>
            </p:cNvPr>
            <p:cNvSpPr txBox="1"/>
            <p:nvPr/>
          </p:nvSpPr>
          <p:spPr>
            <a:xfrm>
              <a:off x="1194165" y="4800852"/>
              <a:ext cx="320049" cy="182743"/>
            </a:xfrm>
            <a:prstGeom prst="rect">
              <a:avLst/>
            </a:prstGeom>
            <a:noFill/>
          </p:spPr>
          <p:txBody>
            <a:bodyPr wrap="square" lIns="74295" tIns="37148" rIns="74295" bIns="37148" rtlCol="0" anchor="t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/>
                </a:rPr>
                <a:t>90</a:t>
              </a:r>
            </a:p>
          </p:txBody>
        </p:sp>
      </p:grpSp>
      <p:graphicFrame>
        <p:nvGraphicFramePr>
          <p:cNvPr id="100" name="표 99">
            <a:extLst>
              <a:ext uri="{FF2B5EF4-FFF2-40B4-BE49-F238E27FC236}">
                <a16:creationId xmlns:a16="http://schemas.microsoft.com/office/drawing/2014/main" id="{376AE6B3-4D51-06D6-422E-7D625F876E59}"/>
              </a:ext>
            </a:extLst>
          </p:cNvPr>
          <p:cNvGraphicFramePr>
            <a:graphicFrameLocks noGrp="1"/>
          </p:cNvGraphicFramePr>
          <p:nvPr/>
        </p:nvGraphicFramePr>
        <p:xfrm>
          <a:off x="979416" y="6028829"/>
          <a:ext cx="3191834" cy="548640"/>
        </p:xfrm>
        <a:graphic>
          <a:graphicData uri="http://schemas.openxmlformats.org/drawingml/2006/table">
            <a:tbl>
              <a:tblPr firstRow="1" bandRow="1"/>
              <a:tblGrid>
                <a:gridCol w="1793061">
                  <a:extLst>
                    <a:ext uri="{9D8B030D-6E8A-4147-A177-3AD203B41FA5}">
                      <a16:colId xmlns:a16="http://schemas.microsoft.com/office/drawing/2014/main" val="1374233646"/>
                    </a:ext>
                  </a:extLst>
                </a:gridCol>
                <a:gridCol w="489706">
                  <a:extLst>
                    <a:ext uri="{9D8B030D-6E8A-4147-A177-3AD203B41FA5}">
                      <a16:colId xmlns:a16="http://schemas.microsoft.com/office/drawing/2014/main" val="893654723"/>
                    </a:ext>
                  </a:extLst>
                </a:gridCol>
                <a:gridCol w="460322">
                  <a:extLst>
                    <a:ext uri="{9D8B030D-6E8A-4147-A177-3AD203B41FA5}">
                      <a16:colId xmlns:a16="http://schemas.microsoft.com/office/drawing/2014/main" val="95564536"/>
                    </a:ext>
                  </a:extLst>
                </a:gridCol>
                <a:gridCol w="448745">
                  <a:extLst>
                    <a:ext uri="{9D8B030D-6E8A-4147-A177-3AD203B41FA5}">
                      <a16:colId xmlns:a16="http://schemas.microsoft.com/office/drawing/2014/main" val="508504290"/>
                    </a:ext>
                  </a:extLst>
                </a:gridCol>
              </a:tblGrid>
              <a:tr h="58965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온도 관리선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FDC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967692"/>
                  </a:ext>
                </a:extLst>
              </a:tr>
              <a:tr h="58965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Warning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Alarm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Alarm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301081"/>
                  </a:ext>
                </a:extLst>
              </a:tr>
              <a:tr h="5896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컷터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상부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중앙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파이널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쇼트 측정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80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℃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90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℃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100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℃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5297664"/>
                  </a:ext>
                </a:extLst>
              </a:tr>
              <a:tr h="5896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단변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실러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파이널 비전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70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℃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80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℃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685176005"/>
                  </a:ext>
                </a:extLst>
              </a:tr>
            </a:tbl>
          </a:graphicData>
        </a:graphic>
      </p:graphicFrame>
      <p:graphicFrame>
        <p:nvGraphicFramePr>
          <p:cNvPr id="101" name="표 100">
            <a:extLst>
              <a:ext uri="{FF2B5EF4-FFF2-40B4-BE49-F238E27FC236}">
                <a16:creationId xmlns:a16="http://schemas.microsoft.com/office/drawing/2014/main" id="{8E2ACF09-B232-784E-5380-DA0BB4D987B8}"/>
              </a:ext>
            </a:extLst>
          </p:cNvPr>
          <p:cNvGraphicFramePr>
            <a:graphicFrameLocks noGrp="1"/>
          </p:cNvGraphicFramePr>
          <p:nvPr/>
        </p:nvGraphicFramePr>
        <p:xfrm>
          <a:off x="891438" y="3089178"/>
          <a:ext cx="3344395" cy="328936"/>
        </p:xfrm>
        <a:graphic>
          <a:graphicData uri="http://schemas.openxmlformats.org/drawingml/2006/table">
            <a:tbl>
              <a:tblPr/>
              <a:tblGrid>
                <a:gridCol w="630882">
                  <a:extLst>
                    <a:ext uri="{9D8B030D-6E8A-4147-A177-3AD203B41FA5}">
                      <a16:colId xmlns:a16="http://schemas.microsoft.com/office/drawing/2014/main" val="728087419"/>
                    </a:ext>
                  </a:extLst>
                </a:gridCol>
                <a:gridCol w="394421">
                  <a:extLst>
                    <a:ext uri="{9D8B030D-6E8A-4147-A177-3AD203B41FA5}">
                      <a16:colId xmlns:a16="http://schemas.microsoft.com/office/drawing/2014/main" val="2398888772"/>
                    </a:ext>
                  </a:extLst>
                </a:gridCol>
                <a:gridCol w="356043">
                  <a:extLst>
                    <a:ext uri="{9D8B030D-6E8A-4147-A177-3AD203B41FA5}">
                      <a16:colId xmlns:a16="http://schemas.microsoft.com/office/drawing/2014/main" val="2644357877"/>
                    </a:ext>
                  </a:extLst>
                </a:gridCol>
                <a:gridCol w="586989">
                  <a:extLst>
                    <a:ext uri="{9D8B030D-6E8A-4147-A177-3AD203B41FA5}">
                      <a16:colId xmlns:a16="http://schemas.microsoft.com/office/drawing/2014/main" val="3364309224"/>
                    </a:ext>
                  </a:extLst>
                </a:gridCol>
                <a:gridCol w="538875">
                  <a:extLst>
                    <a:ext uri="{9D8B030D-6E8A-4147-A177-3AD203B41FA5}">
                      <a16:colId xmlns:a16="http://schemas.microsoft.com/office/drawing/2014/main" val="1344948227"/>
                    </a:ext>
                  </a:extLst>
                </a:gridCol>
                <a:gridCol w="433027">
                  <a:extLst>
                    <a:ext uri="{9D8B030D-6E8A-4147-A177-3AD203B41FA5}">
                      <a16:colId xmlns:a16="http://schemas.microsoft.com/office/drawing/2014/main" val="2437288364"/>
                    </a:ext>
                  </a:extLst>
                </a:gridCol>
                <a:gridCol w="404158">
                  <a:extLst>
                    <a:ext uri="{9D8B030D-6E8A-4147-A177-3AD203B41FA5}">
                      <a16:colId xmlns:a16="http://schemas.microsoft.com/office/drawing/2014/main" val="320191168"/>
                    </a:ext>
                  </a:extLst>
                </a:gridCol>
              </a:tblGrid>
              <a:tr h="16446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라인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#3-1,#3-2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#3-3, #3-4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Half #1</a:t>
                      </a:r>
                      <a:endParaRPr 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387416"/>
                  </a:ext>
                </a:extLst>
              </a:tr>
              <a:tr h="16446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 현황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742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예정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예정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7931680"/>
                  </a:ext>
                </a:extLst>
              </a:tr>
            </a:tbl>
          </a:graphicData>
        </a:graphic>
      </p:graphicFrame>
      <p:graphicFrame>
        <p:nvGraphicFramePr>
          <p:cNvPr id="102" name="표 101">
            <a:extLst>
              <a:ext uri="{FF2B5EF4-FFF2-40B4-BE49-F238E27FC236}">
                <a16:creationId xmlns:a16="http://schemas.microsoft.com/office/drawing/2014/main" id="{E04323C1-F937-8B8A-25E7-6EEB459F638F}"/>
              </a:ext>
            </a:extLst>
          </p:cNvPr>
          <p:cNvGraphicFramePr>
            <a:graphicFrameLocks noGrp="1"/>
          </p:cNvGraphicFramePr>
          <p:nvPr/>
        </p:nvGraphicFramePr>
        <p:xfrm>
          <a:off x="4914843" y="3089178"/>
          <a:ext cx="3344395" cy="328936"/>
        </p:xfrm>
        <a:graphic>
          <a:graphicData uri="http://schemas.openxmlformats.org/drawingml/2006/table">
            <a:tbl>
              <a:tblPr/>
              <a:tblGrid>
                <a:gridCol w="630882">
                  <a:extLst>
                    <a:ext uri="{9D8B030D-6E8A-4147-A177-3AD203B41FA5}">
                      <a16:colId xmlns:a16="http://schemas.microsoft.com/office/drawing/2014/main" val="728087419"/>
                    </a:ext>
                  </a:extLst>
                </a:gridCol>
                <a:gridCol w="394421">
                  <a:extLst>
                    <a:ext uri="{9D8B030D-6E8A-4147-A177-3AD203B41FA5}">
                      <a16:colId xmlns:a16="http://schemas.microsoft.com/office/drawing/2014/main" val="2398888772"/>
                    </a:ext>
                  </a:extLst>
                </a:gridCol>
                <a:gridCol w="356043">
                  <a:extLst>
                    <a:ext uri="{9D8B030D-6E8A-4147-A177-3AD203B41FA5}">
                      <a16:colId xmlns:a16="http://schemas.microsoft.com/office/drawing/2014/main" val="2644357877"/>
                    </a:ext>
                  </a:extLst>
                </a:gridCol>
                <a:gridCol w="586989">
                  <a:extLst>
                    <a:ext uri="{9D8B030D-6E8A-4147-A177-3AD203B41FA5}">
                      <a16:colId xmlns:a16="http://schemas.microsoft.com/office/drawing/2014/main" val="3364309224"/>
                    </a:ext>
                  </a:extLst>
                </a:gridCol>
                <a:gridCol w="538875">
                  <a:extLst>
                    <a:ext uri="{9D8B030D-6E8A-4147-A177-3AD203B41FA5}">
                      <a16:colId xmlns:a16="http://schemas.microsoft.com/office/drawing/2014/main" val="1344948227"/>
                    </a:ext>
                  </a:extLst>
                </a:gridCol>
                <a:gridCol w="433027">
                  <a:extLst>
                    <a:ext uri="{9D8B030D-6E8A-4147-A177-3AD203B41FA5}">
                      <a16:colId xmlns:a16="http://schemas.microsoft.com/office/drawing/2014/main" val="2437288364"/>
                    </a:ext>
                  </a:extLst>
                </a:gridCol>
                <a:gridCol w="404158">
                  <a:extLst>
                    <a:ext uri="{9D8B030D-6E8A-4147-A177-3AD203B41FA5}">
                      <a16:colId xmlns:a16="http://schemas.microsoft.com/office/drawing/2014/main" val="320191168"/>
                    </a:ext>
                  </a:extLst>
                </a:gridCol>
              </a:tblGrid>
              <a:tr h="16446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라인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#3-1,#3-2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#3-3, #3-4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Half #1</a:t>
                      </a:r>
                      <a:endParaRPr 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387416"/>
                  </a:ext>
                </a:extLst>
              </a:tr>
              <a:tr h="16446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 현황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742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예정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예정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7931680"/>
                  </a:ext>
                </a:extLst>
              </a:tr>
            </a:tbl>
          </a:graphicData>
        </a:graphic>
      </p:graphicFrame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091550C8-50E1-5551-2DE9-00716F05512A}"/>
              </a:ext>
            </a:extLst>
          </p:cNvPr>
          <p:cNvSpPr/>
          <p:nvPr/>
        </p:nvSpPr>
        <p:spPr>
          <a:xfrm>
            <a:off x="7830153" y="3450046"/>
            <a:ext cx="1298948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457200" latinLnBrk="0"/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#3-3,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3-4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8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미생산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생산 시 적용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  <a:p>
            <a:pPr defTabSz="457200" latinLnBrk="0"/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#4 :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데이터 </a:t>
            </a:r>
            <a:r>
              <a:rPr lang="ko-KR" altLang="en-US" sz="8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미연동</a:t>
            </a:r>
            <a:endParaRPr lang="en-US" altLang="ko-KR" sz="8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1A3AC6D6-B98C-2118-5FCD-6C45582DF3B1}"/>
              </a:ext>
            </a:extLst>
          </p:cNvPr>
          <p:cNvCxnSpPr>
            <a:cxnSpLocks/>
          </p:cNvCxnSpPr>
          <p:nvPr/>
        </p:nvCxnSpPr>
        <p:spPr>
          <a:xfrm>
            <a:off x="815159" y="3013162"/>
            <a:ext cx="8320116" cy="0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dash"/>
          </a:ln>
          <a:effectLst/>
        </p:spPr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834353AB-4588-678C-84E5-75F7F48F17D4}"/>
              </a:ext>
            </a:extLst>
          </p:cNvPr>
          <p:cNvCxnSpPr>
            <a:cxnSpLocks/>
          </p:cNvCxnSpPr>
          <p:nvPr/>
        </p:nvCxnSpPr>
        <p:spPr>
          <a:xfrm>
            <a:off x="815159" y="2386153"/>
            <a:ext cx="8320116" cy="0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dash"/>
          </a:ln>
          <a:effectLst/>
        </p:spPr>
      </p:cxn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9EC04AEF-FA66-1777-1AD8-A8ECAA05ABFA}"/>
              </a:ext>
            </a:extLst>
          </p:cNvPr>
          <p:cNvSpPr/>
          <p:nvPr/>
        </p:nvSpPr>
        <p:spPr>
          <a:xfrm>
            <a:off x="2970154" y="3450046"/>
            <a:ext cx="1298948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457200" latinLnBrk="0"/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#3-3,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3-4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8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미생산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생산 시 적용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  <a:p>
            <a:pPr defTabSz="457200" latinLnBrk="0"/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#4 :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데이터 </a:t>
            </a:r>
            <a:r>
              <a:rPr lang="ko-KR" altLang="en-US" sz="8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미연동</a:t>
            </a:r>
            <a:endParaRPr lang="en-US" altLang="ko-KR" sz="8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BAA1B713-D7D3-7554-2BC9-FD230BB7F6D6}"/>
              </a:ext>
            </a:extLst>
          </p:cNvPr>
          <p:cNvSpPr/>
          <p:nvPr/>
        </p:nvSpPr>
        <p:spPr>
          <a:xfrm>
            <a:off x="4881088" y="6188965"/>
            <a:ext cx="419394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457200" latinLnBrk="0"/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부하율 관리선 </a:t>
            </a:r>
            <a:endParaRPr lang="en-US" altLang="ko-KR" sz="8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457200" latinLnBrk="0"/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1) 10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 전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후 부하율 변동을 비교하여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10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이상 차이가 날 경우 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Count 1</a:t>
            </a:r>
          </a:p>
          <a:p>
            <a:pPr defTabSz="457200" latinLnBrk="0"/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2)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과거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~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현재까지 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6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시간의 누적 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Count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가 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이상이며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최근 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50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 이상 지속 될 경우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알람 발생 </a:t>
            </a:r>
            <a:endParaRPr lang="en-US" altLang="ko-KR" sz="8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08" name="직선 연결선 125">
            <a:extLst>
              <a:ext uri="{FF2B5EF4-FFF2-40B4-BE49-F238E27FC236}">
                <a16:creationId xmlns:a16="http://schemas.microsoft.com/office/drawing/2014/main" id="{FD320C2E-F1BB-91DB-5F90-EE14E018802C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ectangle 2">
            <a:extLst>
              <a:ext uri="{FF2B5EF4-FFF2-40B4-BE49-F238E27FC236}">
                <a16:creationId xmlns:a16="http://schemas.microsoft.com/office/drawing/2014/main" id="{6A03FF8B-2BF9-3F54-EC4F-285CE1A0A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15" y="106985"/>
            <a:ext cx="5322269" cy="31314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3323" tIns="3323" rIns="3323" bIns="3323" anchor="b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보조</a:t>
            </a:r>
            <a:r>
              <a:rPr kumimoji="1" lang="en-US" altLang="ko-KR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. OT</a:t>
            </a:r>
            <a:r>
              <a:rPr kumimoji="1" lang="ko-KR" altLang="en-US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법인 </a:t>
            </a:r>
            <a:r>
              <a:rPr kumimoji="1" lang="ko-KR" altLang="en-US" b="1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리니어모터</a:t>
            </a:r>
            <a:r>
              <a:rPr kumimoji="1" lang="ko-KR" altLang="en-US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FDC </a:t>
            </a:r>
            <a:r>
              <a:rPr kumimoji="1" lang="ko-KR" altLang="en-US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이상감지 알고리즘 개발 현황</a:t>
            </a:r>
          </a:p>
        </p:txBody>
      </p:sp>
      <p:sp>
        <p:nvSpPr>
          <p:cNvPr id="111" name="실행 단추: 홈으로 이동 110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EA07CDC4-8CCA-EFE4-ED5A-AA0182FC9D90}"/>
              </a:ext>
            </a:extLst>
          </p:cNvPr>
          <p:cNvSpPr/>
          <p:nvPr/>
        </p:nvSpPr>
        <p:spPr>
          <a:xfrm>
            <a:off x="8847503" y="52358"/>
            <a:ext cx="214348" cy="231092"/>
          </a:xfrm>
          <a:prstGeom prst="actionButtonHome">
            <a:avLst/>
          </a:prstGeom>
          <a:solidFill>
            <a:sysClr val="window" lastClr="FFFFFF">
              <a:lumMod val="8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42747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87B2F0-0ECA-C5BC-18BD-D87A4F3C7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5D151-59BE-4289-A973-042C7B4F7C20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D2D93D4C-F9CB-969C-501E-6EE61CD1DE5E}"/>
              </a:ext>
            </a:extLst>
          </p:cNvPr>
          <p:cNvSpPr txBox="1">
            <a:spLocks/>
          </p:cNvSpPr>
          <p:nvPr/>
        </p:nvSpPr>
        <p:spPr>
          <a:xfrm>
            <a:off x="175168" y="937823"/>
            <a:ext cx="8784193" cy="312537"/>
          </a:xfrm>
          <a:prstGeom prst="rect">
            <a:avLst/>
          </a:prstGeom>
        </p:spPr>
        <p:txBody>
          <a:bodyPr vert="horz" wrap="square" lIns="84406" tIns="42203" rIns="84406" bIns="42203" rtlCol="0" anchor="t">
            <a:sp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1800" b="1" kern="120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j-cs"/>
              </a:defRPr>
            </a:lvl1pPr>
          </a:lstStyle>
          <a:p>
            <a:pPr defTabSz="844083">
              <a:defRPr/>
            </a:pPr>
            <a:r>
              <a:rPr lang="en-US" altLang="ko-KR" sz="1477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2/13 </a:t>
            </a:r>
            <a:r>
              <a:rPr lang="ko-KR" altLang="en-US" sz="1477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기준 </a:t>
            </a:r>
            <a:r>
              <a:rPr lang="ko-KR" altLang="en-US" sz="1477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라미</a:t>
            </a:r>
            <a:r>
              <a:rPr lang="ko-KR" altLang="en-US" sz="1477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공정 </a:t>
            </a:r>
            <a:r>
              <a:rPr lang="en-US" altLang="ko-KR" sz="1477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Cutter Tab,</a:t>
            </a:r>
            <a:r>
              <a:rPr lang="ko-KR" altLang="en-US" sz="1477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합치 센서와 </a:t>
            </a:r>
            <a:r>
              <a:rPr lang="en-US" altLang="ko-KR" sz="1477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Finial Vision</a:t>
            </a:r>
            <a:r>
              <a:rPr lang="ko-KR" altLang="en-US" sz="1477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의 치수 정보를 활용하여 탭 접힘 개소를 구분</a:t>
            </a:r>
            <a:endParaRPr lang="en-US" altLang="ko-KR" sz="1477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28B71EA-7505-0A3C-E8A8-56CE7C4EE00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2900" y="2143299"/>
            <a:ext cx="6546461" cy="1121724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D86F481-CC7E-D0C1-6912-1F673632499E}"/>
              </a:ext>
            </a:extLst>
          </p:cNvPr>
          <p:cNvSpPr/>
          <p:nvPr/>
        </p:nvSpPr>
        <p:spPr>
          <a:xfrm>
            <a:off x="2442843" y="1831141"/>
            <a:ext cx="6416870" cy="148992"/>
          </a:xfrm>
          <a:prstGeom prst="roundRect">
            <a:avLst/>
          </a:prstGeom>
          <a:noFill/>
          <a:ln w="31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>
              <a:defRPr/>
            </a:pPr>
            <a:r>
              <a:rPr lang="en-US" altLang="ko-KR" sz="923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Lamination</a:t>
            </a:r>
            <a:endParaRPr lang="ko-KR" altLang="en-US" sz="923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30270A7-F8BB-33A5-2989-65810DCC59DA}"/>
              </a:ext>
            </a:extLst>
          </p:cNvPr>
          <p:cNvSpPr/>
          <p:nvPr/>
        </p:nvSpPr>
        <p:spPr>
          <a:xfrm>
            <a:off x="7552766" y="2469163"/>
            <a:ext cx="207608" cy="280382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>
              <a:defRPr/>
            </a:pPr>
            <a:endParaRPr lang="ko-KR" altLang="en-US" sz="831">
              <a:solidFill>
                <a:prstClr val="white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1" name="모서리가 둥근 직사각형 164">
            <a:extLst>
              <a:ext uri="{FF2B5EF4-FFF2-40B4-BE49-F238E27FC236}">
                <a16:creationId xmlns:a16="http://schemas.microsoft.com/office/drawing/2014/main" id="{E3805C52-82C8-4530-9C76-0F87A353D8EF}"/>
              </a:ext>
            </a:extLst>
          </p:cNvPr>
          <p:cNvSpPr/>
          <p:nvPr/>
        </p:nvSpPr>
        <p:spPr>
          <a:xfrm>
            <a:off x="7146384" y="2224019"/>
            <a:ext cx="780319" cy="218295"/>
          </a:xfrm>
          <a:prstGeom prst="roundRect">
            <a:avLst/>
          </a:prstGeom>
          <a:solidFill>
            <a:srgbClr val="FFFFC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>
              <a:defRPr/>
            </a:pPr>
            <a:r>
              <a:rPr lang="en-US" altLang="ko-KR" sz="831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Final Cutter</a:t>
            </a:r>
            <a:endParaRPr lang="ko-KR" altLang="en-US" sz="831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607A1F1-5AAE-2C69-0DFE-37BC5D8FEA2E}"/>
              </a:ext>
            </a:extLst>
          </p:cNvPr>
          <p:cNvSpPr/>
          <p:nvPr/>
        </p:nvSpPr>
        <p:spPr>
          <a:xfrm>
            <a:off x="5178644" y="2566191"/>
            <a:ext cx="233617" cy="321547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>
              <a:defRPr/>
            </a:pPr>
            <a:endParaRPr lang="ko-KR" altLang="en-US" sz="831">
              <a:solidFill>
                <a:prstClr val="white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3" name="모서리가 둥근 직사각형 168">
            <a:extLst>
              <a:ext uri="{FF2B5EF4-FFF2-40B4-BE49-F238E27FC236}">
                <a16:creationId xmlns:a16="http://schemas.microsoft.com/office/drawing/2014/main" id="{17CA4C06-4CFC-7CF2-96B3-6D64DA060512}"/>
              </a:ext>
            </a:extLst>
          </p:cNvPr>
          <p:cNvSpPr/>
          <p:nvPr/>
        </p:nvSpPr>
        <p:spPr>
          <a:xfrm>
            <a:off x="5081590" y="2280358"/>
            <a:ext cx="477762" cy="240958"/>
          </a:xfrm>
          <a:prstGeom prst="roundRect">
            <a:avLst/>
          </a:prstGeom>
          <a:solidFill>
            <a:srgbClr val="FFFFC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>
              <a:defRPr/>
            </a:pPr>
            <a:r>
              <a:rPr lang="ko-KR" altLang="en-US" sz="831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합치</a:t>
            </a:r>
            <a:endParaRPr lang="en-US" altLang="ko-KR" sz="831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 defTabSz="844083">
              <a:defRPr/>
            </a:pPr>
            <a:r>
              <a:rPr lang="ko-KR" altLang="en-US" sz="831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31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Vision</a:t>
            </a:r>
            <a:endParaRPr lang="ko-KR" altLang="en-US" sz="831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D1FF0C7-9427-2BB0-84C0-B4C9DA0C0B93}"/>
              </a:ext>
            </a:extLst>
          </p:cNvPr>
          <p:cNvSpPr/>
          <p:nvPr/>
        </p:nvSpPr>
        <p:spPr>
          <a:xfrm>
            <a:off x="6471527" y="2483862"/>
            <a:ext cx="185595" cy="416118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>
              <a:defRPr/>
            </a:pPr>
            <a:endParaRPr lang="ko-KR" altLang="en-US" sz="831">
              <a:solidFill>
                <a:prstClr val="white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5" name="모서리가 둥근 직사각형 182">
            <a:extLst>
              <a:ext uri="{FF2B5EF4-FFF2-40B4-BE49-F238E27FC236}">
                <a16:creationId xmlns:a16="http://schemas.microsoft.com/office/drawing/2014/main" id="{8DF9F991-BC26-3DDC-1424-CF24E052B669}"/>
              </a:ext>
            </a:extLst>
          </p:cNvPr>
          <p:cNvSpPr/>
          <p:nvPr/>
        </p:nvSpPr>
        <p:spPr>
          <a:xfrm>
            <a:off x="6286149" y="2950428"/>
            <a:ext cx="599047" cy="253331"/>
          </a:xfrm>
          <a:prstGeom prst="roundRect">
            <a:avLst/>
          </a:prstGeom>
          <a:solidFill>
            <a:srgbClr val="FFFFC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>
              <a:defRPr/>
            </a:pPr>
            <a:r>
              <a:rPr lang="ko-KR" altLang="en-US" sz="831" b="1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장변실링</a:t>
            </a:r>
            <a:r>
              <a:rPr lang="ko-KR" altLang="en-US" sz="831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endParaRPr lang="en-US" altLang="ko-KR" sz="831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 defTabSz="844083">
              <a:defRPr/>
            </a:pPr>
            <a:r>
              <a:rPr lang="en-US" altLang="ko-KR" sz="831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Vision</a:t>
            </a:r>
            <a:endParaRPr lang="ko-KR" altLang="en-US" sz="831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9B7D765-E049-AD8C-5A0C-97D6A9696BB3}"/>
              </a:ext>
            </a:extLst>
          </p:cNvPr>
          <p:cNvSpPr/>
          <p:nvPr/>
        </p:nvSpPr>
        <p:spPr>
          <a:xfrm>
            <a:off x="7005848" y="2575908"/>
            <a:ext cx="522299" cy="291210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>
              <a:defRPr/>
            </a:pPr>
            <a:endParaRPr lang="ko-KR" altLang="en-US" sz="831">
              <a:solidFill>
                <a:prstClr val="white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2C6AE22-7C9B-EF13-F394-857BA4479455}"/>
              </a:ext>
            </a:extLst>
          </p:cNvPr>
          <p:cNvSpPr/>
          <p:nvPr/>
        </p:nvSpPr>
        <p:spPr>
          <a:xfrm>
            <a:off x="7780876" y="2626946"/>
            <a:ext cx="375859" cy="388586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>
              <a:defRPr/>
            </a:pPr>
            <a:endParaRPr lang="ko-KR" altLang="en-US" sz="831">
              <a:solidFill>
                <a:prstClr val="white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D4E7D07-E461-15A5-491C-094BF72407E0}"/>
              </a:ext>
            </a:extLst>
          </p:cNvPr>
          <p:cNvSpPr/>
          <p:nvPr/>
        </p:nvSpPr>
        <p:spPr>
          <a:xfrm>
            <a:off x="8252944" y="2562382"/>
            <a:ext cx="328719" cy="280382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>
              <a:defRPr/>
            </a:pPr>
            <a:endParaRPr lang="ko-KR" altLang="en-US" sz="831">
              <a:solidFill>
                <a:prstClr val="white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9" name="모서리가 둥근 직사각형 35">
            <a:extLst>
              <a:ext uri="{FF2B5EF4-FFF2-40B4-BE49-F238E27FC236}">
                <a16:creationId xmlns:a16="http://schemas.microsoft.com/office/drawing/2014/main" id="{FE583DE9-5FF8-92EF-199D-CF79F93C06A8}"/>
              </a:ext>
            </a:extLst>
          </p:cNvPr>
          <p:cNvSpPr/>
          <p:nvPr/>
        </p:nvSpPr>
        <p:spPr>
          <a:xfrm>
            <a:off x="8003630" y="2230292"/>
            <a:ext cx="479720" cy="259680"/>
          </a:xfrm>
          <a:prstGeom prst="roundRect">
            <a:avLst/>
          </a:prstGeom>
          <a:solidFill>
            <a:srgbClr val="FFFFC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>
              <a:defRPr/>
            </a:pPr>
            <a:r>
              <a:rPr lang="ko-KR" altLang="en-US" sz="831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치수</a:t>
            </a:r>
            <a:endParaRPr lang="en-US" altLang="ko-KR" sz="831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 defTabSz="844083">
              <a:defRPr/>
            </a:pPr>
            <a:r>
              <a:rPr lang="en-US" altLang="ko-KR" sz="831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Vision</a:t>
            </a:r>
            <a:endParaRPr lang="ko-KR" altLang="en-US" sz="831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1E006DFC-7A23-555B-5CB3-0D6B0D4E0C27}"/>
              </a:ext>
            </a:extLst>
          </p:cNvPr>
          <p:cNvGrpSpPr/>
          <p:nvPr/>
        </p:nvGrpSpPr>
        <p:grpSpPr>
          <a:xfrm>
            <a:off x="655950" y="1831141"/>
            <a:ext cx="1756950" cy="1433882"/>
            <a:chOff x="262266" y="3212976"/>
            <a:chExt cx="2303069" cy="1553372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7FF82FFE-A890-A90E-3847-15F8EFE660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47893" y="3551148"/>
              <a:ext cx="2200703" cy="1215200"/>
            </a:xfrm>
            <a:prstGeom prst="rect">
              <a:avLst/>
            </a:prstGeom>
          </p:spPr>
        </p:pic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88CD264B-4100-50C9-E72B-9E6295BA4C3D}"/>
                </a:ext>
              </a:extLst>
            </p:cNvPr>
            <p:cNvSpPr/>
            <p:nvPr/>
          </p:nvSpPr>
          <p:spPr bwMode="auto">
            <a:xfrm>
              <a:off x="352877" y="3801828"/>
              <a:ext cx="1624396" cy="914704"/>
            </a:xfrm>
            <a:prstGeom prst="rect">
              <a:avLst/>
            </a:prstGeom>
            <a:noFill/>
            <a:ln w="12700" cap="flat" cmpd="sng" algn="ctr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vert="horz" wrap="square" lIns="16615" tIns="16615" rIns="16615" bIns="16615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en-US" sz="1662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3323889-BCA4-2CC6-0021-2DAC79DE7033}"/>
                </a:ext>
              </a:extLst>
            </p:cNvPr>
            <p:cNvSpPr txBox="1"/>
            <p:nvPr/>
          </p:nvSpPr>
          <p:spPr>
            <a:xfrm>
              <a:off x="2139796" y="3600395"/>
              <a:ext cx="233242" cy="138511"/>
            </a:xfrm>
            <a:prstGeom prst="rect">
              <a:avLst/>
            </a:prstGeom>
            <a:solidFill>
              <a:srgbClr val="FFFFCC"/>
            </a:solidFill>
            <a:ln w="12700">
              <a:noFill/>
            </a:ln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>
                <a:defRPr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831" b="1" kern="0" dirty="0">
                  <a:solidFill>
                    <a:srgbClr val="000000"/>
                  </a:solidFill>
                  <a:latin typeface="Arial Narrow" panose="020B0606020202030204" pitchFamily="34" charset="0"/>
                </a:rPr>
                <a:t>ATR</a:t>
              </a:r>
              <a:endParaRPr kumimoji="1" lang="en-US" sz="831" b="1" kern="0" dirty="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CDCF1C9E-B01D-9B52-02C4-885BD4AF3390}"/>
                </a:ext>
              </a:extLst>
            </p:cNvPr>
            <p:cNvSpPr/>
            <p:nvPr/>
          </p:nvSpPr>
          <p:spPr>
            <a:xfrm>
              <a:off x="262266" y="3212976"/>
              <a:ext cx="2303069" cy="161408"/>
            </a:xfrm>
            <a:prstGeom prst="round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4083">
                <a:defRPr/>
              </a:pPr>
              <a:r>
                <a:rPr lang="en-US" altLang="ko-KR" sz="923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Loader</a:t>
              </a:r>
              <a:endParaRPr lang="ko-KR" altLang="en-US" sz="923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5" name="모서리가 둥근 직사각형 33">
              <a:extLst>
                <a:ext uri="{FF2B5EF4-FFF2-40B4-BE49-F238E27FC236}">
                  <a16:creationId xmlns:a16="http://schemas.microsoft.com/office/drawing/2014/main" id="{444BA11D-2FF1-FEA4-718A-FE62CCEE4693}"/>
                </a:ext>
              </a:extLst>
            </p:cNvPr>
            <p:cNvSpPr/>
            <p:nvPr/>
          </p:nvSpPr>
          <p:spPr>
            <a:xfrm>
              <a:off x="378860" y="3819455"/>
              <a:ext cx="1517098" cy="144000"/>
            </a:xfrm>
            <a:prstGeom prst="roundRect">
              <a:avLst/>
            </a:prstGeom>
            <a:solidFill>
              <a:srgbClr val="FFFFCC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4083">
                <a:defRPr/>
              </a:pPr>
              <a:r>
                <a:rPr kumimoji="1" lang="en-US" altLang="ko-KR" sz="831" b="1" kern="0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Electrode Unwinder</a:t>
              </a:r>
              <a:endParaRPr lang="ko-KR" altLang="en-US" sz="831" b="1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26" name="모서리가 둥근 직사각형 164">
            <a:extLst>
              <a:ext uri="{FF2B5EF4-FFF2-40B4-BE49-F238E27FC236}">
                <a16:creationId xmlns:a16="http://schemas.microsoft.com/office/drawing/2014/main" id="{1524875B-1560-568B-788D-BE6E173D824D}"/>
              </a:ext>
            </a:extLst>
          </p:cNvPr>
          <p:cNvSpPr/>
          <p:nvPr/>
        </p:nvSpPr>
        <p:spPr>
          <a:xfrm>
            <a:off x="6897966" y="2885518"/>
            <a:ext cx="778807" cy="132923"/>
          </a:xfrm>
          <a:prstGeom prst="roundRect">
            <a:avLst/>
          </a:prstGeom>
          <a:solidFill>
            <a:srgbClr val="FFFFC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>
              <a:defRPr/>
            </a:pPr>
            <a:r>
              <a:rPr lang="en-US" altLang="ko-KR" sz="831" b="1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Sepa</a:t>
            </a:r>
            <a:r>
              <a:rPr lang="en-US" altLang="ko-KR" sz="831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Sealer</a:t>
            </a:r>
            <a:endParaRPr lang="ko-KR" altLang="en-US" sz="831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7" name="모서리가 둥근 직사각형 33">
            <a:extLst>
              <a:ext uri="{FF2B5EF4-FFF2-40B4-BE49-F238E27FC236}">
                <a16:creationId xmlns:a16="http://schemas.microsoft.com/office/drawing/2014/main" id="{6FB51540-D56E-808E-642F-0F544C55AEDC}"/>
              </a:ext>
            </a:extLst>
          </p:cNvPr>
          <p:cNvSpPr/>
          <p:nvPr/>
        </p:nvSpPr>
        <p:spPr>
          <a:xfrm>
            <a:off x="7549381" y="3030392"/>
            <a:ext cx="964772" cy="132923"/>
          </a:xfrm>
          <a:prstGeom prst="roundRect">
            <a:avLst/>
          </a:prstGeom>
          <a:solidFill>
            <a:srgbClr val="FFFFC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>
              <a:defRPr/>
            </a:pPr>
            <a:r>
              <a:rPr lang="en-US" altLang="ko-KR" sz="831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Short Checker</a:t>
            </a:r>
            <a:endParaRPr lang="ko-KR" altLang="en-US" sz="831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0F76D9E-1AF9-1A9F-25D5-5838C8CD5468}"/>
              </a:ext>
            </a:extLst>
          </p:cNvPr>
          <p:cNvSpPr/>
          <p:nvPr/>
        </p:nvSpPr>
        <p:spPr>
          <a:xfrm rot="2109123">
            <a:off x="4661602" y="2420778"/>
            <a:ext cx="363223" cy="166774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>
              <a:defRPr/>
            </a:pPr>
            <a:endParaRPr lang="ko-KR" altLang="en-US" sz="831">
              <a:solidFill>
                <a:prstClr val="white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857E478-956D-DF3A-A31C-273F9D3DCA1A}"/>
              </a:ext>
            </a:extLst>
          </p:cNvPr>
          <p:cNvSpPr/>
          <p:nvPr/>
        </p:nvSpPr>
        <p:spPr>
          <a:xfrm>
            <a:off x="4074624" y="2499050"/>
            <a:ext cx="460546" cy="306550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>
              <a:defRPr/>
            </a:pPr>
            <a:endParaRPr lang="ko-KR" altLang="en-US" sz="831">
              <a:solidFill>
                <a:prstClr val="white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7D13E3D-B8A0-71CA-A73E-9A8DC6546407}"/>
              </a:ext>
            </a:extLst>
          </p:cNvPr>
          <p:cNvSpPr/>
          <p:nvPr/>
        </p:nvSpPr>
        <p:spPr>
          <a:xfrm>
            <a:off x="4751942" y="2643710"/>
            <a:ext cx="149857" cy="74789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>
              <a:defRPr/>
            </a:pPr>
            <a:endParaRPr lang="ko-KR" altLang="en-US" sz="831">
              <a:solidFill>
                <a:prstClr val="white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6301F3C3-C5B5-678A-FE55-4B1FF269BBFA}"/>
              </a:ext>
            </a:extLst>
          </p:cNvPr>
          <p:cNvGrpSpPr/>
          <p:nvPr/>
        </p:nvGrpSpPr>
        <p:grpSpPr>
          <a:xfrm>
            <a:off x="5613423" y="3489467"/>
            <a:ext cx="3062946" cy="300702"/>
            <a:chOff x="745381" y="4244734"/>
            <a:chExt cx="898388" cy="531056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FD6F3FEE-C0D7-BCDE-7AB0-1402F2B19B1C}"/>
                </a:ext>
              </a:extLst>
            </p:cNvPr>
            <p:cNvSpPr/>
            <p:nvPr/>
          </p:nvSpPr>
          <p:spPr>
            <a:xfrm>
              <a:off x="745381" y="4244734"/>
              <a:ext cx="898388" cy="531056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4083">
                <a:defRPr/>
              </a:pPr>
              <a:endParaRPr lang="ko-KR" altLang="en-US" sz="1662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9272C88-5B85-9FD4-C660-25076E3DD352}"/>
                </a:ext>
              </a:extLst>
            </p:cNvPr>
            <p:cNvSpPr txBox="1"/>
            <p:nvPr/>
          </p:nvSpPr>
          <p:spPr>
            <a:xfrm>
              <a:off x="1115664" y="4305066"/>
              <a:ext cx="155722" cy="4641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1108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Vision</a:t>
              </a:r>
              <a:endParaRPr kumimoji="1" lang="ko-KR" altLang="en-US" sz="1108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9282002-E5C8-5A44-16FB-2A5E49ED3353}"/>
              </a:ext>
            </a:extLst>
          </p:cNvPr>
          <p:cNvGrpSpPr/>
          <p:nvPr/>
        </p:nvGrpSpPr>
        <p:grpSpPr>
          <a:xfrm>
            <a:off x="76632" y="1807747"/>
            <a:ext cx="504820" cy="1605760"/>
            <a:chOff x="117787" y="2946396"/>
            <a:chExt cx="546888" cy="1602715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76E572C5-31D1-7DD0-CB1B-A0DB7C9CFCA9}"/>
                </a:ext>
              </a:extLst>
            </p:cNvPr>
            <p:cNvSpPr/>
            <p:nvPr/>
          </p:nvSpPr>
          <p:spPr>
            <a:xfrm>
              <a:off x="117787" y="2946396"/>
              <a:ext cx="546888" cy="1602715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4083">
                <a:defRPr/>
              </a:pPr>
              <a:endParaRPr lang="ko-KR" altLang="en-US" sz="1662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DEC2596-094B-334C-38D6-BDF1FF3E8F6C}"/>
                </a:ext>
              </a:extLst>
            </p:cNvPr>
            <p:cNvSpPr txBox="1"/>
            <p:nvPr/>
          </p:nvSpPr>
          <p:spPr>
            <a:xfrm>
              <a:off x="155163" y="3532622"/>
              <a:ext cx="470962" cy="4325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1108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수집</a:t>
              </a:r>
              <a:endParaRPr kumimoji="1" lang="en-US" altLang="ko-KR" sz="1108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1108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현황</a:t>
              </a: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3F295C0E-7D34-AF78-36E2-4FC22A41DF93}"/>
              </a:ext>
            </a:extLst>
          </p:cNvPr>
          <p:cNvGrpSpPr/>
          <p:nvPr/>
        </p:nvGrpSpPr>
        <p:grpSpPr>
          <a:xfrm>
            <a:off x="56937" y="3459608"/>
            <a:ext cx="559769" cy="1430872"/>
            <a:chOff x="96451" y="4733590"/>
            <a:chExt cx="606416" cy="1359705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50D1FDAF-A945-1ADD-439D-CE309659BF03}"/>
                </a:ext>
              </a:extLst>
            </p:cNvPr>
            <p:cNvSpPr/>
            <p:nvPr/>
          </p:nvSpPr>
          <p:spPr>
            <a:xfrm>
              <a:off x="117787" y="4733590"/>
              <a:ext cx="546888" cy="1359705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4083">
                <a:defRPr/>
              </a:pPr>
              <a:endParaRPr lang="ko-KR" altLang="en-US" sz="1662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BF1BCCD-B87F-E4F1-97C3-5D1345EE6E52}"/>
                </a:ext>
              </a:extLst>
            </p:cNvPr>
            <p:cNvSpPr txBox="1"/>
            <p:nvPr/>
          </p:nvSpPr>
          <p:spPr>
            <a:xfrm>
              <a:off x="96451" y="5176314"/>
              <a:ext cx="606416" cy="5737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1108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측정</a:t>
              </a:r>
              <a:endParaRPr kumimoji="1" lang="en-US" altLang="ko-KR" sz="1108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1108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센서</a:t>
              </a:r>
              <a:r>
                <a:rPr kumimoji="1" lang="en-US" altLang="ko-KR" sz="1108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/</a:t>
              </a:r>
            </a:p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1108" b="1" dirty="0" err="1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비전류</a:t>
              </a:r>
              <a:endParaRPr kumimoji="1" lang="en-US" altLang="ko-KR" sz="1108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9A5777C1-E9C6-C463-804B-D16519A08E7B}"/>
              </a:ext>
            </a:extLst>
          </p:cNvPr>
          <p:cNvSpPr txBox="1"/>
          <p:nvPr/>
        </p:nvSpPr>
        <p:spPr>
          <a:xfrm>
            <a:off x="4618621" y="2084666"/>
            <a:ext cx="254878" cy="255711"/>
          </a:xfrm>
          <a:prstGeom prst="rect">
            <a:avLst/>
          </a:prstGeom>
          <a:solidFill>
            <a:srgbClr val="FFFFCC"/>
          </a:solidFill>
          <a:ln w="12700"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>
              <a:defRPr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algn="ctr" defTabSz="8440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31" b="1" kern="0" dirty="0">
                <a:solidFill>
                  <a:srgbClr val="000000"/>
                </a:solidFill>
                <a:latin typeface="Arial Narrow" panose="020B0606020202030204" pitchFamily="34" charset="0"/>
              </a:rPr>
              <a:t>양극</a:t>
            </a:r>
            <a:endParaRPr kumimoji="1" lang="en-US" altLang="ko-KR" sz="831" b="1" kern="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algn="ctr" defTabSz="8440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31" b="1" kern="0" dirty="0">
                <a:solidFill>
                  <a:srgbClr val="000000"/>
                </a:solidFill>
                <a:latin typeface="Arial Narrow" panose="020B0606020202030204" pitchFamily="34" charset="0"/>
              </a:rPr>
              <a:t>Cutter</a:t>
            </a:r>
            <a:endParaRPr kumimoji="1" lang="en-US" sz="831" b="1" kern="0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9266BC9-9BFC-BDA2-6913-D9DCC6B7A53D}"/>
              </a:ext>
            </a:extLst>
          </p:cNvPr>
          <p:cNvSpPr txBox="1"/>
          <p:nvPr/>
        </p:nvSpPr>
        <p:spPr>
          <a:xfrm>
            <a:off x="4146303" y="2518214"/>
            <a:ext cx="254878" cy="255711"/>
          </a:xfrm>
          <a:prstGeom prst="rect">
            <a:avLst/>
          </a:prstGeom>
          <a:solidFill>
            <a:srgbClr val="FFFFCC"/>
          </a:solidFill>
          <a:ln w="12700"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>
              <a:defRPr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algn="ctr" defTabSz="8440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31" b="1" kern="0" dirty="0">
                <a:solidFill>
                  <a:srgbClr val="000000"/>
                </a:solidFill>
                <a:latin typeface="Arial Narrow" panose="020B0606020202030204" pitchFamily="34" charset="0"/>
              </a:rPr>
              <a:t>음극</a:t>
            </a:r>
            <a:endParaRPr kumimoji="1" lang="en-US" altLang="ko-KR" sz="831" b="1" kern="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algn="ctr" defTabSz="8440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31" b="1" kern="0" dirty="0">
                <a:solidFill>
                  <a:srgbClr val="000000"/>
                </a:solidFill>
                <a:latin typeface="Arial Narrow" panose="020B0606020202030204" pitchFamily="34" charset="0"/>
              </a:rPr>
              <a:t>Cutter</a:t>
            </a:r>
            <a:endParaRPr kumimoji="1" lang="en-US" sz="831" b="1" kern="0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2EC1D5AB-B6BE-FC1E-7DF4-F09280638E04}"/>
              </a:ext>
            </a:extLst>
          </p:cNvPr>
          <p:cNvGrpSpPr/>
          <p:nvPr/>
        </p:nvGrpSpPr>
        <p:grpSpPr>
          <a:xfrm>
            <a:off x="742172" y="3900371"/>
            <a:ext cx="925253" cy="445385"/>
            <a:chOff x="1662897" y="5229200"/>
            <a:chExt cx="1102593" cy="864096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F43FEC7-AD31-8046-2132-0FCAE3F778AE}"/>
                </a:ext>
              </a:extLst>
            </p:cNvPr>
            <p:cNvSpPr txBox="1"/>
            <p:nvPr/>
          </p:nvSpPr>
          <p:spPr>
            <a:xfrm>
              <a:off x="1662897" y="5346841"/>
              <a:ext cx="1102593" cy="675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83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Electrode unwinder</a:t>
              </a:r>
            </a:p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83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Tab</a:t>
              </a:r>
              <a:r>
                <a:rPr kumimoji="1" lang="ko-KR" altLang="en-US" sz="83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kumimoji="1" lang="en-US" altLang="ko-KR" sz="83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counter</a:t>
              </a:r>
              <a:r>
                <a:rPr kumimoji="1" lang="ko-KR" altLang="en-US" sz="83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센서</a:t>
              </a: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C599629D-5AE5-35F4-98DD-6C3850FA45DE}"/>
                </a:ext>
              </a:extLst>
            </p:cNvPr>
            <p:cNvSpPr/>
            <p:nvPr/>
          </p:nvSpPr>
          <p:spPr>
            <a:xfrm>
              <a:off x="1690699" y="5229200"/>
              <a:ext cx="1054152" cy="864096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4083">
                <a:defRPr/>
              </a:pPr>
              <a:endParaRPr lang="ko-KR" altLang="en-US" sz="1662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0FDDD841-E831-DE16-6C85-EA02928828C2}"/>
              </a:ext>
            </a:extLst>
          </p:cNvPr>
          <p:cNvGrpSpPr/>
          <p:nvPr/>
        </p:nvGrpSpPr>
        <p:grpSpPr>
          <a:xfrm>
            <a:off x="5603409" y="3900371"/>
            <a:ext cx="973063" cy="447892"/>
            <a:chOff x="6250494" y="4250844"/>
            <a:chExt cx="1054152" cy="864096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F4FC0D9-79C2-5CC9-80D8-2F7D70F51324}"/>
                </a:ext>
              </a:extLst>
            </p:cNvPr>
            <p:cNvSpPr txBox="1"/>
            <p:nvPr/>
          </p:nvSpPr>
          <p:spPr>
            <a:xfrm>
              <a:off x="6546321" y="4388805"/>
              <a:ext cx="455334" cy="6714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3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합치</a:t>
              </a:r>
              <a:endParaRPr kumimoji="1" lang="en-US" altLang="ko-KR" sz="83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83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Vision</a:t>
              </a:r>
              <a:endParaRPr kumimoji="1" lang="ko-KR" altLang="en-US" sz="83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68029C7F-39D0-32AB-42B3-0FA23D2F3385}"/>
                </a:ext>
              </a:extLst>
            </p:cNvPr>
            <p:cNvSpPr/>
            <p:nvPr/>
          </p:nvSpPr>
          <p:spPr>
            <a:xfrm>
              <a:off x="6250494" y="4250844"/>
              <a:ext cx="1054152" cy="864096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4083">
                <a:defRPr/>
              </a:pPr>
              <a:endParaRPr lang="ko-KR" altLang="en-US" sz="1662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93EF56A1-7672-ECF3-9A40-9287B2B35EF2}"/>
              </a:ext>
            </a:extLst>
          </p:cNvPr>
          <p:cNvGrpSpPr/>
          <p:nvPr/>
        </p:nvGrpSpPr>
        <p:grpSpPr>
          <a:xfrm>
            <a:off x="6644562" y="3900371"/>
            <a:ext cx="973063" cy="447892"/>
            <a:chOff x="7378410" y="4250844"/>
            <a:chExt cx="1054152" cy="864096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98BC064-8651-6FE7-0EE2-4DADD703924A}"/>
                </a:ext>
              </a:extLst>
            </p:cNvPr>
            <p:cNvSpPr txBox="1"/>
            <p:nvPr/>
          </p:nvSpPr>
          <p:spPr>
            <a:xfrm>
              <a:off x="7674236" y="4405755"/>
              <a:ext cx="455334" cy="6714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3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치수</a:t>
              </a:r>
              <a:endParaRPr kumimoji="1" lang="en-US" altLang="ko-KR" sz="83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83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Vision</a:t>
              </a:r>
              <a:endParaRPr kumimoji="1" lang="ko-KR" altLang="en-US" sz="83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EA59DAD7-3AF3-D759-F779-39D247F56D29}"/>
                </a:ext>
              </a:extLst>
            </p:cNvPr>
            <p:cNvSpPr/>
            <p:nvPr/>
          </p:nvSpPr>
          <p:spPr>
            <a:xfrm>
              <a:off x="7378410" y="4250844"/>
              <a:ext cx="1054152" cy="864096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4083">
                <a:defRPr/>
              </a:pPr>
              <a:endParaRPr lang="ko-KR" altLang="en-US" sz="1662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51" name="모서리가 둥근 직사각형 35">
            <a:extLst>
              <a:ext uri="{FF2B5EF4-FFF2-40B4-BE49-F238E27FC236}">
                <a16:creationId xmlns:a16="http://schemas.microsoft.com/office/drawing/2014/main" id="{32DEE98F-8BB4-69DD-EC65-CBE9E779F873}"/>
              </a:ext>
            </a:extLst>
          </p:cNvPr>
          <p:cNvSpPr/>
          <p:nvPr/>
        </p:nvSpPr>
        <p:spPr>
          <a:xfrm>
            <a:off x="8470155" y="2149543"/>
            <a:ext cx="479720" cy="365852"/>
          </a:xfrm>
          <a:prstGeom prst="roundRect">
            <a:avLst/>
          </a:prstGeom>
          <a:solidFill>
            <a:srgbClr val="FFFFC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>
              <a:defRPr/>
            </a:pPr>
            <a:r>
              <a:rPr lang="en-US" altLang="ko-KR" sz="831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NG mark Vision</a:t>
            </a:r>
            <a:endParaRPr lang="ko-KR" altLang="en-US" sz="831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543AFEED-3A6F-E45E-BB7A-35794687374D}"/>
              </a:ext>
            </a:extLst>
          </p:cNvPr>
          <p:cNvGrpSpPr/>
          <p:nvPr/>
        </p:nvGrpSpPr>
        <p:grpSpPr>
          <a:xfrm>
            <a:off x="7703102" y="3900371"/>
            <a:ext cx="973063" cy="447892"/>
            <a:chOff x="8525162" y="4250844"/>
            <a:chExt cx="1054152" cy="864096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5833727-80BD-251D-C130-6051A7EABE3B}"/>
                </a:ext>
              </a:extLst>
            </p:cNvPr>
            <p:cNvSpPr txBox="1"/>
            <p:nvPr/>
          </p:nvSpPr>
          <p:spPr>
            <a:xfrm>
              <a:off x="8761076" y="4388805"/>
              <a:ext cx="575159" cy="6714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83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NG Mark</a:t>
              </a:r>
            </a:p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83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Vision</a:t>
              </a:r>
              <a:endParaRPr kumimoji="1" lang="ko-KR" altLang="en-US" sz="83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A584C27B-7127-54C8-B54A-0B81BCBB9B4C}"/>
                </a:ext>
              </a:extLst>
            </p:cNvPr>
            <p:cNvSpPr/>
            <p:nvPr/>
          </p:nvSpPr>
          <p:spPr>
            <a:xfrm>
              <a:off x="8525162" y="4250844"/>
              <a:ext cx="1054152" cy="864096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4083">
                <a:defRPr/>
              </a:pPr>
              <a:endParaRPr lang="ko-KR" altLang="en-US" sz="1662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C152DB38-1602-C6F9-0939-7AA2B848C3F7}"/>
              </a:ext>
            </a:extLst>
          </p:cNvPr>
          <p:cNvGrpSpPr/>
          <p:nvPr/>
        </p:nvGrpSpPr>
        <p:grpSpPr>
          <a:xfrm>
            <a:off x="769594" y="3489467"/>
            <a:ext cx="4707543" cy="300702"/>
            <a:chOff x="745381" y="4244734"/>
            <a:chExt cx="898388" cy="531056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F437345F-125B-AF5E-8BF5-77883B7F2DF0}"/>
                </a:ext>
              </a:extLst>
            </p:cNvPr>
            <p:cNvSpPr/>
            <p:nvPr/>
          </p:nvSpPr>
          <p:spPr>
            <a:xfrm>
              <a:off x="745381" y="4244734"/>
              <a:ext cx="898388" cy="531056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4083">
                <a:defRPr/>
              </a:pPr>
              <a:endParaRPr lang="ko-KR" altLang="en-US" sz="1662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443D61B-7438-1091-904D-F3CA8294C853}"/>
                </a:ext>
              </a:extLst>
            </p:cNvPr>
            <p:cNvSpPr txBox="1"/>
            <p:nvPr/>
          </p:nvSpPr>
          <p:spPr>
            <a:xfrm>
              <a:off x="1115664" y="4305066"/>
              <a:ext cx="106826" cy="4641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1108" b="1" dirty="0" err="1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센서류</a:t>
              </a:r>
              <a:endParaRPr kumimoji="1" lang="ko-KR" altLang="en-US" sz="1108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31A60D1A-7522-DA1E-B9CF-7FCE4D4D7B59}"/>
              </a:ext>
            </a:extLst>
          </p:cNvPr>
          <p:cNvGrpSpPr/>
          <p:nvPr/>
        </p:nvGrpSpPr>
        <p:grpSpPr>
          <a:xfrm>
            <a:off x="1711766" y="3900371"/>
            <a:ext cx="731077" cy="445385"/>
            <a:chOff x="1690699" y="5229200"/>
            <a:chExt cx="1054152" cy="864096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A3E7857E-52EE-A2E0-E115-4BC0A56C72EA}"/>
                </a:ext>
              </a:extLst>
            </p:cNvPr>
            <p:cNvSpPr txBox="1"/>
            <p:nvPr/>
          </p:nvSpPr>
          <p:spPr>
            <a:xfrm>
              <a:off x="1700839" y="5389558"/>
              <a:ext cx="1026722" cy="675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3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음극</a:t>
              </a:r>
              <a:r>
                <a:rPr kumimoji="1" lang="en-US" altLang="ko-KR" sz="83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Cutter</a:t>
              </a:r>
            </a:p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83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Tab</a:t>
              </a:r>
              <a:r>
                <a:rPr kumimoji="1" lang="ko-KR" altLang="en-US" sz="83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감지센서</a:t>
              </a: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8E969EC8-87BF-009B-895C-BDE26326C23B}"/>
                </a:ext>
              </a:extLst>
            </p:cNvPr>
            <p:cNvSpPr/>
            <p:nvPr/>
          </p:nvSpPr>
          <p:spPr>
            <a:xfrm>
              <a:off x="1690699" y="5229200"/>
              <a:ext cx="1054152" cy="864096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4083">
                <a:defRPr/>
              </a:pPr>
              <a:endParaRPr lang="ko-KR" altLang="en-US" sz="1662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A2FBBA23-8441-CBE6-40CF-445A658DB95C}"/>
              </a:ext>
            </a:extLst>
          </p:cNvPr>
          <p:cNvGrpSpPr/>
          <p:nvPr/>
        </p:nvGrpSpPr>
        <p:grpSpPr>
          <a:xfrm>
            <a:off x="2504503" y="3900371"/>
            <a:ext cx="731077" cy="445385"/>
            <a:chOff x="1690699" y="5229200"/>
            <a:chExt cx="1054152" cy="864096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04D27F2-5FAC-C008-F0AD-3297C8C80A86}"/>
                </a:ext>
              </a:extLst>
            </p:cNvPr>
            <p:cNvSpPr txBox="1"/>
            <p:nvPr/>
          </p:nvSpPr>
          <p:spPr>
            <a:xfrm>
              <a:off x="1704416" y="5380529"/>
              <a:ext cx="1026722" cy="675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3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양극</a:t>
              </a:r>
              <a:r>
                <a:rPr kumimoji="1" lang="en-US" altLang="ko-KR" sz="83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Cutter</a:t>
              </a:r>
            </a:p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83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Tab</a:t>
              </a:r>
              <a:r>
                <a:rPr kumimoji="1" lang="ko-KR" altLang="en-US" sz="83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감지센서</a:t>
              </a: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E3587F92-6314-FED8-95C0-85D7BF253012}"/>
                </a:ext>
              </a:extLst>
            </p:cNvPr>
            <p:cNvSpPr/>
            <p:nvPr/>
          </p:nvSpPr>
          <p:spPr>
            <a:xfrm>
              <a:off x="1690699" y="5229200"/>
              <a:ext cx="1054152" cy="864096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4083">
                <a:defRPr/>
              </a:pPr>
              <a:endParaRPr lang="ko-KR" altLang="en-US" sz="1662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5A33D12E-F941-7453-8597-64B78C2C60BF}"/>
              </a:ext>
            </a:extLst>
          </p:cNvPr>
          <p:cNvGrpSpPr/>
          <p:nvPr/>
        </p:nvGrpSpPr>
        <p:grpSpPr>
          <a:xfrm>
            <a:off x="3308709" y="3900371"/>
            <a:ext cx="549269" cy="445385"/>
            <a:chOff x="1690699" y="5229200"/>
            <a:chExt cx="1054152" cy="864096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A7B08F6-B92E-152A-6A21-370624633F8F}"/>
                </a:ext>
              </a:extLst>
            </p:cNvPr>
            <p:cNvSpPr txBox="1"/>
            <p:nvPr/>
          </p:nvSpPr>
          <p:spPr>
            <a:xfrm>
              <a:off x="1887230" y="5380529"/>
              <a:ext cx="717432" cy="675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3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합치</a:t>
              </a:r>
              <a:endParaRPr kumimoji="1" lang="en-US" altLang="ko-KR" sz="83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3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센서</a:t>
              </a: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8ED4C001-C4F2-020E-D28C-7A91D7FDCCF3}"/>
                </a:ext>
              </a:extLst>
            </p:cNvPr>
            <p:cNvSpPr/>
            <p:nvPr/>
          </p:nvSpPr>
          <p:spPr>
            <a:xfrm>
              <a:off x="1690699" y="5229200"/>
              <a:ext cx="1054152" cy="864096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4083">
                <a:defRPr/>
              </a:pPr>
              <a:endParaRPr lang="ko-KR" altLang="en-US" sz="1662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C9BA60EA-714B-B892-F340-2DF14D215FDF}"/>
              </a:ext>
            </a:extLst>
          </p:cNvPr>
          <p:cNvGrpSpPr/>
          <p:nvPr/>
        </p:nvGrpSpPr>
        <p:grpSpPr>
          <a:xfrm>
            <a:off x="3936764" y="3900371"/>
            <a:ext cx="731077" cy="445385"/>
            <a:chOff x="928972" y="5229200"/>
            <a:chExt cx="871200" cy="864096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455F629-63C3-F27A-37B3-3A77A63350AC}"/>
                </a:ext>
              </a:extLst>
            </p:cNvPr>
            <p:cNvSpPr txBox="1"/>
            <p:nvPr/>
          </p:nvSpPr>
          <p:spPr>
            <a:xfrm>
              <a:off x="978512" y="5380529"/>
              <a:ext cx="772121" cy="675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3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합치</a:t>
              </a:r>
              <a:r>
                <a:rPr kumimoji="1" lang="en-US" altLang="ko-KR" sz="83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Vision</a:t>
              </a:r>
            </a:p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83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Trigger</a:t>
              </a:r>
              <a:r>
                <a:rPr kumimoji="1" lang="ko-KR" altLang="en-US" sz="83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센서</a:t>
              </a:r>
              <a:endParaRPr kumimoji="1" lang="en-US" altLang="ko-KR" sz="83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8FBC160E-9B17-BA4E-A94E-7CFA55E74BD2}"/>
                </a:ext>
              </a:extLst>
            </p:cNvPr>
            <p:cNvSpPr/>
            <p:nvPr/>
          </p:nvSpPr>
          <p:spPr>
            <a:xfrm>
              <a:off x="928972" y="5229200"/>
              <a:ext cx="871200" cy="864096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4083">
                <a:defRPr/>
              </a:pPr>
              <a:endParaRPr lang="ko-KR" altLang="en-US" sz="1662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E9D953F1-F58C-5F55-6C07-E2823ED07835}"/>
              </a:ext>
            </a:extLst>
          </p:cNvPr>
          <p:cNvGrpSpPr/>
          <p:nvPr/>
        </p:nvGrpSpPr>
        <p:grpSpPr>
          <a:xfrm>
            <a:off x="4693054" y="3900371"/>
            <a:ext cx="837089" cy="445385"/>
            <a:chOff x="865807" y="5229200"/>
            <a:chExt cx="997531" cy="864096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83B9593-BC15-4B0E-7B52-C9DA7F4A9884}"/>
                </a:ext>
              </a:extLst>
            </p:cNvPr>
            <p:cNvSpPr txBox="1"/>
            <p:nvPr/>
          </p:nvSpPr>
          <p:spPr>
            <a:xfrm>
              <a:off x="865807" y="5380529"/>
              <a:ext cx="997531" cy="675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831" dirty="0" err="1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Sepa</a:t>
              </a:r>
              <a:r>
                <a:rPr kumimoji="1" lang="en-US" altLang="ko-KR" sz="83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Sealer</a:t>
              </a:r>
            </a:p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3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비전</a:t>
              </a:r>
              <a:r>
                <a:rPr kumimoji="1" lang="en-US" altLang="ko-KR" sz="83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Trigger</a:t>
              </a:r>
              <a:r>
                <a:rPr kumimoji="1" lang="ko-KR" altLang="en-US" sz="83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센서</a:t>
              </a:r>
              <a:endParaRPr kumimoji="1" lang="en-US" altLang="ko-KR" sz="83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25C63B15-8E05-0792-9DF1-30F577197635}"/>
                </a:ext>
              </a:extLst>
            </p:cNvPr>
            <p:cNvSpPr/>
            <p:nvPr/>
          </p:nvSpPr>
          <p:spPr>
            <a:xfrm>
              <a:off x="928972" y="5229200"/>
              <a:ext cx="871200" cy="864096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4083">
                <a:defRPr/>
              </a:pPr>
              <a:endParaRPr lang="ko-KR" altLang="en-US" sz="1662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73" name="모서리가 둥근 직사각형 96">
            <a:extLst>
              <a:ext uri="{FF2B5EF4-FFF2-40B4-BE49-F238E27FC236}">
                <a16:creationId xmlns:a16="http://schemas.microsoft.com/office/drawing/2014/main" id="{294A19D6-A8D2-D9FF-1424-F548A1DF5BB7}"/>
              </a:ext>
            </a:extLst>
          </p:cNvPr>
          <p:cNvSpPr/>
          <p:nvPr/>
        </p:nvSpPr>
        <p:spPr>
          <a:xfrm>
            <a:off x="774433" y="3905632"/>
            <a:ext cx="307552" cy="99027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>
              <a:defRPr/>
            </a:pPr>
            <a:r>
              <a:rPr lang="en-US" altLang="ko-KR" sz="646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endParaRPr lang="ko-KR" altLang="en-US" sz="646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4" name="모서리가 둥근 직사각형 96">
            <a:extLst>
              <a:ext uri="{FF2B5EF4-FFF2-40B4-BE49-F238E27FC236}">
                <a16:creationId xmlns:a16="http://schemas.microsoft.com/office/drawing/2014/main" id="{84CF2244-8B0A-C15F-0467-BE6859B3698B}"/>
              </a:ext>
            </a:extLst>
          </p:cNvPr>
          <p:cNvSpPr/>
          <p:nvPr/>
        </p:nvSpPr>
        <p:spPr>
          <a:xfrm>
            <a:off x="1719709" y="3905632"/>
            <a:ext cx="307552" cy="99027"/>
          </a:xfrm>
          <a:prstGeom prst="round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>
              <a:defRPr/>
            </a:pPr>
            <a:r>
              <a:rPr lang="en-US" altLang="ko-KR" sz="646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endParaRPr lang="ko-KR" altLang="en-US" sz="646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5" name="모서리가 둥근 직사각형 96">
            <a:extLst>
              <a:ext uri="{FF2B5EF4-FFF2-40B4-BE49-F238E27FC236}">
                <a16:creationId xmlns:a16="http://schemas.microsoft.com/office/drawing/2014/main" id="{814A589F-D224-0A1E-ECCC-C8F8A0352158}"/>
              </a:ext>
            </a:extLst>
          </p:cNvPr>
          <p:cNvSpPr/>
          <p:nvPr/>
        </p:nvSpPr>
        <p:spPr>
          <a:xfrm>
            <a:off x="2504504" y="3905632"/>
            <a:ext cx="307552" cy="99027"/>
          </a:xfrm>
          <a:prstGeom prst="round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>
              <a:defRPr/>
            </a:pPr>
            <a:r>
              <a:rPr lang="en-US" altLang="ko-KR" sz="646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</a:t>
            </a:r>
            <a:endParaRPr lang="ko-KR" altLang="en-US" sz="646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6" name="모서리가 둥근 직사각형 96">
            <a:extLst>
              <a:ext uri="{FF2B5EF4-FFF2-40B4-BE49-F238E27FC236}">
                <a16:creationId xmlns:a16="http://schemas.microsoft.com/office/drawing/2014/main" id="{DB74AE8B-9663-567B-F3EA-606EF2B80A63}"/>
              </a:ext>
            </a:extLst>
          </p:cNvPr>
          <p:cNvSpPr/>
          <p:nvPr/>
        </p:nvSpPr>
        <p:spPr>
          <a:xfrm>
            <a:off x="3306159" y="3905632"/>
            <a:ext cx="307552" cy="99027"/>
          </a:xfrm>
          <a:prstGeom prst="round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>
              <a:defRPr/>
            </a:pPr>
            <a:r>
              <a:rPr lang="en-US" altLang="ko-KR" sz="646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</a:t>
            </a:r>
            <a:endParaRPr lang="ko-KR" altLang="en-US" sz="646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7" name="모서리가 둥근 직사각형 96">
            <a:extLst>
              <a:ext uri="{FF2B5EF4-FFF2-40B4-BE49-F238E27FC236}">
                <a16:creationId xmlns:a16="http://schemas.microsoft.com/office/drawing/2014/main" id="{0B9BFEFD-FEC9-ED0D-6898-2DF754282072}"/>
              </a:ext>
            </a:extLst>
          </p:cNvPr>
          <p:cNvSpPr/>
          <p:nvPr/>
        </p:nvSpPr>
        <p:spPr>
          <a:xfrm>
            <a:off x="3942828" y="3905632"/>
            <a:ext cx="307552" cy="99027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>
              <a:defRPr/>
            </a:pPr>
            <a:r>
              <a:rPr lang="en-US" altLang="ko-KR" sz="646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</a:t>
            </a:r>
            <a:endParaRPr lang="ko-KR" altLang="en-US" sz="646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8" name="모서리가 둥근 직사각형 96">
            <a:extLst>
              <a:ext uri="{FF2B5EF4-FFF2-40B4-BE49-F238E27FC236}">
                <a16:creationId xmlns:a16="http://schemas.microsoft.com/office/drawing/2014/main" id="{BAA8F3AA-4085-10EA-C6FC-230984BB9382}"/>
              </a:ext>
            </a:extLst>
          </p:cNvPr>
          <p:cNvSpPr/>
          <p:nvPr/>
        </p:nvSpPr>
        <p:spPr>
          <a:xfrm>
            <a:off x="4751790" y="3905632"/>
            <a:ext cx="307552" cy="99027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>
              <a:defRPr/>
            </a:pPr>
            <a:r>
              <a:rPr lang="en-US" altLang="ko-KR" sz="646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6</a:t>
            </a:r>
            <a:endParaRPr lang="ko-KR" altLang="en-US" sz="646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9" name="모서리가 둥근 직사각형 96">
            <a:extLst>
              <a:ext uri="{FF2B5EF4-FFF2-40B4-BE49-F238E27FC236}">
                <a16:creationId xmlns:a16="http://schemas.microsoft.com/office/drawing/2014/main" id="{495CA43E-7F08-E88F-949D-FAEF0E112F9E}"/>
              </a:ext>
            </a:extLst>
          </p:cNvPr>
          <p:cNvSpPr/>
          <p:nvPr/>
        </p:nvSpPr>
        <p:spPr>
          <a:xfrm>
            <a:off x="990515" y="3235310"/>
            <a:ext cx="307552" cy="99027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/>
            <a:r>
              <a:rPr lang="en-US" altLang="ko-KR" sz="646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endParaRPr lang="ko-KR" altLang="en-US" sz="646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0" name="모서리가 둥근 직사각형 96">
            <a:extLst>
              <a:ext uri="{FF2B5EF4-FFF2-40B4-BE49-F238E27FC236}">
                <a16:creationId xmlns:a16="http://schemas.microsoft.com/office/drawing/2014/main" id="{80BB7EB7-403C-00C5-098C-F9D557683BBA}"/>
              </a:ext>
            </a:extLst>
          </p:cNvPr>
          <p:cNvSpPr/>
          <p:nvPr/>
        </p:nvSpPr>
        <p:spPr>
          <a:xfrm>
            <a:off x="1611380" y="3235310"/>
            <a:ext cx="307552" cy="99027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/>
            <a:r>
              <a:rPr lang="en-US" altLang="ko-KR" sz="646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endParaRPr lang="ko-KR" altLang="en-US" sz="646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ED0C2010-2616-43FD-75A4-00C04FFE4F13}"/>
              </a:ext>
            </a:extLst>
          </p:cNvPr>
          <p:cNvSpPr/>
          <p:nvPr/>
        </p:nvSpPr>
        <p:spPr>
          <a:xfrm>
            <a:off x="1180823" y="3019665"/>
            <a:ext cx="90383" cy="103554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>
              <a:defRPr/>
            </a:pPr>
            <a:endParaRPr lang="ko-KR" altLang="en-US" sz="831">
              <a:solidFill>
                <a:prstClr val="white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FC8BB56F-278F-9559-DA44-A1DA738D801D}"/>
              </a:ext>
            </a:extLst>
          </p:cNvPr>
          <p:cNvSpPr/>
          <p:nvPr/>
        </p:nvSpPr>
        <p:spPr>
          <a:xfrm>
            <a:off x="1748715" y="3019665"/>
            <a:ext cx="90383" cy="103554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>
              <a:defRPr/>
            </a:pPr>
            <a:endParaRPr lang="ko-KR" altLang="en-US" sz="831">
              <a:solidFill>
                <a:prstClr val="white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83" name="모서리가 둥근 직사각형 96">
            <a:extLst>
              <a:ext uri="{FF2B5EF4-FFF2-40B4-BE49-F238E27FC236}">
                <a16:creationId xmlns:a16="http://schemas.microsoft.com/office/drawing/2014/main" id="{17A5F97F-CB21-982C-94BB-FB6FF73C5E02}"/>
              </a:ext>
            </a:extLst>
          </p:cNvPr>
          <p:cNvSpPr/>
          <p:nvPr/>
        </p:nvSpPr>
        <p:spPr>
          <a:xfrm>
            <a:off x="4266540" y="2813684"/>
            <a:ext cx="307552" cy="99027"/>
          </a:xfrm>
          <a:prstGeom prst="roundRect">
            <a:avLst/>
          </a:prstGeom>
          <a:solidFill>
            <a:srgbClr val="33CC3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/>
            <a:r>
              <a:rPr lang="en-US" altLang="ko-KR" sz="646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endParaRPr lang="ko-KR" altLang="en-US" sz="646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4" name="모서리가 둥근 직사각형 96">
            <a:extLst>
              <a:ext uri="{FF2B5EF4-FFF2-40B4-BE49-F238E27FC236}">
                <a16:creationId xmlns:a16="http://schemas.microsoft.com/office/drawing/2014/main" id="{FE2E5860-97CF-CBB9-6ABF-1594E4ADAC7A}"/>
              </a:ext>
            </a:extLst>
          </p:cNvPr>
          <p:cNvSpPr/>
          <p:nvPr/>
        </p:nvSpPr>
        <p:spPr>
          <a:xfrm>
            <a:off x="4615267" y="2723697"/>
            <a:ext cx="307552" cy="99027"/>
          </a:xfrm>
          <a:prstGeom prst="roundRect">
            <a:avLst/>
          </a:prstGeom>
          <a:solidFill>
            <a:srgbClr val="33CC3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/>
            <a:r>
              <a:rPr lang="en-US" altLang="ko-KR" sz="646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</a:t>
            </a:r>
            <a:endParaRPr lang="ko-KR" altLang="en-US" sz="646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5" name="모서리가 둥근 직사각형 96">
            <a:extLst>
              <a:ext uri="{FF2B5EF4-FFF2-40B4-BE49-F238E27FC236}">
                <a16:creationId xmlns:a16="http://schemas.microsoft.com/office/drawing/2014/main" id="{12861AA7-74C9-7B96-CF3B-D919C103D398}"/>
              </a:ext>
            </a:extLst>
          </p:cNvPr>
          <p:cNvSpPr/>
          <p:nvPr/>
        </p:nvSpPr>
        <p:spPr>
          <a:xfrm>
            <a:off x="4778583" y="2838224"/>
            <a:ext cx="307552" cy="99027"/>
          </a:xfrm>
          <a:prstGeom prst="roundRect">
            <a:avLst/>
          </a:prstGeom>
          <a:solidFill>
            <a:srgbClr val="33CC3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/>
            <a:r>
              <a:rPr lang="en-US" altLang="ko-KR" sz="646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</a:t>
            </a:r>
            <a:endParaRPr lang="ko-KR" altLang="en-US" sz="646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D4966D8A-D787-9E4D-EC83-DC83E673D800}"/>
              </a:ext>
            </a:extLst>
          </p:cNvPr>
          <p:cNvSpPr/>
          <p:nvPr/>
        </p:nvSpPr>
        <p:spPr>
          <a:xfrm>
            <a:off x="5111397" y="2676907"/>
            <a:ext cx="58469" cy="11628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>
              <a:defRPr/>
            </a:pPr>
            <a:endParaRPr lang="ko-KR" altLang="en-US" sz="831">
              <a:solidFill>
                <a:prstClr val="white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F4B0DCE0-46AD-A250-1AD1-D179F111DF8E}"/>
              </a:ext>
            </a:extLst>
          </p:cNvPr>
          <p:cNvSpPr/>
          <p:nvPr/>
        </p:nvSpPr>
        <p:spPr>
          <a:xfrm>
            <a:off x="4372604" y="2734919"/>
            <a:ext cx="149857" cy="7478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>
              <a:defRPr/>
            </a:pPr>
            <a:endParaRPr lang="ko-KR" altLang="en-US" sz="831">
              <a:solidFill>
                <a:prstClr val="white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88" name="모서리가 둥근 직사각형 96">
            <a:extLst>
              <a:ext uri="{FF2B5EF4-FFF2-40B4-BE49-F238E27FC236}">
                <a16:creationId xmlns:a16="http://schemas.microsoft.com/office/drawing/2014/main" id="{D2D31825-0A86-B0A7-2BB8-D6F3F19DF42C}"/>
              </a:ext>
            </a:extLst>
          </p:cNvPr>
          <p:cNvSpPr/>
          <p:nvPr/>
        </p:nvSpPr>
        <p:spPr>
          <a:xfrm>
            <a:off x="6243920" y="2734919"/>
            <a:ext cx="269359" cy="97362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/>
            <a:r>
              <a:rPr lang="en-US" altLang="ko-KR" sz="646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6</a:t>
            </a:r>
            <a:endParaRPr lang="ko-KR" altLang="en-US" sz="646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8361D2E4-A533-872A-F24A-C0989983C47E}"/>
              </a:ext>
            </a:extLst>
          </p:cNvPr>
          <p:cNvSpPr/>
          <p:nvPr/>
        </p:nvSpPr>
        <p:spPr>
          <a:xfrm>
            <a:off x="4970647" y="2676907"/>
            <a:ext cx="58469" cy="11628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>
              <a:defRPr/>
            </a:pPr>
            <a:endParaRPr lang="ko-KR" altLang="en-US" sz="831">
              <a:solidFill>
                <a:prstClr val="white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90" name="모서리가 둥근 직사각형 96">
            <a:extLst>
              <a:ext uri="{FF2B5EF4-FFF2-40B4-BE49-F238E27FC236}">
                <a16:creationId xmlns:a16="http://schemas.microsoft.com/office/drawing/2014/main" id="{2B615F61-1376-CC2D-07DA-E32860DE308E}"/>
              </a:ext>
            </a:extLst>
          </p:cNvPr>
          <p:cNvSpPr/>
          <p:nvPr/>
        </p:nvSpPr>
        <p:spPr>
          <a:xfrm>
            <a:off x="5081590" y="2915097"/>
            <a:ext cx="307552" cy="99027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/>
            <a:r>
              <a:rPr lang="en-US" altLang="ko-KR" sz="646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</a:t>
            </a:r>
            <a:endParaRPr lang="ko-KR" altLang="en-US" sz="646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1" name="모서리가 둥근 직사각형 96">
            <a:extLst>
              <a:ext uri="{FF2B5EF4-FFF2-40B4-BE49-F238E27FC236}">
                <a16:creationId xmlns:a16="http://schemas.microsoft.com/office/drawing/2014/main" id="{030273B4-27E3-1E0E-8BB4-48A96B9193CF}"/>
              </a:ext>
            </a:extLst>
          </p:cNvPr>
          <p:cNvSpPr/>
          <p:nvPr/>
        </p:nvSpPr>
        <p:spPr>
          <a:xfrm>
            <a:off x="5609407" y="3905632"/>
            <a:ext cx="307552" cy="99027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/>
            <a:r>
              <a:rPr lang="en-US" altLang="ko-KR" sz="646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</a:t>
            </a:r>
            <a:endParaRPr lang="ko-KR" altLang="en-US" sz="646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2" name="모서리가 둥근 직사각형 96">
            <a:extLst>
              <a:ext uri="{FF2B5EF4-FFF2-40B4-BE49-F238E27FC236}">
                <a16:creationId xmlns:a16="http://schemas.microsoft.com/office/drawing/2014/main" id="{64023C0E-D002-4D55-BABE-D918B191E44F}"/>
              </a:ext>
            </a:extLst>
          </p:cNvPr>
          <p:cNvSpPr/>
          <p:nvPr/>
        </p:nvSpPr>
        <p:spPr>
          <a:xfrm>
            <a:off x="6650423" y="3905632"/>
            <a:ext cx="307552" cy="99027"/>
          </a:xfrm>
          <a:prstGeom prst="round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/>
            <a:r>
              <a:rPr lang="en-US" altLang="ko-KR" sz="646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B</a:t>
            </a:r>
            <a:endParaRPr lang="ko-KR" altLang="en-US" sz="646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3" name="모서리가 둥근 직사각형 96">
            <a:extLst>
              <a:ext uri="{FF2B5EF4-FFF2-40B4-BE49-F238E27FC236}">
                <a16:creationId xmlns:a16="http://schemas.microsoft.com/office/drawing/2014/main" id="{9E51A2C1-0D80-7698-D466-246D5FCAA9FC}"/>
              </a:ext>
            </a:extLst>
          </p:cNvPr>
          <p:cNvSpPr/>
          <p:nvPr/>
        </p:nvSpPr>
        <p:spPr>
          <a:xfrm>
            <a:off x="7708964" y="3905632"/>
            <a:ext cx="307552" cy="99027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>
              <a:defRPr/>
            </a:pPr>
            <a:r>
              <a:rPr lang="en-US" altLang="ko-KR" sz="646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</a:t>
            </a:r>
            <a:endParaRPr lang="ko-KR" altLang="en-US" sz="646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4" name="모서리가 둥근 직사각형 96">
            <a:extLst>
              <a:ext uri="{FF2B5EF4-FFF2-40B4-BE49-F238E27FC236}">
                <a16:creationId xmlns:a16="http://schemas.microsoft.com/office/drawing/2014/main" id="{1E2411D8-E95D-118F-2E93-9384A32E98F6}"/>
              </a:ext>
            </a:extLst>
          </p:cNvPr>
          <p:cNvSpPr/>
          <p:nvPr/>
        </p:nvSpPr>
        <p:spPr>
          <a:xfrm>
            <a:off x="5160820" y="2165254"/>
            <a:ext cx="307552" cy="99027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/>
            <a:r>
              <a:rPr lang="en-US" altLang="ko-KR" sz="646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</a:t>
            </a:r>
            <a:endParaRPr lang="ko-KR" altLang="en-US" sz="646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5" name="모서리가 둥근 직사각형 96">
            <a:extLst>
              <a:ext uri="{FF2B5EF4-FFF2-40B4-BE49-F238E27FC236}">
                <a16:creationId xmlns:a16="http://schemas.microsoft.com/office/drawing/2014/main" id="{A9758F87-AD7D-42D4-44FE-B811FC93FFB2}"/>
              </a:ext>
            </a:extLst>
          </p:cNvPr>
          <p:cNvSpPr/>
          <p:nvPr/>
        </p:nvSpPr>
        <p:spPr>
          <a:xfrm>
            <a:off x="8062172" y="2114184"/>
            <a:ext cx="307552" cy="99027"/>
          </a:xfrm>
          <a:prstGeom prst="roundRect">
            <a:avLst/>
          </a:prstGeom>
          <a:solidFill>
            <a:srgbClr val="33CC3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/>
            <a:r>
              <a:rPr lang="en-US" altLang="ko-KR" sz="646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B</a:t>
            </a:r>
            <a:endParaRPr lang="ko-KR" altLang="en-US" sz="646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6" name="모서리가 둥근 직사각형 96">
            <a:extLst>
              <a:ext uri="{FF2B5EF4-FFF2-40B4-BE49-F238E27FC236}">
                <a16:creationId xmlns:a16="http://schemas.microsoft.com/office/drawing/2014/main" id="{4301C4FD-1B63-8C51-670B-482CCBDCACD0}"/>
              </a:ext>
            </a:extLst>
          </p:cNvPr>
          <p:cNvSpPr/>
          <p:nvPr/>
        </p:nvSpPr>
        <p:spPr>
          <a:xfrm>
            <a:off x="8569640" y="2043969"/>
            <a:ext cx="307552" cy="99027"/>
          </a:xfrm>
          <a:prstGeom prst="round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/>
            <a:r>
              <a:rPr lang="en-US" altLang="ko-KR" sz="646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</a:t>
            </a:r>
            <a:endParaRPr lang="ko-KR" altLang="en-US" sz="646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7" name="모서리가 둥근 직사각형 96">
            <a:extLst>
              <a:ext uri="{FF2B5EF4-FFF2-40B4-BE49-F238E27FC236}">
                <a16:creationId xmlns:a16="http://schemas.microsoft.com/office/drawing/2014/main" id="{1CAF8EF5-37EF-325B-BF21-BFAE7D84C855}"/>
              </a:ext>
            </a:extLst>
          </p:cNvPr>
          <p:cNvSpPr/>
          <p:nvPr/>
        </p:nvSpPr>
        <p:spPr>
          <a:xfrm>
            <a:off x="8032594" y="1344923"/>
            <a:ext cx="307552" cy="99027"/>
          </a:xfrm>
          <a:prstGeom prst="roundRect">
            <a:avLst/>
          </a:prstGeom>
          <a:solidFill>
            <a:srgbClr val="33CC3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>
              <a:defRPr/>
            </a:pPr>
            <a:endParaRPr lang="ko-KR" altLang="en-US" sz="646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4D31595-B2DF-B75C-3B9C-7932490F6899}"/>
              </a:ext>
            </a:extLst>
          </p:cNvPr>
          <p:cNvSpPr txBox="1"/>
          <p:nvPr/>
        </p:nvSpPr>
        <p:spPr>
          <a:xfrm>
            <a:off x="8357235" y="1349398"/>
            <a:ext cx="554639" cy="99386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>
              <a:defRPr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defTabSz="8440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646" kern="0" dirty="0">
                <a:solidFill>
                  <a:srgbClr val="000000"/>
                </a:solidFill>
                <a:latin typeface="Arial Narrow" panose="020B0606020202030204" pitchFamily="34" charset="0"/>
              </a:rPr>
              <a:t>현재 사용 데이터</a:t>
            </a:r>
            <a:endParaRPr kumimoji="1" lang="en-US" sz="646" kern="0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99" name="모서리가 둥근 직사각형 96">
            <a:extLst>
              <a:ext uri="{FF2B5EF4-FFF2-40B4-BE49-F238E27FC236}">
                <a16:creationId xmlns:a16="http://schemas.microsoft.com/office/drawing/2014/main" id="{7E2C44DC-360D-F904-536D-136E855CA8AC}"/>
              </a:ext>
            </a:extLst>
          </p:cNvPr>
          <p:cNvSpPr/>
          <p:nvPr/>
        </p:nvSpPr>
        <p:spPr>
          <a:xfrm>
            <a:off x="8032594" y="1504249"/>
            <a:ext cx="307552" cy="99027"/>
          </a:xfrm>
          <a:prstGeom prst="round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/>
            <a:endParaRPr lang="ko-KR" altLang="en-US" sz="646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16B71C5-FAB3-F095-7599-5BACF9AC9C8B}"/>
              </a:ext>
            </a:extLst>
          </p:cNvPr>
          <p:cNvSpPr txBox="1"/>
          <p:nvPr/>
        </p:nvSpPr>
        <p:spPr>
          <a:xfrm>
            <a:off x="8357235" y="1508725"/>
            <a:ext cx="554639" cy="99386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>
              <a:defRPr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defTabSz="8440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646" kern="0" dirty="0">
                <a:solidFill>
                  <a:srgbClr val="000000"/>
                </a:solidFill>
                <a:latin typeface="Arial Narrow" panose="020B0606020202030204" pitchFamily="34" charset="0"/>
              </a:rPr>
              <a:t>사용 가능 데이터</a:t>
            </a:r>
            <a:endParaRPr kumimoji="1" lang="en-US" sz="646" kern="0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01" name="모서리가 둥근 직사각형 96">
            <a:extLst>
              <a:ext uri="{FF2B5EF4-FFF2-40B4-BE49-F238E27FC236}">
                <a16:creationId xmlns:a16="http://schemas.microsoft.com/office/drawing/2014/main" id="{44C2EB2E-1569-48D7-6EFD-BEFD25DAC324}"/>
              </a:ext>
            </a:extLst>
          </p:cNvPr>
          <p:cNvSpPr/>
          <p:nvPr/>
        </p:nvSpPr>
        <p:spPr>
          <a:xfrm>
            <a:off x="8038946" y="1649126"/>
            <a:ext cx="307552" cy="99027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/>
            <a:endParaRPr lang="ko-KR" altLang="en-US" sz="646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C897A3E-8835-8077-9840-E77B8FCE6A07}"/>
              </a:ext>
            </a:extLst>
          </p:cNvPr>
          <p:cNvSpPr txBox="1"/>
          <p:nvPr/>
        </p:nvSpPr>
        <p:spPr>
          <a:xfrm>
            <a:off x="8357235" y="1653602"/>
            <a:ext cx="721351" cy="99386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>
              <a:defRPr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defTabSz="8440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646" kern="0" dirty="0">
                <a:solidFill>
                  <a:srgbClr val="000000"/>
                </a:solidFill>
                <a:latin typeface="Arial Narrow" panose="020B0606020202030204" pitchFamily="34" charset="0"/>
              </a:rPr>
              <a:t>신규 수집 필요 데이터</a:t>
            </a:r>
            <a:endParaRPr kumimoji="1" lang="en-US" sz="646" kern="0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B3957B5-2BC6-E593-DA1A-17034BE6D5C6}"/>
              </a:ext>
            </a:extLst>
          </p:cNvPr>
          <p:cNvSpPr txBox="1"/>
          <p:nvPr/>
        </p:nvSpPr>
        <p:spPr>
          <a:xfrm>
            <a:off x="1854584" y="4543686"/>
            <a:ext cx="792205" cy="3480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3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음극</a:t>
            </a:r>
            <a:r>
              <a:rPr kumimoji="1" lang="en-US" altLang="ko-KR" sz="83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Tab Width </a:t>
            </a:r>
          </a:p>
          <a:p>
            <a:pPr algn="ctr" defTabSz="8440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3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음극 </a:t>
            </a:r>
            <a:r>
              <a:rPr kumimoji="1" lang="en-US" altLang="ko-KR" sz="83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Tab Pitch</a:t>
            </a:r>
            <a:endParaRPr kumimoji="1" lang="ko-KR" altLang="en-US" sz="831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04" name="연결선: 꺾임 103">
            <a:extLst>
              <a:ext uri="{FF2B5EF4-FFF2-40B4-BE49-F238E27FC236}">
                <a16:creationId xmlns:a16="http://schemas.microsoft.com/office/drawing/2014/main" id="{5A6DD699-F49B-2B4D-5D7D-307F1559F98C}"/>
              </a:ext>
            </a:extLst>
          </p:cNvPr>
          <p:cNvCxnSpPr>
            <a:cxnSpLocks/>
            <a:endCxn id="103" idx="1"/>
          </p:cNvCxnSpPr>
          <p:nvPr/>
        </p:nvCxnSpPr>
        <p:spPr>
          <a:xfrm rot="16200000" flipH="1">
            <a:off x="1618713" y="4481837"/>
            <a:ext cx="372994" cy="98748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23EE8815-56F3-E30B-28D8-46B0E5AF17FD}"/>
              </a:ext>
            </a:extLst>
          </p:cNvPr>
          <p:cNvSpPr txBox="1"/>
          <p:nvPr/>
        </p:nvSpPr>
        <p:spPr>
          <a:xfrm>
            <a:off x="2687522" y="4549127"/>
            <a:ext cx="768159" cy="3480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3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양극</a:t>
            </a:r>
            <a:r>
              <a:rPr kumimoji="1" lang="en-US" altLang="ko-KR" sz="83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Tab Width</a:t>
            </a:r>
          </a:p>
          <a:p>
            <a:pPr algn="ctr" defTabSz="8440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3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양극 </a:t>
            </a:r>
            <a:r>
              <a:rPr kumimoji="1" lang="en-US" altLang="ko-KR" sz="83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Tab Pitch</a:t>
            </a:r>
            <a:endParaRPr kumimoji="1" lang="ko-KR" altLang="en-US" sz="831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06" name="연결선: 꺾임 105">
            <a:extLst>
              <a:ext uri="{FF2B5EF4-FFF2-40B4-BE49-F238E27FC236}">
                <a16:creationId xmlns:a16="http://schemas.microsoft.com/office/drawing/2014/main" id="{38E6A608-637F-88EE-39ED-B24EC27ABDB6}"/>
              </a:ext>
            </a:extLst>
          </p:cNvPr>
          <p:cNvCxnSpPr>
            <a:cxnSpLocks/>
            <a:endCxn id="105" idx="1"/>
          </p:cNvCxnSpPr>
          <p:nvPr/>
        </p:nvCxnSpPr>
        <p:spPr>
          <a:xfrm rot="16200000" flipH="1">
            <a:off x="2445640" y="4481266"/>
            <a:ext cx="372993" cy="110772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70E005C1-E973-3465-1871-C3FB5DA69135}"/>
              </a:ext>
            </a:extLst>
          </p:cNvPr>
          <p:cNvSpPr txBox="1"/>
          <p:nvPr/>
        </p:nvSpPr>
        <p:spPr>
          <a:xfrm>
            <a:off x="3452607" y="4543686"/>
            <a:ext cx="910827" cy="3480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3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음</a:t>
            </a:r>
            <a:r>
              <a:rPr kumimoji="1" lang="en-US" altLang="ko-KR" sz="83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kumimoji="1" lang="ko-KR" altLang="en-US" sz="83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양극</a:t>
            </a:r>
            <a:r>
              <a:rPr kumimoji="1" lang="en-US" altLang="ko-KR" sz="83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Tab Width </a:t>
            </a:r>
          </a:p>
          <a:p>
            <a:pPr algn="ctr" defTabSz="8440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3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음</a:t>
            </a:r>
            <a:r>
              <a:rPr kumimoji="1" lang="en-US" altLang="ko-KR" sz="83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kumimoji="1" lang="ko-KR" altLang="en-US" sz="83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양극 </a:t>
            </a:r>
            <a:r>
              <a:rPr kumimoji="1" lang="en-US" altLang="ko-KR" sz="83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Tab Pitch</a:t>
            </a:r>
            <a:endParaRPr kumimoji="1" lang="ko-KR" altLang="en-US" sz="831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08" name="연결선: 꺾임 107">
            <a:extLst>
              <a:ext uri="{FF2B5EF4-FFF2-40B4-BE49-F238E27FC236}">
                <a16:creationId xmlns:a16="http://schemas.microsoft.com/office/drawing/2014/main" id="{E1FC9BE0-570E-F70D-FF8D-A4BD70E1F705}"/>
              </a:ext>
            </a:extLst>
          </p:cNvPr>
          <p:cNvCxnSpPr>
            <a:cxnSpLocks/>
            <a:endCxn id="107" idx="1"/>
          </p:cNvCxnSpPr>
          <p:nvPr/>
        </p:nvCxnSpPr>
        <p:spPr>
          <a:xfrm rot="16200000" flipH="1">
            <a:off x="3246391" y="4511492"/>
            <a:ext cx="372994" cy="39437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1FC2A801-E5C2-2130-2FB6-7025F12DD012}"/>
              </a:ext>
            </a:extLst>
          </p:cNvPr>
          <p:cNvSpPr txBox="1"/>
          <p:nvPr/>
        </p:nvSpPr>
        <p:spPr>
          <a:xfrm>
            <a:off x="6947844" y="4543686"/>
            <a:ext cx="622286" cy="3480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3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TWA, TWC</a:t>
            </a:r>
          </a:p>
          <a:p>
            <a:pPr algn="ctr" defTabSz="8440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3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TPA, TPC</a:t>
            </a:r>
          </a:p>
        </p:txBody>
      </p:sp>
      <p:cxnSp>
        <p:nvCxnSpPr>
          <p:cNvPr id="110" name="연결선: 꺾임 109">
            <a:extLst>
              <a:ext uri="{FF2B5EF4-FFF2-40B4-BE49-F238E27FC236}">
                <a16:creationId xmlns:a16="http://schemas.microsoft.com/office/drawing/2014/main" id="{A31BCC30-EB87-2E50-1BFA-E4A98AB2E08B}"/>
              </a:ext>
            </a:extLst>
          </p:cNvPr>
          <p:cNvCxnSpPr>
            <a:cxnSpLocks/>
            <a:endCxn id="109" idx="1"/>
          </p:cNvCxnSpPr>
          <p:nvPr/>
        </p:nvCxnSpPr>
        <p:spPr>
          <a:xfrm rot="16200000" flipH="1">
            <a:off x="6669493" y="4439357"/>
            <a:ext cx="372994" cy="183708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C72D5AD7-C193-279A-27D3-0DE683F2201E}"/>
              </a:ext>
            </a:extLst>
          </p:cNvPr>
          <p:cNvSpPr txBox="1"/>
          <p:nvPr/>
        </p:nvSpPr>
        <p:spPr>
          <a:xfrm>
            <a:off x="7919911" y="4677664"/>
            <a:ext cx="1003801" cy="220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31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</a:t>
            </a:r>
            <a:r>
              <a:rPr kumimoji="1" lang="ko-KR" altLang="en-US" sz="831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측정값 조정 필요</a:t>
            </a:r>
            <a:endParaRPr kumimoji="1" lang="en-US" altLang="ko-KR" sz="831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5042126B-6525-CF2F-8D23-B19EEA150F5D}"/>
              </a:ext>
            </a:extLst>
          </p:cNvPr>
          <p:cNvSpPr txBox="1"/>
          <p:nvPr/>
        </p:nvSpPr>
        <p:spPr>
          <a:xfrm>
            <a:off x="7980078" y="4551322"/>
            <a:ext cx="622286" cy="220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3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TWA, TWC</a:t>
            </a:r>
          </a:p>
        </p:txBody>
      </p:sp>
      <p:cxnSp>
        <p:nvCxnSpPr>
          <p:cNvPr id="113" name="연결선: 꺾임 112">
            <a:extLst>
              <a:ext uri="{FF2B5EF4-FFF2-40B4-BE49-F238E27FC236}">
                <a16:creationId xmlns:a16="http://schemas.microsoft.com/office/drawing/2014/main" id="{479D490D-5ECA-C4AD-0804-E64C77F6AAD3}"/>
              </a:ext>
            </a:extLst>
          </p:cNvPr>
          <p:cNvCxnSpPr>
            <a:cxnSpLocks/>
            <a:endCxn id="112" idx="1"/>
          </p:cNvCxnSpPr>
          <p:nvPr/>
        </p:nvCxnSpPr>
        <p:spPr>
          <a:xfrm rot="16200000" flipH="1">
            <a:off x="7733692" y="4415029"/>
            <a:ext cx="309065" cy="183708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FF76F1C3-FEF9-6AF7-B045-5693A988B58D}"/>
              </a:ext>
            </a:extLst>
          </p:cNvPr>
          <p:cNvSpPr txBox="1"/>
          <p:nvPr/>
        </p:nvSpPr>
        <p:spPr>
          <a:xfrm>
            <a:off x="5329511" y="4522822"/>
            <a:ext cx="1281121" cy="3480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31" dirty="0">
                <a:solidFill>
                  <a:srgbClr val="FF0000"/>
                </a:solidFill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Tab </a:t>
            </a:r>
            <a:r>
              <a:rPr kumimoji="1" lang="ko-KR" altLang="en-US" sz="831" dirty="0">
                <a:solidFill>
                  <a:srgbClr val="FF0000"/>
                </a:solidFill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관련 수집 항목이 없어</a:t>
            </a:r>
            <a:endParaRPr kumimoji="1" lang="en-US" altLang="ko-KR" sz="831" dirty="0">
              <a:solidFill>
                <a:srgbClr val="FF0000"/>
              </a:solidFill>
              <a:highlight>
                <a:srgbClr val="FFFF00"/>
              </a:highlight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 defTabSz="8440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31" dirty="0">
                <a:solidFill>
                  <a:srgbClr val="FF0000"/>
                </a:solidFill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탭 접힘 여부 판단 어려움</a:t>
            </a:r>
            <a:endParaRPr kumimoji="1" lang="en-US" altLang="ko-KR" sz="831" dirty="0">
              <a:solidFill>
                <a:srgbClr val="FF0000"/>
              </a:solidFill>
              <a:highlight>
                <a:srgbClr val="FFFF00"/>
              </a:highlight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15" name="연결선: 꺾임 114">
            <a:extLst>
              <a:ext uri="{FF2B5EF4-FFF2-40B4-BE49-F238E27FC236}">
                <a16:creationId xmlns:a16="http://schemas.microsoft.com/office/drawing/2014/main" id="{1CE18230-7C4E-6275-9F99-000FAC2EB48E}"/>
              </a:ext>
            </a:extLst>
          </p:cNvPr>
          <p:cNvCxnSpPr>
            <a:cxnSpLocks/>
            <a:stCxn id="47" idx="2"/>
            <a:endCxn id="114" idx="0"/>
          </p:cNvCxnSpPr>
          <p:nvPr/>
        </p:nvCxnSpPr>
        <p:spPr>
          <a:xfrm rot="5400000">
            <a:off x="5942728" y="4375608"/>
            <a:ext cx="174559" cy="11986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0DD22AC7-4C8C-7DEC-DA13-D007D8FEAD24}"/>
              </a:ext>
            </a:extLst>
          </p:cNvPr>
          <p:cNvSpPr txBox="1"/>
          <p:nvPr/>
        </p:nvSpPr>
        <p:spPr>
          <a:xfrm>
            <a:off x="4515233" y="4529430"/>
            <a:ext cx="910827" cy="3480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31" dirty="0">
                <a:solidFill>
                  <a:srgbClr val="FF0000"/>
                </a:solidFill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음</a:t>
            </a:r>
            <a:r>
              <a:rPr kumimoji="1" lang="en-US" altLang="ko-KR" sz="831" dirty="0">
                <a:solidFill>
                  <a:srgbClr val="FF0000"/>
                </a:solidFill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kumimoji="1" lang="ko-KR" altLang="en-US" sz="831" dirty="0">
                <a:solidFill>
                  <a:srgbClr val="FF0000"/>
                </a:solidFill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양극 </a:t>
            </a:r>
            <a:r>
              <a:rPr kumimoji="1" lang="en-US" altLang="ko-KR" sz="831" dirty="0">
                <a:solidFill>
                  <a:srgbClr val="FF0000"/>
                </a:solidFill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Tab Width</a:t>
            </a:r>
          </a:p>
          <a:p>
            <a:pPr algn="ctr" defTabSz="8440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31" dirty="0">
                <a:solidFill>
                  <a:srgbClr val="FF0000"/>
                </a:solidFill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음</a:t>
            </a:r>
            <a:r>
              <a:rPr kumimoji="1" lang="en-US" altLang="ko-KR" sz="831" dirty="0">
                <a:solidFill>
                  <a:srgbClr val="FF0000"/>
                </a:solidFill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kumimoji="1" lang="ko-KR" altLang="en-US" sz="831" dirty="0">
                <a:solidFill>
                  <a:srgbClr val="FF0000"/>
                </a:solidFill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양극 </a:t>
            </a:r>
            <a:r>
              <a:rPr kumimoji="1" lang="en-US" altLang="ko-KR" sz="831" dirty="0">
                <a:solidFill>
                  <a:srgbClr val="FF0000"/>
                </a:solidFill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Tab Pitch</a:t>
            </a:r>
          </a:p>
        </p:txBody>
      </p:sp>
      <p:cxnSp>
        <p:nvCxnSpPr>
          <p:cNvPr id="117" name="연결선: 꺾임 116">
            <a:extLst>
              <a:ext uri="{FF2B5EF4-FFF2-40B4-BE49-F238E27FC236}">
                <a16:creationId xmlns:a16="http://schemas.microsoft.com/office/drawing/2014/main" id="{74280316-2AD6-0B6F-6FAC-863233D68A3E}"/>
              </a:ext>
            </a:extLst>
          </p:cNvPr>
          <p:cNvCxnSpPr>
            <a:cxnSpLocks/>
            <a:stCxn id="69" idx="2"/>
            <a:endCxn id="116" idx="1"/>
          </p:cNvCxnSpPr>
          <p:nvPr/>
        </p:nvCxnSpPr>
        <p:spPr>
          <a:xfrm rot="16200000" flipH="1">
            <a:off x="4229920" y="4418139"/>
            <a:ext cx="357696" cy="212930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연결선: 꺾임 117">
            <a:extLst>
              <a:ext uri="{FF2B5EF4-FFF2-40B4-BE49-F238E27FC236}">
                <a16:creationId xmlns:a16="http://schemas.microsoft.com/office/drawing/2014/main" id="{7C5D44A0-AB31-4F34-FAA2-D5CCFC81ED31}"/>
              </a:ext>
            </a:extLst>
          </p:cNvPr>
          <p:cNvCxnSpPr>
            <a:cxnSpLocks/>
            <a:stCxn id="44" idx="2"/>
            <a:endCxn id="119" idx="1"/>
          </p:cNvCxnSpPr>
          <p:nvPr/>
        </p:nvCxnSpPr>
        <p:spPr>
          <a:xfrm rot="5400000">
            <a:off x="799489" y="4315263"/>
            <a:ext cx="377823" cy="438809"/>
          </a:xfrm>
          <a:prstGeom prst="bentConnector4">
            <a:avLst>
              <a:gd name="adj1" fmla="val 26970"/>
              <a:gd name="adj2" fmla="val 152096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B2A755E5-F5A0-3D67-E9A9-62715CFD25D1}"/>
              </a:ext>
            </a:extLst>
          </p:cNvPr>
          <p:cNvSpPr txBox="1"/>
          <p:nvPr/>
        </p:nvSpPr>
        <p:spPr>
          <a:xfrm>
            <a:off x="768995" y="4549557"/>
            <a:ext cx="910827" cy="3480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31" dirty="0">
                <a:solidFill>
                  <a:srgbClr val="FF0000"/>
                </a:solidFill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음</a:t>
            </a:r>
            <a:r>
              <a:rPr kumimoji="1" lang="en-US" altLang="ko-KR" sz="831" dirty="0">
                <a:solidFill>
                  <a:srgbClr val="FF0000"/>
                </a:solidFill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kumimoji="1" lang="ko-KR" altLang="en-US" sz="831" dirty="0">
                <a:solidFill>
                  <a:srgbClr val="FF0000"/>
                </a:solidFill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양극 </a:t>
            </a:r>
            <a:r>
              <a:rPr kumimoji="1" lang="en-US" altLang="ko-KR" sz="831" dirty="0">
                <a:solidFill>
                  <a:srgbClr val="FF0000"/>
                </a:solidFill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Tab Width</a:t>
            </a:r>
          </a:p>
          <a:p>
            <a:pPr algn="ctr" defTabSz="8440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31" dirty="0">
                <a:solidFill>
                  <a:srgbClr val="FF0000"/>
                </a:solidFill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음</a:t>
            </a:r>
            <a:r>
              <a:rPr kumimoji="1" lang="en-US" altLang="ko-KR" sz="831" dirty="0">
                <a:solidFill>
                  <a:srgbClr val="FF0000"/>
                </a:solidFill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kumimoji="1" lang="ko-KR" altLang="en-US" sz="831" dirty="0">
                <a:solidFill>
                  <a:srgbClr val="FF0000"/>
                </a:solidFill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양극 </a:t>
            </a:r>
            <a:r>
              <a:rPr kumimoji="1" lang="en-US" altLang="ko-KR" sz="831" dirty="0">
                <a:solidFill>
                  <a:srgbClr val="FF0000"/>
                </a:solidFill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Tab Pitch</a:t>
            </a:r>
          </a:p>
        </p:txBody>
      </p:sp>
      <p:sp>
        <p:nvSpPr>
          <p:cNvPr id="120" name="제목 1">
            <a:extLst>
              <a:ext uri="{FF2B5EF4-FFF2-40B4-BE49-F238E27FC236}">
                <a16:creationId xmlns:a16="http://schemas.microsoft.com/office/drawing/2014/main" id="{E743B509-DF23-0542-9D57-54EA9F8689E8}"/>
              </a:ext>
            </a:extLst>
          </p:cNvPr>
          <p:cNvSpPr txBox="1">
            <a:spLocks/>
          </p:cNvSpPr>
          <p:nvPr/>
        </p:nvSpPr>
        <p:spPr>
          <a:xfrm>
            <a:off x="397378" y="1241365"/>
            <a:ext cx="7664793" cy="284067"/>
          </a:xfrm>
          <a:prstGeom prst="rect">
            <a:avLst/>
          </a:prstGeom>
        </p:spPr>
        <p:txBody>
          <a:bodyPr vert="horz" wrap="square" lIns="84406" tIns="42203" rIns="84406" bIns="42203" rtlCol="0" anchor="t">
            <a:spAutoFit/>
          </a:bodyPr>
          <a:lstStyle>
            <a:defPPr>
              <a:defRPr lang="en-US"/>
            </a:defPPr>
            <a:lvl1pPr marL="36000" marR="0" lvl="0" indent="36000" defTabSz="914400" fontAlgn="auto" latinLnBrk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defRPr>
            </a:lvl1pPr>
          </a:lstStyle>
          <a:p>
            <a:r>
              <a:rPr lang="ko-KR" altLang="en-US" sz="1292" b="0" dirty="0"/>
              <a:t> </a:t>
            </a:r>
            <a:r>
              <a:rPr lang="en-US" altLang="ko-KR" sz="1292" b="0" dirty="0"/>
              <a:t>2/9</a:t>
            </a:r>
            <a:r>
              <a:rPr lang="ko-KR" altLang="en-US" sz="1292" b="0" dirty="0"/>
              <a:t> </a:t>
            </a:r>
            <a:r>
              <a:rPr lang="en-US" altLang="ko-KR" sz="1292" b="0" dirty="0"/>
              <a:t>17</a:t>
            </a:r>
            <a:r>
              <a:rPr lang="ko-KR" altLang="en-US" sz="1292" b="0" dirty="0"/>
              <a:t>시 탭 센서 측정 값과 </a:t>
            </a:r>
            <a:r>
              <a:rPr lang="en-US" altLang="ko-KR" sz="1292" b="0" dirty="0"/>
              <a:t>Cell ID </a:t>
            </a:r>
            <a:r>
              <a:rPr lang="ko-KR" altLang="en-US" sz="1292" b="0" dirty="0"/>
              <a:t>간의 정합성 수정 완료하여 불량 발생 위치 확인할 수 있도록 </a:t>
            </a:r>
            <a:r>
              <a:rPr lang="en-US" altLang="ko-KR" sz="1292" b="0" dirty="0"/>
              <a:t>2/13 WF </a:t>
            </a:r>
            <a:r>
              <a:rPr lang="ko-KR" altLang="en-US" sz="1292" b="0" dirty="0"/>
              <a:t>수정 완료</a:t>
            </a:r>
            <a:endParaRPr lang="en-US" altLang="ko-KR" sz="1292" b="0" dirty="0"/>
          </a:p>
        </p:txBody>
      </p:sp>
      <p:sp>
        <p:nvSpPr>
          <p:cNvPr id="121" name="제목 1">
            <a:extLst>
              <a:ext uri="{FF2B5EF4-FFF2-40B4-BE49-F238E27FC236}">
                <a16:creationId xmlns:a16="http://schemas.microsoft.com/office/drawing/2014/main" id="{3EE59629-954B-DDD8-B1B1-99D340A35B32}"/>
              </a:ext>
            </a:extLst>
          </p:cNvPr>
          <p:cNvSpPr txBox="1">
            <a:spLocks/>
          </p:cNvSpPr>
          <p:nvPr/>
        </p:nvSpPr>
        <p:spPr>
          <a:xfrm>
            <a:off x="397378" y="1509529"/>
            <a:ext cx="7529326" cy="284067"/>
          </a:xfrm>
          <a:prstGeom prst="rect">
            <a:avLst/>
          </a:prstGeom>
        </p:spPr>
        <p:txBody>
          <a:bodyPr vert="horz" wrap="square" lIns="84406" tIns="42203" rIns="84406" bIns="42203" rtlCol="0" anchor="t">
            <a:spAutoFit/>
          </a:bodyPr>
          <a:lstStyle>
            <a:defPPr>
              <a:defRPr lang="en-US"/>
            </a:defPPr>
            <a:lvl1pPr marL="36000" marR="0" lvl="0" indent="36000" defTabSz="914400" fontAlgn="auto" latinLnBrk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defRPr>
            </a:lvl1pPr>
          </a:lstStyle>
          <a:p>
            <a:r>
              <a:rPr lang="ko-KR" altLang="en-US" sz="1292" b="0" dirty="0"/>
              <a:t> 세부 </a:t>
            </a:r>
            <a:r>
              <a:rPr lang="ko-KR" altLang="en-US" sz="1292" b="0" dirty="0" err="1"/>
              <a:t>탭접힘</a:t>
            </a:r>
            <a:r>
              <a:rPr lang="ko-KR" altLang="en-US" sz="1292" b="0" dirty="0"/>
              <a:t> 위치 확인을 위해</a:t>
            </a:r>
            <a:r>
              <a:rPr lang="en-US" altLang="ko-KR" sz="1292" b="0" dirty="0"/>
              <a:t> </a:t>
            </a:r>
            <a:r>
              <a:rPr lang="ko-KR" altLang="en-US" sz="1292" b="0" dirty="0"/>
              <a:t>다른 </a:t>
            </a:r>
            <a:r>
              <a:rPr lang="en-US" altLang="ko-KR" sz="1292" b="0" dirty="0"/>
              <a:t>Tab Sensor </a:t>
            </a:r>
            <a:r>
              <a:rPr lang="ko-KR" altLang="en-US" sz="1292" b="0" dirty="0"/>
              <a:t>측정 값과 </a:t>
            </a:r>
            <a:r>
              <a:rPr lang="en-US" altLang="ko-KR" sz="1292" b="0" dirty="0"/>
              <a:t>Cell ID </a:t>
            </a:r>
            <a:r>
              <a:rPr lang="ko-KR" altLang="en-US" sz="1292" b="0" dirty="0"/>
              <a:t>간의 연계 필요 </a:t>
            </a:r>
            <a:endParaRPr lang="en-US" altLang="ko-KR" sz="1292" b="0" dirty="0"/>
          </a:p>
        </p:txBody>
      </p:sp>
      <p:graphicFrame>
        <p:nvGraphicFramePr>
          <p:cNvPr id="122" name="표 121">
            <a:extLst>
              <a:ext uri="{FF2B5EF4-FFF2-40B4-BE49-F238E27FC236}">
                <a16:creationId xmlns:a16="http://schemas.microsoft.com/office/drawing/2014/main" id="{65F10524-A013-9A38-8350-F98EF59ACD12}"/>
              </a:ext>
            </a:extLst>
          </p:cNvPr>
          <p:cNvGraphicFramePr>
            <a:graphicFrameLocks noGrp="1"/>
          </p:cNvGraphicFramePr>
          <p:nvPr/>
        </p:nvGraphicFramePr>
        <p:xfrm>
          <a:off x="741462" y="4936556"/>
          <a:ext cx="8229600" cy="1391985"/>
        </p:xfrm>
        <a:graphic>
          <a:graphicData uri="http://schemas.openxmlformats.org/drawingml/2006/table">
            <a:tbl>
              <a:tblPr/>
              <a:tblGrid>
                <a:gridCol w="529518">
                  <a:extLst>
                    <a:ext uri="{9D8B030D-6E8A-4147-A177-3AD203B41FA5}">
                      <a16:colId xmlns:a16="http://schemas.microsoft.com/office/drawing/2014/main" val="1419968246"/>
                    </a:ext>
                  </a:extLst>
                </a:gridCol>
                <a:gridCol w="1110518">
                  <a:extLst>
                    <a:ext uri="{9D8B030D-6E8A-4147-A177-3AD203B41FA5}">
                      <a16:colId xmlns:a16="http://schemas.microsoft.com/office/drawing/2014/main" val="4286047127"/>
                    </a:ext>
                  </a:extLst>
                </a:gridCol>
                <a:gridCol w="1019814">
                  <a:extLst>
                    <a:ext uri="{9D8B030D-6E8A-4147-A177-3AD203B41FA5}">
                      <a16:colId xmlns:a16="http://schemas.microsoft.com/office/drawing/2014/main" val="3522558004"/>
                    </a:ext>
                  </a:extLst>
                </a:gridCol>
                <a:gridCol w="1098260">
                  <a:extLst>
                    <a:ext uri="{9D8B030D-6E8A-4147-A177-3AD203B41FA5}">
                      <a16:colId xmlns:a16="http://schemas.microsoft.com/office/drawing/2014/main" val="1934853324"/>
                    </a:ext>
                  </a:extLst>
                </a:gridCol>
                <a:gridCol w="870268">
                  <a:extLst>
                    <a:ext uri="{9D8B030D-6E8A-4147-A177-3AD203B41FA5}">
                      <a16:colId xmlns:a16="http://schemas.microsoft.com/office/drawing/2014/main" val="1860866196"/>
                    </a:ext>
                  </a:extLst>
                </a:gridCol>
                <a:gridCol w="3601222">
                  <a:extLst>
                    <a:ext uri="{9D8B030D-6E8A-4147-A177-3AD203B41FA5}">
                      <a16:colId xmlns:a16="http://schemas.microsoft.com/office/drawing/2014/main" val="235546038"/>
                    </a:ext>
                  </a:extLst>
                </a:gridCol>
              </a:tblGrid>
              <a:tr h="1618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No</a:t>
                      </a:r>
                    </a:p>
                  </a:txBody>
                  <a:tcPr marL="7357" marR="7357" marT="73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수집 위치</a:t>
                      </a:r>
                    </a:p>
                  </a:txBody>
                  <a:tcPr marL="7357" marR="7357" marT="73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수집 유형</a:t>
                      </a:r>
                    </a:p>
                  </a:txBody>
                  <a:tcPr marL="7357" marR="7357" marT="73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수집 정보</a:t>
                      </a:r>
                    </a:p>
                  </a:txBody>
                  <a:tcPr marL="7357" marR="7357" marT="73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7357" marR="7357" marT="73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작업  필요 내용</a:t>
                      </a:r>
                    </a:p>
                  </a:txBody>
                  <a:tcPr marL="7357" marR="7357" marT="73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222829"/>
                  </a:ext>
                </a:extLst>
              </a:tr>
              <a:tr h="33345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</a:p>
                  </a:txBody>
                  <a:tcPr marL="7357" marR="7357" marT="73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Electrode unwinder</a:t>
                      </a:r>
                    </a:p>
                  </a:txBody>
                  <a:tcPr marL="7357" marR="7357" marT="73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Tab Counter </a:t>
                      </a:r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센서</a:t>
                      </a:r>
                    </a:p>
                  </a:txBody>
                  <a:tcPr marL="7357" marR="7357" marT="73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Tab Width</a:t>
                      </a:r>
                      <a:br>
                        <a:rPr 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Tab Pitch</a:t>
                      </a:r>
                    </a:p>
                  </a:txBody>
                  <a:tcPr marL="7357" marR="7357" marT="73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신규 수집 필요 항목</a:t>
                      </a:r>
                    </a:p>
                  </a:txBody>
                  <a:tcPr marL="7357" marR="7357" marT="73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법인</a:t>
                      </a:r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b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1. Counter 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센서 </a:t>
                      </a:r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On/Off 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신호와 설비 속도 데이터 연계하여 탭의 폭과 피치 값 측정</a:t>
                      </a:r>
                      <a:b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</a:t>
                      </a:r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 Cell ID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와 연계하여 </a:t>
                      </a:r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EDC 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또는 </a:t>
                      </a:r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FDC 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통해 상위 데이터 보고</a:t>
                      </a:r>
                      <a:b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제조 </a:t>
                      </a:r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DX)</a:t>
                      </a:r>
                      <a:b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1. Cell ID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와 센서 측정 값과의 정합성 확인 후 </a:t>
                      </a:r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Offset 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수정</a:t>
                      </a:r>
                      <a:endParaRPr lang="en-US" altLang="ko-KR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2. Cell ID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와 탭 센서 측정 값을 매칭하여 </a:t>
                      </a:r>
                      <a:r>
                        <a:rPr lang="ko-KR" altLang="en-US" sz="8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탭접힘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발생 위치 상세 구분</a:t>
                      </a:r>
                    </a:p>
                  </a:txBody>
                  <a:tcPr marL="7357" marR="7357" marT="73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073128"/>
                  </a:ext>
                </a:extLst>
              </a:tr>
              <a:tr h="31241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</a:p>
                  </a:txBody>
                  <a:tcPr marL="7357" marR="7357" marT="73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합치</a:t>
                      </a:r>
                    </a:p>
                  </a:txBody>
                  <a:tcPr marL="7357" marR="7357" marT="73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비전 </a:t>
                      </a:r>
                      <a:r>
                        <a:rPr 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Trigger 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센서</a:t>
                      </a:r>
                    </a:p>
                  </a:txBody>
                  <a:tcPr marL="7357" marR="7357" marT="73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Tab Width</a:t>
                      </a:r>
                      <a:br>
                        <a:rPr 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Tab Pitch</a:t>
                      </a:r>
                    </a:p>
                  </a:txBody>
                  <a:tcPr marL="7357" marR="7357" marT="73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신규 수집 필요 항목</a:t>
                      </a:r>
                    </a:p>
                  </a:txBody>
                  <a:tcPr marL="7357" marR="7357" marT="73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09251383"/>
                  </a:ext>
                </a:extLst>
              </a:tr>
              <a:tr h="260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</a:p>
                  </a:txBody>
                  <a:tcPr marL="7357" marR="7357" marT="73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Sepa Sealer</a:t>
                      </a:r>
                    </a:p>
                  </a:txBody>
                  <a:tcPr marL="7357" marR="7357" marT="73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비전 </a:t>
                      </a:r>
                      <a:r>
                        <a:rPr 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Trigger </a:t>
                      </a:r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센서</a:t>
                      </a:r>
                    </a:p>
                  </a:txBody>
                  <a:tcPr marL="7357" marR="7357" marT="73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Tab Width</a:t>
                      </a:r>
                      <a:br>
                        <a:rPr 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Tab Pitch</a:t>
                      </a:r>
                    </a:p>
                  </a:txBody>
                  <a:tcPr marL="7357" marR="7357" marT="73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신규 수집 필요 항목</a:t>
                      </a:r>
                    </a:p>
                  </a:txBody>
                  <a:tcPr marL="7357" marR="7357" marT="73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18679257"/>
                  </a:ext>
                </a:extLst>
              </a:tr>
              <a:tr h="1618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</a:t>
                      </a:r>
                    </a:p>
                  </a:txBody>
                  <a:tcPr marL="7357" marR="7357" marT="73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합치 이후</a:t>
                      </a:r>
                    </a:p>
                  </a:txBody>
                  <a:tcPr marL="7357" marR="7357" marT="73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합치 비전</a:t>
                      </a:r>
                    </a:p>
                  </a:txBody>
                  <a:tcPr marL="7357" marR="7357" marT="73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357" marR="7357" marT="73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신규 수집 필요 항목</a:t>
                      </a:r>
                    </a:p>
                  </a:txBody>
                  <a:tcPr marL="7357" marR="7357" marT="73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※ 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탭 관련 비전 수집 항목 없음</a:t>
                      </a:r>
                    </a:p>
                  </a:txBody>
                  <a:tcPr marL="7357" marR="7357" marT="73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306618"/>
                  </a:ext>
                </a:extLst>
              </a:tr>
              <a:tr h="1618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</a:t>
                      </a:r>
                    </a:p>
                  </a:txBody>
                  <a:tcPr marL="7357" marR="7357" marT="73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치수 비전 이후</a:t>
                      </a:r>
                    </a:p>
                  </a:txBody>
                  <a:tcPr marL="7357" marR="7357" marT="73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NG Mark </a:t>
                      </a:r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비전</a:t>
                      </a:r>
                    </a:p>
                  </a:txBody>
                  <a:tcPr marL="7357" marR="7357" marT="73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Tab Width</a:t>
                      </a:r>
                    </a:p>
                  </a:txBody>
                  <a:tcPr marL="7357" marR="7357" marT="73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사용 가능 데이터</a:t>
                      </a:r>
                      <a:endParaRPr lang="en-US" altLang="ko-KR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357" marR="7357" marT="73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법인</a:t>
                      </a:r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치수 비전과 </a:t>
                      </a:r>
                      <a:r>
                        <a:rPr lang="ko-KR" altLang="en-US" sz="8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탭폭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측정 값이 일치하지 않아 조정 필요</a:t>
                      </a:r>
                      <a:endParaRPr lang="en-US" altLang="ko-KR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357" marR="7357" marT="73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966468"/>
                  </a:ext>
                </a:extLst>
              </a:tr>
            </a:tbl>
          </a:graphicData>
        </a:graphic>
      </p:graphicFrame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D556EEEE-F9D3-CEB9-0964-3AF083D16D4B}"/>
              </a:ext>
            </a:extLst>
          </p:cNvPr>
          <p:cNvGrpSpPr/>
          <p:nvPr/>
        </p:nvGrpSpPr>
        <p:grpSpPr>
          <a:xfrm>
            <a:off x="69757" y="4941162"/>
            <a:ext cx="504820" cy="1430872"/>
            <a:chOff x="117787" y="4733590"/>
            <a:chExt cx="546888" cy="1359705"/>
          </a:xfrm>
        </p:grpSpPr>
        <p:sp>
          <p:nvSpPr>
            <p:cNvPr id="124" name="직사각형 123">
              <a:extLst>
                <a:ext uri="{FF2B5EF4-FFF2-40B4-BE49-F238E27FC236}">
                  <a16:creationId xmlns:a16="http://schemas.microsoft.com/office/drawing/2014/main" id="{4A07B92D-10C6-DABB-4797-B6BD0317427F}"/>
                </a:ext>
              </a:extLst>
            </p:cNvPr>
            <p:cNvSpPr/>
            <p:nvPr/>
          </p:nvSpPr>
          <p:spPr>
            <a:xfrm>
              <a:off x="117787" y="4733590"/>
              <a:ext cx="546888" cy="1359705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4083">
                <a:defRPr/>
              </a:pPr>
              <a:endParaRPr lang="ko-KR" altLang="en-US" sz="1662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29BB0934-1656-64FE-7EE7-7665D9844556}"/>
                </a:ext>
              </a:extLst>
            </p:cNvPr>
            <p:cNvSpPr txBox="1"/>
            <p:nvPr/>
          </p:nvSpPr>
          <p:spPr>
            <a:xfrm>
              <a:off x="164177" y="5176314"/>
              <a:ext cx="470963" cy="5737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1108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작업</a:t>
              </a:r>
              <a:endParaRPr kumimoji="1" lang="en-US" altLang="ko-KR" sz="1108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1108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필요</a:t>
              </a:r>
              <a:endParaRPr kumimoji="1" lang="en-US" altLang="ko-KR" sz="1108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1108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항목</a:t>
              </a:r>
              <a:endParaRPr kumimoji="1" lang="en-US" altLang="ko-KR" sz="1108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126" name="실행 단추: 앞으로 또는 다음으로 이동 125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D4C85C76-5782-28E1-F0BA-DDE8B4429B01}"/>
              </a:ext>
            </a:extLst>
          </p:cNvPr>
          <p:cNvSpPr/>
          <p:nvPr/>
        </p:nvSpPr>
        <p:spPr>
          <a:xfrm>
            <a:off x="6559855" y="4605010"/>
            <a:ext cx="120786" cy="159388"/>
          </a:xfrm>
          <a:prstGeom prst="actionButtonForwardNext">
            <a:avLst/>
          </a:prstGeom>
          <a:solidFill>
            <a:schemeClr val="bg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2"/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96F91C3D-E99D-6D89-10B3-25B390ADA4DA}"/>
              </a:ext>
            </a:extLst>
          </p:cNvPr>
          <p:cNvSpPr/>
          <p:nvPr/>
        </p:nvSpPr>
        <p:spPr>
          <a:xfrm>
            <a:off x="4439906" y="6395414"/>
            <a:ext cx="263135" cy="15799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22041" latinLnBrk="0">
              <a:defRPr/>
            </a:pPr>
            <a:r>
              <a:rPr lang="en-US" altLang="ko-KR" sz="822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1/2</a:t>
            </a:r>
            <a:endParaRPr lang="ko-KR" altLang="en-US" sz="822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" name="직선 연결선 125">
            <a:extLst>
              <a:ext uri="{FF2B5EF4-FFF2-40B4-BE49-F238E27FC236}">
                <a16:creationId xmlns:a16="http://schemas.microsoft.com/office/drawing/2014/main" id="{A1C3D417-8D74-D91F-E626-44CB77F04EE7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5318624D-C585-5FB8-5BB7-69F78C19B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15" y="106985"/>
            <a:ext cx="6615315" cy="31314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3323" tIns="3323" rIns="3323" bIns="3323" anchor="b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보조</a:t>
            </a:r>
            <a:r>
              <a:rPr kumimoji="1" lang="en-US" altLang="ko-KR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. </a:t>
            </a:r>
            <a:r>
              <a:rPr lang="en-US" altLang="ko-KR" sz="18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Tab</a:t>
            </a:r>
            <a:r>
              <a:rPr lang="ko-KR" altLang="en-US" sz="18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 </a:t>
            </a:r>
            <a:r>
              <a:rPr lang="en-US" altLang="ko-KR" sz="18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Pitch / </a:t>
            </a:r>
            <a:r>
              <a:rPr lang="en-US" altLang="ko-KR" sz="18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Tab</a:t>
            </a:r>
            <a:r>
              <a:rPr lang="ko-KR" altLang="en-US" sz="18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8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Width</a:t>
            </a:r>
            <a:r>
              <a:rPr lang="ko-KR" altLang="en-US" sz="18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 정보 수집을 통한 </a:t>
            </a:r>
            <a:r>
              <a:rPr lang="en-US" altLang="ko-KR" sz="18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Tab </a:t>
            </a:r>
            <a:r>
              <a:rPr lang="ko-KR" altLang="en-US" sz="18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불량 </a:t>
            </a:r>
            <a:r>
              <a:rPr lang="ko-KR" altLang="en-US" sz="18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발생 위치 구분 검토</a:t>
            </a:r>
            <a:endParaRPr kumimoji="1" lang="ko-KR" altLang="en-US" b="1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27641F-77F6-FB12-A05E-E3A2A96B4EA0}"/>
              </a:ext>
            </a:extLst>
          </p:cNvPr>
          <p:cNvSpPr txBox="1"/>
          <p:nvPr/>
        </p:nvSpPr>
        <p:spPr>
          <a:xfrm>
            <a:off x="7047229" y="266553"/>
            <a:ext cx="1999265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22041" latinLnBrk="0">
              <a:defRPr/>
            </a:pPr>
            <a:r>
              <a:rPr lang="ko-KR" altLang="en-US" sz="923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작성자 </a:t>
            </a:r>
            <a:r>
              <a:rPr lang="en-US" altLang="ko-KR" sz="923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923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제조빅데이터분석</a:t>
            </a:r>
            <a:r>
              <a:rPr lang="en-US" altLang="ko-KR" sz="923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r>
              <a:rPr lang="ko-KR" altLang="en-US" sz="923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팀 김석중</a:t>
            </a:r>
            <a:r>
              <a:rPr lang="en-US" altLang="ko-KR" sz="923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</a:t>
            </a:r>
            <a:endParaRPr lang="ko-KR" altLang="en-US" sz="923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실행 단추: 홈으로 이동 5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406CB2A1-7D6C-ED04-0C04-CDEEBFDD8020}"/>
              </a:ext>
            </a:extLst>
          </p:cNvPr>
          <p:cNvSpPr/>
          <p:nvPr/>
        </p:nvSpPr>
        <p:spPr>
          <a:xfrm>
            <a:off x="8847503" y="52358"/>
            <a:ext cx="214348" cy="231092"/>
          </a:xfrm>
          <a:prstGeom prst="actionButtonHome">
            <a:avLst/>
          </a:prstGeom>
          <a:solidFill>
            <a:sysClr val="window" lastClr="FFFFFF">
              <a:lumMod val="8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60234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A4A16A-DA12-9756-0583-43964B22B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5D151-59BE-4289-A973-042C7B4F7C20}" type="slidenum">
              <a:rPr lang="ko-KR" altLang="en-US" smtClean="0"/>
              <a:t>30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795A85-2C7C-FDB5-8421-611EEA0B7AB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65"/>
          <a:stretch/>
        </p:blipFill>
        <p:spPr>
          <a:xfrm>
            <a:off x="866365" y="1570015"/>
            <a:ext cx="7154504" cy="2225867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501D6140-E47F-DBD2-B5AA-AE36634FA498}"/>
              </a:ext>
            </a:extLst>
          </p:cNvPr>
          <p:cNvGrpSpPr/>
          <p:nvPr/>
        </p:nvGrpSpPr>
        <p:grpSpPr>
          <a:xfrm>
            <a:off x="89031" y="3735620"/>
            <a:ext cx="559769" cy="1052033"/>
            <a:chOff x="96451" y="4733590"/>
            <a:chExt cx="606416" cy="1359705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9C10F37-054E-3FFE-70F6-9D3E119B6FAA}"/>
                </a:ext>
              </a:extLst>
            </p:cNvPr>
            <p:cNvSpPr/>
            <p:nvPr/>
          </p:nvSpPr>
          <p:spPr>
            <a:xfrm>
              <a:off x="117787" y="4733590"/>
              <a:ext cx="546888" cy="1359705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4083">
                <a:defRPr/>
              </a:pPr>
              <a:endParaRPr lang="ko-KR" altLang="en-US" sz="1662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6E17464-2FF3-4D24-870D-7BE082E9399A}"/>
                </a:ext>
              </a:extLst>
            </p:cNvPr>
            <p:cNvSpPr txBox="1"/>
            <p:nvPr/>
          </p:nvSpPr>
          <p:spPr>
            <a:xfrm>
              <a:off x="96451" y="5080907"/>
              <a:ext cx="606416" cy="7804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1108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측정</a:t>
              </a:r>
              <a:endParaRPr kumimoji="1" lang="en-US" altLang="ko-KR" sz="1108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1108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센서</a:t>
              </a:r>
              <a:r>
                <a:rPr kumimoji="1" lang="en-US" altLang="ko-KR" sz="1108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/</a:t>
              </a:r>
            </a:p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1108" b="1" dirty="0" err="1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비전류</a:t>
              </a:r>
              <a:endParaRPr kumimoji="1" lang="en-US" altLang="ko-KR" sz="1108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A057C6D4-FE43-B644-3C36-57DCFB47479F}"/>
              </a:ext>
            </a:extLst>
          </p:cNvPr>
          <p:cNvGrpSpPr/>
          <p:nvPr/>
        </p:nvGrpSpPr>
        <p:grpSpPr>
          <a:xfrm>
            <a:off x="2922242" y="3862638"/>
            <a:ext cx="4790349" cy="300702"/>
            <a:chOff x="745381" y="4244734"/>
            <a:chExt cx="898388" cy="531056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D895983-67E2-B781-A3EF-6B8DA7282914}"/>
                </a:ext>
              </a:extLst>
            </p:cNvPr>
            <p:cNvSpPr/>
            <p:nvPr/>
          </p:nvSpPr>
          <p:spPr>
            <a:xfrm>
              <a:off x="745381" y="4244734"/>
              <a:ext cx="898388" cy="531056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4083">
                <a:defRPr/>
              </a:pPr>
              <a:endParaRPr lang="ko-KR" altLang="en-US" sz="1662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FEE30A6-051E-8A6E-EABE-F93D1E5F94C7}"/>
                </a:ext>
              </a:extLst>
            </p:cNvPr>
            <p:cNvSpPr txBox="1"/>
            <p:nvPr/>
          </p:nvSpPr>
          <p:spPr>
            <a:xfrm>
              <a:off x="1115664" y="4305066"/>
              <a:ext cx="99568" cy="4641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1108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Vision</a:t>
              </a:r>
              <a:endParaRPr kumimoji="1" lang="ko-KR" altLang="en-US" sz="1108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889F060-4543-FB9E-0DE2-E888E0846776}"/>
              </a:ext>
            </a:extLst>
          </p:cNvPr>
          <p:cNvGrpSpPr/>
          <p:nvPr/>
        </p:nvGrpSpPr>
        <p:grpSpPr>
          <a:xfrm>
            <a:off x="797597" y="4273542"/>
            <a:ext cx="1998306" cy="445385"/>
            <a:chOff x="1690699" y="5229200"/>
            <a:chExt cx="1054152" cy="864096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B69CE67-2D4F-13FF-790C-1AD13F71E59C}"/>
                </a:ext>
              </a:extLst>
            </p:cNvPr>
            <p:cNvSpPr txBox="1"/>
            <p:nvPr/>
          </p:nvSpPr>
          <p:spPr>
            <a:xfrm>
              <a:off x="1966343" y="5346841"/>
              <a:ext cx="495703" cy="675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83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Electrode </a:t>
              </a:r>
              <a:r>
                <a:rPr kumimoji="1" lang="en-US" altLang="ko-KR" sz="831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Rewinder</a:t>
              </a:r>
              <a:endParaRPr kumimoji="1" lang="en-US" altLang="ko-KR" sz="83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83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Tab</a:t>
              </a:r>
              <a:r>
                <a:rPr kumimoji="1" lang="ko-KR" altLang="en-US" sz="83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kumimoji="1" lang="en-US" altLang="ko-KR" sz="83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counter</a:t>
              </a:r>
              <a:r>
                <a:rPr kumimoji="1" lang="ko-KR" altLang="en-US" sz="83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센서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C61B5E4-3324-4804-52E4-F180A3972072}"/>
                </a:ext>
              </a:extLst>
            </p:cNvPr>
            <p:cNvSpPr/>
            <p:nvPr/>
          </p:nvSpPr>
          <p:spPr>
            <a:xfrm>
              <a:off x="1690699" y="5229200"/>
              <a:ext cx="1054152" cy="864096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4083">
                <a:defRPr/>
              </a:pPr>
              <a:endParaRPr lang="ko-KR" altLang="en-US" sz="1662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FEE9FC9-05C3-EB85-793E-6269CD042CE8}"/>
              </a:ext>
            </a:extLst>
          </p:cNvPr>
          <p:cNvGrpSpPr/>
          <p:nvPr/>
        </p:nvGrpSpPr>
        <p:grpSpPr>
          <a:xfrm>
            <a:off x="2922241" y="4273542"/>
            <a:ext cx="1163752" cy="447892"/>
            <a:chOff x="6250493" y="4250844"/>
            <a:chExt cx="1054152" cy="86409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58AE62D-400B-F0FD-1036-90AF3577AD14}"/>
                </a:ext>
              </a:extLst>
            </p:cNvPr>
            <p:cNvSpPr txBox="1"/>
            <p:nvPr/>
          </p:nvSpPr>
          <p:spPr>
            <a:xfrm>
              <a:off x="6519013" y="4388805"/>
              <a:ext cx="509955" cy="4247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3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통합비전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CC1CFD7-6C53-3509-DC9E-8A978C1F9D77}"/>
                </a:ext>
              </a:extLst>
            </p:cNvPr>
            <p:cNvSpPr/>
            <p:nvPr/>
          </p:nvSpPr>
          <p:spPr>
            <a:xfrm>
              <a:off x="6250493" y="4250844"/>
              <a:ext cx="1054152" cy="864096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4083">
                <a:defRPr/>
              </a:pPr>
              <a:endParaRPr lang="ko-KR" altLang="en-US" sz="1662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49895CDE-DDA8-6428-DFBB-8AEEB1FD82E0}"/>
              </a:ext>
            </a:extLst>
          </p:cNvPr>
          <p:cNvGrpSpPr/>
          <p:nvPr/>
        </p:nvGrpSpPr>
        <p:grpSpPr>
          <a:xfrm>
            <a:off x="801688" y="3862638"/>
            <a:ext cx="1959453" cy="300702"/>
            <a:chOff x="745381" y="4244734"/>
            <a:chExt cx="898388" cy="531056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C05A4E2F-2040-1017-17B4-8A46BAD88F2B}"/>
                </a:ext>
              </a:extLst>
            </p:cNvPr>
            <p:cNvSpPr/>
            <p:nvPr/>
          </p:nvSpPr>
          <p:spPr>
            <a:xfrm>
              <a:off x="745381" y="4244734"/>
              <a:ext cx="898388" cy="531056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4083">
                <a:defRPr/>
              </a:pPr>
              <a:endParaRPr lang="ko-KR" altLang="en-US" sz="1662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9870FAD-E563-EE54-765F-1C6699E6547A}"/>
                </a:ext>
              </a:extLst>
            </p:cNvPr>
            <p:cNvSpPr txBox="1"/>
            <p:nvPr/>
          </p:nvSpPr>
          <p:spPr>
            <a:xfrm>
              <a:off x="928694" y="4305066"/>
              <a:ext cx="531763" cy="4641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1108" b="1" dirty="0" err="1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센서류</a:t>
              </a:r>
              <a:endParaRPr kumimoji="1" lang="ko-KR" altLang="en-US" sz="1108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21" name="모서리가 둥근 직사각형 96">
            <a:extLst>
              <a:ext uri="{FF2B5EF4-FFF2-40B4-BE49-F238E27FC236}">
                <a16:creationId xmlns:a16="http://schemas.microsoft.com/office/drawing/2014/main" id="{ECF10598-F4F4-9E19-7DB6-F1192FBDB5B1}"/>
              </a:ext>
            </a:extLst>
          </p:cNvPr>
          <p:cNvSpPr/>
          <p:nvPr/>
        </p:nvSpPr>
        <p:spPr>
          <a:xfrm>
            <a:off x="800666" y="4278803"/>
            <a:ext cx="307552" cy="99027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/>
            <a:r>
              <a:rPr lang="en-US" altLang="ko-KR" sz="646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endParaRPr lang="ko-KR" altLang="en-US" sz="646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2" name="모서리가 둥근 직사각형 96">
            <a:extLst>
              <a:ext uri="{FF2B5EF4-FFF2-40B4-BE49-F238E27FC236}">
                <a16:creationId xmlns:a16="http://schemas.microsoft.com/office/drawing/2014/main" id="{0B9909AA-A304-5FC8-126A-8A7456F448B9}"/>
              </a:ext>
            </a:extLst>
          </p:cNvPr>
          <p:cNvSpPr/>
          <p:nvPr/>
        </p:nvSpPr>
        <p:spPr>
          <a:xfrm>
            <a:off x="2928239" y="4278803"/>
            <a:ext cx="307552" cy="99027"/>
          </a:xfrm>
          <a:prstGeom prst="round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/>
            <a:r>
              <a:rPr lang="en-US" altLang="ko-KR" sz="646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</a:t>
            </a:r>
            <a:endParaRPr lang="ko-KR" altLang="en-US" sz="646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7D61C3FA-E038-81F3-D486-8850D7EE00AB}"/>
              </a:ext>
            </a:extLst>
          </p:cNvPr>
          <p:cNvSpPr/>
          <p:nvPr/>
        </p:nvSpPr>
        <p:spPr>
          <a:xfrm>
            <a:off x="5904733" y="1386861"/>
            <a:ext cx="2249073" cy="148992"/>
          </a:xfrm>
          <a:prstGeom prst="roundRect">
            <a:avLst/>
          </a:prstGeom>
          <a:noFill/>
          <a:ln w="31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>
              <a:defRPr/>
            </a:pPr>
            <a:r>
              <a:rPr lang="en-US" altLang="ko-KR" sz="923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Rewinder</a:t>
            </a:r>
            <a:endParaRPr lang="ko-KR" altLang="en-US" sz="923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4" name="제목 1">
            <a:extLst>
              <a:ext uri="{FF2B5EF4-FFF2-40B4-BE49-F238E27FC236}">
                <a16:creationId xmlns:a16="http://schemas.microsoft.com/office/drawing/2014/main" id="{A7DF4739-2FB7-FC75-005D-B0AF6E96386F}"/>
              </a:ext>
            </a:extLst>
          </p:cNvPr>
          <p:cNvSpPr txBox="1">
            <a:spLocks/>
          </p:cNvSpPr>
          <p:nvPr/>
        </p:nvSpPr>
        <p:spPr>
          <a:xfrm>
            <a:off x="175168" y="937823"/>
            <a:ext cx="8784193" cy="312537"/>
          </a:xfrm>
          <a:prstGeom prst="rect">
            <a:avLst/>
          </a:prstGeom>
        </p:spPr>
        <p:txBody>
          <a:bodyPr vert="horz" wrap="square" lIns="84406" tIns="42203" rIns="84406" bIns="42203" rtlCol="0" anchor="t">
            <a:sp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1800" b="1" kern="120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j-cs"/>
              </a:defRPr>
            </a:lvl1pPr>
          </a:lstStyle>
          <a:p>
            <a:pPr defTabSz="844083">
              <a:defRPr/>
            </a:pPr>
            <a:r>
              <a:rPr lang="ko-KR" altLang="en-US" sz="1477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노칭</a:t>
            </a:r>
            <a:r>
              <a:rPr lang="ko-KR" altLang="en-US" sz="1477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기인 탭 접힘 불량을 판별하기 위해 센서 및 신규 비전 항목 수집 필요</a:t>
            </a:r>
            <a:endParaRPr lang="en-US" altLang="ko-KR" sz="1477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308B9287-2402-EF78-18B4-12F6266EB8F1}"/>
              </a:ext>
            </a:extLst>
          </p:cNvPr>
          <p:cNvSpPr/>
          <p:nvPr/>
        </p:nvSpPr>
        <p:spPr>
          <a:xfrm>
            <a:off x="4103484" y="1386861"/>
            <a:ext cx="1536147" cy="148992"/>
          </a:xfrm>
          <a:prstGeom prst="roundRect">
            <a:avLst/>
          </a:prstGeom>
          <a:noFill/>
          <a:ln w="31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>
              <a:defRPr/>
            </a:pPr>
            <a:r>
              <a:rPr lang="en-US" altLang="ko-KR" sz="923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Dryer</a:t>
            </a:r>
            <a:endParaRPr lang="ko-KR" altLang="en-US" sz="923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2F9F45C9-FEBB-3C10-B698-C4711DC94983}"/>
              </a:ext>
            </a:extLst>
          </p:cNvPr>
          <p:cNvSpPr/>
          <p:nvPr/>
        </p:nvSpPr>
        <p:spPr>
          <a:xfrm>
            <a:off x="2616389" y="1386861"/>
            <a:ext cx="1536147" cy="148992"/>
          </a:xfrm>
          <a:prstGeom prst="roundRect">
            <a:avLst/>
          </a:prstGeom>
          <a:noFill/>
          <a:ln w="31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>
              <a:defRPr/>
            </a:pPr>
            <a:r>
              <a:rPr lang="en-US" altLang="ko-KR" sz="923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Laser NTC</a:t>
            </a:r>
            <a:endParaRPr lang="ko-KR" altLang="en-US" sz="923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77F6B9D6-8370-EF05-8C42-E3D06A078941}"/>
              </a:ext>
            </a:extLst>
          </p:cNvPr>
          <p:cNvSpPr/>
          <p:nvPr/>
        </p:nvSpPr>
        <p:spPr>
          <a:xfrm>
            <a:off x="973353" y="1386861"/>
            <a:ext cx="1536147" cy="148992"/>
          </a:xfrm>
          <a:prstGeom prst="roundRect">
            <a:avLst/>
          </a:prstGeom>
          <a:noFill/>
          <a:ln w="31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>
              <a:defRPr/>
            </a:pPr>
            <a:r>
              <a:rPr lang="en-US" altLang="ko-KR" sz="923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Unwinder</a:t>
            </a:r>
            <a:endParaRPr lang="ko-KR" altLang="en-US" sz="923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EC866A51-F0B0-D1B7-0F28-47AE5AA7C010}"/>
              </a:ext>
            </a:extLst>
          </p:cNvPr>
          <p:cNvGrpSpPr/>
          <p:nvPr/>
        </p:nvGrpSpPr>
        <p:grpSpPr>
          <a:xfrm>
            <a:off x="87695" y="1273566"/>
            <a:ext cx="562975" cy="2434305"/>
            <a:chOff x="95002" y="2946396"/>
            <a:chExt cx="609890" cy="1602715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B297AE50-8204-37CD-22D8-F10A59D5E576}"/>
                </a:ext>
              </a:extLst>
            </p:cNvPr>
            <p:cNvSpPr/>
            <p:nvPr/>
          </p:nvSpPr>
          <p:spPr>
            <a:xfrm>
              <a:off x="117787" y="2946396"/>
              <a:ext cx="546888" cy="1602715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4083">
                <a:defRPr/>
              </a:pPr>
              <a:endParaRPr lang="ko-KR" altLang="en-US" sz="1662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DDBCC2C-11FA-E138-FE49-59AAE78BC554}"/>
                </a:ext>
              </a:extLst>
            </p:cNvPr>
            <p:cNvSpPr txBox="1"/>
            <p:nvPr/>
          </p:nvSpPr>
          <p:spPr>
            <a:xfrm>
              <a:off x="95002" y="3563917"/>
              <a:ext cx="609890" cy="1730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1108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Layout</a:t>
              </a:r>
              <a:endParaRPr kumimoji="1" lang="ko-KR" altLang="en-US" sz="1108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432ACE5B-21AA-99DD-977E-945A528B198B}"/>
              </a:ext>
            </a:extLst>
          </p:cNvPr>
          <p:cNvSpPr txBox="1"/>
          <p:nvPr/>
        </p:nvSpPr>
        <p:spPr>
          <a:xfrm>
            <a:off x="6045238" y="1618194"/>
            <a:ext cx="371897" cy="127856"/>
          </a:xfrm>
          <a:prstGeom prst="rect">
            <a:avLst/>
          </a:prstGeom>
          <a:solidFill>
            <a:srgbClr val="FFFFCC"/>
          </a:solidFill>
          <a:ln w="12700"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>
              <a:defRPr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algn="ctr" defTabSz="8440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31" b="1" kern="0" dirty="0" err="1">
                <a:solidFill>
                  <a:srgbClr val="000000"/>
                </a:solidFill>
                <a:latin typeface="Arial Narrow" panose="020B0606020202030204" pitchFamily="34" charset="0"/>
              </a:rPr>
              <a:t>탈리비전</a:t>
            </a:r>
            <a:endParaRPr kumimoji="1" lang="en-US" sz="831" b="1" kern="0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32" name="모서리가 둥근 직사각형 96">
            <a:extLst>
              <a:ext uri="{FF2B5EF4-FFF2-40B4-BE49-F238E27FC236}">
                <a16:creationId xmlns:a16="http://schemas.microsoft.com/office/drawing/2014/main" id="{63C57C85-A56E-0D58-B591-175BE20C1C77}"/>
              </a:ext>
            </a:extLst>
          </p:cNvPr>
          <p:cNvSpPr/>
          <p:nvPr/>
        </p:nvSpPr>
        <p:spPr>
          <a:xfrm>
            <a:off x="7063522" y="1774557"/>
            <a:ext cx="307552" cy="99027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/>
            <a:r>
              <a:rPr lang="en-US" altLang="ko-KR" sz="646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endParaRPr lang="ko-KR" altLang="en-US" sz="646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6EA1414-09FD-BA01-96F0-592DF630F0A5}"/>
              </a:ext>
            </a:extLst>
          </p:cNvPr>
          <p:cNvSpPr txBox="1"/>
          <p:nvPr/>
        </p:nvSpPr>
        <p:spPr>
          <a:xfrm>
            <a:off x="2722413" y="1618194"/>
            <a:ext cx="371897" cy="127856"/>
          </a:xfrm>
          <a:prstGeom prst="rect">
            <a:avLst/>
          </a:prstGeom>
          <a:solidFill>
            <a:srgbClr val="FFFFCC"/>
          </a:solidFill>
          <a:ln w="12700"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>
              <a:defRPr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algn="ctr" defTabSz="8440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31" b="1" kern="0" dirty="0">
                <a:solidFill>
                  <a:srgbClr val="000000"/>
                </a:solidFill>
                <a:latin typeface="Arial Narrow" panose="020B0606020202030204" pitchFamily="34" charset="0"/>
              </a:rPr>
              <a:t>통합비전</a:t>
            </a:r>
            <a:endParaRPr kumimoji="1" lang="en-US" sz="831" b="1" kern="0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3E2A17-A653-B7EA-40EC-4AFE0D00352B}"/>
              </a:ext>
            </a:extLst>
          </p:cNvPr>
          <p:cNvSpPr txBox="1"/>
          <p:nvPr/>
        </p:nvSpPr>
        <p:spPr>
          <a:xfrm>
            <a:off x="3134309" y="1618194"/>
            <a:ext cx="541816" cy="127856"/>
          </a:xfrm>
          <a:prstGeom prst="rect">
            <a:avLst/>
          </a:prstGeom>
          <a:solidFill>
            <a:srgbClr val="FFFFCC"/>
          </a:solidFill>
          <a:ln w="12700"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>
              <a:defRPr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algn="ctr" defTabSz="8440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sz="831" b="1" kern="0" dirty="0">
                <a:solidFill>
                  <a:srgbClr val="000000"/>
                </a:solidFill>
                <a:latin typeface="Arial Narrow" panose="020B0606020202030204" pitchFamily="34" charset="0"/>
              </a:rPr>
              <a:t>NG</a:t>
            </a:r>
            <a:r>
              <a:rPr kumimoji="1" lang="ko-KR" altLang="en-US" sz="831" b="1" kern="0" dirty="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  <a:r>
              <a:rPr kumimoji="1" lang="en-US" altLang="ko-KR" sz="831" b="1" kern="0" dirty="0">
                <a:solidFill>
                  <a:srgbClr val="000000"/>
                </a:solidFill>
                <a:latin typeface="Arial Narrow" panose="020B0606020202030204" pitchFamily="34" charset="0"/>
              </a:rPr>
              <a:t>Mark</a:t>
            </a:r>
            <a:r>
              <a:rPr kumimoji="1" lang="ko-KR" altLang="en-US" sz="831" b="1" kern="0" dirty="0">
                <a:solidFill>
                  <a:srgbClr val="000000"/>
                </a:solidFill>
                <a:latin typeface="Arial Narrow" panose="020B0606020202030204" pitchFamily="34" charset="0"/>
              </a:rPr>
              <a:t>비전</a:t>
            </a:r>
            <a:endParaRPr kumimoji="1" lang="en-US" sz="831" b="1" kern="0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09AE222-D765-1A00-EDFF-6993816FB348}"/>
              </a:ext>
            </a:extLst>
          </p:cNvPr>
          <p:cNvSpPr txBox="1"/>
          <p:nvPr/>
        </p:nvSpPr>
        <p:spPr>
          <a:xfrm>
            <a:off x="3706361" y="1618194"/>
            <a:ext cx="525786" cy="127856"/>
          </a:xfrm>
          <a:prstGeom prst="rect">
            <a:avLst/>
          </a:prstGeom>
          <a:solidFill>
            <a:srgbClr val="FFFFCC"/>
          </a:solidFill>
          <a:ln w="12700"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>
              <a:defRPr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algn="ctr" defTabSz="8440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sz="831" b="1" kern="0" dirty="0">
                <a:solidFill>
                  <a:srgbClr val="000000"/>
                </a:solidFill>
                <a:latin typeface="Arial Narrow" panose="020B0606020202030204" pitchFamily="34" charset="0"/>
              </a:rPr>
              <a:t>Foil</a:t>
            </a:r>
            <a:r>
              <a:rPr kumimoji="1" lang="ko-KR" altLang="en-US" sz="831" b="1" kern="0" dirty="0">
                <a:solidFill>
                  <a:srgbClr val="000000"/>
                </a:solidFill>
                <a:latin typeface="Arial Narrow" panose="020B0606020202030204" pitchFamily="34" charset="0"/>
              </a:rPr>
              <a:t>노출비전</a:t>
            </a:r>
            <a:endParaRPr kumimoji="1" lang="en-US" sz="831" b="1" kern="0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D6DFA98-5D91-85EE-EB0F-372504F6497E}"/>
              </a:ext>
            </a:extLst>
          </p:cNvPr>
          <p:cNvSpPr txBox="1"/>
          <p:nvPr/>
        </p:nvSpPr>
        <p:spPr>
          <a:xfrm>
            <a:off x="7048654" y="1618194"/>
            <a:ext cx="681277" cy="127856"/>
          </a:xfrm>
          <a:prstGeom prst="rect">
            <a:avLst/>
          </a:prstGeom>
          <a:solidFill>
            <a:srgbClr val="FFFFCC"/>
          </a:solidFill>
          <a:ln w="12700"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>
              <a:defRPr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algn="ctr" defTabSz="8440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sz="831" b="1" kern="0" dirty="0">
                <a:solidFill>
                  <a:srgbClr val="000000"/>
                </a:solidFill>
                <a:latin typeface="Arial Narrow" panose="020B0606020202030204" pitchFamily="34" charset="0"/>
              </a:rPr>
              <a:t>Tab</a:t>
            </a:r>
            <a:r>
              <a:rPr kumimoji="1" lang="ko-KR" altLang="en-US" sz="831" b="1" kern="0" dirty="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  <a:r>
              <a:rPr kumimoji="1" lang="en-US" altLang="ko-KR" sz="831" b="1" kern="0" dirty="0">
                <a:solidFill>
                  <a:srgbClr val="000000"/>
                </a:solidFill>
                <a:latin typeface="Arial Narrow" panose="020B0606020202030204" pitchFamily="34" charset="0"/>
              </a:rPr>
              <a:t>count</a:t>
            </a:r>
            <a:r>
              <a:rPr kumimoji="1" lang="en-US" altLang="ko-KR" sz="831" b="1" kern="0" dirty="0" err="1">
                <a:solidFill>
                  <a:srgbClr val="000000"/>
                </a:solidFill>
                <a:latin typeface="Arial Narrow" panose="020B0606020202030204" pitchFamily="34" charset="0"/>
              </a:rPr>
              <a:t>er</a:t>
            </a:r>
            <a:r>
              <a:rPr kumimoji="1" lang="ko-KR" altLang="en-US" sz="831" b="1" kern="0" dirty="0">
                <a:solidFill>
                  <a:srgbClr val="000000"/>
                </a:solidFill>
                <a:latin typeface="Arial Narrow" panose="020B0606020202030204" pitchFamily="34" charset="0"/>
              </a:rPr>
              <a:t>센서</a:t>
            </a:r>
            <a:endParaRPr kumimoji="1" lang="en-US" sz="831" b="1" kern="0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D1EA3EB5-6622-907C-91BB-7D02D0B4CA7B}"/>
              </a:ext>
            </a:extLst>
          </p:cNvPr>
          <p:cNvGrpSpPr/>
          <p:nvPr/>
        </p:nvGrpSpPr>
        <p:grpSpPr>
          <a:xfrm>
            <a:off x="4105975" y="4273542"/>
            <a:ext cx="1163752" cy="447892"/>
            <a:chOff x="6250493" y="4250844"/>
            <a:chExt cx="1054152" cy="864096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C8F93C5-3F9F-17EF-C332-84207F02AF3E}"/>
                </a:ext>
              </a:extLst>
            </p:cNvPr>
            <p:cNvSpPr txBox="1"/>
            <p:nvPr/>
          </p:nvSpPr>
          <p:spPr>
            <a:xfrm>
              <a:off x="6447863" y="4388805"/>
              <a:ext cx="652255" cy="4247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83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NG Mark</a:t>
              </a:r>
              <a:r>
                <a:rPr kumimoji="1" lang="ko-KR" altLang="en-US" sz="83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비전</a:t>
              </a: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8471E988-7995-A54E-9E03-EE7637DF8A42}"/>
                </a:ext>
              </a:extLst>
            </p:cNvPr>
            <p:cNvSpPr/>
            <p:nvPr/>
          </p:nvSpPr>
          <p:spPr>
            <a:xfrm>
              <a:off x="6250493" y="4250844"/>
              <a:ext cx="1054152" cy="864096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4083">
                <a:defRPr/>
              </a:pPr>
              <a:endParaRPr lang="ko-KR" altLang="en-US" sz="1662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96DA761D-E26D-DB33-EA0D-911C5348604B}"/>
              </a:ext>
            </a:extLst>
          </p:cNvPr>
          <p:cNvGrpSpPr/>
          <p:nvPr/>
        </p:nvGrpSpPr>
        <p:grpSpPr>
          <a:xfrm>
            <a:off x="5307160" y="4273542"/>
            <a:ext cx="1163752" cy="447892"/>
            <a:chOff x="6250493" y="4250844"/>
            <a:chExt cx="1054152" cy="864096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5FE62E7-5138-418C-613A-277B77FB776A}"/>
                </a:ext>
              </a:extLst>
            </p:cNvPr>
            <p:cNvSpPr txBox="1"/>
            <p:nvPr/>
          </p:nvSpPr>
          <p:spPr>
            <a:xfrm>
              <a:off x="6455849" y="4388805"/>
              <a:ext cx="636282" cy="4247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83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Foil</a:t>
              </a:r>
              <a:r>
                <a:rPr kumimoji="1" lang="ko-KR" altLang="en-US" sz="83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노출비전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BD02F3C9-E896-8797-F06E-08226B2AF2C3}"/>
                </a:ext>
              </a:extLst>
            </p:cNvPr>
            <p:cNvSpPr/>
            <p:nvPr/>
          </p:nvSpPr>
          <p:spPr>
            <a:xfrm>
              <a:off x="6250493" y="4250844"/>
              <a:ext cx="1054152" cy="864096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4083">
                <a:defRPr/>
              </a:pPr>
              <a:endParaRPr lang="ko-KR" altLang="en-US" sz="1662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54DE6198-EE4C-D872-D1CA-EE66E18539C8}"/>
              </a:ext>
            </a:extLst>
          </p:cNvPr>
          <p:cNvGrpSpPr/>
          <p:nvPr/>
        </p:nvGrpSpPr>
        <p:grpSpPr>
          <a:xfrm>
            <a:off x="6521378" y="4273542"/>
            <a:ext cx="1163752" cy="447892"/>
            <a:chOff x="6250493" y="4250844"/>
            <a:chExt cx="1054152" cy="864096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CAB5D37-D57B-FD15-774C-B6C89695A3D1}"/>
                </a:ext>
              </a:extLst>
            </p:cNvPr>
            <p:cNvSpPr txBox="1"/>
            <p:nvPr/>
          </p:nvSpPr>
          <p:spPr>
            <a:xfrm>
              <a:off x="6519013" y="4388805"/>
              <a:ext cx="509955" cy="4247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31" dirty="0" err="1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탈리비전</a:t>
              </a:r>
              <a:endParaRPr kumimoji="1" lang="ko-KR" altLang="en-US" sz="83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575C49E0-DE37-8428-A71E-FD8801F967F2}"/>
                </a:ext>
              </a:extLst>
            </p:cNvPr>
            <p:cNvSpPr/>
            <p:nvPr/>
          </p:nvSpPr>
          <p:spPr>
            <a:xfrm>
              <a:off x="6250493" y="4250844"/>
              <a:ext cx="1054152" cy="864096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4083">
                <a:defRPr/>
              </a:pPr>
              <a:endParaRPr lang="ko-KR" altLang="en-US" sz="1662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46" name="모서리가 둥근 직사각형 96">
            <a:extLst>
              <a:ext uri="{FF2B5EF4-FFF2-40B4-BE49-F238E27FC236}">
                <a16:creationId xmlns:a16="http://schemas.microsoft.com/office/drawing/2014/main" id="{A7F13A6F-192C-E1EE-1ACB-BFA659E320C6}"/>
              </a:ext>
            </a:extLst>
          </p:cNvPr>
          <p:cNvSpPr/>
          <p:nvPr/>
        </p:nvSpPr>
        <p:spPr>
          <a:xfrm>
            <a:off x="4102582" y="4278803"/>
            <a:ext cx="307552" cy="99027"/>
          </a:xfrm>
          <a:prstGeom prst="round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/>
            <a:r>
              <a:rPr lang="en-US" altLang="ko-KR" sz="646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B</a:t>
            </a:r>
            <a:endParaRPr lang="ko-KR" altLang="en-US" sz="646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7" name="모서리가 둥근 직사각형 96">
            <a:extLst>
              <a:ext uri="{FF2B5EF4-FFF2-40B4-BE49-F238E27FC236}">
                <a16:creationId xmlns:a16="http://schemas.microsoft.com/office/drawing/2014/main" id="{E08C0588-924E-8B04-F7DB-ECB235337CC8}"/>
              </a:ext>
            </a:extLst>
          </p:cNvPr>
          <p:cNvSpPr/>
          <p:nvPr/>
        </p:nvSpPr>
        <p:spPr>
          <a:xfrm>
            <a:off x="5320193" y="4278803"/>
            <a:ext cx="307552" cy="99027"/>
          </a:xfrm>
          <a:prstGeom prst="round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/>
            <a:r>
              <a:rPr lang="en-US" altLang="ko-KR" sz="646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</a:t>
            </a:r>
            <a:endParaRPr lang="ko-KR" altLang="en-US" sz="646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8" name="모서리가 둥근 직사각형 96">
            <a:extLst>
              <a:ext uri="{FF2B5EF4-FFF2-40B4-BE49-F238E27FC236}">
                <a16:creationId xmlns:a16="http://schemas.microsoft.com/office/drawing/2014/main" id="{14EDA1DF-8F9A-340D-E5BB-09C2B9447E7F}"/>
              </a:ext>
            </a:extLst>
          </p:cNvPr>
          <p:cNvSpPr/>
          <p:nvPr/>
        </p:nvSpPr>
        <p:spPr>
          <a:xfrm>
            <a:off x="6522125" y="4278803"/>
            <a:ext cx="307552" cy="99027"/>
          </a:xfrm>
          <a:prstGeom prst="round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/>
            <a:r>
              <a:rPr lang="en-US" altLang="ko-KR" sz="646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</a:t>
            </a:r>
            <a:endParaRPr lang="ko-KR" altLang="en-US" sz="646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9" name="모서리가 둥근 직사각형 96">
            <a:extLst>
              <a:ext uri="{FF2B5EF4-FFF2-40B4-BE49-F238E27FC236}">
                <a16:creationId xmlns:a16="http://schemas.microsoft.com/office/drawing/2014/main" id="{D9477FB4-A956-09B7-5547-73927CCCD264}"/>
              </a:ext>
            </a:extLst>
          </p:cNvPr>
          <p:cNvSpPr/>
          <p:nvPr/>
        </p:nvSpPr>
        <p:spPr>
          <a:xfrm>
            <a:off x="2760820" y="1762271"/>
            <a:ext cx="307552" cy="99027"/>
          </a:xfrm>
          <a:prstGeom prst="round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/>
            <a:r>
              <a:rPr lang="en-US" altLang="ko-KR" sz="646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</a:t>
            </a:r>
            <a:endParaRPr lang="ko-KR" altLang="en-US" sz="646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0" name="모서리가 둥근 직사각형 96">
            <a:extLst>
              <a:ext uri="{FF2B5EF4-FFF2-40B4-BE49-F238E27FC236}">
                <a16:creationId xmlns:a16="http://schemas.microsoft.com/office/drawing/2014/main" id="{3120C7E9-607A-21B0-2C07-C881508B7831}"/>
              </a:ext>
            </a:extLst>
          </p:cNvPr>
          <p:cNvSpPr/>
          <p:nvPr/>
        </p:nvSpPr>
        <p:spPr>
          <a:xfrm>
            <a:off x="3266090" y="1762271"/>
            <a:ext cx="307552" cy="99027"/>
          </a:xfrm>
          <a:prstGeom prst="round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/>
            <a:r>
              <a:rPr lang="en-US" altLang="ko-KR" sz="646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B</a:t>
            </a:r>
            <a:endParaRPr lang="ko-KR" altLang="en-US" sz="646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1" name="모서리가 둥근 직사각형 96">
            <a:extLst>
              <a:ext uri="{FF2B5EF4-FFF2-40B4-BE49-F238E27FC236}">
                <a16:creationId xmlns:a16="http://schemas.microsoft.com/office/drawing/2014/main" id="{8895013E-47B6-6711-0E87-F58639772A1D}"/>
              </a:ext>
            </a:extLst>
          </p:cNvPr>
          <p:cNvSpPr/>
          <p:nvPr/>
        </p:nvSpPr>
        <p:spPr>
          <a:xfrm>
            <a:off x="3771360" y="1762271"/>
            <a:ext cx="307552" cy="99027"/>
          </a:xfrm>
          <a:prstGeom prst="round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/>
            <a:r>
              <a:rPr lang="en-US" altLang="ko-KR" sz="646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</a:t>
            </a:r>
            <a:endParaRPr lang="ko-KR" altLang="en-US" sz="646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2" name="모서리가 둥근 직사각형 96">
            <a:extLst>
              <a:ext uri="{FF2B5EF4-FFF2-40B4-BE49-F238E27FC236}">
                <a16:creationId xmlns:a16="http://schemas.microsoft.com/office/drawing/2014/main" id="{04BF0EF0-4127-16C7-2479-21F200370BAD}"/>
              </a:ext>
            </a:extLst>
          </p:cNvPr>
          <p:cNvSpPr/>
          <p:nvPr/>
        </p:nvSpPr>
        <p:spPr>
          <a:xfrm>
            <a:off x="6089375" y="1762271"/>
            <a:ext cx="307552" cy="99027"/>
          </a:xfrm>
          <a:prstGeom prst="round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/>
            <a:r>
              <a:rPr lang="en-US" altLang="ko-KR" sz="646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</a:t>
            </a:r>
            <a:endParaRPr lang="ko-KR" altLang="en-US" sz="646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984C1CAF-3F4C-8CD1-71EF-F7E90DE7C8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78776" y="1971641"/>
            <a:ext cx="504820" cy="614197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8195562A-CF7F-0F39-A0BD-15311BDAB4C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1360" y="1961388"/>
            <a:ext cx="325019" cy="624450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BC45D1F8-C925-477A-E2A4-F4EC4E49516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3107640" y="2093819"/>
            <a:ext cx="624451" cy="332672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F21595DC-A528-3444-24C4-7079F1BE85BA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37652" y="1947929"/>
            <a:ext cx="372884" cy="593636"/>
          </a:xfrm>
          <a:prstGeom prst="rect">
            <a:avLst/>
          </a:prstGeom>
        </p:spPr>
      </p:pic>
      <p:sp>
        <p:nvSpPr>
          <p:cNvPr id="58" name="모서리가 둥근 직사각형 96">
            <a:extLst>
              <a:ext uri="{FF2B5EF4-FFF2-40B4-BE49-F238E27FC236}">
                <a16:creationId xmlns:a16="http://schemas.microsoft.com/office/drawing/2014/main" id="{EB1A0325-DFC2-EC3A-7CE6-972FFFF0B039}"/>
              </a:ext>
            </a:extLst>
          </p:cNvPr>
          <p:cNvSpPr/>
          <p:nvPr/>
        </p:nvSpPr>
        <p:spPr>
          <a:xfrm>
            <a:off x="8014516" y="997697"/>
            <a:ext cx="307552" cy="99027"/>
          </a:xfrm>
          <a:prstGeom prst="round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/>
            <a:endParaRPr lang="ko-KR" altLang="en-US" sz="646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DC16494-F68E-ECE0-4C3F-91C3CC4A7E5B}"/>
              </a:ext>
            </a:extLst>
          </p:cNvPr>
          <p:cNvSpPr txBox="1"/>
          <p:nvPr/>
        </p:nvSpPr>
        <p:spPr>
          <a:xfrm>
            <a:off x="8363743" y="1002173"/>
            <a:ext cx="554639" cy="99386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>
              <a:defRPr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defTabSz="8440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646" kern="0" dirty="0">
                <a:solidFill>
                  <a:srgbClr val="000000"/>
                </a:solidFill>
                <a:latin typeface="Arial Narrow" panose="020B0606020202030204" pitchFamily="34" charset="0"/>
              </a:rPr>
              <a:t>검토 필요 데이터</a:t>
            </a:r>
            <a:endParaRPr kumimoji="1" lang="en-US" sz="646" kern="0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60" name="모서리가 둥근 직사각형 96">
            <a:extLst>
              <a:ext uri="{FF2B5EF4-FFF2-40B4-BE49-F238E27FC236}">
                <a16:creationId xmlns:a16="http://schemas.microsoft.com/office/drawing/2014/main" id="{5B69F85B-523A-99A4-9A01-17B6ADB07E8C}"/>
              </a:ext>
            </a:extLst>
          </p:cNvPr>
          <p:cNvSpPr/>
          <p:nvPr/>
        </p:nvSpPr>
        <p:spPr>
          <a:xfrm>
            <a:off x="8020869" y="1142574"/>
            <a:ext cx="307552" cy="99027"/>
          </a:xfrm>
          <a:prstGeom prst="round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/>
            <a:endParaRPr lang="ko-KR" altLang="en-US" sz="646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411083A-92CC-A9C8-682C-A93C6FC7AB95}"/>
              </a:ext>
            </a:extLst>
          </p:cNvPr>
          <p:cNvSpPr txBox="1"/>
          <p:nvPr/>
        </p:nvSpPr>
        <p:spPr>
          <a:xfrm>
            <a:off x="8363743" y="1147050"/>
            <a:ext cx="721351" cy="99386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>
              <a:defRPr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defTabSz="8440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646" kern="0" dirty="0">
                <a:solidFill>
                  <a:srgbClr val="000000"/>
                </a:solidFill>
                <a:latin typeface="Arial Narrow" panose="020B0606020202030204" pitchFamily="34" charset="0"/>
              </a:rPr>
              <a:t>신규 수집 필요 데이터</a:t>
            </a:r>
            <a:endParaRPr kumimoji="1" lang="en-US" sz="646" kern="0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2F97D714-64C2-782F-CC07-011084FB235E}"/>
              </a:ext>
            </a:extLst>
          </p:cNvPr>
          <p:cNvGrpSpPr/>
          <p:nvPr/>
        </p:nvGrpSpPr>
        <p:grpSpPr>
          <a:xfrm>
            <a:off x="108726" y="4823679"/>
            <a:ext cx="504820" cy="1527199"/>
            <a:chOff x="117787" y="4733590"/>
            <a:chExt cx="546888" cy="1359705"/>
          </a:xfrm>
        </p:grpSpPr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21955DCC-13E5-35E0-A518-A83E95CA2C21}"/>
                </a:ext>
              </a:extLst>
            </p:cNvPr>
            <p:cNvSpPr/>
            <p:nvPr/>
          </p:nvSpPr>
          <p:spPr>
            <a:xfrm>
              <a:off x="117787" y="4733590"/>
              <a:ext cx="546888" cy="1359705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4083">
                <a:defRPr/>
              </a:pPr>
              <a:endParaRPr lang="ko-KR" altLang="en-US" sz="1662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B8D81C9F-624C-AB09-D894-B56F06701CCF}"/>
                </a:ext>
              </a:extLst>
            </p:cNvPr>
            <p:cNvSpPr txBox="1"/>
            <p:nvPr/>
          </p:nvSpPr>
          <p:spPr>
            <a:xfrm>
              <a:off x="164177" y="5176314"/>
              <a:ext cx="470963" cy="5375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1108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작업</a:t>
              </a:r>
              <a:endParaRPr kumimoji="1" lang="en-US" altLang="ko-KR" sz="1108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1108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필요</a:t>
              </a:r>
              <a:endParaRPr kumimoji="1" lang="en-US" altLang="ko-KR" sz="1108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1108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항목</a:t>
              </a:r>
              <a:endParaRPr kumimoji="1" lang="en-US" altLang="ko-KR" sz="1108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66" name="모서리가 둥근 직사각형 96">
            <a:extLst>
              <a:ext uri="{FF2B5EF4-FFF2-40B4-BE49-F238E27FC236}">
                <a16:creationId xmlns:a16="http://schemas.microsoft.com/office/drawing/2014/main" id="{E309480A-1E9E-896C-1685-B8B83000A062}"/>
              </a:ext>
            </a:extLst>
          </p:cNvPr>
          <p:cNvSpPr/>
          <p:nvPr/>
        </p:nvSpPr>
        <p:spPr>
          <a:xfrm>
            <a:off x="8015046" y="845081"/>
            <a:ext cx="307552" cy="99027"/>
          </a:xfrm>
          <a:prstGeom prst="round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/>
            <a:endParaRPr lang="ko-KR" altLang="en-US" sz="646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00479AB-D7C4-807B-F148-CA1783C9206F}"/>
              </a:ext>
            </a:extLst>
          </p:cNvPr>
          <p:cNvSpPr txBox="1"/>
          <p:nvPr/>
        </p:nvSpPr>
        <p:spPr>
          <a:xfrm>
            <a:off x="8339688" y="849557"/>
            <a:ext cx="554639" cy="99386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>
              <a:defRPr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defTabSz="8440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646" kern="0" dirty="0">
                <a:solidFill>
                  <a:srgbClr val="000000"/>
                </a:solidFill>
                <a:latin typeface="Arial Narrow" panose="020B0606020202030204" pitchFamily="34" charset="0"/>
              </a:rPr>
              <a:t>사용 가능 데이터</a:t>
            </a:r>
            <a:endParaRPr kumimoji="1" lang="en-US" sz="646" kern="0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68" name="표 67">
            <a:extLst>
              <a:ext uri="{FF2B5EF4-FFF2-40B4-BE49-F238E27FC236}">
                <a16:creationId xmlns:a16="http://schemas.microsoft.com/office/drawing/2014/main" id="{C58D53F1-E163-9595-52D9-956364EB5A5B}"/>
              </a:ext>
            </a:extLst>
          </p:cNvPr>
          <p:cNvGraphicFramePr>
            <a:graphicFrameLocks noGrp="1"/>
          </p:cNvGraphicFramePr>
          <p:nvPr/>
        </p:nvGraphicFramePr>
        <p:xfrm>
          <a:off x="781850" y="4803263"/>
          <a:ext cx="8229600" cy="1590182"/>
        </p:xfrm>
        <a:graphic>
          <a:graphicData uri="http://schemas.openxmlformats.org/drawingml/2006/table">
            <a:tbl>
              <a:tblPr/>
              <a:tblGrid>
                <a:gridCol w="335526">
                  <a:extLst>
                    <a:ext uri="{9D8B030D-6E8A-4147-A177-3AD203B41FA5}">
                      <a16:colId xmlns:a16="http://schemas.microsoft.com/office/drawing/2014/main" val="2427148313"/>
                    </a:ext>
                  </a:extLst>
                </a:gridCol>
                <a:gridCol w="803869">
                  <a:extLst>
                    <a:ext uri="{9D8B030D-6E8A-4147-A177-3AD203B41FA5}">
                      <a16:colId xmlns:a16="http://schemas.microsoft.com/office/drawing/2014/main" val="2648372058"/>
                    </a:ext>
                  </a:extLst>
                </a:gridCol>
                <a:gridCol w="715442">
                  <a:extLst>
                    <a:ext uri="{9D8B030D-6E8A-4147-A177-3AD203B41FA5}">
                      <a16:colId xmlns:a16="http://schemas.microsoft.com/office/drawing/2014/main" val="19787953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750129086"/>
                    </a:ext>
                  </a:extLst>
                </a:gridCol>
                <a:gridCol w="1133454">
                  <a:extLst>
                    <a:ext uri="{9D8B030D-6E8A-4147-A177-3AD203B41FA5}">
                      <a16:colId xmlns:a16="http://schemas.microsoft.com/office/drawing/2014/main" val="988555376"/>
                    </a:ext>
                  </a:extLst>
                </a:gridCol>
                <a:gridCol w="4678601">
                  <a:extLst>
                    <a:ext uri="{9D8B030D-6E8A-4147-A177-3AD203B41FA5}">
                      <a16:colId xmlns:a16="http://schemas.microsoft.com/office/drawing/2014/main" val="257187780"/>
                    </a:ext>
                  </a:extLst>
                </a:gridCol>
              </a:tblGrid>
              <a:tr h="13305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No</a:t>
                      </a:r>
                    </a:p>
                  </a:txBody>
                  <a:tcPr marL="6443" marR="6443" marT="6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수집 위치</a:t>
                      </a:r>
                    </a:p>
                  </a:txBody>
                  <a:tcPr marL="6443" marR="6443" marT="6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수집 유형</a:t>
                      </a:r>
                    </a:p>
                  </a:txBody>
                  <a:tcPr marL="6443" marR="6443" marT="6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수집 정보</a:t>
                      </a:r>
                    </a:p>
                  </a:txBody>
                  <a:tcPr marL="6443" marR="6443" marT="6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6443" marR="6443" marT="6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작업 내용</a:t>
                      </a:r>
                    </a:p>
                  </a:txBody>
                  <a:tcPr marL="6443" marR="6443" marT="6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0410544"/>
                  </a:ext>
                </a:extLst>
              </a:tr>
              <a:tr h="25966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</a:p>
                  </a:txBody>
                  <a:tcPr marL="6443" marR="6443" marT="6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통합비전</a:t>
                      </a:r>
                    </a:p>
                  </a:txBody>
                  <a:tcPr marL="6443" marR="6443" marT="6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Vision</a:t>
                      </a:r>
                    </a:p>
                  </a:txBody>
                  <a:tcPr marL="6443" marR="6443" marT="6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Tab Width</a:t>
                      </a:r>
                      <a:br>
                        <a:rPr 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Tap Pitch</a:t>
                      </a:r>
                    </a:p>
                  </a:txBody>
                  <a:tcPr marL="6443" marR="6443" marT="6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사용 가능 데이터</a:t>
                      </a:r>
                    </a:p>
                  </a:txBody>
                  <a:tcPr marL="6443" marR="6443" marT="6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6443" marR="6443" marT="6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5197991"/>
                  </a:ext>
                </a:extLst>
              </a:tr>
              <a:tr h="13305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</a:p>
                  </a:txBody>
                  <a:tcPr marL="6443" marR="6443" marT="6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NG Mark </a:t>
                      </a:r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비전</a:t>
                      </a:r>
                    </a:p>
                  </a:txBody>
                  <a:tcPr marL="6443" marR="6443" marT="6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Vision</a:t>
                      </a:r>
                    </a:p>
                  </a:txBody>
                  <a:tcPr marL="6443" marR="6443" marT="6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Tab GV</a:t>
                      </a:r>
                    </a:p>
                  </a:txBody>
                  <a:tcPr marL="6443" marR="6443" marT="6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신규 수집 필요 항목</a:t>
                      </a:r>
                    </a:p>
                  </a:txBody>
                  <a:tcPr marL="6443" marR="6443" marT="6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제조</a:t>
                      </a:r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DX) Tab Curl </a:t>
                      </a:r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정도에 대한 수치화가 완료되면 이를 활용하여 접힘 여부 판단이 가능할지 검증할 계획입니다</a:t>
                      </a:r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.</a:t>
                      </a:r>
                      <a:endParaRPr lang="ko-KR" altLang="en-US" sz="8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6443" marR="6443" marT="6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136393"/>
                  </a:ext>
                </a:extLst>
              </a:tr>
              <a:tr h="13305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</a:p>
                  </a:txBody>
                  <a:tcPr marL="6443" marR="6443" marT="6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Foil </a:t>
                      </a:r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노출 비전</a:t>
                      </a:r>
                    </a:p>
                  </a:txBody>
                  <a:tcPr marL="6443" marR="6443" marT="6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Vision</a:t>
                      </a:r>
                    </a:p>
                  </a:txBody>
                  <a:tcPr marL="6443" marR="6443" marT="6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Tab GV</a:t>
                      </a:r>
                    </a:p>
                  </a:txBody>
                  <a:tcPr marL="6443" marR="6443" marT="6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신규 수집 필요 항목</a:t>
                      </a:r>
                    </a:p>
                  </a:txBody>
                  <a:tcPr marL="6443" marR="6443" marT="6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8834610"/>
                  </a:ext>
                </a:extLst>
              </a:tr>
              <a:tr h="13305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</a:t>
                      </a:r>
                    </a:p>
                  </a:txBody>
                  <a:tcPr marL="6443" marR="6443" marT="6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탈리 비전</a:t>
                      </a:r>
                    </a:p>
                  </a:txBody>
                  <a:tcPr marL="6443" marR="6443" marT="6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Vision</a:t>
                      </a:r>
                    </a:p>
                  </a:txBody>
                  <a:tcPr marL="6443" marR="6443" marT="6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Tab GV</a:t>
                      </a:r>
                    </a:p>
                  </a:txBody>
                  <a:tcPr marL="6443" marR="6443" marT="6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신규 수집 필요 항목</a:t>
                      </a:r>
                    </a:p>
                  </a:txBody>
                  <a:tcPr marL="6443" marR="6443" marT="6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3662134"/>
                  </a:ext>
                </a:extLst>
              </a:tr>
              <a:tr h="133052"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</a:t>
                      </a:r>
                    </a:p>
                  </a:txBody>
                  <a:tcPr marL="6443" marR="6443" marT="6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RW</a:t>
                      </a:r>
                    </a:p>
                  </a:txBody>
                  <a:tcPr marL="6443" marR="6443" marT="6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Tab Count </a:t>
                      </a:r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센서</a:t>
                      </a:r>
                    </a:p>
                  </a:txBody>
                  <a:tcPr marL="6443" marR="6443" marT="6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Tab Width</a:t>
                      </a:r>
                    </a:p>
                  </a:txBody>
                  <a:tcPr marL="6443" marR="6443" marT="6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신규 수집 필요 항목</a:t>
                      </a:r>
                    </a:p>
                  </a:txBody>
                  <a:tcPr marL="6443" marR="6443" marT="6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법인</a:t>
                      </a:r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6443" marR="6443" marT="6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0016823"/>
                  </a:ext>
                </a:extLst>
              </a:tr>
              <a:tr h="1330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</a:t>
                      </a:r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 Counter </a:t>
                      </a:r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센서 </a:t>
                      </a:r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On/Off </a:t>
                      </a:r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신호와 설비 속도 데이터 연계하여 탭의 폭과 피치 값 측정</a:t>
                      </a:r>
                    </a:p>
                  </a:txBody>
                  <a:tcPr marL="6443" marR="6443" marT="6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823510"/>
                  </a:ext>
                </a:extLst>
              </a:tr>
              <a:tr h="1330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</a:t>
                      </a:r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 Cell ID</a:t>
                      </a:r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와 연계하여 </a:t>
                      </a:r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EDC </a:t>
                      </a:r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또는 </a:t>
                      </a:r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FDC </a:t>
                      </a:r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통해 상위 데이터 보고</a:t>
                      </a:r>
                    </a:p>
                  </a:txBody>
                  <a:tcPr marL="6443" marR="6443" marT="6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494780"/>
                  </a:ext>
                </a:extLst>
              </a:tr>
              <a:tr h="1330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제조 </a:t>
                      </a:r>
                      <a:r>
                        <a:rPr 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DX)</a:t>
                      </a:r>
                    </a:p>
                  </a:txBody>
                  <a:tcPr marL="6443" marR="6443" marT="6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808258"/>
                  </a:ext>
                </a:extLst>
              </a:tr>
              <a:tr h="1330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</a:t>
                      </a:r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 Cell ID</a:t>
                      </a:r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와 센서 측정 값과의 정합성 확인 후 </a:t>
                      </a:r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Offset </a:t>
                      </a:r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수정</a:t>
                      </a:r>
                    </a:p>
                  </a:txBody>
                  <a:tcPr marL="6443" marR="6443" marT="6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3316167"/>
                  </a:ext>
                </a:extLst>
              </a:tr>
              <a:tr h="1330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</a:t>
                      </a:r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 Cell ID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와 탭 센서 측정 값을 매칭하여 </a:t>
                      </a:r>
                      <a:r>
                        <a:rPr lang="ko-KR" altLang="en-US" sz="8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탭접힘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발생 위치 상세 구분</a:t>
                      </a:r>
                    </a:p>
                  </a:txBody>
                  <a:tcPr marL="6443" marR="6443" marT="6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9217030"/>
                  </a:ext>
                </a:extLst>
              </a:tr>
            </a:tbl>
          </a:graphicData>
        </a:graphic>
      </p:graphicFrame>
      <p:sp>
        <p:nvSpPr>
          <p:cNvPr id="71" name="직사각형 70">
            <a:extLst>
              <a:ext uri="{FF2B5EF4-FFF2-40B4-BE49-F238E27FC236}">
                <a16:creationId xmlns:a16="http://schemas.microsoft.com/office/drawing/2014/main" id="{709ADF28-9232-ADB9-72B1-599C08FD994F}"/>
              </a:ext>
            </a:extLst>
          </p:cNvPr>
          <p:cNvSpPr/>
          <p:nvPr/>
        </p:nvSpPr>
        <p:spPr>
          <a:xfrm>
            <a:off x="4439906" y="6395414"/>
            <a:ext cx="263135" cy="15799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22041" latinLnBrk="0">
              <a:defRPr/>
            </a:pPr>
            <a:r>
              <a:rPr lang="en-US" altLang="ko-KR" sz="822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2/2</a:t>
            </a:r>
            <a:endParaRPr lang="ko-KR" altLang="en-US" sz="822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F01E32-352D-6460-370D-0800FDD82EE3}"/>
              </a:ext>
            </a:extLst>
          </p:cNvPr>
          <p:cNvSpPr txBox="1"/>
          <p:nvPr/>
        </p:nvSpPr>
        <p:spPr>
          <a:xfrm>
            <a:off x="7047229" y="266553"/>
            <a:ext cx="1999265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22041" latinLnBrk="0">
              <a:defRPr/>
            </a:pPr>
            <a:r>
              <a:rPr lang="ko-KR" altLang="en-US" sz="923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작성자 </a:t>
            </a:r>
            <a:r>
              <a:rPr lang="en-US" altLang="ko-KR" sz="923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923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제조빅데이터분석</a:t>
            </a:r>
            <a:r>
              <a:rPr lang="en-US" altLang="ko-KR" sz="923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r>
              <a:rPr lang="ko-KR" altLang="en-US" sz="923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팀 김석중</a:t>
            </a:r>
            <a:r>
              <a:rPr lang="en-US" altLang="ko-KR" sz="923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</a:t>
            </a:r>
            <a:endParaRPr lang="ko-KR" altLang="en-US" sz="923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" name="직선 연결선 125">
            <a:extLst>
              <a:ext uri="{FF2B5EF4-FFF2-40B4-BE49-F238E27FC236}">
                <a16:creationId xmlns:a16="http://schemas.microsoft.com/office/drawing/2014/main" id="{85BB0A06-4545-0C14-8C2F-5AEBE866AB02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2">
            <a:extLst>
              <a:ext uri="{FF2B5EF4-FFF2-40B4-BE49-F238E27FC236}">
                <a16:creationId xmlns:a16="http://schemas.microsoft.com/office/drawing/2014/main" id="{0FF9081F-2194-B127-FB97-928ADD850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15" y="106985"/>
            <a:ext cx="6615315" cy="31314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3323" tIns="3323" rIns="3323" bIns="3323" anchor="b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보조</a:t>
            </a:r>
            <a:r>
              <a:rPr kumimoji="1" lang="en-US" altLang="ko-KR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. </a:t>
            </a:r>
            <a:r>
              <a:rPr lang="en-US" altLang="ko-KR" sz="18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Tab</a:t>
            </a:r>
            <a:r>
              <a:rPr lang="ko-KR" altLang="en-US" sz="18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 </a:t>
            </a:r>
            <a:r>
              <a:rPr lang="en-US" altLang="ko-KR" sz="18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Pitch / </a:t>
            </a:r>
            <a:r>
              <a:rPr lang="en-US" altLang="ko-KR" sz="18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Tab</a:t>
            </a:r>
            <a:r>
              <a:rPr lang="ko-KR" altLang="en-US" sz="18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8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Width</a:t>
            </a:r>
            <a:r>
              <a:rPr lang="ko-KR" altLang="en-US" sz="18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 정보 수집을 통한 </a:t>
            </a:r>
            <a:r>
              <a:rPr lang="en-US" altLang="ko-KR" sz="18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Tab </a:t>
            </a:r>
            <a:r>
              <a:rPr lang="ko-KR" altLang="en-US" sz="18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불량 </a:t>
            </a:r>
            <a:r>
              <a:rPr lang="ko-KR" altLang="en-US" sz="18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발생 위치 구분 검토</a:t>
            </a:r>
            <a:endParaRPr kumimoji="1" lang="ko-KR" altLang="en-US" b="1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69" name="실행 단추: 홈으로 이동 68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512F1DFA-7BD5-E855-035D-0E91275071A0}"/>
              </a:ext>
            </a:extLst>
          </p:cNvPr>
          <p:cNvSpPr/>
          <p:nvPr/>
        </p:nvSpPr>
        <p:spPr>
          <a:xfrm>
            <a:off x="8847503" y="52358"/>
            <a:ext cx="214348" cy="231092"/>
          </a:xfrm>
          <a:prstGeom prst="actionButtonHome">
            <a:avLst/>
          </a:prstGeom>
          <a:solidFill>
            <a:sysClr val="window" lastClr="FFFFFF">
              <a:lumMod val="8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4157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125">
            <a:extLst>
              <a:ext uri="{FF2B5EF4-FFF2-40B4-BE49-F238E27FC236}">
                <a16:creationId xmlns:a16="http://schemas.microsoft.com/office/drawing/2014/main" id="{7806F3C3-416E-E8A0-74D6-9FBC1B960F2D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>
            <a:extLst>
              <a:ext uri="{FF2B5EF4-FFF2-40B4-BE49-F238E27FC236}">
                <a16:creationId xmlns:a16="http://schemas.microsoft.com/office/drawing/2014/main" id="{C2B5E09E-9599-6722-B459-93C576631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15" y="106985"/>
            <a:ext cx="4209785" cy="31314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3323" tIns="3323" rIns="3323" bIns="3323" anchor="b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보조</a:t>
            </a:r>
            <a:r>
              <a:rPr kumimoji="1" lang="en-US" altLang="ko-KR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. </a:t>
            </a:r>
            <a:r>
              <a:rPr lang="ko-KR" altLang="en-US" sz="1800" b="1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탭접힘</a:t>
            </a:r>
            <a:r>
              <a:rPr lang="ko-KR" altLang="en-US" sz="1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발생 위치 세분화를 위한 </a:t>
            </a:r>
            <a:r>
              <a:rPr lang="en-US" altLang="ko-KR" sz="1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W/F </a:t>
            </a:r>
            <a:r>
              <a:rPr lang="ko-KR" altLang="en-US" sz="1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제작</a:t>
            </a:r>
            <a:endParaRPr kumimoji="1" lang="ko-KR" altLang="en-US" b="1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C18F314-FB45-26B3-3482-5ABE578E8AD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642" y="1627302"/>
            <a:ext cx="4145484" cy="22056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8FDE14-2CFC-2899-1910-4908F1B65B49}"/>
              </a:ext>
            </a:extLst>
          </p:cNvPr>
          <p:cNvSpPr txBox="1"/>
          <p:nvPr/>
        </p:nvSpPr>
        <p:spPr>
          <a:xfrm>
            <a:off x="166766" y="611428"/>
            <a:ext cx="9739234" cy="30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58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LAMI </a:t>
            </a:r>
            <a:r>
              <a:rPr lang="ko-KR" altLang="en-US" sz="1358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공정에서 발생한 </a:t>
            </a:r>
            <a:r>
              <a:rPr lang="ko-KR" altLang="en-US" sz="1358" b="1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탭접힘</a:t>
            </a:r>
            <a:r>
              <a:rPr lang="ko-KR" altLang="en-US" sz="1358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불량 위치를 세분화하고 </a:t>
            </a:r>
            <a:r>
              <a:rPr lang="ko-KR" altLang="en-US" sz="1358" b="1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전공정</a:t>
            </a:r>
            <a:r>
              <a:rPr lang="ko-KR" altLang="en-US" sz="1358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이미지를 확인할 수 있도록 </a:t>
            </a:r>
            <a:r>
              <a:rPr lang="en-US" altLang="ko-KR" sz="1358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WF</a:t>
            </a:r>
            <a:r>
              <a:rPr lang="ko-KR" altLang="en-US" sz="1358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제작했습니다</a:t>
            </a:r>
            <a:r>
              <a:rPr lang="en-US" altLang="ko-KR" sz="1358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endParaRPr lang="ko-KR" altLang="en-US" sz="1358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F9E213-4365-AE13-2712-8E88F036CC42}"/>
              </a:ext>
            </a:extLst>
          </p:cNvPr>
          <p:cNvSpPr txBox="1"/>
          <p:nvPr/>
        </p:nvSpPr>
        <p:spPr>
          <a:xfrm>
            <a:off x="7609068" y="179518"/>
            <a:ext cx="1059832" cy="2984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97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’26.4.9</a:t>
            </a:r>
          </a:p>
          <a:p>
            <a:pPr algn="r"/>
            <a:r>
              <a:rPr lang="ko-KR" altLang="en-US" sz="97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제조빅데이터분석</a:t>
            </a:r>
            <a:r>
              <a:rPr lang="en-US" altLang="ko-KR" sz="97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r>
              <a:rPr lang="ko-KR" altLang="en-US" sz="97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팀</a:t>
            </a:r>
            <a:endParaRPr lang="en-US" altLang="ko-KR" sz="97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97F19806-D84C-28FF-4935-038C6FA6832B}"/>
              </a:ext>
            </a:extLst>
          </p:cNvPr>
          <p:cNvGrpSpPr/>
          <p:nvPr/>
        </p:nvGrpSpPr>
        <p:grpSpPr>
          <a:xfrm>
            <a:off x="121944" y="1000740"/>
            <a:ext cx="3240000" cy="276999"/>
            <a:chOff x="176823" y="630392"/>
            <a:chExt cx="3240000" cy="276999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CC69227-43AC-E482-8C94-2EF1B6B20E4E}"/>
                </a:ext>
              </a:extLst>
            </p:cNvPr>
            <p:cNvSpPr/>
            <p:nvPr/>
          </p:nvSpPr>
          <p:spPr>
            <a:xfrm>
              <a:off x="176823" y="645200"/>
              <a:ext cx="216024" cy="21602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</a:t>
              </a:r>
              <a:endParaRPr lang="ko-KR" altLang="en-US" sz="1000" b="1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4CFE8A70-9457-4BF0-C188-EF5CF01EB4A2}"/>
                </a:ext>
              </a:extLst>
            </p:cNvPr>
            <p:cNvCxnSpPr/>
            <p:nvPr/>
          </p:nvCxnSpPr>
          <p:spPr>
            <a:xfrm>
              <a:off x="176823" y="861224"/>
              <a:ext cx="324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674BBB2-8FD9-D139-B7DB-476A3D5A0C1C}"/>
                </a:ext>
              </a:extLst>
            </p:cNvPr>
            <p:cNvSpPr txBox="1"/>
            <p:nvPr/>
          </p:nvSpPr>
          <p:spPr>
            <a:xfrm>
              <a:off x="346667" y="630392"/>
              <a:ext cx="29434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2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Step</a:t>
              </a:r>
              <a:r>
                <a:rPr lang="ko-KR" altLang="en-US" sz="12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2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</a:t>
              </a:r>
              <a:r>
                <a:rPr lang="ko-KR" altLang="en-US" sz="12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2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:</a:t>
              </a:r>
              <a:r>
                <a:rPr lang="ko-KR" altLang="en-US" sz="12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조회 조건 설정 및 </a:t>
              </a:r>
              <a:r>
                <a:rPr lang="ko-KR" altLang="en-US" sz="1200" b="1" dirty="0" err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라미</a:t>
              </a:r>
              <a:r>
                <a:rPr lang="ko-KR" altLang="en-US" sz="12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불량 현황확인</a:t>
              </a:r>
            </a:p>
          </p:txBody>
        </p:sp>
      </p:grp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224D99C6-173E-AFE7-DC13-66A638F91BCD}"/>
              </a:ext>
            </a:extLst>
          </p:cNvPr>
          <p:cNvCxnSpPr/>
          <p:nvPr/>
        </p:nvCxnSpPr>
        <p:spPr>
          <a:xfrm>
            <a:off x="4767944" y="1139239"/>
            <a:ext cx="0" cy="5148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FB4E93C-B95B-2ACB-D149-F7217AF261B4}"/>
              </a:ext>
            </a:extLst>
          </p:cNvPr>
          <p:cNvSpPr/>
          <p:nvPr/>
        </p:nvSpPr>
        <p:spPr>
          <a:xfrm>
            <a:off x="228625" y="1639207"/>
            <a:ext cx="1376656" cy="319776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 Box 879">
            <a:extLst>
              <a:ext uri="{FF2B5EF4-FFF2-40B4-BE49-F238E27FC236}">
                <a16:creationId xmlns:a16="http://schemas.microsoft.com/office/drawing/2014/main" id="{FD3C4126-D5D3-F4B8-C333-8199F6CF5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23" y="2023209"/>
            <a:ext cx="1296881" cy="136256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buSzPct val="85000"/>
            </a:pPr>
            <a:r>
              <a:rPr lang="ko-KR" altLang="en-US" sz="8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① 조회기간을 </a:t>
            </a:r>
            <a:r>
              <a:rPr lang="ko-KR" altLang="en-US" sz="800" dirty="0" err="1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드래그하여</a:t>
            </a:r>
            <a:r>
              <a:rPr lang="ko-KR" altLang="en-US" sz="8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 설정</a:t>
            </a:r>
            <a:endParaRPr lang="en-US" altLang="ko-KR" sz="800" dirty="0">
              <a:solidFill>
                <a:srgbClr val="FF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34BFB5E-8A5D-3028-1341-31B419C6607A}"/>
              </a:ext>
            </a:extLst>
          </p:cNvPr>
          <p:cNvSpPr/>
          <p:nvPr/>
        </p:nvSpPr>
        <p:spPr>
          <a:xfrm>
            <a:off x="1634733" y="1631967"/>
            <a:ext cx="1376652" cy="989281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 Box 879">
            <a:extLst>
              <a:ext uri="{FF2B5EF4-FFF2-40B4-BE49-F238E27FC236}">
                <a16:creationId xmlns:a16="http://schemas.microsoft.com/office/drawing/2014/main" id="{B856B75D-5434-D7D4-4162-09FF51C3DB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2476" y="1449545"/>
            <a:ext cx="1391938" cy="136256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buSzPct val="85000"/>
            </a:pPr>
            <a:r>
              <a:rPr lang="ko-KR" altLang="en-US" sz="8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② 클릭 또는 </a:t>
            </a:r>
            <a:r>
              <a:rPr lang="ko-KR" altLang="en-US" sz="800" dirty="0" err="1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드래그하여</a:t>
            </a:r>
            <a:r>
              <a:rPr lang="ko-KR" altLang="en-US" sz="8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 설비 선택</a:t>
            </a:r>
            <a:endParaRPr lang="en-US" altLang="ko-KR" sz="800" dirty="0">
              <a:solidFill>
                <a:srgbClr val="FF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26B0163-544C-D34E-0A4F-596443CCE9D7}"/>
              </a:ext>
            </a:extLst>
          </p:cNvPr>
          <p:cNvSpPr/>
          <p:nvPr/>
        </p:nvSpPr>
        <p:spPr>
          <a:xfrm>
            <a:off x="3015409" y="1631967"/>
            <a:ext cx="1372632" cy="2220594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1989E37D-B572-CFA3-1D5B-C2B0709C699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8077" y="4289691"/>
            <a:ext cx="4129963" cy="2459757"/>
          </a:xfrm>
          <a:prstGeom prst="rect">
            <a:avLst/>
          </a:prstGeom>
        </p:spPr>
      </p:pic>
      <p:grpSp>
        <p:nvGrpSpPr>
          <p:cNvPr id="23" name="그룹 22">
            <a:extLst>
              <a:ext uri="{FF2B5EF4-FFF2-40B4-BE49-F238E27FC236}">
                <a16:creationId xmlns:a16="http://schemas.microsoft.com/office/drawing/2014/main" id="{0B53DD1A-CDBD-EC06-CA64-9CDF2F73EC96}"/>
              </a:ext>
            </a:extLst>
          </p:cNvPr>
          <p:cNvGrpSpPr/>
          <p:nvPr/>
        </p:nvGrpSpPr>
        <p:grpSpPr>
          <a:xfrm>
            <a:off x="121944" y="3852562"/>
            <a:ext cx="3240000" cy="276999"/>
            <a:chOff x="176823" y="630392"/>
            <a:chExt cx="3240000" cy="276999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88649B0-C0ED-6FAD-AFEF-5749CDAC97B8}"/>
                </a:ext>
              </a:extLst>
            </p:cNvPr>
            <p:cNvSpPr/>
            <p:nvPr/>
          </p:nvSpPr>
          <p:spPr>
            <a:xfrm>
              <a:off x="176823" y="645200"/>
              <a:ext cx="216024" cy="21602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2</a:t>
              </a:r>
              <a:endPara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A77A3CD7-1849-62F3-2B8A-0AEF45177ADD}"/>
                </a:ext>
              </a:extLst>
            </p:cNvPr>
            <p:cNvCxnSpPr/>
            <p:nvPr/>
          </p:nvCxnSpPr>
          <p:spPr>
            <a:xfrm>
              <a:off x="176823" y="861224"/>
              <a:ext cx="324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8BC9718-32DB-B88B-CAE3-5D61EACB232A}"/>
                </a:ext>
              </a:extLst>
            </p:cNvPr>
            <p:cNvSpPr txBox="1"/>
            <p:nvPr/>
          </p:nvSpPr>
          <p:spPr>
            <a:xfrm>
              <a:off x="346667" y="630392"/>
              <a:ext cx="20826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2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Step</a:t>
              </a:r>
              <a:r>
                <a:rPr lang="ko-KR" altLang="en-US" sz="12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2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2</a:t>
              </a:r>
              <a:r>
                <a:rPr lang="ko-KR" altLang="en-US" sz="12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2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:</a:t>
              </a:r>
              <a:r>
                <a:rPr lang="ko-KR" altLang="en-US" sz="12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ko-KR" altLang="en-US" sz="1200" b="1" dirty="0" err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라미</a:t>
              </a:r>
              <a:r>
                <a:rPr lang="ko-KR" altLang="en-US" sz="12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2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&amp; </a:t>
              </a:r>
              <a:r>
                <a:rPr lang="ko-KR" altLang="en-US" sz="1200" b="1" dirty="0" err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전공정</a:t>
              </a:r>
              <a:r>
                <a:rPr lang="ko-KR" altLang="en-US" sz="12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2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Lot </a:t>
              </a:r>
              <a:r>
                <a:rPr lang="ko-KR" altLang="en-US" sz="12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선택</a:t>
              </a: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4FBA453-95F3-3217-B79B-2527F88339A4}"/>
              </a:ext>
            </a:extLst>
          </p:cNvPr>
          <p:cNvSpPr/>
          <p:nvPr/>
        </p:nvSpPr>
        <p:spPr>
          <a:xfrm>
            <a:off x="1605281" y="4523898"/>
            <a:ext cx="426720" cy="598565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 Box 879">
            <a:extLst>
              <a:ext uri="{FF2B5EF4-FFF2-40B4-BE49-F238E27FC236}">
                <a16:creationId xmlns:a16="http://schemas.microsoft.com/office/drawing/2014/main" id="{1293604A-3978-9852-FDC3-70FCCC6A10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4414" y="4342642"/>
            <a:ext cx="906594" cy="136256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buSzPct val="85000"/>
            </a:pPr>
            <a:r>
              <a:rPr lang="ko-KR" altLang="en-US" sz="8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① </a:t>
            </a:r>
            <a:r>
              <a:rPr lang="ko-KR" altLang="en-US" sz="800" dirty="0" err="1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라미</a:t>
            </a:r>
            <a:r>
              <a:rPr lang="ko-KR" altLang="en-US" sz="8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8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Lot ID </a:t>
            </a:r>
            <a:r>
              <a:rPr lang="ko-KR" altLang="en-US" sz="8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선택</a:t>
            </a:r>
            <a:endParaRPr lang="en-US" altLang="ko-KR" sz="800" dirty="0">
              <a:solidFill>
                <a:srgbClr val="FF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8176B94-3459-4D2D-3243-E8EBC433A696}"/>
              </a:ext>
            </a:extLst>
          </p:cNvPr>
          <p:cNvSpPr/>
          <p:nvPr/>
        </p:nvSpPr>
        <p:spPr>
          <a:xfrm>
            <a:off x="224642" y="5369536"/>
            <a:ext cx="2016365" cy="1349652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 Box 879">
            <a:extLst>
              <a:ext uri="{FF2B5EF4-FFF2-40B4-BE49-F238E27FC236}">
                <a16:creationId xmlns:a16="http://schemas.microsoft.com/office/drawing/2014/main" id="{C58385E2-556E-5E6A-D8BB-575229ED67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58" y="5052486"/>
            <a:ext cx="1557769" cy="283989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buSzPct val="85000"/>
            </a:pPr>
            <a:r>
              <a:rPr lang="ko-KR" altLang="en-US" sz="8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② </a:t>
            </a:r>
            <a:r>
              <a:rPr lang="ko-KR" altLang="en-US" sz="800" dirty="0" err="1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라미</a:t>
            </a:r>
            <a:r>
              <a:rPr lang="ko-KR" altLang="en-US" sz="8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 투입 </a:t>
            </a:r>
            <a:r>
              <a:rPr lang="en-US" altLang="ko-KR" sz="8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Lot </a:t>
            </a:r>
            <a:r>
              <a:rPr lang="ko-KR" altLang="en-US" sz="8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기준으로 조회되는 </a:t>
            </a:r>
            <a:r>
              <a:rPr lang="ko-KR" altLang="en-US" sz="800" dirty="0" err="1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노칭</a:t>
            </a:r>
            <a:r>
              <a:rPr lang="ko-KR" altLang="en-US" sz="8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 또는 롤프레스 </a:t>
            </a:r>
            <a:r>
              <a:rPr lang="en-US" altLang="ko-KR" sz="8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Lot </a:t>
            </a:r>
            <a:r>
              <a:rPr lang="ko-KR" altLang="en-US" sz="8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선택</a:t>
            </a:r>
            <a:endParaRPr lang="en-US" altLang="ko-KR" sz="800" dirty="0">
              <a:solidFill>
                <a:srgbClr val="FF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443988B-4480-0310-3032-4B179D738F85}"/>
              </a:ext>
            </a:extLst>
          </p:cNvPr>
          <p:cNvSpPr/>
          <p:nvPr/>
        </p:nvSpPr>
        <p:spPr>
          <a:xfrm>
            <a:off x="2353761" y="5369536"/>
            <a:ext cx="2016365" cy="1349652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 Box 879">
            <a:extLst>
              <a:ext uri="{FF2B5EF4-FFF2-40B4-BE49-F238E27FC236}">
                <a16:creationId xmlns:a16="http://schemas.microsoft.com/office/drawing/2014/main" id="{E9D4C473-0CB5-C65D-B332-D1167D033D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9489" y="5051314"/>
            <a:ext cx="1404326" cy="283989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buSzPct val="85000"/>
            </a:pPr>
            <a:r>
              <a:rPr lang="en-US" altLang="ko-KR" sz="800" dirty="0">
                <a:solidFill>
                  <a:srgbClr val="33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※</a:t>
            </a:r>
            <a:r>
              <a:rPr lang="ko-KR" altLang="en-US" sz="800" dirty="0">
                <a:solidFill>
                  <a:srgbClr val="33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 선택하신 </a:t>
            </a:r>
            <a:r>
              <a:rPr lang="en-US" altLang="ko-KR" sz="800" dirty="0">
                <a:solidFill>
                  <a:srgbClr val="33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Lot</a:t>
            </a:r>
            <a:r>
              <a:rPr lang="ko-KR" altLang="en-US" sz="800" dirty="0">
                <a:solidFill>
                  <a:srgbClr val="33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의 </a:t>
            </a:r>
            <a:r>
              <a:rPr lang="ko-KR" altLang="en-US" sz="800" dirty="0" err="1">
                <a:solidFill>
                  <a:srgbClr val="33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전공정</a:t>
            </a:r>
            <a:r>
              <a:rPr lang="ko-KR" altLang="en-US" sz="800" dirty="0">
                <a:solidFill>
                  <a:srgbClr val="33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 투입 이력이 자동으로 조회됩니다</a:t>
            </a:r>
            <a:endParaRPr lang="en-US" altLang="ko-KR" sz="800" dirty="0">
              <a:solidFill>
                <a:srgbClr val="3366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D8FF0B93-129A-1C4D-62CE-021E5F2CDABE}"/>
              </a:ext>
            </a:extLst>
          </p:cNvPr>
          <p:cNvGrpSpPr/>
          <p:nvPr/>
        </p:nvGrpSpPr>
        <p:grpSpPr>
          <a:xfrm>
            <a:off x="4965346" y="1004855"/>
            <a:ext cx="3240000" cy="276999"/>
            <a:chOff x="176823" y="630392"/>
            <a:chExt cx="3240000" cy="276999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8DC272C8-7C32-B710-BD25-48AB8775D5C6}"/>
                </a:ext>
              </a:extLst>
            </p:cNvPr>
            <p:cNvSpPr/>
            <p:nvPr/>
          </p:nvSpPr>
          <p:spPr>
            <a:xfrm>
              <a:off x="176823" y="645200"/>
              <a:ext cx="216024" cy="21602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3</a:t>
              </a:r>
              <a:endPara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C4311DA9-4D35-C64E-BB5E-D1FEEC565565}"/>
                </a:ext>
              </a:extLst>
            </p:cNvPr>
            <p:cNvCxnSpPr/>
            <p:nvPr/>
          </p:nvCxnSpPr>
          <p:spPr>
            <a:xfrm>
              <a:off x="176823" y="861224"/>
              <a:ext cx="324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8DDA552-A4E6-C153-6E66-30BE48451E11}"/>
                </a:ext>
              </a:extLst>
            </p:cNvPr>
            <p:cNvSpPr txBox="1"/>
            <p:nvPr/>
          </p:nvSpPr>
          <p:spPr>
            <a:xfrm>
              <a:off x="346667" y="630392"/>
              <a:ext cx="162576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2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Step</a:t>
              </a:r>
              <a:r>
                <a:rPr lang="ko-KR" altLang="en-US" sz="12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2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3</a:t>
              </a:r>
              <a:r>
                <a:rPr lang="ko-KR" altLang="en-US" sz="12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2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:</a:t>
              </a:r>
              <a:r>
                <a:rPr lang="ko-KR" altLang="en-US" sz="12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발생 위치 확인</a:t>
              </a:r>
            </a:p>
          </p:txBody>
        </p:sp>
      </p:grpSp>
      <p:sp>
        <p:nvSpPr>
          <p:cNvPr id="37" name="Text Box 879">
            <a:extLst>
              <a:ext uri="{FF2B5EF4-FFF2-40B4-BE49-F238E27FC236}">
                <a16:creationId xmlns:a16="http://schemas.microsoft.com/office/drawing/2014/main" id="{1DD22688-6B10-C447-BEDE-C0D063F02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5346" y="1310221"/>
            <a:ext cx="2936812" cy="13931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buSzPct val="85000"/>
            </a:pPr>
            <a:r>
              <a:rPr lang="ko-KR" altLang="en-US" sz="8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① 누적 그래프 또는 발생 위치를 클릭 또는 </a:t>
            </a:r>
            <a:r>
              <a:rPr lang="ko-KR" altLang="en-US" sz="800" dirty="0" err="1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드래그하여</a:t>
            </a:r>
            <a:r>
              <a:rPr lang="ko-KR" altLang="en-US" sz="8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 원하는 </a:t>
            </a:r>
            <a:r>
              <a:rPr lang="en-US" altLang="ko-KR" sz="8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Cell</a:t>
            </a:r>
            <a:r>
              <a:rPr lang="ko-KR" altLang="en-US" sz="8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선택</a:t>
            </a:r>
            <a:endParaRPr lang="en-US" altLang="ko-KR" sz="800" dirty="0">
              <a:solidFill>
                <a:srgbClr val="FF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38" name="Text Box 879">
            <a:extLst>
              <a:ext uri="{FF2B5EF4-FFF2-40B4-BE49-F238E27FC236}">
                <a16:creationId xmlns:a16="http://schemas.microsoft.com/office/drawing/2014/main" id="{7F39B2C7-F8C2-DFD2-B44C-986314F7D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5346" y="2554085"/>
            <a:ext cx="3906148" cy="136256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buSzPct val="85000"/>
            </a:pPr>
            <a:r>
              <a:rPr lang="ko-KR" altLang="en-US" sz="8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② 선택한 구간의 </a:t>
            </a:r>
            <a:r>
              <a:rPr lang="ko-KR" altLang="en-US" sz="800" dirty="0" err="1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라미</a:t>
            </a:r>
            <a:r>
              <a:rPr lang="en-US" altLang="ko-KR" sz="8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&amp;</a:t>
            </a:r>
            <a:r>
              <a:rPr lang="ko-KR" altLang="en-US" sz="800" dirty="0" err="1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노칭이미지와</a:t>
            </a:r>
            <a:r>
              <a:rPr lang="ko-KR" altLang="en-US" sz="8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sz="800" dirty="0" err="1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탭접힘</a:t>
            </a:r>
            <a:r>
              <a:rPr lang="ko-KR" altLang="en-US" sz="8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 발생 주기</a:t>
            </a:r>
            <a:r>
              <a:rPr lang="en-US" altLang="ko-KR" sz="8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ko-KR" altLang="en-US" sz="8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그리고 전후 </a:t>
            </a:r>
            <a:r>
              <a:rPr lang="en-US" altLang="ko-KR" sz="8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10 Cell</a:t>
            </a:r>
            <a:r>
              <a:rPr lang="ko-KR" altLang="en-US" sz="8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의 이미지 조회 가능</a:t>
            </a:r>
            <a:endParaRPr lang="en-US" altLang="ko-KR" sz="800" dirty="0">
              <a:solidFill>
                <a:srgbClr val="FF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41" name="Text Box 879">
            <a:extLst>
              <a:ext uri="{FF2B5EF4-FFF2-40B4-BE49-F238E27FC236}">
                <a16:creationId xmlns:a16="http://schemas.microsoft.com/office/drawing/2014/main" id="{49C24228-B13A-5D0D-7544-32237455BE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0854" y="1454210"/>
            <a:ext cx="1391938" cy="136256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buSzPct val="85000"/>
            </a:pPr>
            <a:r>
              <a:rPr lang="ko-KR" altLang="en-US" sz="8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③  </a:t>
            </a:r>
            <a:r>
              <a:rPr lang="ko-KR" altLang="en-US" sz="800" dirty="0" err="1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탭접힘</a:t>
            </a:r>
            <a:r>
              <a:rPr lang="ko-KR" altLang="en-US" sz="8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 발생 구간 경향 확인</a:t>
            </a:r>
            <a:endParaRPr lang="en-US" altLang="ko-KR" sz="800" dirty="0">
              <a:solidFill>
                <a:srgbClr val="FF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42" name="Text Box 879">
            <a:extLst>
              <a:ext uri="{FF2B5EF4-FFF2-40B4-BE49-F238E27FC236}">
                <a16:creationId xmlns:a16="http://schemas.microsoft.com/office/drawing/2014/main" id="{C047454D-8B1F-5E60-C5C3-28121D150B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717" y="1255446"/>
            <a:ext cx="4468740" cy="1532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SzPct val="85000"/>
            </a:pP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-.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호기별 </a:t>
            </a:r>
            <a:r>
              <a:rPr lang="ko-KR" altLang="en-US" sz="900" dirty="0" err="1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탭접힘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 발생 비율과 </a:t>
            </a:r>
            <a:r>
              <a:rPr lang="ko-KR" altLang="en-US" sz="900" dirty="0" err="1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탭접힘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 발생 구간 경향성 확인</a:t>
            </a:r>
            <a:endParaRPr lang="en-US" altLang="ko-KR" sz="900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43" name="Text Box 879">
            <a:extLst>
              <a:ext uri="{FF2B5EF4-FFF2-40B4-BE49-F238E27FC236}">
                <a16:creationId xmlns:a16="http://schemas.microsoft.com/office/drawing/2014/main" id="{2825CAE3-B15B-2CDA-4FC5-EBB49EDFB4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8119" y="3867137"/>
            <a:ext cx="1174074" cy="4317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buSzPct val="85000"/>
            </a:pPr>
            <a:r>
              <a:rPr lang="en-US" altLang="ko-KR" sz="800" dirty="0">
                <a:solidFill>
                  <a:srgbClr val="33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※</a:t>
            </a:r>
            <a:r>
              <a:rPr lang="ko-KR" altLang="en-US" sz="800" dirty="0">
                <a:solidFill>
                  <a:srgbClr val="33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 선택사항</a:t>
            </a:r>
            <a:endParaRPr lang="en-US" altLang="ko-KR" sz="800" dirty="0">
              <a:solidFill>
                <a:srgbClr val="3366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algn="ctr">
              <a:lnSpc>
                <a:spcPct val="120000"/>
              </a:lnSpc>
              <a:spcBef>
                <a:spcPts val="0"/>
              </a:spcBef>
              <a:buSzPct val="85000"/>
            </a:pPr>
            <a:r>
              <a:rPr lang="ko-KR" altLang="en-US" sz="800" dirty="0">
                <a:solidFill>
                  <a:srgbClr val="33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 극성과 발생구간을 클릭하여 조회 조건 세분화 가능</a:t>
            </a:r>
            <a:endParaRPr lang="en-US" altLang="ko-KR" sz="800" dirty="0">
              <a:solidFill>
                <a:srgbClr val="3366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D9ACA18A-DAB0-DBDB-D6F1-D5B912F8A83F}"/>
              </a:ext>
            </a:extLst>
          </p:cNvPr>
          <p:cNvCxnSpPr>
            <a:cxnSpLocks/>
            <a:stCxn id="43" idx="0"/>
            <a:endCxn id="45" idx="5"/>
          </p:cNvCxnSpPr>
          <p:nvPr/>
        </p:nvCxnSpPr>
        <p:spPr>
          <a:xfrm flipH="1" flipV="1">
            <a:off x="4087729" y="3561148"/>
            <a:ext cx="57427" cy="305989"/>
          </a:xfrm>
          <a:prstGeom prst="straightConnector1">
            <a:avLst/>
          </a:prstGeom>
          <a:ln>
            <a:solidFill>
              <a:srgbClr val="33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타원 44">
            <a:extLst>
              <a:ext uri="{FF2B5EF4-FFF2-40B4-BE49-F238E27FC236}">
                <a16:creationId xmlns:a16="http://schemas.microsoft.com/office/drawing/2014/main" id="{F4A89542-00D7-7FC3-6058-D6A08BCBFD8D}"/>
              </a:ext>
            </a:extLst>
          </p:cNvPr>
          <p:cNvSpPr/>
          <p:nvPr/>
        </p:nvSpPr>
        <p:spPr>
          <a:xfrm>
            <a:off x="3095500" y="2758604"/>
            <a:ext cx="1162468" cy="940239"/>
          </a:xfrm>
          <a:prstGeom prst="ellipse">
            <a:avLst/>
          </a:prstGeom>
          <a:noFill/>
          <a:ln w="19050">
            <a:solidFill>
              <a:srgbClr val="3366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 Box 879">
            <a:extLst>
              <a:ext uri="{FF2B5EF4-FFF2-40B4-BE49-F238E27FC236}">
                <a16:creationId xmlns:a16="http://schemas.microsoft.com/office/drawing/2014/main" id="{20EA5B3E-AE53-889C-AA1B-DCE5340842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717" y="4134506"/>
            <a:ext cx="4468740" cy="1532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SzPct val="85000"/>
            </a:pP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-. Lot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별 </a:t>
            </a:r>
            <a:r>
              <a:rPr lang="ko-KR" altLang="en-US" sz="900" dirty="0" err="1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탭접힘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 발생 빈도를 확인하여 투입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Lot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에 의한 접힘 불량 발생 여부 확인</a:t>
            </a:r>
            <a:endParaRPr lang="en-US" altLang="ko-KR" sz="900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75757592-3FB7-C392-642A-067EF9C7FF15}"/>
              </a:ext>
            </a:extLst>
          </p:cNvPr>
          <p:cNvGrpSpPr/>
          <p:nvPr/>
        </p:nvGrpSpPr>
        <p:grpSpPr>
          <a:xfrm>
            <a:off x="4882835" y="1492645"/>
            <a:ext cx="4235743" cy="5254444"/>
            <a:chOff x="4995554" y="1492645"/>
            <a:chExt cx="4848504" cy="5254444"/>
          </a:xfrm>
        </p:grpSpPr>
        <p:pic>
          <p:nvPicPr>
            <p:cNvPr id="54" name="그림 53">
              <a:extLst>
                <a:ext uri="{FF2B5EF4-FFF2-40B4-BE49-F238E27FC236}">
                  <a16:creationId xmlns:a16="http://schemas.microsoft.com/office/drawing/2014/main" id="{4C7D933F-0BC4-FF65-8E4A-0BE16C8A0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56788" y="1518973"/>
              <a:ext cx="4661130" cy="992858"/>
            </a:xfrm>
            <a:prstGeom prst="rect">
              <a:avLst/>
            </a:prstGeom>
          </p:spPr>
        </p:pic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B5E7FBA6-1823-3E3A-5180-A61F0F757333}"/>
                </a:ext>
              </a:extLst>
            </p:cNvPr>
            <p:cNvSpPr/>
            <p:nvPr/>
          </p:nvSpPr>
          <p:spPr>
            <a:xfrm>
              <a:off x="5028845" y="1492645"/>
              <a:ext cx="4771261" cy="992847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6" name="그림 55">
              <a:extLst>
                <a:ext uri="{FF2B5EF4-FFF2-40B4-BE49-F238E27FC236}">
                  <a16:creationId xmlns:a16="http://schemas.microsoft.com/office/drawing/2014/main" id="{342FA91B-D66A-82D3-FFD3-619C3C94498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995554" y="2670973"/>
              <a:ext cx="4848504" cy="2110291"/>
            </a:xfrm>
            <a:prstGeom prst="rect">
              <a:avLst/>
            </a:prstGeom>
          </p:spPr>
        </p:pic>
        <p:pic>
          <p:nvPicPr>
            <p:cNvPr id="57" name="그림 56">
              <a:extLst>
                <a:ext uri="{FF2B5EF4-FFF2-40B4-BE49-F238E27FC236}">
                  <a16:creationId xmlns:a16="http://schemas.microsoft.com/office/drawing/2014/main" id="{9071909A-99E9-A80F-2401-85915EFCE04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29642" y="4734083"/>
              <a:ext cx="4690131" cy="1170324"/>
            </a:xfrm>
            <a:prstGeom prst="rect">
              <a:avLst/>
            </a:prstGeom>
          </p:spPr>
        </p:pic>
        <p:pic>
          <p:nvPicPr>
            <p:cNvPr id="58" name="그림 57">
              <a:extLst>
                <a:ext uri="{FF2B5EF4-FFF2-40B4-BE49-F238E27FC236}">
                  <a16:creationId xmlns:a16="http://schemas.microsoft.com/office/drawing/2014/main" id="{BB09275C-3E83-BC72-BF4A-AC91D36FBE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56788" y="5904407"/>
              <a:ext cx="4739626" cy="842682"/>
            </a:xfrm>
            <a:prstGeom prst="rect">
              <a:avLst/>
            </a:prstGeom>
          </p:spPr>
        </p:pic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6D1DF9F4-F206-D922-BF59-1B50C89C88B3}"/>
                </a:ext>
              </a:extLst>
            </p:cNvPr>
            <p:cNvSpPr/>
            <p:nvPr/>
          </p:nvSpPr>
          <p:spPr>
            <a:xfrm>
              <a:off x="5091713" y="4781264"/>
              <a:ext cx="4626206" cy="1023283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Text Box 879">
              <a:extLst>
                <a:ext uri="{FF2B5EF4-FFF2-40B4-BE49-F238E27FC236}">
                  <a16:creationId xmlns:a16="http://schemas.microsoft.com/office/drawing/2014/main" id="{76C9918B-390B-EDCC-04F8-D611AB9174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38984" y="4849424"/>
              <a:ext cx="1493807" cy="431721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0"/>
                </a:spcBef>
                <a:buSzPct val="85000"/>
              </a:pPr>
              <a:r>
                <a:rPr lang="en-US" altLang="ko-KR" sz="800" dirty="0">
                  <a:solidFill>
                    <a:srgbClr val="33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  <a:sym typeface="Wingdings" panose="05000000000000000000" pitchFamily="2" charset="2"/>
                </a:rPr>
                <a:t>※</a:t>
              </a:r>
              <a:r>
                <a:rPr lang="ko-KR" altLang="en-US" sz="800" dirty="0">
                  <a:solidFill>
                    <a:srgbClr val="33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  <a:sym typeface="Wingdings" panose="05000000000000000000" pitchFamily="2" charset="2"/>
                </a:rPr>
                <a:t> 선택사항</a:t>
              </a:r>
              <a:endParaRPr lang="en-US" altLang="ko-KR" sz="800" dirty="0">
                <a:solidFill>
                  <a:srgbClr val="33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algn="ctr">
                <a:lnSpc>
                  <a:spcPct val="120000"/>
                </a:lnSpc>
                <a:spcBef>
                  <a:spcPts val="0"/>
                </a:spcBef>
                <a:buSzPct val="85000"/>
              </a:pPr>
              <a:r>
                <a:rPr lang="ko-KR" altLang="en-US" sz="800" dirty="0">
                  <a:solidFill>
                    <a:srgbClr val="33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  <a:sym typeface="Wingdings" panose="05000000000000000000" pitchFamily="2" charset="2"/>
                </a:rPr>
                <a:t> 특정 주기의 이미지만 조회가 필요한 경우 해당 그래프에서 선택</a:t>
              </a:r>
              <a:endParaRPr lang="en-US" altLang="ko-KR" sz="800" dirty="0">
                <a:solidFill>
                  <a:srgbClr val="33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61" name="Text Box 879">
              <a:extLst>
                <a:ext uri="{FF2B5EF4-FFF2-40B4-BE49-F238E27FC236}">
                  <a16:creationId xmlns:a16="http://schemas.microsoft.com/office/drawing/2014/main" id="{060F4546-3D5E-8ED6-1B9A-7533CC24A2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57362" y="2757183"/>
              <a:ext cx="1339052" cy="283989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0"/>
                </a:spcBef>
                <a:buSzPct val="85000"/>
              </a:pPr>
              <a:r>
                <a:rPr lang="en-US" altLang="ko-KR" sz="800" dirty="0">
                  <a:solidFill>
                    <a:srgbClr val="33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  <a:sym typeface="Wingdings" panose="05000000000000000000" pitchFamily="2" charset="2"/>
                </a:rPr>
                <a:t>※</a:t>
              </a:r>
              <a:r>
                <a:rPr lang="ko-KR" altLang="en-US" sz="800" dirty="0">
                  <a:solidFill>
                    <a:srgbClr val="33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  <a:r>
                <a:rPr lang="en-US" altLang="ko-KR" sz="800" dirty="0">
                  <a:solidFill>
                    <a:srgbClr val="33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  <a:sym typeface="Wingdings" panose="05000000000000000000" pitchFamily="2" charset="2"/>
                </a:rPr>
                <a:t>NND </a:t>
              </a:r>
              <a:r>
                <a:rPr lang="ko-KR" altLang="en-US" sz="800" dirty="0">
                  <a:solidFill>
                    <a:srgbClr val="33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  <a:sym typeface="Wingdings" panose="05000000000000000000" pitchFamily="2" charset="2"/>
                </a:rPr>
                <a:t>이미지는 실물 </a:t>
              </a:r>
              <a:r>
                <a:rPr lang="en-US" altLang="ko-KR" sz="800" dirty="0">
                  <a:solidFill>
                    <a:srgbClr val="33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  <a:sym typeface="Wingdings" panose="05000000000000000000" pitchFamily="2" charset="2"/>
                </a:rPr>
                <a:t>Cell ID</a:t>
              </a:r>
              <a:r>
                <a:rPr lang="ko-KR" altLang="en-US" sz="800" dirty="0">
                  <a:solidFill>
                    <a:srgbClr val="33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  <a:sym typeface="Wingdings" panose="05000000000000000000" pitchFamily="2" charset="2"/>
                </a:rPr>
                <a:t>가 있는 음극만 조회 가능</a:t>
              </a:r>
              <a:endParaRPr lang="en-US" altLang="ko-KR" sz="800" dirty="0">
                <a:solidFill>
                  <a:srgbClr val="33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</p:grpSp>
      <p:sp>
        <p:nvSpPr>
          <p:cNvPr id="63" name="실행 단추: 홈으로 이동 62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FFE249C1-E292-BC9B-4AF5-30AB1DD21A83}"/>
              </a:ext>
            </a:extLst>
          </p:cNvPr>
          <p:cNvSpPr/>
          <p:nvPr/>
        </p:nvSpPr>
        <p:spPr>
          <a:xfrm>
            <a:off x="8847503" y="52358"/>
            <a:ext cx="214348" cy="231092"/>
          </a:xfrm>
          <a:prstGeom prst="actionButtonHome">
            <a:avLst/>
          </a:prstGeom>
          <a:solidFill>
            <a:sysClr val="window" lastClr="FFFFFF">
              <a:lumMod val="8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71835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125">
            <a:extLst>
              <a:ext uri="{FF2B5EF4-FFF2-40B4-BE49-F238E27FC236}">
                <a16:creationId xmlns:a16="http://schemas.microsoft.com/office/drawing/2014/main" id="{6443F285-12F7-F989-7FC6-F6310749BE49}"/>
              </a:ext>
            </a:extLst>
          </p:cNvPr>
          <p:cNvCxnSpPr>
            <a:cxnSpLocks/>
          </p:cNvCxnSpPr>
          <p:nvPr/>
        </p:nvCxnSpPr>
        <p:spPr>
          <a:xfrm>
            <a:off x="-1" y="494862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>
            <a:extLst>
              <a:ext uri="{FF2B5EF4-FFF2-40B4-BE49-F238E27FC236}">
                <a16:creationId xmlns:a16="http://schemas.microsoft.com/office/drawing/2014/main" id="{8EDB60D2-D1FF-3807-70F9-569CBC362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15" y="106985"/>
            <a:ext cx="6050610" cy="31314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3323" tIns="3323" rIns="3323" bIns="3323" anchor="b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보조</a:t>
            </a:r>
            <a:r>
              <a:rPr kumimoji="1" lang="en-US" altLang="ko-KR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. </a:t>
            </a:r>
            <a:r>
              <a:rPr lang="ko-KR" altLang="en-US" sz="1800" b="1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탭접힘</a:t>
            </a:r>
            <a:r>
              <a:rPr lang="ko-KR" altLang="en-US" sz="1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발생 위치 세분화를 위한 </a:t>
            </a:r>
            <a:r>
              <a:rPr lang="en-US" altLang="ko-KR" sz="1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Tab Sensor </a:t>
            </a:r>
            <a:r>
              <a:rPr lang="ko-KR" altLang="en-US" sz="1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추가 설치 검토 건</a:t>
            </a:r>
            <a:endParaRPr kumimoji="1" lang="ko-KR" altLang="en-US" b="1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4655929-80B0-94A1-8E94-6B0F563A8807}"/>
              </a:ext>
            </a:extLst>
          </p:cNvPr>
          <p:cNvSpPr txBox="1"/>
          <p:nvPr/>
        </p:nvSpPr>
        <p:spPr>
          <a:xfrm>
            <a:off x="7047229" y="266553"/>
            <a:ext cx="1999265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22041" latinLnBrk="0">
              <a:defRPr/>
            </a:pPr>
            <a:r>
              <a:rPr lang="ko-KR" altLang="en-US" sz="923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작성자 </a:t>
            </a:r>
            <a:r>
              <a:rPr lang="en-US" altLang="ko-KR" sz="923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923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제조빅데이터분석</a:t>
            </a:r>
            <a:r>
              <a:rPr lang="en-US" altLang="ko-KR" sz="923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r>
              <a:rPr lang="ko-KR" altLang="en-US" sz="923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팀 김석중</a:t>
            </a:r>
            <a:r>
              <a:rPr lang="en-US" altLang="ko-KR" sz="923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</a:t>
            </a:r>
            <a:endParaRPr lang="ko-KR" altLang="en-US" sz="923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C400863-D395-AB4A-6D9F-D260E640F1E3}"/>
              </a:ext>
            </a:extLst>
          </p:cNvPr>
          <p:cNvGraphicFramePr>
            <a:graphicFrameLocks noGrp="1"/>
          </p:cNvGraphicFramePr>
          <p:nvPr/>
        </p:nvGraphicFramePr>
        <p:xfrm>
          <a:off x="872920" y="5822881"/>
          <a:ext cx="8038567" cy="648750"/>
        </p:xfrm>
        <a:graphic>
          <a:graphicData uri="http://schemas.openxmlformats.org/drawingml/2006/table">
            <a:tbl>
              <a:tblPr/>
              <a:tblGrid>
                <a:gridCol w="743294">
                  <a:extLst>
                    <a:ext uri="{9D8B030D-6E8A-4147-A177-3AD203B41FA5}">
                      <a16:colId xmlns:a16="http://schemas.microsoft.com/office/drawing/2014/main" val="1419968246"/>
                    </a:ext>
                  </a:extLst>
                </a:gridCol>
                <a:gridCol w="1558850">
                  <a:extLst>
                    <a:ext uri="{9D8B030D-6E8A-4147-A177-3AD203B41FA5}">
                      <a16:colId xmlns:a16="http://schemas.microsoft.com/office/drawing/2014/main" val="4286047127"/>
                    </a:ext>
                  </a:extLst>
                </a:gridCol>
                <a:gridCol w="1431528">
                  <a:extLst>
                    <a:ext uri="{9D8B030D-6E8A-4147-A177-3AD203B41FA5}">
                      <a16:colId xmlns:a16="http://schemas.microsoft.com/office/drawing/2014/main" val="3522558004"/>
                    </a:ext>
                  </a:extLst>
                </a:gridCol>
                <a:gridCol w="1308569">
                  <a:extLst>
                    <a:ext uri="{9D8B030D-6E8A-4147-A177-3AD203B41FA5}">
                      <a16:colId xmlns:a16="http://schemas.microsoft.com/office/drawing/2014/main" val="924247946"/>
                    </a:ext>
                  </a:extLst>
                </a:gridCol>
                <a:gridCol w="1389712">
                  <a:extLst>
                    <a:ext uri="{9D8B030D-6E8A-4147-A177-3AD203B41FA5}">
                      <a16:colId xmlns:a16="http://schemas.microsoft.com/office/drawing/2014/main" val="1934853324"/>
                    </a:ext>
                  </a:extLst>
                </a:gridCol>
                <a:gridCol w="1606614">
                  <a:extLst>
                    <a:ext uri="{9D8B030D-6E8A-4147-A177-3AD203B41FA5}">
                      <a16:colId xmlns:a16="http://schemas.microsoft.com/office/drawing/2014/main" val="1860866196"/>
                    </a:ext>
                  </a:extLst>
                </a:gridCol>
              </a:tblGrid>
              <a:tr h="10242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No</a:t>
                      </a:r>
                    </a:p>
                  </a:txBody>
                  <a:tcPr marL="7970" marR="7970" marT="7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수집 위치</a:t>
                      </a:r>
                    </a:p>
                  </a:txBody>
                  <a:tcPr marL="7970" marR="7970" marT="7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수집 유형</a:t>
                      </a:r>
                    </a:p>
                  </a:txBody>
                  <a:tcPr marL="7970" marR="7970" marT="7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센싱 위치</a:t>
                      </a:r>
                    </a:p>
                  </a:txBody>
                  <a:tcPr marL="7970" marR="7970" marT="7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수집 정보</a:t>
                      </a:r>
                    </a:p>
                  </a:txBody>
                  <a:tcPr marL="7970" marR="7970" marT="7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7970" marR="7970" marT="7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222829"/>
                  </a:ext>
                </a:extLst>
              </a:tr>
              <a:tr h="17771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</a:t>
                      </a:r>
                    </a:p>
                  </a:txBody>
                  <a:tcPr marL="7970" marR="7970" marT="7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단변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8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실러</a:t>
                      </a:r>
                      <a:endParaRPr lang="en-US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70" marR="7970" marT="7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Tab 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센서</a:t>
                      </a:r>
                    </a:p>
                  </a:txBody>
                  <a:tcPr marL="7970" marR="7970" marT="7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OP</a:t>
                      </a:r>
                    </a:p>
                    <a:p>
                      <a:pPr algn="ctr" fontAlgn="ctr"/>
                      <a:r>
                        <a:rPr 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MC</a:t>
                      </a:r>
                    </a:p>
                  </a:txBody>
                  <a:tcPr marL="7970" marR="7970" marT="7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Tab Width</a:t>
                      </a:r>
                      <a:br>
                        <a:rPr 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Tab Pitch</a:t>
                      </a:r>
                    </a:p>
                  </a:txBody>
                  <a:tcPr marL="7970" marR="7970" marT="7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신규 수집 필요 항목</a:t>
                      </a:r>
                    </a:p>
                  </a:txBody>
                  <a:tcPr marL="7970" marR="7970" marT="7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073128"/>
                  </a:ext>
                </a:extLst>
              </a:tr>
              <a:tr h="17771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</a:t>
                      </a:r>
                    </a:p>
                  </a:txBody>
                  <a:tcPr marL="7970" marR="7970" marT="7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Insp.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CV</a:t>
                      </a:r>
                      <a:endParaRPr lang="ko-KR" altLang="en-US" sz="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970" marR="7970" marT="7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Tab 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센서</a:t>
                      </a:r>
                    </a:p>
                  </a:txBody>
                  <a:tcPr marL="7970" marR="7970" marT="7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OP</a:t>
                      </a:r>
                    </a:p>
                    <a:p>
                      <a:pPr algn="ctr" fontAlgn="ctr"/>
                      <a:r>
                        <a:rPr 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MC</a:t>
                      </a:r>
                    </a:p>
                  </a:txBody>
                  <a:tcPr marL="7970" marR="7970" marT="7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Tab Width</a:t>
                      </a:r>
                      <a:br>
                        <a:rPr 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Tab Pitch</a:t>
                      </a:r>
                    </a:p>
                  </a:txBody>
                  <a:tcPr marL="7970" marR="7970" marT="7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신규 수집 필요 항목</a:t>
                      </a:r>
                    </a:p>
                  </a:txBody>
                  <a:tcPr marL="7970" marR="7970" marT="79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9251383"/>
                  </a:ext>
                </a:extLst>
              </a:tr>
            </a:tbl>
          </a:graphicData>
        </a:graphic>
      </p:graphicFrame>
      <p:grpSp>
        <p:nvGrpSpPr>
          <p:cNvPr id="6" name="그룹 5">
            <a:extLst>
              <a:ext uri="{FF2B5EF4-FFF2-40B4-BE49-F238E27FC236}">
                <a16:creationId xmlns:a16="http://schemas.microsoft.com/office/drawing/2014/main" id="{0A5D1DAE-CAC5-B323-E77D-B674EF015F12}"/>
              </a:ext>
            </a:extLst>
          </p:cNvPr>
          <p:cNvGrpSpPr/>
          <p:nvPr/>
        </p:nvGrpSpPr>
        <p:grpSpPr>
          <a:xfrm>
            <a:off x="152688" y="667848"/>
            <a:ext cx="546888" cy="2655175"/>
            <a:chOff x="117787" y="2946396"/>
            <a:chExt cx="546888" cy="1602715"/>
          </a:xfrm>
        </p:grpSpPr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B9A9CBC6-6240-2BB9-4253-FCECFD91CB68}"/>
                </a:ext>
              </a:extLst>
            </p:cNvPr>
            <p:cNvSpPr/>
            <p:nvPr/>
          </p:nvSpPr>
          <p:spPr>
            <a:xfrm>
              <a:off x="117787" y="2946396"/>
              <a:ext cx="546888" cy="1602715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1EB07BD-8852-6143-2BD7-48E4BEBA0594}"/>
                </a:ext>
              </a:extLst>
            </p:cNvPr>
            <p:cNvSpPr txBox="1"/>
            <p:nvPr/>
          </p:nvSpPr>
          <p:spPr>
            <a:xfrm>
              <a:off x="155163" y="3532622"/>
              <a:ext cx="453970" cy="2607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분석</a:t>
              </a:r>
              <a:endParaRPr kumimoji="1" lang="en-US" altLang="ko-KR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결과</a:t>
              </a: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68BC729E-D065-73EF-8D5F-A91AA7D56908}"/>
              </a:ext>
            </a:extLst>
          </p:cNvPr>
          <p:cNvGrpSpPr/>
          <p:nvPr/>
        </p:nvGrpSpPr>
        <p:grpSpPr>
          <a:xfrm>
            <a:off x="152688" y="3533936"/>
            <a:ext cx="546888" cy="2992746"/>
            <a:chOff x="117787" y="2946396"/>
            <a:chExt cx="546888" cy="1602715"/>
          </a:xfrm>
        </p:grpSpPr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F8925767-AE66-67CA-1BB6-A4C6E0A1C3B1}"/>
                </a:ext>
              </a:extLst>
            </p:cNvPr>
            <p:cNvSpPr/>
            <p:nvPr/>
          </p:nvSpPr>
          <p:spPr>
            <a:xfrm>
              <a:off x="117787" y="2946396"/>
              <a:ext cx="546888" cy="1602715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A8AA5680-9BF2-E134-028F-0F0AD4D00D68}"/>
                </a:ext>
              </a:extLst>
            </p:cNvPr>
            <p:cNvSpPr txBox="1"/>
            <p:nvPr/>
          </p:nvSpPr>
          <p:spPr>
            <a:xfrm>
              <a:off x="155163" y="3532622"/>
              <a:ext cx="453970" cy="2472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개선</a:t>
              </a:r>
              <a:endParaRPr kumimoji="1" lang="en-US" altLang="ko-KR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사항</a:t>
              </a:r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4D76DF6A-BB9F-5AB1-EE93-CD276FF21CD9}"/>
              </a:ext>
            </a:extLst>
          </p:cNvPr>
          <p:cNvSpPr txBox="1"/>
          <p:nvPr/>
        </p:nvSpPr>
        <p:spPr>
          <a:xfrm>
            <a:off x="774048" y="912529"/>
            <a:ext cx="65660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1"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1. 3/1</a:t>
            </a:r>
            <a:r>
              <a:rPr kumimoji="1"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~</a:t>
            </a:r>
            <a:r>
              <a:rPr kumimoji="1"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3/6</a:t>
            </a:r>
            <a:r>
              <a:rPr kumimoji="1"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Tab Sensor </a:t>
            </a:r>
            <a:r>
              <a:rPr kumimoji="1"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데이터 확인 시 구간</a:t>
            </a:r>
            <a:r>
              <a:rPr kumimoji="1"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 </a:t>
            </a:r>
            <a:r>
              <a:rPr kumimoji="1"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에서 </a:t>
            </a:r>
            <a:r>
              <a:rPr kumimoji="1" lang="ko-KR" altLang="en-US" sz="120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탭접힘이</a:t>
            </a:r>
            <a:r>
              <a:rPr kumimoji="1"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발생함</a:t>
            </a:r>
            <a:endParaRPr kumimoji="1" lang="en-US" altLang="ko-KR" sz="12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1"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2. </a:t>
            </a:r>
            <a:r>
              <a:rPr kumimoji="1"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구간</a:t>
            </a:r>
            <a:r>
              <a:rPr kumimoji="1"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r>
              <a:rPr kumimoji="1"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의 발생 위치를 세분화하기 위해 총 </a:t>
            </a:r>
            <a:r>
              <a:rPr kumimoji="1"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4</a:t>
            </a:r>
            <a:r>
              <a:rPr kumimoji="1"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개의 </a:t>
            </a:r>
            <a:r>
              <a:rPr kumimoji="1"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Tab Sensor </a:t>
            </a:r>
            <a:r>
              <a:rPr kumimoji="1"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설치가 필요함</a:t>
            </a:r>
            <a:endParaRPr kumimoji="1" lang="en-US" altLang="ko-KR" sz="12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lvl="0" defTabSz="914400" fontAlgn="base" latinLnBrk="1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3. </a:t>
            </a:r>
            <a:r>
              <a:rPr kumimoji="1"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구간</a:t>
            </a:r>
            <a:r>
              <a:rPr kumimoji="1"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r>
              <a:rPr kumimoji="1"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의 </a:t>
            </a:r>
            <a:r>
              <a:rPr kumimoji="1"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PET Rewinder</a:t>
            </a:r>
            <a:r>
              <a:rPr kumimoji="1"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이전의 경우 전극</a:t>
            </a:r>
            <a:r>
              <a:rPr kumimoji="1"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Tab</a:t>
            </a:r>
            <a:r>
              <a:rPr kumimoji="1"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이 </a:t>
            </a:r>
            <a:r>
              <a:rPr kumimoji="1"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PET</a:t>
            </a:r>
            <a:r>
              <a:rPr kumimoji="1"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사이에 있어 접힐 확률이 낮아</a:t>
            </a:r>
            <a:r>
              <a:rPr kumimoji="1"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20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이후단</a:t>
            </a:r>
            <a:r>
              <a:rPr kumimoji="1"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r>
              <a:rPr kumimoji="1"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개소 설치필요</a:t>
            </a:r>
            <a:endParaRPr kumimoji="1" lang="ko-KR" alt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8FB55BC-A4B9-97F4-086C-5F6CEFA3FCCD}"/>
              </a:ext>
            </a:extLst>
          </p:cNvPr>
          <p:cNvSpPr txBox="1"/>
          <p:nvPr/>
        </p:nvSpPr>
        <p:spPr>
          <a:xfrm>
            <a:off x="4472160" y="1460999"/>
            <a:ext cx="337121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800" dirty="0" err="1">
                <a:solidFill>
                  <a:srgbClr val="33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단변</a:t>
            </a:r>
            <a:r>
              <a:rPr kumimoji="1" lang="ko-KR" altLang="en-US" sz="800" dirty="0">
                <a:solidFill>
                  <a:srgbClr val="33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800" dirty="0" err="1">
                <a:solidFill>
                  <a:srgbClr val="33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실러직후</a:t>
            </a:r>
            <a:r>
              <a:rPr kumimoji="1" lang="en-US" altLang="ko-KR" sz="800" dirty="0">
                <a:solidFill>
                  <a:srgbClr val="33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Insp CV</a:t>
            </a:r>
            <a:r>
              <a:rPr kumimoji="1" lang="ko-KR" altLang="en-US" sz="800" dirty="0">
                <a:solidFill>
                  <a:srgbClr val="33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의 </a:t>
            </a:r>
            <a:r>
              <a:rPr kumimoji="1" lang="ko-KR" altLang="en-US" sz="800" dirty="0" err="1">
                <a:solidFill>
                  <a:srgbClr val="33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닙롤</a:t>
            </a:r>
            <a:r>
              <a:rPr kumimoji="1" lang="ko-KR" altLang="en-US" sz="800" dirty="0">
                <a:solidFill>
                  <a:srgbClr val="33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직후 양</a:t>
            </a:r>
            <a:r>
              <a:rPr kumimoji="1" lang="en-US" altLang="ko-KR" sz="800" dirty="0">
                <a:solidFill>
                  <a:srgbClr val="33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kumimoji="1" lang="ko-KR" altLang="en-US" sz="800" dirty="0">
                <a:solidFill>
                  <a:srgbClr val="33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음극</a:t>
            </a:r>
            <a:r>
              <a:rPr kumimoji="1" lang="en-US" altLang="ko-KR" sz="800" dirty="0">
                <a:solidFill>
                  <a:srgbClr val="33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tab</a:t>
            </a:r>
            <a:r>
              <a:rPr kumimoji="1" lang="ko-KR" altLang="en-US" sz="800" dirty="0">
                <a:solidFill>
                  <a:srgbClr val="33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센서 각각 </a:t>
            </a:r>
            <a:r>
              <a:rPr kumimoji="1" lang="en-US" altLang="ko-KR" sz="800" dirty="0">
                <a:solidFill>
                  <a:srgbClr val="33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r>
              <a:rPr kumimoji="1" lang="ko-KR" altLang="en-US" sz="800" dirty="0">
                <a:solidFill>
                  <a:srgbClr val="33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개씩 총 </a:t>
            </a:r>
            <a:r>
              <a:rPr kumimoji="1" lang="en-US" altLang="ko-KR" sz="800" dirty="0">
                <a:solidFill>
                  <a:srgbClr val="33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4</a:t>
            </a:r>
            <a:r>
              <a:rPr kumimoji="1" lang="ko-KR" altLang="en-US" sz="800" dirty="0">
                <a:solidFill>
                  <a:srgbClr val="33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 추가 설치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6B0CEEB-8C39-4383-B95B-FD2D07F5796D}"/>
              </a:ext>
            </a:extLst>
          </p:cNvPr>
          <p:cNvSpPr txBox="1"/>
          <p:nvPr/>
        </p:nvSpPr>
        <p:spPr>
          <a:xfrm>
            <a:off x="857265" y="1707155"/>
            <a:ext cx="14430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defTabSz="914400" fontAlgn="auto" latinLnBrk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sz="10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■ </a:t>
            </a:r>
            <a:r>
              <a:rPr lang="ko-KR" altLang="en-US" dirty="0" err="1"/>
              <a:t>탭접힘</a:t>
            </a:r>
            <a:r>
              <a:rPr lang="ko-KR" altLang="en-US" dirty="0"/>
              <a:t> 기존 분류 개소</a:t>
            </a:r>
            <a:endParaRPr lang="en-US" altLang="ko-KR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B543E1A-9BFB-2CAB-E334-47F01B5527A2}"/>
              </a:ext>
            </a:extLst>
          </p:cNvPr>
          <p:cNvSpPr txBox="1"/>
          <p:nvPr/>
        </p:nvSpPr>
        <p:spPr>
          <a:xfrm>
            <a:off x="700750" y="667848"/>
            <a:ext cx="8963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분석결과</a:t>
            </a: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6933268A-23FA-02CA-B6F4-7C921F4088FA}"/>
              </a:ext>
            </a:extLst>
          </p:cNvPr>
          <p:cNvGrpSpPr/>
          <p:nvPr/>
        </p:nvGrpSpPr>
        <p:grpSpPr>
          <a:xfrm>
            <a:off x="974999" y="1943993"/>
            <a:ext cx="3832650" cy="1234770"/>
            <a:chOff x="906528" y="1936042"/>
            <a:chExt cx="4637507" cy="1234770"/>
          </a:xfrm>
        </p:grpSpPr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28219F9F-ABCD-0817-ED27-A35252AC975E}"/>
                </a:ext>
              </a:extLst>
            </p:cNvPr>
            <p:cNvSpPr/>
            <p:nvPr/>
          </p:nvSpPr>
          <p:spPr>
            <a:xfrm>
              <a:off x="906528" y="1960026"/>
              <a:ext cx="519770" cy="1695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F89AC625-C2A6-458A-68C1-D82C5E3BDDC2}"/>
                </a:ext>
              </a:extLst>
            </p:cNvPr>
            <p:cNvGrpSpPr/>
            <p:nvPr/>
          </p:nvGrpSpPr>
          <p:grpSpPr>
            <a:xfrm>
              <a:off x="922513" y="1936042"/>
              <a:ext cx="4621522" cy="1234770"/>
              <a:chOff x="433391" y="2415631"/>
              <a:chExt cx="4621522" cy="1234770"/>
            </a:xfrm>
          </p:grpSpPr>
          <p:grpSp>
            <p:nvGrpSpPr>
              <p:cNvPr id="81" name="그룹 80">
                <a:extLst>
                  <a:ext uri="{FF2B5EF4-FFF2-40B4-BE49-F238E27FC236}">
                    <a16:creationId xmlns:a16="http://schemas.microsoft.com/office/drawing/2014/main" id="{2DBB20D5-F784-34BB-E717-061A8938960E}"/>
                  </a:ext>
                </a:extLst>
              </p:cNvPr>
              <p:cNvGrpSpPr/>
              <p:nvPr/>
            </p:nvGrpSpPr>
            <p:grpSpPr>
              <a:xfrm>
                <a:off x="433391" y="2424451"/>
                <a:ext cx="4307180" cy="1206802"/>
                <a:chOff x="994627" y="548640"/>
                <a:chExt cx="7672522" cy="2322908"/>
              </a:xfrm>
              <a:noFill/>
            </p:grpSpPr>
            <p:grpSp>
              <p:nvGrpSpPr>
                <p:cNvPr id="90" name="그룹 89">
                  <a:extLst>
                    <a:ext uri="{FF2B5EF4-FFF2-40B4-BE49-F238E27FC236}">
                      <a16:creationId xmlns:a16="http://schemas.microsoft.com/office/drawing/2014/main" id="{D1DDF4FF-8AF2-BFF4-8205-01C2E3C3ABA5}"/>
                    </a:ext>
                  </a:extLst>
                </p:cNvPr>
                <p:cNvGrpSpPr/>
                <p:nvPr/>
              </p:nvGrpSpPr>
              <p:grpSpPr>
                <a:xfrm rot="19453337" flipV="1">
                  <a:off x="4036107" y="1896461"/>
                  <a:ext cx="188133" cy="165862"/>
                  <a:chOff x="295527" y="4867717"/>
                  <a:chExt cx="1126676" cy="787908"/>
                </a:xfrm>
                <a:grpFill/>
              </p:grpSpPr>
              <p:sp>
                <p:nvSpPr>
                  <p:cNvPr id="748" name="자유형 699">
                    <a:extLst>
                      <a:ext uri="{FF2B5EF4-FFF2-40B4-BE49-F238E27FC236}">
                        <a16:creationId xmlns:a16="http://schemas.microsoft.com/office/drawing/2014/main" id="{F2FE7CEC-BB7C-5BBC-D3A4-53D6AA46AA82}"/>
                      </a:ext>
                    </a:extLst>
                  </p:cNvPr>
                  <p:cNvSpPr/>
                  <p:nvPr/>
                </p:nvSpPr>
                <p:spPr>
                  <a:xfrm>
                    <a:off x="295527" y="5305105"/>
                    <a:ext cx="1121093" cy="350520"/>
                  </a:xfrm>
                  <a:custGeom>
                    <a:avLst/>
                    <a:gdLst>
                      <a:gd name="connsiteX0" fmla="*/ 342900 w 1120140"/>
                      <a:gd name="connsiteY0" fmla="*/ 38100 h 350520"/>
                      <a:gd name="connsiteX1" fmla="*/ 472440 w 1120140"/>
                      <a:gd name="connsiteY1" fmla="*/ 22860 h 350520"/>
                      <a:gd name="connsiteX2" fmla="*/ 457200 w 1120140"/>
                      <a:gd name="connsiteY2" fmla="*/ 114300 h 350520"/>
                      <a:gd name="connsiteX3" fmla="*/ 1120140 w 1120140"/>
                      <a:gd name="connsiteY3" fmla="*/ 121920 h 350520"/>
                      <a:gd name="connsiteX4" fmla="*/ 472440 w 1120140"/>
                      <a:gd name="connsiteY4" fmla="*/ 350520 h 350520"/>
                      <a:gd name="connsiteX5" fmla="*/ 0 w 1120140"/>
                      <a:gd name="connsiteY5" fmla="*/ 342900 h 350520"/>
                      <a:gd name="connsiteX6" fmla="*/ 0 w 1120140"/>
                      <a:gd name="connsiteY6" fmla="*/ 0 h 350520"/>
                      <a:gd name="connsiteX7" fmla="*/ 480060 w 1120140"/>
                      <a:gd name="connsiteY7" fmla="*/ 0 h 350520"/>
                      <a:gd name="connsiteX8" fmla="*/ 480060 w 1120140"/>
                      <a:gd name="connsiteY8" fmla="*/ 121920 h 350520"/>
                      <a:gd name="connsiteX9" fmla="*/ 1021080 w 1120140"/>
                      <a:gd name="connsiteY9" fmla="*/ 114300 h 350520"/>
                      <a:gd name="connsiteX0" fmla="*/ 472440 w 1120140"/>
                      <a:gd name="connsiteY0" fmla="*/ 22860 h 350520"/>
                      <a:gd name="connsiteX1" fmla="*/ 457200 w 1120140"/>
                      <a:gd name="connsiteY1" fmla="*/ 114300 h 350520"/>
                      <a:gd name="connsiteX2" fmla="*/ 1120140 w 1120140"/>
                      <a:gd name="connsiteY2" fmla="*/ 121920 h 350520"/>
                      <a:gd name="connsiteX3" fmla="*/ 472440 w 1120140"/>
                      <a:gd name="connsiteY3" fmla="*/ 350520 h 350520"/>
                      <a:gd name="connsiteX4" fmla="*/ 0 w 1120140"/>
                      <a:gd name="connsiteY4" fmla="*/ 342900 h 350520"/>
                      <a:gd name="connsiteX5" fmla="*/ 0 w 1120140"/>
                      <a:gd name="connsiteY5" fmla="*/ 0 h 350520"/>
                      <a:gd name="connsiteX6" fmla="*/ 480060 w 1120140"/>
                      <a:gd name="connsiteY6" fmla="*/ 0 h 350520"/>
                      <a:gd name="connsiteX7" fmla="*/ 480060 w 1120140"/>
                      <a:gd name="connsiteY7" fmla="*/ 121920 h 350520"/>
                      <a:gd name="connsiteX8" fmla="*/ 1021080 w 1120140"/>
                      <a:gd name="connsiteY8" fmla="*/ 114300 h 350520"/>
                      <a:gd name="connsiteX0" fmla="*/ 457200 w 1120140"/>
                      <a:gd name="connsiteY0" fmla="*/ 114300 h 350520"/>
                      <a:gd name="connsiteX1" fmla="*/ 1120140 w 1120140"/>
                      <a:gd name="connsiteY1" fmla="*/ 121920 h 350520"/>
                      <a:gd name="connsiteX2" fmla="*/ 472440 w 1120140"/>
                      <a:gd name="connsiteY2" fmla="*/ 350520 h 350520"/>
                      <a:gd name="connsiteX3" fmla="*/ 0 w 1120140"/>
                      <a:gd name="connsiteY3" fmla="*/ 342900 h 350520"/>
                      <a:gd name="connsiteX4" fmla="*/ 0 w 1120140"/>
                      <a:gd name="connsiteY4" fmla="*/ 0 h 350520"/>
                      <a:gd name="connsiteX5" fmla="*/ 480060 w 1120140"/>
                      <a:gd name="connsiteY5" fmla="*/ 0 h 350520"/>
                      <a:gd name="connsiteX6" fmla="*/ 480060 w 1120140"/>
                      <a:gd name="connsiteY6" fmla="*/ 121920 h 350520"/>
                      <a:gd name="connsiteX7" fmla="*/ 1021080 w 1120140"/>
                      <a:gd name="connsiteY7" fmla="*/ 114300 h 350520"/>
                      <a:gd name="connsiteX0" fmla="*/ 1120140 w 1120140"/>
                      <a:gd name="connsiteY0" fmla="*/ 121920 h 350520"/>
                      <a:gd name="connsiteX1" fmla="*/ 472440 w 1120140"/>
                      <a:gd name="connsiteY1" fmla="*/ 350520 h 350520"/>
                      <a:gd name="connsiteX2" fmla="*/ 0 w 1120140"/>
                      <a:gd name="connsiteY2" fmla="*/ 342900 h 350520"/>
                      <a:gd name="connsiteX3" fmla="*/ 0 w 1120140"/>
                      <a:gd name="connsiteY3" fmla="*/ 0 h 350520"/>
                      <a:gd name="connsiteX4" fmla="*/ 480060 w 1120140"/>
                      <a:gd name="connsiteY4" fmla="*/ 0 h 350520"/>
                      <a:gd name="connsiteX5" fmla="*/ 480060 w 1120140"/>
                      <a:gd name="connsiteY5" fmla="*/ 121920 h 350520"/>
                      <a:gd name="connsiteX6" fmla="*/ 1021080 w 1120140"/>
                      <a:gd name="connsiteY6" fmla="*/ 114300 h 350520"/>
                      <a:gd name="connsiteX0" fmla="*/ 1120140 w 1120140"/>
                      <a:gd name="connsiteY0" fmla="*/ 121920 h 350520"/>
                      <a:gd name="connsiteX1" fmla="*/ 472440 w 1120140"/>
                      <a:gd name="connsiteY1" fmla="*/ 350520 h 350520"/>
                      <a:gd name="connsiteX2" fmla="*/ 0 w 1120140"/>
                      <a:gd name="connsiteY2" fmla="*/ 342900 h 350520"/>
                      <a:gd name="connsiteX3" fmla="*/ 0 w 1120140"/>
                      <a:gd name="connsiteY3" fmla="*/ 0 h 350520"/>
                      <a:gd name="connsiteX4" fmla="*/ 480060 w 1120140"/>
                      <a:gd name="connsiteY4" fmla="*/ 0 h 350520"/>
                      <a:gd name="connsiteX5" fmla="*/ 480060 w 1120140"/>
                      <a:gd name="connsiteY5" fmla="*/ 121920 h 350520"/>
                      <a:gd name="connsiteX6" fmla="*/ 1116330 w 1120140"/>
                      <a:gd name="connsiteY6" fmla="*/ 119063 h 350520"/>
                      <a:gd name="connsiteX0" fmla="*/ 1120140 w 1120140"/>
                      <a:gd name="connsiteY0" fmla="*/ 121920 h 350520"/>
                      <a:gd name="connsiteX1" fmla="*/ 472440 w 1120140"/>
                      <a:gd name="connsiteY1" fmla="*/ 350520 h 350520"/>
                      <a:gd name="connsiteX2" fmla="*/ 0 w 1120140"/>
                      <a:gd name="connsiteY2" fmla="*/ 342900 h 350520"/>
                      <a:gd name="connsiteX3" fmla="*/ 0 w 1120140"/>
                      <a:gd name="connsiteY3" fmla="*/ 0 h 350520"/>
                      <a:gd name="connsiteX4" fmla="*/ 480060 w 1120140"/>
                      <a:gd name="connsiteY4" fmla="*/ 0 h 350520"/>
                      <a:gd name="connsiteX5" fmla="*/ 480060 w 1120140"/>
                      <a:gd name="connsiteY5" fmla="*/ 121920 h 350520"/>
                      <a:gd name="connsiteX6" fmla="*/ 1118712 w 1120140"/>
                      <a:gd name="connsiteY6" fmla="*/ 126207 h 350520"/>
                      <a:gd name="connsiteX0" fmla="*/ 1120140 w 1121093"/>
                      <a:gd name="connsiteY0" fmla="*/ 121920 h 350520"/>
                      <a:gd name="connsiteX1" fmla="*/ 472440 w 1121093"/>
                      <a:gd name="connsiteY1" fmla="*/ 350520 h 350520"/>
                      <a:gd name="connsiteX2" fmla="*/ 0 w 1121093"/>
                      <a:gd name="connsiteY2" fmla="*/ 342900 h 350520"/>
                      <a:gd name="connsiteX3" fmla="*/ 0 w 1121093"/>
                      <a:gd name="connsiteY3" fmla="*/ 0 h 350520"/>
                      <a:gd name="connsiteX4" fmla="*/ 480060 w 1121093"/>
                      <a:gd name="connsiteY4" fmla="*/ 0 h 350520"/>
                      <a:gd name="connsiteX5" fmla="*/ 480060 w 1121093"/>
                      <a:gd name="connsiteY5" fmla="*/ 121920 h 350520"/>
                      <a:gd name="connsiteX6" fmla="*/ 1121093 w 1121093"/>
                      <a:gd name="connsiteY6" fmla="*/ 123826 h 3505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121093" h="350520">
                        <a:moveTo>
                          <a:pt x="1120140" y="121920"/>
                        </a:moveTo>
                        <a:lnTo>
                          <a:pt x="472440" y="350520"/>
                        </a:lnTo>
                        <a:lnTo>
                          <a:pt x="0" y="342900"/>
                        </a:lnTo>
                        <a:lnTo>
                          <a:pt x="0" y="0"/>
                        </a:lnTo>
                        <a:lnTo>
                          <a:pt x="480060" y="0"/>
                        </a:lnTo>
                        <a:lnTo>
                          <a:pt x="480060" y="121920"/>
                        </a:lnTo>
                        <a:lnTo>
                          <a:pt x="1121093" y="123826"/>
                        </a:lnTo>
                      </a:path>
                    </a:pathLst>
                  </a:custGeom>
                  <a:grpFill/>
                  <a:ln w="635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749" name="직사각형 748">
                    <a:extLst>
                      <a:ext uri="{FF2B5EF4-FFF2-40B4-BE49-F238E27FC236}">
                        <a16:creationId xmlns:a16="http://schemas.microsoft.com/office/drawing/2014/main" id="{48AA01DA-0A70-AFB4-C9BB-9858F60D1E4A}"/>
                      </a:ext>
                    </a:extLst>
                  </p:cNvPr>
                  <p:cNvSpPr/>
                  <p:nvPr/>
                </p:nvSpPr>
                <p:spPr>
                  <a:xfrm>
                    <a:off x="619510" y="5305105"/>
                    <a:ext cx="117205" cy="249038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750" name="자유형 701">
                    <a:extLst>
                      <a:ext uri="{FF2B5EF4-FFF2-40B4-BE49-F238E27FC236}">
                        <a16:creationId xmlns:a16="http://schemas.microsoft.com/office/drawing/2014/main" id="{A6CB06C8-5347-AF1C-082B-CE654F8FDC86}"/>
                      </a:ext>
                    </a:extLst>
                  </p:cNvPr>
                  <p:cNvSpPr/>
                  <p:nvPr/>
                </p:nvSpPr>
                <p:spPr>
                  <a:xfrm>
                    <a:off x="815200" y="5331792"/>
                    <a:ext cx="607003" cy="59372"/>
                  </a:xfrm>
                  <a:custGeom>
                    <a:avLst/>
                    <a:gdLst>
                      <a:gd name="connsiteX0" fmla="*/ 0 w 662940"/>
                      <a:gd name="connsiteY0" fmla="*/ 7620 h 60960"/>
                      <a:gd name="connsiteX1" fmla="*/ 579120 w 662940"/>
                      <a:gd name="connsiteY1" fmla="*/ 0 h 60960"/>
                      <a:gd name="connsiteX2" fmla="*/ 662940 w 662940"/>
                      <a:gd name="connsiteY2" fmla="*/ 53340 h 60960"/>
                      <a:gd name="connsiteX3" fmla="*/ 45720 w 662940"/>
                      <a:gd name="connsiteY3" fmla="*/ 60960 h 60960"/>
                      <a:gd name="connsiteX4" fmla="*/ 0 w 662940"/>
                      <a:gd name="connsiteY4" fmla="*/ 7620 h 60960"/>
                      <a:gd name="connsiteX0" fmla="*/ 0 w 667703"/>
                      <a:gd name="connsiteY0" fmla="*/ 7620 h 65246"/>
                      <a:gd name="connsiteX1" fmla="*/ 579120 w 667703"/>
                      <a:gd name="connsiteY1" fmla="*/ 0 h 65246"/>
                      <a:gd name="connsiteX2" fmla="*/ 667703 w 667703"/>
                      <a:gd name="connsiteY2" fmla="*/ 65246 h 65246"/>
                      <a:gd name="connsiteX3" fmla="*/ 45720 w 667703"/>
                      <a:gd name="connsiteY3" fmla="*/ 60960 h 65246"/>
                      <a:gd name="connsiteX4" fmla="*/ 0 w 667703"/>
                      <a:gd name="connsiteY4" fmla="*/ 7620 h 65246"/>
                      <a:gd name="connsiteX0" fmla="*/ 0 w 667703"/>
                      <a:gd name="connsiteY0" fmla="*/ 0 h 57626"/>
                      <a:gd name="connsiteX1" fmla="*/ 583882 w 667703"/>
                      <a:gd name="connsiteY1" fmla="*/ 13811 h 57626"/>
                      <a:gd name="connsiteX2" fmla="*/ 667703 w 667703"/>
                      <a:gd name="connsiteY2" fmla="*/ 57626 h 57626"/>
                      <a:gd name="connsiteX3" fmla="*/ 45720 w 667703"/>
                      <a:gd name="connsiteY3" fmla="*/ 53340 h 57626"/>
                      <a:gd name="connsiteX4" fmla="*/ 0 w 667703"/>
                      <a:gd name="connsiteY4" fmla="*/ 0 h 57626"/>
                      <a:gd name="connsiteX0" fmla="*/ 0 w 667703"/>
                      <a:gd name="connsiteY0" fmla="*/ 0 h 57626"/>
                      <a:gd name="connsiteX1" fmla="*/ 583882 w 667703"/>
                      <a:gd name="connsiteY1" fmla="*/ 4286 h 57626"/>
                      <a:gd name="connsiteX2" fmla="*/ 667703 w 667703"/>
                      <a:gd name="connsiteY2" fmla="*/ 57626 h 57626"/>
                      <a:gd name="connsiteX3" fmla="*/ 45720 w 667703"/>
                      <a:gd name="connsiteY3" fmla="*/ 53340 h 57626"/>
                      <a:gd name="connsiteX4" fmla="*/ 0 w 667703"/>
                      <a:gd name="connsiteY4" fmla="*/ 0 h 576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67703" h="57626">
                        <a:moveTo>
                          <a:pt x="0" y="0"/>
                        </a:moveTo>
                        <a:lnTo>
                          <a:pt x="583882" y="4286"/>
                        </a:lnTo>
                        <a:lnTo>
                          <a:pt x="667703" y="57626"/>
                        </a:lnTo>
                        <a:lnTo>
                          <a:pt x="45720" y="5334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635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grpSp>
                <p:nvGrpSpPr>
                  <p:cNvPr id="751" name="그룹 750">
                    <a:extLst>
                      <a:ext uri="{FF2B5EF4-FFF2-40B4-BE49-F238E27FC236}">
                        <a16:creationId xmlns:a16="http://schemas.microsoft.com/office/drawing/2014/main" id="{A0964B59-213C-6B12-33D8-D62FC9CB8E1E}"/>
                      </a:ext>
                    </a:extLst>
                  </p:cNvPr>
                  <p:cNvGrpSpPr/>
                  <p:nvPr/>
                </p:nvGrpSpPr>
                <p:grpSpPr>
                  <a:xfrm>
                    <a:off x="612792" y="4867717"/>
                    <a:ext cx="200013" cy="468604"/>
                    <a:chOff x="195086" y="4730857"/>
                    <a:chExt cx="1010958" cy="1957472"/>
                  </a:xfrm>
                  <a:grpFill/>
                </p:grpSpPr>
                <p:sp>
                  <p:nvSpPr>
                    <p:cNvPr id="752" name="자유형 703">
                      <a:extLst>
                        <a:ext uri="{FF2B5EF4-FFF2-40B4-BE49-F238E27FC236}">
                          <a16:creationId xmlns:a16="http://schemas.microsoft.com/office/drawing/2014/main" id="{BE32877D-5E85-0247-7BAB-409022820A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5086" y="4730857"/>
                      <a:ext cx="773625" cy="1032431"/>
                    </a:xfrm>
                    <a:custGeom>
                      <a:avLst/>
                      <a:gdLst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8118 w 214312"/>
                        <a:gd name="connsiteY2" fmla="*/ 283369 h 285750"/>
                        <a:gd name="connsiteX3" fmla="*/ 188118 w 214312"/>
                        <a:gd name="connsiteY3" fmla="*/ 242888 h 285750"/>
                        <a:gd name="connsiteX4" fmla="*/ 211931 w 214312"/>
                        <a:gd name="connsiteY4" fmla="*/ 245269 h 285750"/>
                        <a:gd name="connsiteX5" fmla="*/ 214312 w 214312"/>
                        <a:gd name="connsiteY5" fmla="*/ 185738 h 285750"/>
                        <a:gd name="connsiteX6" fmla="*/ 183356 w 214312"/>
                        <a:gd name="connsiteY6" fmla="*/ 188119 h 285750"/>
                        <a:gd name="connsiteX7" fmla="*/ 183356 w 214312"/>
                        <a:gd name="connsiteY7" fmla="*/ 7144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8118 w 214312"/>
                        <a:gd name="connsiteY2" fmla="*/ 283369 h 285750"/>
                        <a:gd name="connsiteX3" fmla="*/ 188118 w 214312"/>
                        <a:gd name="connsiteY3" fmla="*/ 242888 h 285750"/>
                        <a:gd name="connsiteX4" fmla="*/ 211931 w 214312"/>
                        <a:gd name="connsiteY4" fmla="*/ 245269 h 285750"/>
                        <a:gd name="connsiteX5" fmla="*/ 214312 w 214312"/>
                        <a:gd name="connsiteY5" fmla="*/ 185738 h 285750"/>
                        <a:gd name="connsiteX6" fmla="*/ 183356 w 214312"/>
                        <a:gd name="connsiteY6" fmla="*/ 188119 h 285750"/>
                        <a:gd name="connsiteX7" fmla="*/ 180975 w 214312"/>
                        <a:gd name="connsiteY7" fmla="*/ 1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8118 w 214312"/>
                        <a:gd name="connsiteY2" fmla="*/ 283369 h 285750"/>
                        <a:gd name="connsiteX3" fmla="*/ 188118 w 214312"/>
                        <a:gd name="connsiteY3" fmla="*/ 242888 h 285750"/>
                        <a:gd name="connsiteX4" fmla="*/ 211931 w 214312"/>
                        <a:gd name="connsiteY4" fmla="*/ 24526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0975 w 214312"/>
                        <a:gd name="connsiteY7" fmla="*/ 1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8118 w 214312"/>
                        <a:gd name="connsiteY2" fmla="*/ 283369 h 285750"/>
                        <a:gd name="connsiteX3" fmla="*/ 188118 w 214312"/>
                        <a:gd name="connsiteY3" fmla="*/ 242888 h 285750"/>
                        <a:gd name="connsiteX4" fmla="*/ 212591 w 214312"/>
                        <a:gd name="connsiteY4" fmla="*/ 242630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0975 w 214312"/>
                        <a:gd name="connsiteY7" fmla="*/ 1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8118 w 214312"/>
                        <a:gd name="connsiteY2" fmla="*/ 283369 h 285750"/>
                        <a:gd name="connsiteX3" fmla="*/ 188118 w 214312"/>
                        <a:gd name="connsiteY3" fmla="*/ 242888 h 285750"/>
                        <a:gd name="connsiteX4" fmla="*/ 213251 w 214312"/>
                        <a:gd name="connsiteY4" fmla="*/ 24526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0975 w 214312"/>
                        <a:gd name="connsiteY7" fmla="*/ 1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8118 w 214312"/>
                        <a:gd name="connsiteY2" fmla="*/ 283369 h 285750"/>
                        <a:gd name="connsiteX3" fmla="*/ 188118 w 214312"/>
                        <a:gd name="connsiteY3" fmla="*/ 242888 h 285750"/>
                        <a:gd name="connsiteX4" fmla="*/ 213251 w 214312"/>
                        <a:gd name="connsiteY4" fmla="*/ 242630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0975 w 214312"/>
                        <a:gd name="connsiteY7" fmla="*/ 1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8118 w 214312"/>
                        <a:gd name="connsiteY2" fmla="*/ 283369 h 285750"/>
                        <a:gd name="connsiteX3" fmla="*/ 188118 w 214312"/>
                        <a:gd name="connsiteY3" fmla="*/ 242888 h 285750"/>
                        <a:gd name="connsiteX4" fmla="*/ 213911 w 214312"/>
                        <a:gd name="connsiteY4" fmla="*/ 24394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0975 w 214312"/>
                        <a:gd name="connsiteY7" fmla="*/ 1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8118 w 214312"/>
                        <a:gd name="connsiteY2" fmla="*/ 283369 h 285750"/>
                        <a:gd name="connsiteX3" fmla="*/ 188118 w 214312"/>
                        <a:gd name="connsiteY3" fmla="*/ 242888 h 285750"/>
                        <a:gd name="connsiteX4" fmla="*/ 213911 w 214312"/>
                        <a:gd name="connsiteY4" fmla="*/ 24328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0975 w 214312"/>
                        <a:gd name="connsiteY7" fmla="*/ 1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8118 w 214312"/>
                        <a:gd name="connsiteY2" fmla="*/ 283369 h 285750"/>
                        <a:gd name="connsiteX3" fmla="*/ 188118 w 214312"/>
                        <a:gd name="connsiteY3" fmla="*/ 242888 h 285750"/>
                        <a:gd name="connsiteX4" fmla="*/ 213911 w 214312"/>
                        <a:gd name="connsiteY4" fmla="*/ 24328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3614 w 214312"/>
                        <a:gd name="connsiteY7" fmla="*/ 1321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8118 w 214312"/>
                        <a:gd name="connsiteY2" fmla="*/ 283369 h 285750"/>
                        <a:gd name="connsiteX3" fmla="*/ 188118 w 214312"/>
                        <a:gd name="connsiteY3" fmla="*/ 242888 h 285750"/>
                        <a:gd name="connsiteX4" fmla="*/ 213911 w 214312"/>
                        <a:gd name="connsiteY4" fmla="*/ 24328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1635 w 214312"/>
                        <a:gd name="connsiteY7" fmla="*/ 662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8118 w 214312"/>
                        <a:gd name="connsiteY2" fmla="*/ 283369 h 285750"/>
                        <a:gd name="connsiteX3" fmla="*/ 188118 w 214312"/>
                        <a:gd name="connsiteY3" fmla="*/ 242888 h 285750"/>
                        <a:gd name="connsiteX4" fmla="*/ 213911 w 214312"/>
                        <a:gd name="connsiteY4" fmla="*/ 24328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2954 w 214312"/>
                        <a:gd name="connsiteY7" fmla="*/ 662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8118 w 214312"/>
                        <a:gd name="connsiteY2" fmla="*/ 283369 h 285750"/>
                        <a:gd name="connsiteX3" fmla="*/ 184820 w 214312"/>
                        <a:gd name="connsiteY3" fmla="*/ 242888 h 285750"/>
                        <a:gd name="connsiteX4" fmla="*/ 213911 w 214312"/>
                        <a:gd name="connsiteY4" fmla="*/ 24328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2954 w 214312"/>
                        <a:gd name="connsiteY7" fmla="*/ 662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4820 w 214312"/>
                        <a:gd name="connsiteY2" fmla="*/ 283369 h 285750"/>
                        <a:gd name="connsiteX3" fmla="*/ 184820 w 214312"/>
                        <a:gd name="connsiteY3" fmla="*/ 242888 h 285750"/>
                        <a:gd name="connsiteX4" fmla="*/ 213911 w 214312"/>
                        <a:gd name="connsiteY4" fmla="*/ 24328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2954 w 214312"/>
                        <a:gd name="connsiteY7" fmla="*/ 662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4820 w 214312"/>
                        <a:gd name="connsiteY2" fmla="*/ 284688 h 285750"/>
                        <a:gd name="connsiteX3" fmla="*/ 184820 w 214312"/>
                        <a:gd name="connsiteY3" fmla="*/ 242888 h 285750"/>
                        <a:gd name="connsiteX4" fmla="*/ 213911 w 214312"/>
                        <a:gd name="connsiteY4" fmla="*/ 24328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2954 w 214312"/>
                        <a:gd name="connsiteY7" fmla="*/ 662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4820 w 214312"/>
                        <a:gd name="connsiteY2" fmla="*/ 284688 h 285750"/>
                        <a:gd name="connsiteX3" fmla="*/ 184820 w 214312"/>
                        <a:gd name="connsiteY3" fmla="*/ 244207 h 285750"/>
                        <a:gd name="connsiteX4" fmla="*/ 213911 w 214312"/>
                        <a:gd name="connsiteY4" fmla="*/ 24328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2954 w 214312"/>
                        <a:gd name="connsiteY7" fmla="*/ 662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4820 w 214312"/>
                        <a:gd name="connsiteY2" fmla="*/ 284688 h 285750"/>
                        <a:gd name="connsiteX3" fmla="*/ 185480 w 214312"/>
                        <a:gd name="connsiteY3" fmla="*/ 242888 h 285750"/>
                        <a:gd name="connsiteX4" fmla="*/ 213911 w 214312"/>
                        <a:gd name="connsiteY4" fmla="*/ 24328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2954 w 214312"/>
                        <a:gd name="connsiteY7" fmla="*/ 662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4820 w 214312"/>
                        <a:gd name="connsiteY2" fmla="*/ 284688 h 285750"/>
                        <a:gd name="connsiteX3" fmla="*/ 185480 w 214312"/>
                        <a:gd name="connsiteY3" fmla="*/ 244207 h 285750"/>
                        <a:gd name="connsiteX4" fmla="*/ 213911 w 214312"/>
                        <a:gd name="connsiteY4" fmla="*/ 24328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2954 w 214312"/>
                        <a:gd name="connsiteY7" fmla="*/ 662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3501 w 214312"/>
                        <a:gd name="connsiteY2" fmla="*/ 284688 h 285750"/>
                        <a:gd name="connsiteX3" fmla="*/ 185480 w 214312"/>
                        <a:gd name="connsiteY3" fmla="*/ 244207 h 285750"/>
                        <a:gd name="connsiteX4" fmla="*/ 213911 w 214312"/>
                        <a:gd name="connsiteY4" fmla="*/ 24328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2954 w 214312"/>
                        <a:gd name="connsiteY7" fmla="*/ 662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3501 w 214312"/>
                        <a:gd name="connsiteY2" fmla="*/ 284688 h 285750"/>
                        <a:gd name="connsiteX3" fmla="*/ 184161 w 214312"/>
                        <a:gd name="connsiteY3" fmla="*/ 244207 h 285750"/>
                        <a:gd name="connsiteX4" fmla="*/ 213911 w 214312"/>
                        <a:gd name="connsiteY4" fmla="*/ 24328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2954 w 214312"/>
                        <a:gd name="connsiteY7" fmla="*/ 662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6007"/>
                        <a:gd name="connsiteX1" fmla="*/ 0 w 214312"/>
                        <a:gd name="connsiteY1" fmla="*/ 285750 h 286007"/>
                        <a:gd name="connsiteX2" fmla="*/ 184820 w 214312"/>
                        <a:gd name="connsiteY2" fmla="*/ 286007 h 286007"/>
                        <a:gd name="connsiteX3" fmla="*/ 184161 w 214312"/>
                        <a:gd name="connsiteY3" fmla="*/ 244207 h 286007"/>
                        <a:gd name="connsiteX4" fmla="*/ 213911 w 214312"/>
                        <a:gd name="connsiteY4" fmla="*/ 243289 h 286007"/>
                        <a:gd name="connsiteX5" fmla="*/ 214312 w 214312"/>
                        <a:gd name="connsiteY5" fmla="*/ 188120 h 286007"/>
                        <a:gd name="connsiteX6" fmla="*/ 183356 w 214312"/>
                        <a:gd name="connsiteY6" fmla="*/ 188119 h 286007"/>
                        <a:gd name="connsiteX7" fmla="*/ 182954 w 214312"/>
                        <a:gd name="connsiteY7" fmla="*/ 662 h 286007"/>
                        <a:gd name="connsiteX8" fmla="*/ 0 w 214312"/>
                        <a:gd name="connsiteY8" fmla="*/ 0 h 286007"/>
                        <a:gd name="connsiteX0" fmla="*/ 0 w 214773"/>
                        <a:gd name="connsiteY0" fmla="*/ 0 h 286007"/>
                        <a:gd name="connsiteX1" fmla="*/ 0 w 214773"/>
                        <a:gd name="connsiteY1" fmla="*/ 285750 h 286007"/>
                        <a:gd name="connsiteX2" fmla="*/ 184820 w 214773"/>
                        <a:gd name="connsiteY2" fmla="*/ 286007 h 286007"/>
                        <a:gd name="connsiteX3" fmla="*/ 184161 w 214773"/>
                        <a:gd name="connsiteY3" fmla="*/ 244207 h 286007"/>
                        <a:gd name="connsiteX4" fmla="*/ 214571 w 214773"/>
                        <a:gd name="connsiteY4" fmla="*/ 243949 h 286007"/>
                        <a:gd name="connsiteX5" fmla="*/ 214312 w 214773"/>
                        <a:gd name="connsiteY5" fmla="*/ 188120 h 286007"/>
                        <a:gd name="connsiteX6" fmla="*/ 183356 w 214773"/>
                        <a:gd name="connsiteY6" fmla="*/ 188119 h 286007"/>
                        <a:gd name="connsiteX7" fmla="*/ 182954 w 214773"/>
                        <a:gd name="connsiteY7" fmla="*/ 662 h 286007"/>
                        <a:gd name="connsiteX8" fmla="*/ 0 w 214773"/>
                        <a:gd name="connsiteY8" fmla="*/ 0 h 286007"/>
                        <a:gd name="connsiteX0" fmla="*/ 0 w 214312"/>
                        <a:gd name="connsiteY0" fmla="*/ 0 h 286007"/>
                        <a:gd name="connsiteX1" fmla="*/ 0 w 214312"/>
                        <a:gd name="connsiteY1" fmla="*/ 285750 h 286007"/>
                        <a:gd name="connsiteX2" fmla="*/ 184820 w 214312"/>
                        <a:gd name="connsiteY2" fmla="*/ 286007 h 286007"/>
                        <a:gd name="connsiteX3" fmla="*/ 184161 w 214312"/>
                        <a:gd name="connsiteY3" fmla="*/ 244207 h 286007"/>
                        <a:gd name="connsiteX4" fmla="*/ 213252 w 214312"/>
                        <a:gd name="connsiteY4" fmla="*/ 244609 h 286007"/>
                        <a:gd name="connsiteX5" fmla="*/ 214312 w 214312"/>
                        <a:gd name="connsiteY5" fmla="*/ 188120 h 286007"/>
                        <a:gd name="connsiteX6" fmla="*/ 183356 w 214312"/>
                        <a:gd name="connsiteY6" fmla="*/ 188119 h 286007"/>
                        <a:gd name="connsiteX7" fmla="*/ 182954 w 214312"/>
                        <a:gd name="connsiteY7" fmla="*/ 662 h 286007"/>
                        <a:gd name="connsiteX8" fmla="*/ 0 w 214312"/>
                        <a:gd name="connsiteY8" fmla="*/ 0 h 28600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14312" h="286007">
                          <a:moveTo>
                            <a:pt x="0" y="0"/>
                          </a:moveTo>
                          <a:lnTo>
                            <a:pt x="0" y="285750"/>
                          </a:lnTo>
                          <a:lnTo>
                            <a:pt x="184820" y="286007"/>
                          </a:lnTo>
                          <a:cubicBezTo>
                            <a:pt x="184600" y="272074"/>
                            <a:pt x="184381" y="258140"/>
                            <a:pt x="184161" y="244207"/>
                          </a:cubicBezTo>
                          <a:lnTo>
                            <a:pt x="213252" y="244609"/>
                          </a:lnTo>
                          <a:cubicBezTo>
                            <a:pt x="214046" y="224765"/>
                            <a:pt x="213518" y="207964"/>
                            <a:pt x="214312" y="188120"/>
                          </a:cubicBezTo>
                          <a:lnTo>
                            <a:pt x="183356" y="188119"/>
                          </a:lnTo>
                          <a:cubicBezTo>
                            <a:pt x="182562" y="125413"/>
                            <a:pt x="183748" y="63368"/>
                            <a:pt x="182954" y="662"/>
                          </a:cubicBez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753" name="자유형 704">
                      <a:extLst>
                        <a:ext uri="{FF2B5EF4-FFF2-40B4-BE49-F238E27FC236}">
                          <a16:creationId xmlns:a16="http://schemas.microsoft.com/office/drawing/2014/main" id="{E72EF794-184C-AAEC-9AE0-14BFB83D33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7494" y="5160652"/>
                      <a:ext cx="338550" cy="1527677"/>
                    </a:xfrm>
                    <a:custGeom>
                      <a:avLst/>
                      <a:gdLst>
                        <a:gd name="connsiteX0" fmla="*/ 0 w 97631"/>
                        <a:gd name="connsiteY0" fmla="*/ 66675 h 423862"/>
                        <a:gd name="connsiteX1" fmla="*/ 0 w 97631"/>
                        <a:gd name="connsiteY1" fmla="*/ 0 h 423862"/>
                        <a:gd name="connsiteX2" fmla="*/ 19050 w 97631"/>
                        <a:gd name="connsiteY2" fmla="*/ 4762 h 423862"/>
                        <a:gd name="connsiteX3" fmla="*/ 97631 w 97631"/>
                        <a:gd name="connsiteY3" fmla="*/ 11906 h 423862"/>
                        <a:gd name="connsiteX4" fmla="*/ 90488 w 97631"/>
                        <a:gd name="connsiteY4" fmla="*/ 235743 h 423862"/>
                        <a:gd name="connsiteX5" fmla="*/ 35719 w 97631"/>
                        <a:gd name="connsiteY5" fmla="*/ 423862 h 423862"/>
                        <a:gd name="connsiteX6" fmla="*/ 2381 w 97631"/>
                        <a:gd name="connsiteY6" fmla="*/ 423862 h 423862"/>
                        <a:gd name="connsiteX7" fmla="*/ 2381 w 97631"/>
                        <a:gd name="connsiteY7" fmla="*/ 133350 h 423862"/>
                        <a:gd name="connsiteX8" fmla="*/ 26194 w 97631"/>
                        <a:gd name="connsiteY8" fmla="*/ 133350 h 423862"/>
                        <a:gd name="connsiteX9" fmla="*/ 0 w 97631"/>
                        <a:gd name="connsiteY9" fmla="*/ 66675 h 423862"/>
                        <a:gd name="connsiteX0" fmla="*/ 0 w 97631"/>
                        <a:gd name="connsiteY0" fmla="*/ 66675 h 423862"/>
                        <a:gd name="connsiteX1" fmla="*/ 0 w 97631"/>
                        <a:gd name="connsiteY1" fmla="*/ 0 h 423862"/>
                        <a:gd name="connsiteX2" fmla="*/ 19050 w 97631"/>
                        <a:gd name="connsiteY2" fmla="*/ 4762 h 423862"/>
                        <a:gd name="connsiteX3" fmla="*/ 97631 w 97631"/>
                        <a:gd name="connsiteY3" fmla="*/ 11906 h 423862"/>
                        <a:gd name="connsiteX4" fmla="*/ 90488 w 97631"/>
                        <a:gd name="connsiteY4" fmla="*/ 235743 h 423862"/>
                        <a:gd name="connsiteX5" fmla="*/ 35719 w 97631"/>
                        <a:gd name="connsiteY5" fmla="*/ 423862 h 423862"/>
                        <a:gd name="connsiteX6" fmla="*/ 2381 w 97631"/>
                        <a:gd name="connsiteY6" fmla="*/ 423862 h 423862"/>
                        <a:gd name="connsiteX7" fmla="*/ 2381 w 97631"/>
                        <a:gd name="connsiteY7" fmla="*/ 133350 h 423862"/>
                        <a:gd name="connsiteX8" fmla="*/ 26194 w 97631"/>
                        <a:gd name="connsiteY8" fmla="*/ 133350 h 423862"/>
                        <a:gd name="connsiteX9" fmla="*/ 9525 w 97631"/>
                        <a:gd name="connsiteY9" fmla="*/ 88106 h 423862"/>
                        <a:gd name="connsiteX10" fmla="*/ 0 w 97631"/>
                        <a:gd name="connsiteY10" fmla="*/ 66675 h 423862"/>
                        <a:gd name="connsiteX0" fmla="*/ 0 w 97631"/>
                        <a:gd name="connsiteY0" fmla="*/ 66675 h 423862"/>
                        <a:gd name="connsiteX1" fmla="*/ 0 w 97631"/>
                        <a:gd name="connsiteY1" fmla="*/ 0 h 423862"/>
                        <a:gd name="connsiteX2" fmla="*/ 19050 w 97631"/>
                        <a:gd name="connsiteY2" fmla="*/ 4762 h 423862"/>
                        <a:gd name="connsiteX3" fmla="*/ 97631 w 97631"/>
                        <a:gd name="connsiteY3" fmla="*/ 11906 h 423862"/>
                        <a:gd name="connsiteX4" fmla="*/ 90488 w 97631"/>
                        <a:gd name="connsiteY4" fmla="*/ 235743 h 423862"/>
                        <a:gd name="connsiteX5" fmla="*/ 35719 w 97631"/>
                        <a:gd name="connsiteY5" fmla="*/ 423862 h 423862"/>
                        <a:gd name="connsiteX6" fmla="*/ 2381 w 97631"/>
                        <a:gd name="connsiteY6" fmla="*/ 423862 h 423862"/>
                        <a:gd name="connsiteX7" fmla="*/ 2381 w 97631"/>
                        <a:gd name="connsiteY7" fmla="*/ 133350 h 423862"/>
                        <a:gd name="connsiteX8" fmla="*/ 26194 w 97631"/>
                        <a:gd name="connsiteY8" fmla="*/ 133350 h 423862"/>
                        <a:gd name="connsiteX9" fmla="*/ 26194 w 97631"/>
                        <a:gd name="connsiteY9" fmla="*/ 88106 h 423862"/>
                        <a:gd name="connsiteX10" fmla="*/ 0 w 97631"/>
                        <a:gd name="connsiteY10" fmla="*/ 66675 h 423862"/>
                        <a:gd name="connsiteX0" fmla="*/ 0 w 97631"/>
                        <a:gd name="connsiteY0" fmla="*/ 66675 h 423862"/>
                        <a:gd name="connsiteX1" fmla="*/ 0 w 97631"/>
                        <a:gd name="connsiteY1" fmla="*/ 0 h 423862"/>
                        <a:gd name="connsiteX2" fmla="*/ 19050 w 97631"/>
                        <a:gd name="connsiteY2" fmla="*/ 4762 h 423862"/>
                        <a:gd name="connsiteX3" fmla="*/ 97631 w 97631"/>
                        <a:gd name="connsiteY3" fmla="*/ 11906 h 423862"/>
                        <a:gd name="connsiteX4" fmla="*/ 90488 w 97631"/>
                        <a:gd name="connsiteY4" fmla="*/ 235743 h 423862"/>
                        <a:gd name="connsiteX5" fmla="*/ 35719 w 97631"/>
                        <a:gd name="connsiteY5" fmla="*/ 423862 h 423862"/>
                        <a:gd name="connsiteX6" fmla="*/ 2381 w 97631"/>
                        <a:gd name="connsiteY6" fmla="*/ 423862 h 423862"/>
                        <a:gd name="connsiteX7" fmla="*/ 2381 w 97631"/>
                        <a:gd name="connsiteY7" fmla="*/ 133350 h 423862"/>
                        <a:gd name="connsiteX8" fmla="*/ 26194 w 97631"/>
                        <a:gd name="connsiteY8" fmla="*/ 133350 h 423862"/>
                        <a:gd name="connsiteX9" fmla="*/ 28173 w 97631"/>
                        <a:gd name="connsiteY9" fmla="*/ 69636 h 423862"/>
                        <a:gd name="connsiteX10" fmla="*/ 0 w 97631"/>
                        <a:gd name="connsiteY10" fmla="*/ 66675 h 423862"/>
                        <a:gd name="connsiteX0" fmla="*/ 0 w 97631"/>
                        <a:gd name="connsiteY0" fmla="*/ 66675 h 423862"/>
                        <a:gd name="connsiteX1" fmla="*/ 0 w 97631"/>
                        <a:gd name="connsiteY1" fmla="*/ 0 h 423862"/>
                        <a:gd name="connsiteX2" fmla="*/ 97631 w 97631"/>
                        <a:gd name="connsiteY2" fmla="*/ 11906 h 423862"/>
                        <a:gd name="connsiteX3" fmla="*/ 90488 w 97631"/>
                        <a:gd name="connsiteY3" fmla="*/ 235743 h 423862"/>
                        <a:gd name="connsiteX4" fmla="*/ 35719 w 97631"/>
                        <a:gd name="connsiteY4" fmla="*/ 423862 h 423862"/>
                        <a:gd name="connsiteX5" fmla="*/ 2381 w 97631"/>
                        <a:gd name="connsiteY5" fmla="*/ 423862 h 423862"/>
                        <a:gd name="connsiteX6" fmla="*/ 2381 w 97631"/>
                        <a:gd name="connsiteY6" fmla="*/ 133350 h 423862"/>
                        <a:gd name="connsiteX7" fmla="*/ 26194 w 97631"/>
                        <a:gd name="connsiteY7" fmla="*/ 133350 h 423862"/>
                        <a:gd name="connsiteX8" fmla="*/ 28173 w 97631"/>
                        <a:gd name="connsiteY8" fmla="*/ 69636 h 423862"/>
                        <a:gd name="connsiteX9" fmla="*/ 0 w 97631"/>
                        <a:gd name="connsiteY9" fmla="*/ 66675 h 423862"/>
                        <a:gd name="connsiteX0" fmla="*/ 0 w 96312"/>
                        <a:gd name="connsiteY0" fmla="*/ 67962 h 425149"/>
                        <a:gd name="connsiteX1" fmla="*/ 0 w 96312"/>
                        <a:gd name="connsiteY1" fmla="*/ 1287 h 425149"/>
                        <a:gd name="connsiteX2" fmla="*/ 96312 w 96312"/>
                        <a:gd name="connsiteY2" fmla="*/ 0 h 425149"/>
                        <a:gd name="connsiteX3" fmla="*/ 90488 w 96312"/>
                        <a:gd name="connsiteY3" fmla="*/ 237030 h 425149"/>
                        <a:gd name="connsiteX4" fmla="*/ 35719 w 96312"/>
                        <a:gd name="connsiteY4" fmla="*/ 425149 h 425149"/>
                        <a:gd name="connsiteX5" fmla="*/ 2381 w 96312"/>
                        <a:gd name="connsiteY5" fmla="*/ 425149 h 425149"/>
                        <a:gd name="connsiteX6" fmla="*/ 2381 w 96312"/>
                        <a:gd name="connsiteY6" fmla="*/ 134637 h 425149"/>
                        <a:gd name="connsiteX7" fmla="*/ 26194 w 96312"/>
                        <a:gd name="connsiteY7" fmla="*/ 134637 h 425149"/>
                        <a:gd name="connsiteX8" fmla="*/ 28173 w 96312"/>
                        <a:gd name="connsiteY8" fmla="*/ 70923 h 425149"/>
                        <a:gd name="connsiteX9" fmla="*/ 0 w 96312"/>
                        <a:gd name="connsiteY9" fmla="*/ 67962 h 425149"/>
                        <a:gd name="connsiteX0" fmla="*/ 0 w 95652"/>
                        <a:gd name="connsiteY0" fmla="*/ 66675 h 423862"/>
                        <a:gd name="connsiteX1" fmla="*/ 0 w 95652"/>
                        <a:gd name="connsiteY1" fmla="*/ 0 h 423862"/>
                        <a:gd name="connsiteX2" fmla="*/ 95652 w 95652"/>
                        <a:gd name="connsiteY2" fmla="*/ 1352 h 423862"/>
                        <a:gd name="connsiteX3" fmla="*/ 90488 w 95652"/>
                        <a:gd name="connsiteY3" fmla="*/ 235743 h 423862"/>
                        <a:gd name="connsiteX4" fmla="*/ 35719 w 95652"/>
                        <a:gd name="connsiteY4" fmla="*/ 423862 h 423862"/>
                        <a:gd name="connsiteX5" fmla="*/ 2381 w 95652"/>
                        <a:gd name="connsiteY5" fmla="*/ 423862 h 423862"/>
                        <a:gd name="connsiteX6" fmla="*/ 2381 w 95652"/>
                        <a:gd name="connsiteY6" fmla="*/ 133350 h 423862"/>
                        <a:gd name="connsiteX7" fmla="*/ 26194 w 95652"/>
                        <a:gd name="connsiteY7" fmla="*/ 133350 h 423862"/>
                        <a:gd name="connsiteX8" fmla="*/ 28173 w 95652"/>
                        <a:gd name="connsiteY8" fmla="*/ 69636 h 423862"/>
                        <a:gd name="connsiteX9" fmla="*/ 0 w 95652"/>
                        <a:gd name="connsiteY9" fmla="*/ 66675 h 423862"/>
                        <a:gd name="connsiteX0" fmla="*/ 0 w 95652"/>
                        <a:gd name="connsiteY0" fmla="*/ 66675 h 423862"/>
                        <a:gd name="connsiteX1" fmla="*/ 0 w 95652"/>
                        <a:gd name="connsiteY1" fmla="*/ 0 h 423862"/>
                        <a:gd name="connsiteX2" fmla="*/ 95652 w 95652"/>
                        <a:gd name="connsiteY2" fmla="*/ 1352 h 423862"/>
                        <a:gd name="connsiteX3" fmla="*/ 93786 w 95652"/>
                        <a:gd name="connsiteY3" fmla="*/ 231785 h 423862"/>
                        <a:gd name="connsiteX4" fmla="*/ 35719 w 95652"/>
                        <a:gd name="connsiteY4" fmla="*/ 423862 h 423862"/>
                        <a:gd name="connsiteX5" fmla="*/ 2381 w 95652"/>
                        <a:gd name="connsiteY5" fmla="*/ 423862 h 423862"/>
                        <a:gd name="connsiteX6" fmla="*/ 2381 w 95652"/>
                        <a:gd name="connsiteY6" fmla="*/ 133350 h 423862"/>
                        <a:gd name="connsiteX7" fmla="*/ 26194 w 95652"/>
                        <a:gd name="connsiteY7" fmla="*/ 133350 h 423862"/>
                        <a:gd name="connsiteX8" fmla="*/ 28173 w 95652"/>
                        <a:gd name="connsiteY8" fmla="*/ 69636 h 423862"/>
                        <a:gd name="connsiteX9" fmla="*/ 0 w 95652"/>
                        <a:gd name="connsiteY9" fmla="*/ 66675 h 423862"/>
                        <a:gd name="connsiteX0" fmla="*/ 0 w 93786"/>
                        <a:gd name="connsiteY0" fmla="*/ 66675 h 423862"/>
                        <a:gd name="connsiteX1" fmla="*/ 0 w 93786"/>
                        <a:gd name="connsiteY1" fmla="*/ 0 h 423862"/>
                        <a:gd name="connsiteX2" fmla="*/ 93673 w 93786"/>
                        <a:gd name="connsiteY2" fmla="*/ 1352 h 423862"/>
                        <a:gd name="connsiteX3" fmla="*/ 93786 w 93786"/>
                        <a:gd name="connsiteY3" fmla="*/ 231785 h 423862"/>
                        <a:gd name="connsiteX4" fmla="*/ 35719 w 93786"/>
                        <a:gd name="connsiteY4" fmla="*/ 423862 h 423862"/>
                        <a:gd name="connsiteX5" fmla="*/ 2381 w 93786"/>
                        <a:gd name="connsiteY5" fmla="*/ 423862 h 423862"/>
                        <a:gd name="connsiteX6" fmla="*/ 2381 w 93786"/>
                        <a:gd name="connsiteY6" fmla="*/ 133350 h 423862"/>
                        <a:gd name="connsiteX7" fmla="*/ 26194 w 93786"/>
                        <a:gd name="connsiteY7" fmla="*/ 133350 h 423862"/>
                        <a:gd name="connsiteX8" fmla="*/ 28173 w 93786"/>
                        <a:gd name="connsiteY8" fmla="*/ 69636 h 423862"/>
                        <a:gd name="connsiteX9" fmla="*/ 0 w 93786"/>
                        <a:gd name="connsiteY9" fmla="*/ 66675 h 423862"/>
                        <a:gd name="connsiteX0" fmla="*/ 0 w 93786"/>
                        <a:gd name="connsiteY0" fmla="*/ 66675 h 423862"/>
                        <a:gd name="connsiteX1" fmla="*/ 0 w 93786"/>
                        <a:gd name="connsiteY1" fmla="*/ 0 h 423862"/>
                        <a:gd name="connsiteX2" fmla="*/ 93673 w 93786"/>
                        <a:gd name="connsiteY2" fmla="*/ 1352 h 423862"/>
                        <a:gd name="connsiteX3" fmla="*/ 93786 w 93786"/>
                        <a:gd name="connsiteY3" fmla="*/ 231785 h 423862"/>
                        <a:gd name="connsiteX4" fmla="*/ 35719 w 93786"/>
                        <a:gd name="connsiteY4" fmla="*/ 423862 h 423862"/>
                        <a:gd name="connsiteX5" fmla="*/ 2381 w 93786"/>
                        <a:gd name="connsiteY5" fmla="*/ 423862 h 423862"/>
                        <a:gd name="connsiteX6" fmla="*/ 2381 w 93786"/>
                        <a:gd name="connsiteY6" fmla="*/ 133350 h 423862"/>
                        <a:gd name="connsiteX7" fmla="*/ 26194 w 93786"/>
                        <a:gd name="connsiteY7" fmla="*/ 133350 h 423862"/>
                        <a:gd name="connsiteX8" fmla="*/ 28173 w 93786"/>
                        <a:gd name="connsiteY8" fmla="*/ 65678 h 423862"/>
                        <a:gd name="connsiteX9" fmla="*/ 0 w 93786"/>
                        <a:gd name="connsiteY9" fmla="*/ 66675 h 423862"/>
                        <a:gd name="connsiteX0" fmla="*/ 0 w 93786"/>
                        <a:gd name="connsiteY0" fmla="*/ 66675 h 423862"/>
                        <a:gd name="connsiteX1" fmla="*/ 0 w 93786"/>
                        <a:gd name="connsiteY1" fmla="*/ 0 h 423862"/>
                        <a:gd name="connsiteX2" fmla="*/ 93673 w 93786"/>
                        <a:gd name="connsiteY2" fmla="*/ 1352 h 423862"/>
                        <a:gd name="connsiteX3" fmla="*/ 93786 w 93786"/>
                        <a:gd name="connsiteY3" fmla="*/ 231785 h 423862"/>
                        <a:gd name="connsiteX4" fmla="*/ 35719 w 93786"/>
                        <a:gd name="connsiteY4" fmla="*/ 423862 h 423862"/>
                        <a:gd name="connsiteX5" fmla="*/ 2381 w 93786"/>
                        <a:gd name="connsiteY5" fmla="*/ 423862 h 423862"/>
                        <a:gd name="connsiteX6" fmla="*/ 2381 w 93786"/>
                        <a:gd name="connsiteY6" fmla="*/ 133350 h 423862"/>
                        <a:gd name="connsiteX7" fmla="*/ 26194 w 93786"/>
                        <a:gd name="connsiteY7" fmla="*/ 133350 h 423862"/>
                        <a:gd name="connsiteX8" fmla="*/ 28833 w 93786"/>
                        <a:gd name="connsiteY8" fmla="*/ 66997 h 423862"/>
                        <a:gd name="connsiteX9" fmla="*/ 0 w 93786"/>
                        <a:gd name="connsiteY9" fmla="*/ 66675 h 423862"/>
                        <a:gd name="connsiteX0" fmla="*/ 0 w 93786"/>
                        <a:gd name="connsiteY0" fmla="*/ 66675 h 423862"/>
                        <a:gd name="connsiteX1" fmla="*/ 0 w 93786"/>
                        <a:gd name="connsiteY1" fmla="*/ 0 h 423862"/>
                        <a:gd name="connsiteX2" fmla="*/ 93673 w 93786"/>
                        <a:gd name="connsiteY2" fmla="*/ 1352 h 423862"/>
                        <a:gd name="connsiteX3" fmla="*/ 93786 w 93786"/>
                        <a:gd name="connsiteY3" fmla="*/ 231785 h 423862"/>
                        <a:gd name="connsiteX4" fmla="*/ 35719 w 93786"/>
                        <a:gd name="connsiteY4" fmla="*/ 423862 h 423862"/>
                        <a:gd name="connsiteX5" fmla="*/ 2381 w 93786"/>
                        <a:gd name="connsiteY5" fmla="*/ 423862 h 423862"/>
                        <a:gd name="connsiteX6" fmla="*/ 2381 w 93786"/>
                        <a:gd name="connsiteY6" fmla="*/ 133350 h 423862"/>
                        <a:gd name="connsiteX7" fmla="*/ 28833 w 93786"/>
                        <a:gd name="connsiteY7" fmla="*/ 128073 h 423862"/>
                        <a:gd name="connsiteX8" fmla="*/ 28833 w 93786"/>
                        <a:gd name="connsiteY8" fmla="*/ 66997 h 423862"/>
                        <a:gd name="connsiteX9" fmla="*/ 0 w 93786"/>
                        <a:gd name="connsiteY9" fmla="*/ 66675 h 423862"/>
                        <a:gd name="connsiteX0" fmla="*/ 0 w 93786"/>
                        <a:gd name="connsiteY0" fmla="*/ 66675 h 423862"/>
                        <a:gd name="connsiteX1" fmla="*/ 0 w 93786"/>
                        <a:gd name="connsiteY1" fmla="*/ 0 h 423862"/>
                        <a:gd name="connsiteX2" fmla="*/ 93673 w 93786"/>
                        <a:gd name="connsiteY2" fmla="*/ 1352 h 423862"/>
                        <a:gd name="connsiteX3" fmla="*/ 93786 w 93786"/>
                        <a:gd name="connsiteY3" fmla="*/ 231785 h 423862"/>
                        <a:gd name="connsiteX4" fmla="*/ 35719 w 93786"/>
                        <a:gd name="connsiteY4" fmla="*/ 423862 h 423862"/>
                        <a:gd name="connsiteX5" fmla="*/ 2381 w 93786"/>
                        <a:gd name="connsiteY5" fmla="*/ 423862 h 423862"/>
                        <a:gd name="connsiteX6" fmla="*/ 1062 w 93786"/>
                        <a:gd name="connsiteY6" fmla="*/ 126754 h 423862"/>
                        <a:gd name="connsiteX7" fmla="*/ 28833 w 93786"/>
                        <a:gd name="connsiteY7" fmla="*/ 128073 h 423862"/>
                        <a:gd name="connsiteX8" fmla="*/ 28833 w 93786"/>
                        <a:gd name="connsiteY8" fmla="*/ 66997 h 423862"/>
                        <a:gd name="connsiteX9" fmla="*/ 0 w 93786"/>
                        <a:gd name="connsiteY9" fmla="*/ 66675 h 423862"/>
                        <a:gd name="connsiteX0" fmla="*/ 0 w 93786"/>
                        <a:gd name="connsiteY0" fmla="*/ 66675 h 423862"/>
                        <a:gd name="connsiteX1" fmla="*/ 0 w 93786"/>
                        <a:gd name="connsiteY1" fmla="*/ 0 h 423862"/>
                        <a:gd name="connsiteX2" fmla="*/ 93673 w 93786"/>
                        <a:gd name="connsiteY2" fmla="*/ 1352 h 423862"/>
                        <a:gd name="connsiteX3" fmla="*/ 93786 w 93786"/>
                        <a:gd name="connsiteY3" fmla="*/ 231785 h 423862"/>
                        <a:gd name="connsiteX4" fmla="*/ 35719 w 93786"/>
                        <a:gd name="connsiteY4" fmla="*/ 423862 h 423862"/>
                        <a:gd name="connsiteX5" fmla="*/ 2381 w 93786"/>
                        <a:gd name="connsiteY5" fmla="*/ 423862 h 423862"/>
                        <a:gd name="connsiteX6" fmla="*/ 3701 w 93786"/>
                        <a:gd name="connsiteY6" fmla="*/ 130712 h 423862"/>
                        <a:gd name="connsiteX7" fmla="*/ 28833 w 93786"/>
                        <a:gd name="connsiteY7" fmla="*/ 128073 h 423862"/>
                        <a:gd name="connsiteX8" fmla="*/ 28833 w 93786"/>
                        <a:gd name="connsiteY8" fmla="*/ 66997 h 423862"/>
                        <a:gd name="connsiteX9" fmla="*/ 0 w 93786"/>
                        <a:gd name="connsiteY9" fmla="*/ 66675 h 423862"/>
                        <a:gd name="connsiteX0" fmla="*/ 0 w 93786"/>
                        <a:gd name="connsiteY0" fmla="*/ 66675 h 423862"/>
                        <a:gd name="connsiteX1" fmla="*/ 0 w 93786"/>
                        <a:gd name="connsiteY1" fmla="*/ 0 h 423862"/>
                        <a:gd name="connsiteX2" fmla="*/ 93673 w 93786"/>
                        <a:gd name="connsiteY2" fmla="*/ 1352 h 423862"/>
                        <a:gd name="connsiteX3" fmla="*/ 93786 w 93786"/>
                        <a:gd name="connsiteY3" fmla="*/ 231785 h 423862"/>
                        <a:gd name="connsiteX4" fmla="*/ 35719 w 93786"/>
                        <a:gd name="connsiteY4" fmla="*/ 423862 h 423862"/>
                        <a:gd name="connsiteX5" fmla="*/ 2381 w 93786"/>
                        <a:gd name="connsiteY5" fmla="*/ 423862 h 423862"/>
                        <a:gd name="connsiteX6" fmla="*/ 1062 w 93786"/>
                        <a:gd name="connsiteY6" fmla="*/ 128073 h 423862"/>
                        <a:gd name="connsiteX7" fmla="*/ 28833 w 93786"/>
                        <a:gd name="connsiteY7" fmla="*/ 128073 h 423862"/>
                        <a:gd name="connsiteX8" fmla="*/ 28833 w 93786"/>
                        <a:gd name="connsiteY8" fmla="*/ 66997 h 423862"/>
                        <a:gd name="connsiteX9" fmla="*/ 0 w 93786"/>
                        <a:gd name="connsiteY9" fmla="*/ 66675 h 423862"/>
                        <a:gd name="connsiteX0" fmla="*/ 963 w 94749"/>
                        <a:gd name="connsiteY0" fmla="*/ 66675 h 423862"/>
                        <a:gd name="connsiteX1" fmla="*/ 963 w 94749"/>
                        <a:gd name="connsiteY1" fmla="*/ 0 h 423862"/>
                        <a:gd name="connsiteX2" fmla="*/ 94636 w 94749"/>
                        <a:gd name="connsiteY2" fmla="*/ 1352 h 423862"/>
                        <a:gd name="connsiteX3" fmla="*/ 94749 w 94749"/>
                        <a:gd name="connsiteY3" fmla="*/ 231785 h 423862"/>
                        <a:gd name="connsiteX4" fmla="*/ 36682 w 94749"/>
                        <a:gd name="connsiteY4" fmla="*/ 423862 h 423862"/>
                        <a:gd name="connsiteX5" fmla="*/ 46 w 94749"/>
                        <a:gd name="connsiteY5" fmla="*/ 423862 h 423862"/>
                        <a:gd name="connsiteX6" fmla="*/ 2025 w 94749"/>
                        <a:gd name="connsiteY6" fmla="*/ 128073 h 423862"/>
                        <a:gd name="connsiteX7" fmla="*/ 29796 w 94749"/>
                        <a:gd name="connsiteY7" fmla="*/ 128073 h 423862"/>
                        <a:gd name="connsiteX8" fmla="*/ 29796 w 94749"/>
                        <a:gd name="connsiteY8" fmla="*/ 66997 h 423862"/>
                        <a:gd name="connsiteX9" fmla="*/ 963 w 94749"/>
                        <a:gd name="connsiteY9" fmla="*/ 66675 h 423862"/>
                        <a:gd name="connsiteX0" fmla="*/ 0 w 93786"/>
                        <a:gd name="connsiteY0" fmla="*/ 66675 h 423862"/>
                        <a:gd name="connsiteX1" fmla="*/ 0 w 93786"/>
                        <a:gd name="connsiteY1" fmla="*/ 0 h 423862"/>
                        <a:gd name="connsiteX2" fmla="*/ 93673 w 93786"/>
                        <a:gd name="connsiteY2" fmla="*/ 1352 h 423862"/>
                        <a:gd name="connsiteX3" fmla="*/ 93786 w 93786"/>
                        <a:gd name="connsiteY3" fmla="*/ 231785 h 423862"/>
                        <a:gd name="connsiteX4" fmla="*/ 35719 w 93786"/>
                        <a:gd name="connsiteY4" fmla="*/ 423862 h 423862"/>
                        <a:gd name="connsiteX5" fmla="*/ 2381 w 93786"/>
                        <a:gd name="connsiteY5" fmla="*/ 423862 h 423862"/>
                        <a:gd name="connsiteX6" fmla="*/ 1062 w 93786"/>
                        <a:gd name="connsiteY6" fmla="*/ 128073 h 423862"/>
                        <a:gd name="connsiteX7" fmla="*/ 28833 w 93786"/>
                        <a:gd name="connsiteY7" fmla="*/ 128073 h 423862"/>
                        <a:gd name="connsiteX8" fmla="*/ 28833 w 93786"/>
                        <a:gd name="connsiteY8" fmla="*/ 66997 h 423862"/>
                        <a:gd name="connsiteX9" fmla="*/ 0 w 93786"/>
                        <a:gd name="connsiteY9" fmla="*/ 66675 h 423862"/>
                        <a:gd name="connsiteX0" fmla="*/ 0 w 93786"/>
                        <a:gd name="connsiteY0" fmla="*/ 66675 h 423862"/>
                        <a:gd name="connsiteX1" fmla="*/ 0 w 93786"/>
                        <a:gd name="connsiteY1" fmla="*/ 0 h 423862"/>
                        <a:gd name="connsiteX2" fmla="*/ 93673 w 93786"/>
                        <a:gd name="connsiteY2" fmla="*/ 1352 h 423862"/>
                        <a:gd name="connsiteX3" fmla="*/ 93786 w 93786"/>
                        <a:gd name="connsiteY3" fmla="*/ 231785 h 423862"/>
                        <a:gd name="connsiteX4" fmla="*/ 35719 w 93786"/>
                        <a:gd name="connsiteY4" fmla="*/ 423862 h 423862"/>
                        <a:gd name="connsiteX5" fmla="*/ 1721 w 93786"/>
                        <a:gd name="connsiteY5" fmla="*/ 423202 h 423862"/>
                        <a:gd name="connsiteX6" fmla="*/ 1062 w 93786"/>
                        <a:gd name="connsiteY6" fmla="*/ 128073 h 423862"/>
                        <a:gd name="connsiteX7" fmla="*/ 28833 w 93786"/>
                        <a:gd name="connsiteY7" fmla="*/ 128073 h 423862"/>
                        <a:gd name="connsiteX8" fmla="*/ 28833 w 93786"/>
                        <a:gd name="connsiteY8" fmla="*/ 66997 h 423862"/>
                        <a:gd name="connsiteX9" fmla="*/ 0 w 93786"/>
                        <a:gd name="connsiteY9" fmla="*/ 66675 h 423862"/>
                        <a:gd name="connsiteX0" fmla="*/ 0 w 93786"/>
                        <a:gd name="connsiteY0" fmla="*/ 66675 h 425181"/>
                        <a:gd name="connsiteX1" fmla="*/ 0 w 93786"/>
                        <a:gd name="connsiteY1" fmla="*/ 0 h 425181"/>
                        <a:gd name="connsiteX2" fmla="*/ 93673 w 93786"/>
                        <a:gd name="connsiteY2" fmla="*/ 1352 h 425181"/>
                        <a:gd name="connsiteX3" fmla="*/ 93786 w 93786"/>
                        <a:gd name="connsiteY3" fmla="*/ 231785 h 425181"/>
                        <a:gd name="connsiteX4" fmla="*/ 29782 w 93786"/>
                        <a:gd name="connsiteY4" fmla="*/ 425181 h 425181"/>
                        <a:gd name="connsiteX5" fmla="*/ 1721 w 93786"/>
                        <a:gd name="connsiteY5" fmla="*/ 423202 h 425181"/>
                        <a:gd name="connsiteX6" fmla="*/ 1062 w 93786"/>
                        <a:gd name="connsiteY6" fmla="*/ 128073 h 425181"/>
                        <a:gd name="connsiteX7" fmla="*/ 28833 w 93786"/>
                        <a:gd name="connsiteY7" fmla="*/ 128073 h 425181"/>
                        <a:gd name="connsiteX8" fmla="*/ 28833 w 93786"/>
                        <a:gd name="connsiteY8" fmla="*/ 66997 h 425181"/>
                        <a:gd name="connsiteX9" fmla="*/ 0 w 93786"/>
                        <a:gd name="connsiteY9" fmla="*/ 66675 h 425181"/>
                        <a:gd name="connsiteX0" fmla="*/ 0 w 93786"/>
                        <a:gd name="connsiteY0" fmla="*/ 66675 h 423202"/>
                        <a:gd name="connsiteX1" fmla="*/ 0 w 93786"/>
                        <a:gd name="connsiteY1" fmla="*/ 0 h 423202"/>
                        <a:gd name="connsiteX2" fmla="*/ 93673 w 93786"/>
                        <a:gd name="connsiteY2" fmla="*/ 1352 h 423202"/>
                        <a:gd name="connsiteX3" fmla="*/ 93786 w 93786"/>
                        <a:gd name="connsiteY3" fmla="*/ 231785 h 423202"/>
                        <a:gd name="connsiteX4" fmla="*/ 29782 w 93786"/>
                        <a:gd name="connsiteY4" fmla="*/ 423202 h 423202"/>
                        <a:gd name="connsiteX5" fmla="*/ 1721 w 93786"/>
                        <a:gd name="connsiteY5" fmla="*/ 423202 h 423202"/>
                        <a:gd name="connsiteX6" fmla="*/ 1062 w 93786"/>
                        <a:gd name="connsiteY6" fmla="*/ 128073 h 423202"/>
                        <a:gd name="connsiteX7" fmla="*/ 28833 w 93786"/>
                        <a:gd name="connsiteY7" fmla="*/ 128073 h 423202"/>
                        <a:gd name="connsiteX8" fmla="*/ 28833 w 93786"/>
                        <a:gd name="connsiteY8" fmla="*/ 66997 h 423202"/>
                        <a:gd name="connsiteX9" fmla="*/ 0 w 93786"/>
                        <a:gd name="connsiteY9" fmla="*/ 66675 h 42320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93786" h="423202">
                          <a:moveTo>
                            <a:pt x="0" y="66675"/>
                          </a:moveTo>
                          <a:lnTo>
                            <a:pt x="0" y="0"/>
                          </a:lnTo>
                          <a:lnTo>
                            <a:pt x="93673" y="1352"/>
                          </a:lnTo>
                          <a:cubicBezTo>
                            <a:pt x="93711" y="78163"/>
                            <a:pt x="93748" y="154974"/>
                            <a:pt x="93786" y="231785"/>
                          </a:cubicBezTo>
                          <a:lnTo>
                            <a:pt x="29782" y="423202"/>
                          </a:lnTo>
                          <a:lnTo>
                            <a:pt x="1721" y="423202"/>
                          </a:lnTo>
                          <a:cubicBezTo>
                            <a:pt x="1281" y="324166"/>
                            <a:pt x="1502" y="227109"/>
                            <a:pt x="1062" y="128073"/>
                          </a:cubicBezTo>
                          <a:lnTo>
                            <a:pt x="28833" y="128073"/>
                          </a:lnTo>
                          <a:cubicBezTo>
                            <a:pt x="29493" y="106835"/>
                            <a:pt x="28173" y="88235"/>
                            <a:pt x="28833" y="66997"/>
                          </a:cubicBezTo>
                          <a:lnTo>
                            <a:pt x="0" y="66675"/>
                          </a:lnTo>
                          <a:close/>
                        </a:path>
                      </a:pathLst>
                    </a:cu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</p:grpSp>
            </p:grpSp>
            <p:grpSp>
              <p:nvGrpSpPr>
                <p:cNvPr id="91" name="그룹 90">
                  <a:extLst>
                    <a:ext uri="{FF2B5EF4-FFF2-40B4-BE49-F238E27FC236}">
                      <a16:creationId xmlns:a16="http://schemas.microsoft.com/office/drawing/2014/main" id="{177C65ED-F7FA-0EBB-298E-A350682EF6AC}"/>
                    </a:ext>
                  </a:extLst>
                </p:cNvPr>
                <p:cNvGrpSpPr/>
                <p:nvPr/>
              </p:nvGrpSpPr>
              <p:grpSpPr>
                <a:xfrm rot="2398438">
                  <a:off x="4038583" y="1629996"/>
                  <a:ext cx="188133" cy="159195"/>
                  <a:chOff x="295527" y="4867717"/>
                  <a:chExt cx="1126676" cy="787908"/>
                </a:xfrm>
                <a:grpFill/>
              </p:grpSpPr>
              <p:sp>
                <p:nvSpPr>
                  <p:cNvPr id="742" name="자유형 706">
                    <a:extLst>
                      <a:ext uri="{FF2B5EF4-FFF2-40B4-BE49-F238E27FC236}">
                        <a16:creationId xmlns:a16="http://schemas.microsoft.com/office/drawing/2014/main" id="{C4FD37A0-3B9D-638B-18A5-663367E5A278}"/>
                      </a:ext>
                    </a:extLst>
                  </p:cNvPr>
                  <p:cNvSpPr/>
                  <p:nvPr/>
                </p:nvSpPr>
                <p:spPr>
                  <a:xfrm>
                    <a:off x="295527" y="5305105"/>
                    <a:ext cx="1121093" cy="350520"/>
                  </a:xfrm>
                  <a:custGeom>
                    <a:avLst/>
                    <a:gdLst>
                      <a:gd name="connsiteX0" fmla="*/ 342900 w 1120140"/>
                      <a:gd name="connsiteY0" fmla="*/ 38100 h 350520"/>
                      <a:gd name="connsiteX1" fmla="*/ 472440 w 1120140"/>
                      <a:gd name="connsiteY1" fmla="*/ 22860 h 350520"/>
                      <a:gd name="connsiteX2" fmla="*/ 457200 w 1120140"/>
                      <a:gd name="connsiteY2" fmla="*/ 114300 h 350520"/>
                      <a:gd name="connsiteX3" fmla="*/ 1120140 w 1120140"/>
                      <a:gd name="connsiteY3" fmla="*/ 121920 h 350520"/>
                      <a:gd name="connsiteX4" fmla="*/ 472440 w 1120140"/>
                      <a:gd name="connsiteY4" fmla="*/ 350520 h 350520"/>
                      <a:gd name="connsiteX5" fmla="*/ 0 w 1120140"/>
                      <a:gd name="connsiteY5" fmla="*/ 342900 h 350520"/>
                      <a:gd name="connsiteX6" fmla="*/ 0 w 1120140"/>
                      <a:gd name="connsiteY6" fmla="*/ 0 h 350520"/>
                      <a:gd name="connsiteX7" fmla="*/ 480060 w 1120140"/>
                      <a:gd name="connsiteY7" fmla="*/ 0 h 350520"/>
                      <a:gd name="connsiteX8" fmla="*/ 480060 w 1120140"/>
                      <a:gd name="connsiteY8" fmla="*/ 121920 h 350520"/>
                      <a:gd name="connsiteX9" fmla="*/ 1021080 w 1120140"/>
                      <a:gd name="connsiteY9" fmla="*/ 114300 h 350520"/>
                      <a:gd name="connsiteX0" fmla="*/ 472440 w 1120140"/>
                      <a:gd name="connsiteY0" fmla="*/ 22860 h 350520"/>
                      <a:gd name="connsiteX1" fmla="*/ 457200 w 1120140"/>
                      <a:gd name="connsiteY1" fmla="*/ 114300 h 350520"/>
                      <a:gd name="connsiteX2" fmla="*/ 1120140 w 1120140"/>
                      <a:gd name="connsiteY2" fmla="*/ 121920 h 350520"/>
                      <a:gd name="connsiteX3" fmla="*/ 472440 w 1120140"/>
                      <a:gd name="connsiteY3" fmla="*/ 350520 h 350520"/>
                      <a:gd name="connsiteX4" fmla="*/ 0 w 1120140"/>
                      <a:gd name="connsiteY4" fmla="*/ 342900 h 350520"/>
                      <a:gd name="connsiteX5" fmla="*/ 0 w 1120140"/>
                      <a:gd name="connsiteY5" fmla="*/ 0 h 350520"/>
                      <a:gd name="connsiteX6" fmla="*/ 480060 w 1120140"/>
                      <a:gd name="connsiteY6" fmla="*/ 0 h 350520"/>
                      <a:gd name="connsiteX7" fmla="*/ 480060 w 1120140"/>
                      <a:gd name="connsiteY7" fmla="*/ 121920 h 350520"/>
                      <a:gd name="connsiteX8" fmla="*/ 1021080 w 1120140"/>
                      <a:gd name="connsiteY8" fmla="*/ 114300 h 350520"/>
                      <a:gd name="connsiteX0" fmla="*/ 457200 w 1120140"/>
                      <a:gd name="connsiteY0" fmla="*/ 114300 h 350520"/>
                      <a:gd name="connsiteX1" fmla="*/ 1120140 w 1120140"/>
                      <a:gd name="connsiteY1" fmla="*/ 121920 h 350520"/>
                      <a:gd name="connsiteX2" fmla="*/ 472440 w 1120140"/>
                      <a:gd name="connsiteY2" fmla="*/ 350520 h 350520"/>
                      <a:gd name="connsiteX3" fmla="*/ 0 w 1120140"/>
                      <a:gd name="connsiteY3" fmla="*/ 342900 h 350520"/>
                      <a:gd name="connsiteX4" fmla="*/ 0 w 1120140"/>
                      <a:gd name="connsiteY4" fmla="*/ 0 h 350520"/>
                      <a:gd name="connsiteX5" fmla="*/ 480060 w 1120140"/>
                      <a:gd name="connsiteY5" fmla="*/ 0 h 350520"/>
                      <a:gd name="connsiteX6" fmla="*/ 480060 w 1120140"/>
                      <a:gd name="connsiteY6" fmla="*/ 121920 h 350520"/>
                      <a:gd name="connsiteX7" fmla="*/ 1021080 w 1120140"/>
                      <a:gd name="connsiteY7" fmla="*/ 114300 h 350520"/>
                      <a:gd name="connsiteX0" fmla="*/ 1120140 w 1120140"/>
                      <a:gd name="connsiteY0" fmla="*/ 121920 h 350520"/>
                      <a:gd name="connsiteX1" fmla="*/ 472440 w 1120140"/>
                      <a:gd name="connsiteY1" fmla="*/ 350520 h 350520"/>
                      <a:gd name="connsiteX2" fmla="*/ 0 w 1120140"/>
                      <a:gd name="connsiteY2" fmla="*/ 342900 h 350520"/>
                      <a:gd name="connsiteX3" fmla="*/ 0 w 1120140"/>
                      <a:gd name="connsiteY3" fmla="*/ 0 h 350520"/>
                      <a:gd name="connsiteX4" fmla="*/ 480060 w 1120140"/>
                      <a:gd name="connsiteY4" fmla="*/ 0 h 350520"/>
                      <a:gd name="connsiteX5" fmla="*/ 480060 w 1120140"/>
                      <a:gd name="connsiteY5" fmla="*/ 121920 h 350520"/>
                      <a:gd name="connsiteX6" fmla="*/ 1021080 w 1120140"/>
                      <a:gd name="connsiteY6" fmla="*/ 114300 h 350520"/>
                      <a:gd name="connsiteX0" fmla="*/ 1120140 w 1120140"/>
                      <a:gd name="connsiteY0" fmla="*/ 121920 h 350520"/>
                      <a:gd name="connsiteX1" fmla="*/ 472440 w 1120140"/>
                      <a:gd name="connsiteY1" fmla="*/ 350520 h 350520"/>
                      <a:gd name="connsiteX2" fmla="*/ 0 w 1120140"/>
                      <a:gd name="connsiteY2" fmla="*/ 342900 h 350520"/>
                      <a:gd name="connsiteX3" fmla="*/ 0 w 1120140"/>
                      <a:gd name="connsiteY3" fmla="*/ 0 h 350520"/>
                      <a:gd name="connsiteX4" fmla="*/ 480060 w 1120140"/>
                      <a:gd name="connsiteY4" fmla="*/ 0 h 350520"/>
                      <a:gd name="connsiteX5" fmla="*/ 480060 w 1120140"/>
                      <a:gd name="connsiteY5" fmla="*/ 121920 h 350520"/>
                      <a:gd name="connsiteX6" fmla="*/ 1116330 w 1120140"/>
                      <a:gd name="connsiteY6" fmla="*/ 119063 h 350520"/>
                      <a:gd name="connsiteX0" fmla="*/ 1120140 w 1120140"/>
                      <a:gd name="connsiteY0" fmla="*/ 121920 h 350520"/>
                      <a:gd name="connsiteX1" fmla="*/ 472440 w 1120140"/>
                      <a:gd name="connsiteY1" fmla="*/ 350520 h 350520"/>
                      <a:gd name="connsiteX2" fmla="*/ 0 w 1120140"/>
                      <a:gd name="connsiteY2" fmla="*/ 342900 h 350520"/>
                      <a:gd name="connsiteX3" fmla="*/ 0 w 1120140"/>
                      <a:gd name="connsiteY3" fmla="*/ 0 h 350520"/>
                      <a:gd name="connsiteX4" fmla="*/ 480060 w 1120140"/>
                      <a:gd name="connsiteY4" fmla="*/ 0 h 350520"/>
                      <a:gd name="connsiteX5" fmla="*/ 480060 w 1120140"/>
                      <a:gd name="connsiteY5" fmla="*/ 121920 h 350520"/>
                      <a:gd name="connsiteX6" fmla="*/ 1118712 w 1120140"/>
                      <a:gd name="connsiteY6" fmla="*/ 126207 h 350520"/>
                      <a:gd name="connsiteX0" fmla="*/ 1120140 w 1121093"/>
                      <a:gd name="connsiteY0" fmla="*/ 121920 h 350520"/>
                      <a:gd name="connsiteX1" fmla="*/ 472440 w 1121093"/>
                      <a:gd name="connsiteY1" fmla="*/ 350520 h 350520"/>
                      <a:gd name="connsiteX2" fmla="*/ 0 w 1121093"/>
                      <a:gd name="connsiteY2" fmla="*/ 342900 h 350520"/>
                      <a:gd name="connsiteX3" fmla="*/ 0 w 1121093"/>
                      <a:gd name="connsiteY3" fmla="*/ 0 h 350520"/>
                      <a:gd name="connsiteX4" fmla="*/ 480060 w 1121093"/>
                      <a:gd name="connsiteY4" fmla="*/ 0 h 350520"/>
                      <a:gd name="connsiteX5" fmla="*/ 480060 w 1121093"/>
                      <a:gd name="connsiteY5" fmla="*/ 121920 h 350520"/>
                      <a:gd name="connsiteX6" fmla="*/ 1121093 w 1121093"/>
                      <a:gd name="connsiteY6" fmla="*/ 123826 h 3505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121093" h="350520">
                        <a:moveTo>
                          <a:pt x="1120140" y="121920"/>
                        </a:moveTo>
                        <a:lnTo>
                          <a:pt x="472440" y="350520"/>
                        </a:lnTo>
                        <a:lnTo>
                          <a:pt x="0" y="342900"/>
                        </a:lnTo>
                        <a:lnTo>
                          <a:pt x="0" y="0"/>
                        </a:lnTo>
                        <a:lnTo>
                          <a:pt x="480060" y="0"/>
                        </a:lnTo>
                        <a:lnTo>
                          <a:pt x="480060" y="121920"/>
                        </a:lnTo>
                        <a:lnTo>
                          <a:pt x="1121093" y="123826"/>
                        </a:lnTo>
                      </a:path>
                    </a:pathLst>
                  </a:custGeom>
                  <a:grpFill/>
                  <a:ln w="635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743" name="직사각형 742">
                    <a:extLst>
                      <a:ext uri="{FF2B5EF4-FFF2-40B4-BE49-F238E27FC236}">
                        <a16:creationId xmlns:a16="http://schemas.microsoft.com/office/drawing/2014/main" id="{035EE168-6150-20E3-6F5D-72335F7C9ABF}"/>
                      </a:ext>
                    </a:extLst>
                  </p:cNvPr>
                  <p:cNvSpPr/>
                  <p:nvPr/>
                </p:nvSpPr>
                <p:spPr>
                  <a:xfrm>
                    <a:off x="619510" y="5305105"/>
                    <a:ext cx="117205" cy="249038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744" name="자유형 708">
                    <a:extLst>
                      <a:ext uri="{FF2B5EF4-FFF2-40B4-BE49-F238E27FC236}">
                        <a16:creationId xmlns:a16="http://schemas.microsoft.com/office/drawing/2014/main" id="{F9FF8B42-301A-290D-2869-175355EC5833}"/>
                      </a:ext>
                    </a:extLst>
                  </p:cNvPr>
                  <p:cNvSpPr/>
                  <p:nvPr/>
                </p:nvSpPr>
                <p:spPr>
                  <a:xfrm>
                    <a:off x="815200" y="5331792"/>
                    <a:ext cx="607003" cy="59372"/>
                  </a:xfrm>
                  <a:custGeom>
                    <a:avLst/>
                    <a:gdLst>
                      <a:gd name="connsiteX0" fmla="*/ 0 w 662940"/>
                      <a:gd name="connsiteY0" fmla="*/ 7620 h 60960"/>
                      <a:gd name="connsiteX1" fmla="*/ 579120 w 662940"/>
                      <a:gd name="connsiteY1" fmla="*/ 0 h 60960"/>
                      <a:gd name="connsiteX2" fmla="*/ 662940 w 662940"/>
                      <a:gd name="connsiteY2" fmla="*/ 53340 h 60960"/>
                      <a:gd name="connsiteX3" fmla="*/ 45720 w 662940"/>
                      <a:gd name="connsiteY3" fmla="*/ 60960 h 60960"/>
                      <a:gd name="connsiteX4" fmla="*/ 0 w 662940"/>
                      <a:gd name="connsiteY4" fmla="*/ 7620 h 60960"/>
                      <a:gd name="connsiteX0" fmla="*/ 0 w 667703"/>
                      <a:gd name="connsiteY0" fmla="*/ 7620 h 65246"/>
                      <a:gd name="connsiteX1" fmla="*/ 579120 w 667703"/>
                      <a:gd name="connsiteY1" fmla="*/ 0 h 65246"/>
                      <a:gd name="connsiteX2" fmla="*/ 667703 w 667703"/>
                      <a:gd name="connsiteY2" fmla="*/ 65246 h 65246"/>
                      <a:gd name="connsiteX3" fmla="*/ 45720 w 667703"/>
                      <a:gd name="connsiteY3" fmla="*/ 60960 h 65246"/>
                      <a:gd name="connsiteX4" fmla="*/ 0 w 667703"/>
                      <a:gd name="connsiteY4" fmla="*/ 7620 h 65246"/>
                      <a:gd name="connsiteX0" fmla="*/ 0 w 667703"/>
                      <a:gd name="connsiteY0" fmla="*/ 0 h 57626"/>
                      <a:gd name="connsiteX1" fmla="*/ 583882 w 667703"/>
                      <a:gd name="connsiteY1" fmla="*/ 13811 h 57626"/>
                      <a:gd name="connsiteX2" fmla="*/ 667703 w 667703"/>
                      <a:gd name="connsiteY2" fmla="*/ 57626 h 57626"/>
                      <a:gd name="connsiteX3" fmla="*/ 45720 w 667703"/>
                      <a:gd name="connsiteY3" fmla="*/ 53340 h 57626"/>
                      <a:gd name="connsiteX4" fmla="*/ 0 w 667703"/>
                      <a:gd name="connsiteY4" fmla="*/ 0 h 57626"/>
                      <a:gd name="connsiteX0" fmla="*/ 0 w 667703"/>
                      <a:gd name="connsiteY0" fmla="*/ 0 h 57626"/>
                      <a:gd name="connsiteX1" fmla="*/ 583882 w 667703"/>
                      <a:gd name="connsiteY1" fmla="*/ 4286 h 57626"/>
                      <a:gd name="connsiteX2" fmla="*/ 667703 w 667703"/>
                      <a:gd name="connsiteY2" fmla="*/ 57626 h 57626"/>
                      <a:gd name="connsiteX3" fmla="*/ 45720 w 667703"/>
                      <a:gd name="connsiteY3" fmla="*/ 53340 h 57626"/>
                      <a:gd name="connsiteX4" fmla="*/ 0 w 667703"/>
                      <a:gd name="connsiteY4" fmla="*/ 0 h 576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67703" h="57626">
                        <a:moveTo>
                          <a:pt x="0" y="0"/>
                        </a:moveTo>
                        <a:lnTo>
                          <a:pt x="583882" y="4286"/>
                        </a:lnTo>
                        <a:lnTo>
                          <a:pt x="667703" y="57626"/>
                        </a:lnTo>
                        <a:lnTo>
                          <a:pt x="45720" y="5334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635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grpSp>
                <p:nvGrpSpPr>
                  <p:cNvPr id="745" name="그룹 744">
                    <a:extLst>
                      <a:ext uri="{FF2B5EF4-FFF2-40B4-BE49-F238E27FC236}">
                        <a16:creationId xmlns:a16="http://schemas.microsoft.com/office/drawing/2014/main" id="{481C3F80-320D-033A-D709-9AEF0FE84ED0}"/>
                      </a:ext>
                    </a:extLst>
                  </p:cNvPr>
                  <p:cNvGrpSpPr/>
                  <p:nvPr/>
                </p:nvGrpSpPr>
                <p:grpSpPr>
                  <a:xfrm>
                    <a:off x="612792" y="4867717"/>
                    <a:ext cx="200013" cy="468604"/>
                    <a:chOff x="195086" y="4730857"/>
                    <a:chExt cx="1010958" cy="1957472"/>
                  </a:xfrm>
                  <a:grpFill/>
                </p:grpSpPr>
                <p:sp>
                  <p:nvSpPr>
                    <p:cNvPr id="746" name="자유형 710">
                      <a:extLst>
                        <a:ext uri="{FF2B5EF4-FFF2-40B4-BE49-F238E27FC236}">
                          <a16:creationId xmlns:a16="http://schemas.microsoft.com/office/drawing/2014/main" id="{C61D23EA-1F87-971E-E7AE-679F61EF6A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5086" y="4730857"/>
                      <a:ext cx="773625" cy="1032431"/>
                    </a:xfrm>
                    <a:custGeom>
                      <a:avLst/>
                      <a:gdLst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8118 w 214312"/>
                        <a:gd name="connsiteY2" fmla="*/ 283369 h 285750"/>
                        <a:gd name="connsiteX3" fmla="*/ 188118 w 214312"/>
                        <a:gd name="connsiteY3" fmla="*/ 242888 h 285750"/>
                        <a:gd name="connsiteX4" fmla="*/ 211931 w 214312"/>
                        <a:gd name="connsiteY4" fmla="*/ 245269 h 285750"/>
                        <a:gd name="connsiteX5" fmla="*/ 214312 w 214312"/>
                        <a:gd name="connsiteY5" fmla="*/ 185738 h 285750"/>
                        <a:gd name="connsiteX6" fmla="*/ 183356 w 214312"/>
                        <a:gd name="connsiteY6" fmla="*/ 188119 h 285750"/>
                        <a:gd name="connsiteX7" fmla="*/ 183356 w 214312"/>
                        <a:gd name="connsiteY7" fmla="*/ 7144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8118 w 214312"/>
                        <a:gd name="connsiteY2" fmla="*/ 283369 h 285750"/>
                        <a:gd name="connsiteX3" fmla="*/ 188118 w 214312"/>
                        <a:gd name="connsiteY3" fmla="*/ 242888 h 285750"/>
                        <a:gd name="connsiteX4" fmla="*/ 211931 w 214312"/>
                        <a:gd name="connsiteY4" fmla="*/ 245269 h 285750"/>
                        <a:gd name="connsiteX5" fmla="*/ 214312 w 214312"/>
                        <a:gd name="connsiteY5" fmla="*/ 185738 h 285750"/>
                        <a:gd name="connsiteX6" fmla="*/ 183356 w 214312"/>
                        <a:gd name="connsiteY6" fmla="*/ 188119 h 285750"/>
                        <a:gd name="connsiteX7" fmla="*/ 180975 w 214312"/>
                        <a:gd name="connsiteY7" fmla="*/ 1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8118 w 214312"/>
                        <a:gd name="connsiteY2" fmla="*/ 283369 h 285750"/>
                        <a:gd name="connsiteX3" fmla="*/ 188118 w 214312"/>
                        <a:gd name="connsiteY3" fmla="*/ 242888 h 285750"/>
                        <a:gd name="connsiteX4" fmla="*/ 211931 w 214312"/>
                        <a:gd name="connsiteY4" fmla="*/ 24526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0975 w 214312"/>
                        <a:gd name="connsiteY7" fmla="*/ 1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8118 w 214312"/>
                        <a:gd name="connsiteY2" fmla="*/ 283369 h 285750"/>
                        <a:gd name="connsiteX3" fmla="*/ 188118 w 214312"/>
                        <a:gd name="connsiteY3" fmla="*/ 242888 h 285750"/>
                        <a:gd name="connsiteX4" fmla="*/ 212591 w 214312"/>
                        <a:gd name="connsiteY4" fmla="*/ 242630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0975 w 214312"/>
                        <a:gd name="connsiteY7" fmla="*/ 1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8118 w 214312"/>
                        <a:gd name="connsiteY2" fmla="*/ 283369 h 285750"/>
                        <a:gd name="connsiteX3" fmla="*/ 188118 w 214312"/>
                        <a:gd name="connsiteY3" fmla="*/ 242888 h 285750"/>
                        <a:gd name="connsiteX4" fmla="*/ 213251 w 214312"/>
                        <a:gd name="connsiteY4" fmla="*/ 24526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0975 w 214312"/>
                        <a:gd name="connsiteY7" fmla="*/ 1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8118 w 214312"/>
                        <a:gd name="connsiteY2" fmla="*/ 283369 h 285750"/>
                        <a:gd name="connsiteX3" fmla="*/ 188118 w 214312"/>
                        <a:gd name="connsiteY3" fmla="*/ 242888 h 285750"/>
                        <a:gd name="connsiteX4" fmla="*/ 213251 w 214312"/>
                        <a:gd name="connsiteY4" fmla="*/ 242630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0975 w 214312"/>
                        <a:gd name="connsiteY7" fmla="*/ 1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8118 w 214312"/>
                        <a:gd name="connsiteY2" fmla="*/ 283369 h 285750"/>
                        <a:gd name="connsiteX3" fmla="*/ 188118 w 214312"/>
                        <a:gd name="connsiteY3" fmla="*/ 242888 h 285750"/>
                        <a:gd name="connsiteX4" fmla="*/ 213911 w 214312"/>
                        <a:gd name="connsiteY4" fmla="*/ 24394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0975 w 214312"/>
                        <a:gd name="connsiteY7" fmla="*/ 1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8118 w 214312"/>
                        <a:gd name="connsiteY2" fmla="*/ 283369 h 285750"/>
                        <a:gd name="connsiteX3" fmla="*/ 188118 w 214312"/>
                        <a:gd name="connsiteY3" fmla="*/ 242888 h 285750"/>
                        <a:gd name="connsiteX4" fmla="*/ 213911 w 214312"/>
                        <a:gd name="connsiteY4" fmla="*/ 24328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0975 w 214312"/>
                        <a:gd name="connsiteY7" fmla="*/ 1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8118 w 214312"/>
                        <a:gd name="connsiteY2" fmla="*/ 283369 h 285750"/>
                        <a:gd name="connsiteX3" fmla="*/ 188118 w 214312"/>
                        <a:gd name="connsiteY3" fmla="*/ 242888 h 285750"/>
                        <a:gd name="connsiteX4" fmla="*/ 213911 w 214312"/>
                        <a:gd name="connsiteY4" fmla="*/ 24328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3614 w 214312"/>
                        <a:gd name="connsiteY7" fmla="*/ 1321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8118 w 214312"/>
                        <a:gd name="connsiteY2" fmla="*/ 283369 h 285750"/>
                        <a:gd name="connsiteX3" fmla="*/ 188118 w 214312"/>
                        <a:gd name="connsiteY3" fmla="*/ 242888 h 285750"/>
                        <a:gd name="connsiteX4" fmla="*/ 213911 w 214312"/>
                        <a:gd name="connsiteY4" fmla="*/ 24328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1635 w 214312"/>
                        <a:gd name="connsiteY7" fmla="*/ 662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8118 w 214312"/>
                        <a:gd name="connsiteY2" fmla="*/ 283369 h 285750"/>
                        <a:gd name="connsiteX3" fmla="*/ 188118 w 214312"/>
                        <a:gd name="connsiteY3" fmla="*/ 242888 h 285750"/>
                        <a:gd name="connsiteX4" fmla="*/ 213911 w 214312"/>
                        <a:gd name="connsiteY4" fmla="*/ 24328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2954 w 214312"/>
                        <a:gd name="connsiteY7" fmla="*/ 662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8118 w 214312"/>
                        <a:gd name="connsiteY2" fmla="*/ 283369 h 285750"/>
                        <a:gd name="connsiteX3" fmla="*/ 184820 w 214312"/>
                        <a:gd name="connsiteY3" fmla="*/ 242888 h 285750"/>
                        <a:gd name="connsiteX4" fmla="*/ 213911 w 214312"/>
                        <a:gd name="connsiteY4" fmla="*/ 24328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2954 w 214312"/>
                        <a:gd name="connsiteY7" fmla="*/ 662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4820 w 214312"/>
                        <a:gd name="connsiteY2" fmla="*/ 283369 h 285750"/>
                        <a:gd name="connsiteX3" fmla="*/ 184820 w 214312"/>
                        <a:gd name="connsiteY3" fmla="*/ 242888 h 285750"/>
                        <a:gd name="connsiteX4" fmla="*/ 213911 w 214312"/>
                        <a:gd name="connsiteY4" fmla="*/ 24328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2954 w 214312"/>
                        <a:gd name="connsiteY7" fmla="*/ 662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4820 w 214312"/>
                        <a:gd name="connsiteY2" fmla="*/ 284688 h 285750"/>
                        <a:gd name="connsiteX3" fmla="*/ 184820 w 214312"/>
                        <a:gd name="connsiteY3" fmla="*/ 242888 h 285750"/>
                        <a:gd name="connsiteX4" fmla="*/ 213911 w 214312"/>
                        <a:gd name="connsiteY4" fmla="*/ 24328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2954 w 214312"/>
                        <a:gd name="connsiteY7" fmla="*/ 662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4820 w 214312"/>
                        <a:gd name="connsiteY2" fmla="*/ 284688 h 285750"/>
                        <a:gd name="connsiteX3" fmla="*/ 184820 w 214312"/>
                        <a:gd name="connsiteY3" fmla="*/ 244207 h 285750"/>
                        <a:gd name="connsiteX4" fmla="*/ 213911 w 214312"/>
                        <a:gd name="connsiteY4" fmla="*/ 24328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2954 w 214312"/>
                        <a:gd name="connsiteY7" fmla="*/ 662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4820 w 214312"/>
                        <a:gd name="connsiteY2" fmla="*/ 284688 h 285750"/>
                        <a:gd name="connsiteX3" fmla="*/ 185480 w 214312"/>
                        <a:gd name="connsiteY3" fmla="*/ 242888 h 285750"/>
                        <a:gd name="connsiteX4" fmla="*/ 213911 w 214312"/>
                        <a:gd name="connsiteY4" fmla="*/ 24328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2954 w 214312"/>
                        <a:gd name="connsiteY7" fmla="*/ 662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4820 w 214312"/>
                        <a:gd name="connsiteY2" fmla="*/ 284688 h 285750"/>
                        <a:gd name="connsiteX3" fmla="*/ 185480 w 214312"/>
                        <a:gd name="connsiteY3" fmla="*/ 244207 h 285750"/>
                        <a:gd name="connsiteX4" fmla="*/ 213911 w 214312"/>
                        <a:gd name="connsiteY4" fmla="*/ 24328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2954 w 214312"/>
                        <a:gd name="connsiteY7" fmla="*/ 662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3501 w 214312"/>
                        <a:gd name="connsiteY2" fmla="*/ 284688 h 285750"/>
                        <a:gd name="connsiteX3" fmla="*/ 185480 w 214312"/>
                        <a:gd name="connsiteY3" fmla="*/ 244207 h 285750"/>
                        <a:gd name="connsiteX4" fmla="*/ 213911 w 214312"/>
                        <a:gd name="connsiteY4" fmla="*/ 24328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2954 w 214312"/>
                        <a:gd name="connsiteY7" fmla="*/ 662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3501 w 214312"/>
                        <a:gd name="connsiteY2" fmla="*/ 284688 h 285750"/>
                        <a:gd name="connsiteX3" fmla="*/ 184161 w 214312"/>
                        <a:gd name="connsiteY3" fmla="*/ 244207 h 285750"/>
                        <a:gd name="connsiteX4" fmla="*/ 213911 w 214312"/>
                        <a:gd name="connsiteY4" fmla="*/ 24328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2954 w 214312"/>
                        <a:gd name="connsiteY7" fmla="*/ 662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6007"/>
                        <a:gd name="connsiteX1" fmla="*/ 0 w 214312"/>
                        <a:gd name="connsiteY1" fmla="*/ 285750 h 286007"/>
                        <a:gd name="connsiteX2" fmla="*/ 184820 w 214312"/>
                        <a:gd name="connsiteY2" fmla="*/ 286007 h 286007"/>
                        <a:gd name="connsiteX3" fmla="*/ 184161 w 214312"/>
                        <a:gd name="connsiteY3" fmla="*/ 244207 h 286007"/>
                        <a:gd name="connsiteX4" fmla="*/ 213911 w 214312"/>
                        <a:gd name="connsiteY4" fmla="*/ 243289 h 286007"/>
                        <a:gd name="connsiteX5" fmla="*/ 214312 w 214312"/>
                        <a:gd name="connsiteY5" fmla="*/ 188120 h 286007"/>
                        <a:gd name="connsiteX6" fmla="*/ 183356 w 214312"/>
                        <a:gd name="connsiteY6" fmla="*/ 188119 h 286007"/>
                        <a:gd name="connsiteX7" fmla="*/ 182954 w 214312"/>
                        <a:gd name="connsiteY7" fmla="*/ 662 h 286007"/>
                        <a:gd name="connsiteX8" fmla="*/ 0 w 214312"/>
                        <a:gd name="connsiteY8" fmla="*/ 0 h 286007"/>
                        <a:gd name="connsiteX0" fmla="*/ 0 w 214773"/>
                        <a:gd name="connsiteY0" fmla="*/ 0 h 286007"/>
                        <a:gd name="connsiteX1" fmla="*/ 0 w 214773"/>
                        <a:gd name="connsiteY1" fmla="*/ 285750 h 286007"/>
                        <a:gd name="connsiteX2" fmla="*/ 184820 w 214773"/>
                        <a:gd name="connsiteY2" fmla="*/ 286007 h 286007"/>
                        <a:gd name="connsiteX3" fmla="*/ 184161 w 214773"/>
                        <a:gd name="connsiteY3" fmla="*/ 244207 h 286007"/>
                        <a:gd name="connsiteX4" fmla="*/ 214571 w 214773"/>
                        <a:gd name="connsiteY4" fmla="*/ 243949 h 286007"/>
                        <a:gd name="connsiteX5" fmla="*/ 214312 w 214773"/>
                        <a:gd name="connsiteY5" fmla="*/ 188120 h 286007"/>
                        <a:gd name="connsiteX6" fmla="*/ 183356 w 214773"/>
                        <a:gd name="connsiteY6" fmla="*/ 188119 h 286007"/>
                        <a:gd name="connsiteX7" fmla="*/ 182954 w 214773"/>
                        <a:gd name="connsiteY7" fmla="*/ 662 h 286007"/>
                        <a:gd name="connsiteX8" fmla="*/ 0 w 214773"/>
                        <a:gd name="connsiteY8" fmla="*/ 0 h 286007"/>
                        <a:gd name="connsiteX0" fmla="*/ 0 w 214312"/>
                        <a:gd name="connsiteY0" fmla="*/ 0 h 286007"/>
                        <a:gd name="connsiteX1" fmla="*/ 0 w 214312"/>
                        <a:gd name="connsiteY1" fmla="*/ 285750 h 286007"/>
                        <a:gd name="connsiteX2" fmla="*/ 184820 w 214312"/>
                        <a:gd name="connsiteY2" fmla="*/ 286007 h 286007"/>
                        <a:gd name="connsiteX3" fmla="*/ 184161 w 214312"/>
                        <a:gd name="connsiteY3" fmla="*/ 244207 h 286007"/>
                        <a:gd name="connsiteX4" fmla="*/ 213252 w 214312"/>
                        <a:gd name="connsiteY4" fmla="*/ 244609 h 286007"/>
                        <a:gd name="connsiteX5" fmla="*/ 214312 w 214312"/>
                        <a:gd name="connsiteY5" fmla="*/ 188120 h 286007"/>
                        <a:gd name="connsiteX6" fmla="*/ 183356 w 214312"/>
                        <a:gd name="connsiteY6" fmla="*/ 188119 h 286007"/>
                        <a:gd name="connsiteX7" fmla="*/ 182954 w 214312"/>
                        <a:gd name="connsiteY7" fmla="*/ 662 h 286007"/>
                        <a:gd name="connsiteX8" fmla="*/ 0 w 214312"/>
                        <a:gd name="connsiteY8" fmla="*/ 0 h 28600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14312" h="286007">
                          <a:moveTo>
                            <a:pt x="0" y="0"/>
                          </a:moveTo>
                          <a:lnTo>
                            <a:pt x="0" y="285750"/>
                          </a:lnTo>
                          <a:lnTo>
                            <a:pt x="184820" y="286007"/>
                          </a:lnTo>
                          <a:cubicBezTo>
                            <a:pt x="184600" y="272074"/>
                            <a:pt x="184381" y="258140"/>
                            <a:pt x="184161" y="244207"/>
                          </a:cubicBezTo>
                          <a:lnTo>
                            <a:pt x="213252" y="244609"/>
                          </a:lnTo>
                          <a:cubicBezTo>
                            <a:pt x="214046" y="224765"/>
                            <a:pt x="213518" y="207964"/>
                            <a:pt x="214312" y="188120"/>
                          </a:cubicBezTo>
                          <a:lnTo>
                            <a:pt x="183356" y="188119"/>
                          </a:lnTo>
                          <a:cubicBezTo>
                            <a:pt x="182562" y="125413"/>
                            <a:pt x="183748" y="63368"/>
                            <a:pt x="182954" y="662"/>
                          </a:cubicBez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747" name="자유형 711">
                      <a:extLst>
                        <a:ext uri="{FF2B5EF4-FFF2-40B4-BE49-F238E27FC236}">
                          <a16:creationId xmlns:a16="http://schemas.microsoft.com/office/drawing/2014/main" id="{C5715E95-5D07-F553-6E99-60C7297BC8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7494" y="5160652"/>
                      <a:ext cx="338550" cy="1527677"/>
                    </a:xfrm>
                    <a:custGeom>
                      <a:avLst/>
                      <a:gdLst>
                        <a:gd name="connsiteX0" fmla="*/ 0 w 97631"/>
                        <a:gd name="connsiteY0" fmla="*/ 66675 h 423862"/>
                        <a:gd name="connsiteX1" fmla="*/ 0 w 97631"/>
                        <a:gd name="connsiteY1" fmla="*/ 0 h 423862"/>
                        <a:gd name="connsiteX2" fmla="*/ 19050 w 97631"/>
                        <a:gd name="connsiteY2" fmla="*/ 4762 h 423862"/>
                        <a:gd name="connsiteX3" fmla="*/ 97631 w 97631"/>
                        <a:gd name="connsiteY3" fmla="*/ 11906 h 423862"/>
                        <a:gd name="connsiteX4" fmla="*/ 90488 w 97631"/>
                        <a:gd name="connsiteY4" fmla="*/ 235743 h 423862"/>
                        <a:gd name="connsiteX5" fmla="*/ 35719 w 97631"/>
                        <a:gd name="connsiteY5" fmla="*/ 423862 h 423862"/>
                        <a:gd name="connsiteX6" fmla="*/ 2381 w 97631"/>
                        <a:gd name="connsiteY6" fmla="*/ 423862 h 423862"/>
                        <a:gd name="connsiteX7" fmla="*/ 2381 w 97631"/>
                        <a:gd name="connsiteY7" fmla="*/ 133350 h 423862"/>
                        <a:gd name="connsiteX8" fmla="*/ 26194 w 97631"/>
                        <a:gd name="connsiteY8" fmla="*/ 133350 h 423862"/>
                        <a:gd name="connsiteX9" fmla="*/ 0 w 97631"/>
                        <a:gd name="connsiteY9" fmla="*/ 66675 h 423862"/>
                        <a:gd name="connsiteX0" fmla="*/ 0 w 97631"/>
                        <a:gd name="connsiteY0" fmla="*/ 66675 h 423862"/>
                        <a:gd name="connsiteX1" fmla="*/ 0 w 97631"/>
                        <a:gd name="connsiteY1" fmla="*/ 0 h 423862"/>
                        <a:gd name="connsiteX2" fmla="*/ 19050 w 97631"/>
                        <a:gd name="connsiteY2" fmla="*/ 4762 h 423862"/>
                        <a:gd name="connsiteX3" fmla="*/ 97631 w 97631"/>
                        <a:gd name="connsiteY3" fmla="*/ 11906 h 423862"/>
                        <a:gd name="connsiteX4" fmla="*/ 90488 w 97631"/>
                        <a:gd name="connsiteY4" fmla="*/ 235743 h 423862"/>
                        <a:gd name="connsiteX5" fmla="*/ 35719 w 97631"/>
                        <a:gd name="connsiteY5" fmla="*/ 423862 h 423862"/>
                        <a:gd name="connsiteX6" fmla="*/ 2381 w 97631"/>
                        <a:gd name="connsiteY6" fmla="*/ 423862 h 423862"/>
                        <a:gd name="connsiteX7" fmla="*/ 2381 w 97631"/>
                        <a:gd name="connsiteY7" fmla="*/ 133350 h 423862"/>
                        <a:gd name="connsiteX8" fmla="*/ 26194 w 97631"/>
                        <a:gd name="connsiteY8" fmla="*/ 133350 h 423862"/>
                        <a:gd name="connsiteX9" fmla="*/ 9525 w 97631"/>
                        <a:gd name="connsiteY9" fmla="*/ 88106 h 423862"/>
                        <a:gd name="connsiteX10" fmla="*/ 0 w 97631"/>
                        <a:gd name="connsiteY10" fmla="*/ 66675 h 423862"/>
                        <a:gd name="connsiteX0" fmla="*/ 0 w 97631"/>
                        <a:gd name="connsiteY0" fmla="*/ 66675 h 423862"/>
                        <a:gd name="connsiteX1" fmla="*/ 0 w 97631"/>
                        <a:gd name="connsiteY1" fmla="*/ 0 h 423862"/>
                        <a:gd name="connsiteX2" fmla="*/ 19050 w 97631"/>
                        <a:gd name="connsiteY2" fmla="*/ 4762 h 423862"/>
                        <a:gd name="connsiteX3" fmla="*/ 97631 w 97631"/>
                        <a:gd name="connsiteY3" fmla="*/ 11906 h 423862"/>
                        <a:gd name="connsiteX4" fmla="*/ 90488 w 97631"/>
                        <a:gd name="connsiteY4" fmla="*/ 235743 h 423862"/>
                        <a:gd name="connsiteX5" fmla="*/ 35719 w 97631"/>
                        <a:gd name="connsiteY5" fmla="*/ 423862 h 423862"/>
                        <a:gd name="connsiteX6" fmla="*/ 2381 w 97631"/>
                        <a:gd name="connsiteY6" fmla="*/ 423862 h 423862"/>
                        <a:gd name="connsiteX7" fmla="*/ 2381 w 97631"/>
                        <a:gd name="connsiteY7" fmla="*/ 133350 h 423862"/>
                        <a:gd name="connsiteX8" fmla="*/ 26194 w 97631"/>
                        <a:gd name="connsiteY8" fmla="*/ 133350 h 423862"/>
                        <a:gd name="connsiteX9" fmla="*/ 26194 w 97631"/>
                        <a:gd name="connsiteY9" fmla="*/ 88106 h 423862"/>
                        <a:gd name="connsiteX10" fmla="*/ 0 w 97631"/>
                        <a:gd name="connsiteY10" fmla="*/ 66675 h 423862"/>
                        <a:gd name="connsiteX0" fmla="*/ 0 w 97631"/>
                        <a:gd name="connsiteY0" fmla="*/ 66675 h 423862"/>
                        <a:gd name="connsiteX1" fmla="*/ 0 w 97631"/>
                        <a:gd name="connsiteY1" fmla="*/ 0 h 423862"/>
                        <a:gd name="connsiteX2" fmla="*/ 19050 w 97631"/>
                        <a:gd name="connsiteY2" fmla="*/ 4762 h 423862"/>
                        <a:gd name="connsiteX3" fmla="*/ 97631 w 97631"/>
                        <a:gd name="connsiteY3" fmla="*/ 11906 h 423862"/>
                        <a:gd name="connsiteX4" fmla="*/ 90488 w 97631"/>
                        <a:gd name="connsiteY4" fmla="*/ 235743 h 423862"/>
                        <a:gd name="connsiteX5" fmla="*/ 35719 w 97631"/>
                        <a:gd name="connsiteY5" fmla="*/ 423862 h 423862"/>
                        <a:gd name="connsiteX6" fmla="*/ 2381 w 97631"/>
                        <a:gd name="connsiteY6" fmla="*/ 423862 h 423862"/>
                        <a:gd name="connsiteX7" fmla="*/ 2381 w 97631"/>
                        <a:gd name="connsiteY7" fmla="*/ 133350 h 423862"/>
                        <a:gd name="connsiteX8" fmla="*/ 26194 w 97631"/>
                        <a:gd name="connsiteY8" fmla="*/ 133350 h 423862"/>
                        <a:gd name="connsiteX9" fmla="*/ 28173 w 97631"/>
                        <a:gd name="connsiteY9" fmla="*/ 69636 h 423862"/>
                        <a:gd name="connsiteX10" fmla="*/ 0 w 97631"/>
                        <a:gd name="connsiteY10" fmla="*/ 66675 h 423862"/>
                        <a:gd name="connsiteX0" fmla="*/ 0 w 97631"/>
                        <a:gd name="connsiteY0" fmla="*/ 66675 h 423862"/>
                        <a:gd name="connsiteX1" fmla="*/ 0 w 97631"/>
                        <a:gd name="connsiteY1" fmla="*/ 0 h 423862"/>
                        <a:gd name="connsiteX2" fmla="*/ 97631 w 97631"/>
                        <a:gd name="connsiteY2" fmla="*/ 11906 h 423862"/>
                        <a:gd name="connsiteX3" fmla="*/ 90488 w 97631"/>
                        <a:gd name="connsiteY3" fmla="*/ 235743 h 423862"/>
                        <a:gd name="connsiteX4" fmla="*/ 35719 w 97631"/>
                        <a:gd name="connsiteY4" fmla="*/ 423862 h 423862"/>
                        <a:gd name="connsiteX5" fmla="*/ 2381 w 97631"/>
                        <a:gd name="connsiteY5" fmla="*/ 423862 h 423862"/>
                        <a:gd name="connsiteX6" fmla="*/ 2381 w 97631"/>
                        <a:gd name="connsiteY6" fmla="*/ 133350 h 423862"/>
                        <a:gd name="connsiteX7" fmla="*/ 26194 w 97631"/>
                        <a:gd name="connsiteY7" fmla="*/ 133350 h 423862"/>
                        <a:gd name="connsiteX8" fmla="*/ 28173 w 97631"/>
                        <a:gd name="connsiteY8" fmla="*/ 69636 h 423862"/>
                        <a:gd name="connsiteX9" fmla="*/ 0 w 97631"/>
                        <a:gd name="connsiteY9" fmla="*/ 66675 h 423862"/>
                        <a:gd name="connsiteX0" fmla="*/ 0 w 96312"/>
                        <a:gd name="connsiteY0" fmla="*/ 67962 h 425149"/>
                        <a:gd name="connsiteX1" fmla="*/ 0 w 96312"/>
                        <a:gd name="connsiteY1" fmla="*/ 1287 h 425149"/>
                        <a:gd name="connsiteX2" fmla="*/ 96312 w 96312"/>
                        <a:gd name="connsiteY2" fmla="*/ 0 h 425149"/>
                        <a:gd name="connsiteX3" fmla="*/ 90488 w 96312"/>
                        <a:gd name="connsiteY3" fmla="*/ 237030 h 425149"/>
                        <a:gd name="connsiteX4" fmla="*/ 35719 w 96312"/>
                        <a:gd name="connsiteY4" fmla="*/ 425149 h 425149"/>
                        <a:gd name="connsiteX5" fmla="*/ 2381 w 96312"/>
                        <a:gd name="connsiteY5" fmla="*/ 425149 h 425149"/>
                        <a:gd name="connsiteX6" fmla="*/ 2381 w 96312"/>
                        <a:gd name="connsiteY6" fmla="*/ 134637 h 425149"/>
                        <a:gd name="connsiteX7" fmla="*/ 26194 w 96312"/>
                        <a:gd name="connsiteY7" fmla="*/ 134637 h 425149"/>
                        <a:gd name="connsiteX8" fmla="*/ 28173 w 96312"/>
                        <a:gd name="connsiteY8" fmla="*/ 70923 h 425149"/>
                        <a:gd name="connsiteX9" fmla="*/ 0 w 96312"/>
                        <a:gd name="connsiteY9" fmla="*/ 67962 h 425149"/>
                        <a:gd name="connsiteX0" fmla="*/ 0 w 95652"/>
                        <a:gd name="connsiteY0" fmla="*/ 66675 h 423862"/>
                        <a:gd name="connsiteX1" fmla="*/ 0 w 95652"/>
                        <a:gd name="connsiteY1" fmla="*/ 0 h 423862"/>
                        <a:gd name="connsiteX2" fmla="*/ 95652 w 95652"/>
                        <a:gd name="connsiteY2" fmla="*/ 1352 h 423862"/>
                        <a:gd name="connsiteX3" fmla="*/ 90488 w 95652"/>
                        <a:gd name="connsiteY3" fmla="*/ 235743 h 423862"/>
                        <a:gd name="connsiteX4" fmla="*/ 35719 w 95652"/>
                        <a:gd name="connsiteY4" fmla="*/ 423862 h 423862"/>
                        <a:gd name="connsiteX5" fmla="*/ 2381 w 95652"/>
                        <a:gd name="connsiteY5" fmla="*/ 423862 h 423862"/>
                        <a:gd name="connsiteX6" fmla="*/ 2381 w 95652"/>
                        <a:gd name="connsiteY6" fmla="*/ 133350 h 423862"/>
                        <a:gd name="connsiteX7" fmla="*/ 26194 w 95652"/>
                        <a:gd name="connsiteY7" fmla="*/ 133350 h 423862"/>
                        <a:gd name="connsiteX8" fmla="*/ 28173 w 95652"/>
                        <a:gd name="connsiteY8" fmla="*/ 69636 h 423862"/>
                        <a:gd name="connsiteX9" fmla="*/ 0 w 95652"/>
                        <a:gd name="connsiteY9" fmla="*/ 66675 h 423862"/>
                        <a:gd name="connsiteX0" fmla="*/ 0 w 95652"/>
                        <a:gd name="connsiteY0" fmla="*/ 66675 h 423862"/>
                        <a:gd name="connsiteX1" fmla="*/ 0 w 95652"/>
                        <a:gd name="connsiteY1" fmla="*/ 0 h 423862"/>
                        <a:gd name="connsiteX2" fmla="*/ 95652 w 95652"/>
                        <a:gd name="connsiteY2" fmla="*/ 1352 h 423862"/>
                        <a:gd name="connsiteX3" fmla="*/ 93786 w 95652"/>
                        <a:gd name="connsiteY3" fmla="*/ 231785 h 423862"/>
                        <a:gd name="connsiteX4" fmla="*/ 35719 w 95652"/>
                        <a:gd name="connsiteY4" fmla="*/ 423862 h 423862"/>
                        <a:gd name="connsiteX5" fmla="*/ 2381 w 95652"/>
                        <a:gd name="connsiteY5" fmla="*/ 423862 h 423862"/>
                        <a:gd name="connsiteX6" fmla="*/ 2381 w 95652"/>
                        <a:gd name="connsiteY6" fmla="*/ 133350 h 423862"/>
                        <a:gd name="connsiteX7" fmla="*/ 26194 w 95652"/>
                        <a:gd name="connsiteY7" fmla="*/ 133350 h 423862"/>
                        <a:gd name="connsiteX8" fmla="*/ 28173 w 95652"/>
                        <a:gd name="connsiteY8" fmla="*/ 69636 h 423862"/>
                        <a:gd name="connsiteX9" fmla="*/ 0 w 95652"/>
                        <a:gd name="connsiteY9" fmla="*/ 66675 h 423862"/>
                        <a:gd name="connsiteX0" fmla="*/ 0 w 93786"/>
                        <a:gd name="connsiteY0" fmla="*/ 66675 h 423862"/>
                        <a:gd name="connsiteX1" fmla="*/ 0 w 93786"/>
                        <a:gd name="connsiteY1" fmla="*/ 0 h 423862"/>
                        <a:gd name="connsiteX2" fmla="*/ 93673 w 93786"/>
                        <a:gd name="connsiteY2" fmla="*/ 1352 h 423862"/>
                        <a:gd name="connsiteX3" fmla="*/ 93786 w 93786"/>
                        <a:gd name="connsiteY3" fmla="*/ 231785 h 423862"/>
                        <a:gd name="connsiteX4" fmla="*/ 35719 w 93786"/>
                        <a:gd name="connsiteY4" fmla="*/ 423862 h 423862"/>
                        <a:gd name="connsiteX5" fmla="*/ 2381 w 93786"/>
                        <a:gd name="connsiteY5" fmla="*/ 423862 h 423862"/>
                        <a:gd name="connsiteX6" fmla="*/ 2381 w 93786"/>
                        <a:gd name="connsiteY6" fmla="*/ 133350 h 423862"/>
                        <a:gd name="connsiteX7" fmla="*/ 26194 w 93786"/>
                        <a:gd name="connsiteY7" fmla="*/ 133350 h 423862"/>
                        <a:gd name="connsiteX8" fmla="*/ 28173 w 93786"/>
                        <a:gd name="connsiteY8" fmla="*/ 69636 h 423862"/>
                        <a:gd name="connsiteX9" fmla="*/ 0 w 93786"/>
                        <a:gd name="connsiteY9" fmla="*/ 66675 h 423862"/>
                        <a:gd name="connsiteX0" fmla="*/ 0 w 93786"/>
                        <a:gd name="connsiteY0" fmla="*/ 66675 h 423862"/>
                        <a:gd name="connsiteX1" fmla="*/ 0 w 93786"/>
                        <a:gd name="connsiteY1" fmla="*/ 0 h 423862"/>
                        <a:gd name="connsiteX2" fmla="*/ 93673 w 93786"/>
                        <a:gd name="connsiteY2" fmla="*/ 1352 h 423862"/>
                        <a:gd name="connsiteX3" fmla="*/ 93786 w 93786"/>
                        <a:gd name="connsiteY3" fmla="*/ 231785 h 423862"/>
                        <a:gd name="connsiteX4" fmla="*/ 35719 w 93786"/>
                        <a:gd name="connsiteY4" fmla="*/ 423862 h 423862"/>
                        <a:gd name="connsiteX5" fmla="*/ 2381 w 93786"/>
                        <a:gd name="connsiteY5" fmla="*/ 423862 h 423862"/>
                        <a:gd name="connsiteX6" fmla="*/ 2381 w 93786"/>
                        <a:gd name="connsiteY6" fmla="*/ 133350 h 423862"/>
                        <a:gd name="connsiteX7" fmla="*/ 26194 w 93786"/>
                        <a:gd name="connsiteY7" fmla="*/ 133350 h 423862"/>
                        <a:gd name="connsiteX8" fmla="*/ 28173 w 93786"/>
                        <a:gd name="connsiteY8" fmla="*/ 65678 h 423862"/>
                        <a:gd name="connsiteX9" fmla="*/ 0 w 93786"/>
                        <a:gd name="connsiteY9" fmla="*/ 66675 h 423862"/>
                        <a:gd name="connsiteX0" fmla="*/ 0 w 93786"/>
                        <a:gd name="connsiteY0" fmla="*/ 66675 h 423862"/>
                        <a:gd name="connsiteX1" fmla="*/ 0 w 93786"/>
                        <a:gd name="connsiteY1" fmla="*/ 0 h 423862"/>
                        <a:gd name="connsiteX2" fmla="*/ 93673 w 93786"/>
                        <a:gd name="connsiteY2" fmla="*/ 1352 h 423862"/>
                        <a:gd name="connsiteX3" fmla="*/ 93786 w 93786"/>
                        <a:gd name="connsiteY3" fmla="*/ 231785 h 423862"/>
                        <a:gd name="connsiteX4" fmla="*/ 35719 w 93786"/>
                        <a:gd name="connsiteY4" fmla="*/ 423862 h 423862"/>
                        <a:gd name="connsiteX5" fmla="*/ 2381 w 93786"/>
                        <a:gd name="connsiteY5" fmla="*/ 423862 h 423862"/>
                        <a:gd name="connsiteX6" fmla="*/ 2381 w 93786"/>
                        <a:gd name="connsiteY6" fmla="*/ 133350 h 423862"/>
                        <a:gd name="connsiteX7" fmla="*/ 26194 w 93786"/>
                        <a:gd name="connsiteY7" fmla="*/ 133350 h 423862"/>
                        <a:gd name="connsiteX8" fmla="*/ 28833 w 93786"/>
                        <a:gd name="connsiteY8" fmla="*/ 66997 h 423862"/>
                        <a:gd name="connsiteX9" fmla="*/ 0 w 93786"/>
                        <a:gd name="connsiteY9" fmla="*/ 66675 h 423862"/>
                        <a:gd name="connsiteX0" fmla="*/ 0 w 93786"/>
                        <a:gd name="connsiteY0" fmla="*/ 66675 h 423862"/>
                        <a:gd name="connsiteX1" fmla="*/ 0 w 93786"/>
                        <a:gd name="connsiteY1" fmla="*/ 0 h 423862"/>
                        <a:gd name="connsiteX2" fmla="*/ 93673 w 93786"/>
                        <a:gd name="connsiteY2" fmla="*/ 1352 h 423862"/>
                        <a:gd name="connsiteX3" fmla="*/ 93786 w 93786"/>
                        <a:gd name="connsiteY3" fmla="*/ 231785 h 423862"/>
                        <a:gd name="connsiteX4" fmla="*/ 35719 w 93786"/>
                        <a:gd name="connsiteY4" fmla="*/ 423862 h 423862"/>
                        <a:gd name="connsiteX5" fmla="*/ 2381 w 93786"/>
                        <a:gd name="connsiteY5" fmla="*/ 423862 h 423862"/>
                        <a:gd name="connsiteX6" fmla="*/ 2381 w 93786"/>
                        <a:gd name="connsiteY6" fmla="*/ 133350 h 423862"/>
                        <a:gd name="connsiteX7" fmla="*/ 28833 w 93786"/>
                        <a:gd name="connsiteY7" fmla="*/ 128073 h 423862"/>
                        <a:gd name="connsiteX8" fmla="*/ 28833 w 93786"/>
                        <a:gd name="connsiteY8" fmla="*/ 66997 h 423862"/>
                        <a:gd name="connsiteX9" fmla="*/ 0 w 93786"/>
                        <a:gd name="connsiteY9" fmla="*/ 66675 h 423862"/>
                        <a:gd name="connsiteX0" fmla="*/ 0 w 93786"/>
                        <a:gd name="connsiteY0" fmla="*/ 66675 h 423862"/>
                        <a:gd name="connsiteX1" fmla="*/ 0 w 93786"/>
                        <a:gd name="connsiteY1" fmla="*/ 0 h 423862"/>
                        <a:gd name="connsiteX2" fmla="*/ 93673 w 93786"/>
                        <a:gd name="connsiteY2" fmla="*/ 1352 h 423862"/>
                        <a:gd name="connsiteX3" fmla="*/ 93786 w 93786"/>
                        <a:gd name="connsiteY3" fmla="*/ 231785 h 423862"/>
                        <a:gd name="connsiteX4" fmla="*/ 35719 w 93786"/>
                        <a:gd name="connsiteY4" fmla="*/ 423862 h 423862"/>
                        <a:gd name="connsiteX5" fmla="*/ 2381 w 93786"/>
                        <a:gd name="connsiteY5" fmla="*/ 423862 h 423862"/>
                        <a:gd name="connsiteX6" fmla="*/ 1062 w 93786"/>
                        <a:gd name="connsiteY6" fmla="*/ 126754 h 423862"/>
                        <a:gd name="connsiteX7" fmla="*/ 28833 w 93786"/>
                        <a:gd name="connsiteY7" fmla="*/ 128073 h 423862"/>
                        <a:gd name="connsiteX8" fmla="*/ 28833 w 93786"/>
                        <a:gd name="connsiteY8" fmla="*/ 66997 h 423862"/>
                        <a:gd name="connsiteX9" fmla="*/ 0 w 93786"/>
                        <a:gd name="connsiteY9" fmla="*/ 66675 h 423862"/>
                        <a:gd name="connsiteX0" fmla="*/ 0 w 93786"/>
                        <a:gd name="connsiteY0" fmla="*/ 66675 h 423862"/>
                        <a:gd name="connsiteX1" fmla="*/ 0 w 93786"/>
                        <a:gd name="connsiteY1" fmla="*/ 0 h 423862"/>
                        <a:gd name="connsiteX2" fmla="*/ 93673 w 93786"/>
                        <a:gd name="connsiteY2" fmla="*/ 1352 h 423862"/>
                        <a:gd name="connsiteX3" fmla="*/ 93786 w 93786"/>
                        <a:gd name="connsiteY3" fmla="*/ 231785 h 423862"/>
                        <a:gd name="connsiteX4" fmla="*/ 35719 w 93786"/>
                        <a:gd name="connsiteY4" fmla="*/ 423862 h 423862"/>
                        <a:gd name="connsiteX5" fmla="*/ 2381 w 93786"/>
                        <a:gd name="connsiteY5" fmla="*/ 423862 h 423862"/>
                        <a:gd name="connsiteX6" fmla="*/ 3701 w 93786"/>
                        <a:gd name="connsiteY6" fmla="*/ 130712 h 423862"/>
                        <a:gd name="connsiteX7" fmla="*/ 28833 w 93786"/>
                        <a:gd name="connsiteY7" fmla="*/ 128073 h 423862"/>
                        <a:gd name="connsiteX8" fmla="*/ 28833 w 93786"/>
                        <a:gd name="connsiteY8" fmla="*/ 66997 h 423862"/>
                        <a:gd name="connsiteX9" fmla="*/ 0 w 93786"/>
                        <a:gd name="connsiteY9" fmla="*/ 66675 h 423862"/>
                        <a:gd name="connsiteX0" fmla="*/ 0 w 93786"/>
                        <a:gd name="connsiteY0" fmla="*/ 66675 h 423862"/>
                        <a:gd name="connsiteX1" fmla="*/ 0 w 93786"/>
                        <a:gd name="connsiteY1" fmla="*/ 0 h 423862"/>
                        <a:gd name="connsiteX2" fmla="*/ 93673 w 93786"/>
                        <a:gd name="connsiteY2" fmla="*/ 1352 h 423862"/>
                        <a:gd name="connsiteX3" fmla="*/ 93786 w 93786"/>
                        <a:gd name="connsiteY3" fmla="*/ 231785 h 423862"/>
                        <a:gd name="connsiteX4" fmla="*/ 35719 w 93786"/>
                        <a:gd name="connsiteY4" fmla="*/ 423862 h 423862"/>
                        <a:gd name="connsiteX5" fmla="*/ 2381 w 93786"/>
                        <a:gd name="connsiteY5" fmla="*/ 423862 h 423862"/>
                        <a:gd name="connsiteX6" fmla="*/ 1062 w 93786"/>
                        <a:gd name="connsiteY6" fmla="*/ 128073 h 423862"/>
                        <a:gd name="connsiteX7" fmla="*/ 28833 w 93786"/>
                        <a:gd name="connsiteY7" fmla="*/ 128073 h 423862"/>
                        <a:gd name="connsiteX8" fmla="*/ 28833 w 93786"/>
                        <a:gd name="connsiteY8" fmla="*/ 66997 h 423862"/>
                        <a:gd name="connsiteX9" fmla="*/ 0 w 93786"/>
                        <a:gd name="connsiteY9" fmla="*/ 66675 h 423862"/>
                        <a:gd name="connsiteX0" fmla="*/ 963 w 94749"/>
                        <a:gd name="connsiteY0" fmla="*/ 66675 h 423862"/>
                        <a:gd name="connsiteX1" fmla="*/ 963 w 94749"/>
                        <a:gd name="connsiteY1" fmla="*/ 0 h 423862"/>
                        <a:gd name="connsiteX2" fmla="*/ 94636 w 94749"/>
                        <a:gd name="connsiteY2" fmla="*/ 1352 h 423862"/>
                        <a:gd name="connsiteX3" fmla="*/ 94749 w 94749"/>
                        <a:gd name="connsiteY3" fmla="*/ 231785 h 423862"/>
                        <a:gd name="connsiteX4" fmla="*/ 36682 w 94749"/>
                        <a:gd name="connsiteY4" fmla="*/ 423862 h 423862"/>
                        <a:gd name="connsiteX5" fmla="*/ 46 w 94749"/>
                        <a:gd name="connsiteY5" fmla="*/ 423862 h 423862"/>
                        <a:gd name="connsiteX6" fmla="*/ 2025 w 94749"/>
                        <a:gd name="connsiteY6" fmla="*/ 128073 h 423862"/>
                        <a:gd name="connsiteX7" fmla="*/ 29796 w 94749"/>
                        <a:gd name="connsiteY7" fmla="*/ 128073 h 423862"/>
                        <a:gd name="connsiteX8" fmla="*/ 29796 w 94749"/>
                        <a:gd name="connsiteY8" fmla="*/ 66997 h 423862"/>
                        <a:gd name="connsiteX9" fmla="*/ 963 w 94749"/>
                        <a:gd name="connsiteY9" fmla="*/ 66675 h 423862"/>
                        <a:gd name="connsiteX0" fmla="*/ 0 w 93786"/>
                        <a:gd name="connsiteY0" fmla="*/ 66675 h 423862"/>
                        <a:gd name="connsiteX1" fmla="*/ 0 w 93786"/>
                        <a:gd name="connsiteY1" fmla="*/ 0 h 423862"/>
                        <a:gd name="connsiteX2" fmla="*/ 93673 w 93786"/>
                        <a:gd name="connsiteY2" fmla="*/ 1352 h 423862"/>
                        <a:gd name="connsiteX3" fmla="*/ 93786 w 93786"/>
                        <a:gd name="connsiteY3" fmla="*/ 231785 h 423862"/>
                        <a:gd name="connsiteX4" fmla="*/ 35719 w 93786"/>
                        <a:gd name="connsiteY4" fmla="*/ 423862 h 423862"/>
                        <a:gd name="connsiteX5" fmla="*/ 2381 w 93786"/>
                        <a:gd name="connsiteY5" fmla="*/ 423862 h 423862"/>
                        <a:gd name="connsiteX6" fmla="*/ 1062 w 93786"/>
                        <a:gd name="connsiteY6" fmla="*/ 128073 h 423862"/>
                        <a:gd name="connsiteX7" fmla="*/ 28833 w 93786"/>
                        <a:gd name="connsiteY7" fmla="*/ 128073 h 423862"/>
                        <a:gd name="connsiteX8" fmla="*/ 28833 w 93786"/>
                        <a:gd name="connsiteY8" fmla="*/ 66997 h 423862"/>
                        <a:gd name="connsiteX9" fmla="*/ 0 w 93786"/>
                        <a:gd name="connsiteY9" fmla="*/ 66675 h 423862"/>
                        <a:gd name="connsiteX0" fmla="*/ 0 w 93786"/>
                        <a:gd name="connsiteY0" fmla="*/ 66675 h 423862"/>
                        <a:gd name="connsiteX1" fmla="*/ 0 w 93786"/>
                        <a:gd name="connsiteY1" fmla="*/ 0 h 423862"/>
                        <a:gd name="connsiteX2" fmla="*/ 93673 w 93786"/>
                        <a:gd name="connsiteY2" fmla="*/ 1352 h 423862"/>
                        <a:gd name="connsiteX3" fmla="*/ 93786 w 93786"/>
                        <a:gd name="connsiteY3" fmla="*/ 231785 h 423862"/>
                        <a:gd name="connsiteX4" fmla="*/ 35719 w 93786"/>
                        <a:gd name="connsiteY4" fmla="*/ 423862 h 423862"/>
                        <a:gd name="connsiteX5" fmla="*/ 1721 w 93786"/>
                        <a:gd name="connsiteY5" fmla="*/ 423202 h 423862"/>
                        <a:gd name="connsiteX6" fmla="*/ 1062 w 93786"/>
                        <a:gd name="connsiteY6" fmla="*/ 128073 h 423862"/>
                        <a:gd name="connsiteX7" fmla="*/ 28833 w 93786"/>
                        <a:gd name="connsiteY7" fmla="*/ 128073 h 423862"/>
                        <a:gd name="connsiteX8" fmla="*/ 28833 w 93786"/>
                        <a:gd name="connsiteY8" fmla="*/ 66997 h 423862"/>
                        <a:gd name="connsiteX9" fmla="*/ 0 w 93786"/>
                        <a:gd name="connsiteY9" fmla="*/ 66675 h 423862"/>
                        <a:gd name="connsiteX0" fmla="*/ 0 w 93786"/>
                        <a:gd name="connsiteY0" fmla="*/ 66675 h 425181"/>
                        <a:gd name="connsiteX1" fmla="*/ 0 w 93786"/>
                        <a:gd name="connsiteY1" fmla="*/ 0 h 425181"/>
                        <a:gd name="connsiteX2" fmla="*/ 93673 w 93786"/>
                        <a:gd name="connsiteY2" fmla="*/ 1352 h 425181"/>
                        <a:gd name="connsiteX3" fmla="*/ 93786 w 93786"/>
                        <a:gd name="connsiteY3" fmla="*/ 231785 h 425181"/>
                        <a:gd name="connsiteX4" fmla="*/ 29782 w 93786"/>
                        <a:gd name="connsiteY4" fmla="*/ 425181 h 425181"/>
                        <a:gd name="connsiteX5" fmla="*/ 1721 w 93786"/>
                        <a:gd name="connsiteY5" fmla="*/ 423202 h 425181"/>
                        <a:gd name="connsiteX6" fmla="*/ 1062 w 93786"/>
                        <a:gd name="connsiteY6" fmla="*/ 128073 h 425181"/>
                        <a:gd name="connsiteX7" fmla="*/ 28833 w 93786"/>
                        <a:gd name="connsiteY7" fmla="*/ 128073 h 425181"/>
                        <a:gd name="connsiteX8" fmla="*/ 28833 w 93786"/>
                        <a:gd name="connsiteY8" fmla="*/ 66997 h 425181"/>
                        <a:gd name="connsiteX9" fmla="*/ 0 w 93786"/>
                        <a:gd name="connsiteY9" fmla="*/ 66675 h 425181"/>
                        <a:gd name="connsiteX0" fmla="*/ 0 w 93786"/>
                        <a:gd name="connsiteY0" fmla="*/ 66675 h 423202"/>
                        <a:gd name="connsiteX1" fmla="*/ 0 w 93786"/>
                        <a:gd name="connsiteY1" fmla="*/ 0 h 423202"/>
                        <a:gd name="connsiteX2" fmla="*/ 93673 w 93786"/>
                        <a:gd name="connsiteY2" fmla="*/ 1352 h 423202"/>
                        <a:gd name="connsiteX3" fmla="*/ 93786 w 93786"/>
                        <a:gd name="connsiteY3" fmla="*/ 231785 h 423202"/>
                        <a:gd name="connsiteX4" fmla="*/ 29782 w 93786"/>
                        <a:gd name="connsiteY4" fmla="*/ 423202 h 423202"/>
                        <a:gd name="connsiteX5" fmla="*/ 1721 w 93786"/>
                        <a:gd name="connsiteY5" fmla="*/ 423202 h 423202"/>
                        <a:gd name="connsiteX6" fmla="*/ 1062 w 93786"/>
                        <a:gd name="connsiteY6" fmla="*/ 128073 h 423202"/>
                        <a:gd name="connsiteX7" fmla="*/ 28833 w 93786"/>
                        <a:gd name="connsiteY7" fmla="*/ 128073 h 423202"/>
                        <a:gd name="connsiteX8" fmla="*/ 28833 w 93786"/>
                        <a:gd name="connsiteY8" fmla="*/ 66997 h 423202"/>
                        <a:gd name="connsiteX9" fmla="*/ 0 w 93786"/>
                        <a:gd name="connsiteY9" fmla="*/ 66675 h 42320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93786" h="423202">
                          <a:moveTo>
                            <a:pt x="0" y="66675"/>
                          </a:moveTo>
                          <a:lnTo>
                            <a:pt x="0" y="0"/>
                          </a:lnTo>
                          <a:lnTo>
                            <a:pt x="93673" y="1352"/>
                          </a:lnTo>
                          <a:cubicBezTo>
                            <a:pt x="93711" y="78163"/>
                            <a:pt x="93748" y="154974"/>
                            <a:pt x="93786" y="231785"/>
                          </a:cubicBezTo>
                          <a:lnTo>
                            <a:pt x="29782" y="423202"/>
                          </a:lnTo>
                          <a:lnTo>
                            <a:pt x="1721" y="423202"/>
                          </a:lnTo>
                          <a:cubicBezTo>
                            <a:pt x="1281" y="324166"/>
                            <a:pt x="1502" y="227109"/>
                            <a:pt x="1062" y="128073"/>
                          </a:cubicBezTo>
                          <a:lnTo>
                            <a:pt x="28833" y="128073"/>
                          </a:lnTo>
                          <a:cubicBezTo>
                            <a:pt x="29493" y="106835"/>
                            <a:pt x="28173" y="88235"/>
                            <a:pt x="28833" y="66997"/>
                          </a:cubicBezTo>
                          <a:lnTo>
                            <a:pt x="0" y="66675"/>
                          </a:lnTo>
                          <a:close/>
                        </a:path>
                      </a:pathLst>
                    </a:cu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</p:grpSp>
            </p:grpSp>
            <p:grpSp>
              <p:nvGrpSpPr>
                <p:cNvPr id="92" name="그룹 91">
                  <a:extLst>
                    <a:ext uri="{FF2B5EF4-FFF2-40B4-BE49-F238E27FC236}">
                      <a16:creationId xmlns:a16="http://schemas.microsoft.com/office/drawing/2014/main" id="{1919A4E2-EFC9-E6D0-53A6-CB9305C3910C}"/>
                    </a:ext>
                  </a:extLst>
                </p:cNvPr>
                <p:cNvGrpSpPr/>
                <p:nvPr/>
              </p:nvGrpSpPr>
              <p:grpSpPr>
                <a:xfrm>
                  <a:off x="4219751" y="1737717"/>
                  <a:ext cx="487854" cy="87245"/>
                  <a:chOff x="3682928" y="1420897"/>
                  <a:chExt cx="487854" cy="87245"/>
                </a:xfrm>
                <a:grpFill/>
              </p:grpSpPr>
              <p:sp>
                <p:nvSpPr>
                  <p:cNvPr id="732" name="타원 731">
                    <a:extLst>
                      <a:ext uri="{FF2B5EF4-FFF2-40B4-BE49-F238E27FC236}">
                        <a16:creationId xmlns:a16="http://schemas.microsoft.com/office/drawing/2014/main" id="{73E55D6E-4756-6F75-2CA0-7F67B41CFCC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682928" y="1472941"/>
                    <a:ext cx="33891" cy="34957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sp>
                <p:nvSpPr>
                  <p:cNvPr id="733" name="타원 732">
                    <a:extLst>
                      <a:ext uri="{FF2B5EF4-FFF2-40B4-BE49-F238E27FC236}">
                        <a16:creationId xmlns:a16="http://schemas.microsoft.com/office/drawing/2014/main" id="{5AA975A9-1BFD-A708-B3AD-D15E833F2B4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136891" y="1473185"/>
                    <a:ext cx="33891" cy="34957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sp>
                <p:nvSpPr>
                  <p:cNvPr id="734" name="타원 733">
                    <a:extLst>
                      <a:ext uri="{FF2B5EF4-FFF2-40B4-BE49-F238E27FC236}">
                        <a16:creationId xmlns:a16="http://schemas.microsoft.com/office/drawing/2014/main" id="{F7BC04B9-E991-E68E-703B-414BCCE6F8D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4619" y="1420897"/>
                    <a:ext cx="46057" cy="47505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cxnSp>
                <p:nvCxnSpPr>
                  <p:cNvPr id="735" name="직선 연결선 734">
                    <a:extLst>
                      <a:ext uri="{FF2B5EF4-FFF2-40B4-BE49-F238E27FC236}">
                        <a16:creationId xmlns:a16="http://schemas.microsoft.com/office/drawing/2014/main" id="{B4A61D3A-F310-3883-62FE-A3BE951E59CD}"/>
                      </a:ext>
                    </a:extLst>
                  </p:cNvPr>
                  <p:cNvCxnSpPr>
                    <a:stCxn id="732" idx="0"/>
                    <a:endCxn id="739" idx="4"/>
                  </p:cNvCxnSpPr>
                  <p:nvPr/>
                </p:nvCxnSpPr>
                <p:spPr bwMode="auto">
                  <a:xfrm flipV="1">
                    <a:off x="3699874" y="1472047"/>
                    <a:ext cx="152287" cy="894"/>
                  </a:xfrm>
                  <a:prstGeom prst="lin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736" name="직선 연결선 735">
                    <a:extLst>
                      <a:ext uri="{FF2B5EF4-FFF2-40B4-BE49-F238E27FC236}">
                        <a16:creationId xmlns:a16="http://schemas.microsoft.com/office/drawing/2014/main" id="{A86BCF3E-72DC-F200-64B7-8C6558FA0382}"/>
                      </a:ext>
                    </a:extLst>
                  </p:cNvPr>
                  <p:cNvCxnSpPr>
                    <a:stCxn id="741" idx="4"/>
                    <a:endCxn id="733" idx="0"/>
                  </p:cNvCxnSpPr>
                  <p:nvPr/>
                </p:nvCxnSpPr>
                <p:spPr bwMode="auto">
                  <a:xfrm>
                    <a:off x="3982560" y="1472047"/>
                    <a:ext cx="171277" cy="1138"/>
                  </a:xfrm>
                  <a:prstGeom prst="lin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737" name="직선 연결선 736">
                    <a:extLst>
                      <a:ext uri="{FF2B5EF4-FFF2-40B4-BE49-F238E27FC236}">
                        <a16:creationId xmlns:a16="http://schemas.microsoft.com/office/drawing/2014/main" id="{03FCE139-0857-EA59-65A4-7C12A0B7CC18}"/>
                      </a:ext>
                    </a:extLst>
                  </p:cNvPr>
                  <p:cNvCxnSpPr>
                    <a:stCxn id="732" idx="4"/>
                    <a:endCxn id="733" idx="4"/>
                  </p:cNvCxnSpPr>
                  <p:nvPr/>
                </p:nvCxnSpPr>
                <p:spPr bwMode="auto">
                  <a:xfrm>
                    <a:off x="3699874" y="1507898"/>
                    <a:ext cx="453963" cy="244"/>
                  </a:xfrm>
                  <a:prstGeom prst="lin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738" name="직선 연결선 737">
                    <a:extLst>
                      <a:ext uri="{FF2B5EF4-FFF2-40B4-BE49-F238E27FC236}">
                        <a16:creationId xmlns:a16="http://schemas.microsoft.com/office/drawing/2014/main" id="{6C8CE0B5-E659-EAB4-9C05-350056109B0C}"/>
                      </a:ext>
                    </a:extLst>
                  </p:cNvPr>
                  <p:cNvCxnSpPr>
                    <a:stCxn id="734" idx="7"/>
                    <a:endCxn id="741" idx="2"/>
                  </p:cNvCxnSpPr>
                  <p:nvPr/>
                </p:nvCxnSpPr>
                <p:spPr bwMode="auto">
                  <a:xfrm>
                    <a:off x="3933931" y="1427854"/>
                    <a:ext cx="31683" cy="26715"/>
                  </a:xfrm>
                  <a:prstGeom prst="lin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739" name="타원 738">
                    <a:extLst>
                      <a:ext uri="{FF2B5EF4-FFF2-40B4-BE49-F238E27FC236}">
                        <a16:creationId xmlns:a16="http://schemas.microsoft.com/office/drawing/2014/main" id="{5EEE5161-149A-9F44-B7F4-A8E7310DCB3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35215" y="1437090"/>
                    <a:ext cx="33891" cy="34957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cxnSp>
                <p:nvCxnSpPr>
                  <p:cNvPr id="740" name="직선 연결선 739">
                    <a:extLst>
                      <a:ext uri="{FF2B5EF4-FFF2-40B4-BE49-F238E27FC236}">
                        <a16:creationId xmlns:a16="http://schemas.microsoft.com/office/drawing/2014/main" id="{AF6117EE-E392-9AD2-337C-3EAACB51EE8F}"/>
                      </a:ext>
                    </a:extLst>
                  </p:cNvPr>
                  <p:cNvCxnSpPr>
                    <a:stCxn id="739" idx="5"/>
                    <a:endCxn id="734" idx="1"/>
                  </p:cNvCxnSpPr>
                  <p:nvPr/>
                </p:nvCxnSpPr>
                <p:spPr bwMode="auto">
                  <a:xfrm flipV="1">
                    <a:off x="3864143" y="1427854"/>
                    <a:ext cx="37221" cy="39074"/>
                  </a:xfrm>
                  <a:prstGeom prst="lin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741" name="타원 740">
                    <a:extLst>
                      <a:ext uri="{FF2B5EF4-FFF2-40B4-BE49-F238E27FC236}">
                        <a16:creationId xmlns:a16="http://schemas.microsoft.com/office/drawing/2014/main" id="{6C7C9F1D-AD1E-256A-E29F-A05E13F4E07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965614" y="1437090"/>
                    <a:ext cx="33891" cy="34957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</p:grpSp>
            <p:grpSp>
              <p:nvGrpSpPr>
                <p:cNvPr id="93" name="그룹 92">
                  <a:extLst>
                    <a:ext uri="{FF2B5EF4-FFF2-40B4-BE49-F238E27FC236}">
                      <a16:creationId xmlns:a16="http://schemas.microsoft.com/office/drawing/2014/main" id="{FAF3FD05-933C-4BCB-E311-0EB14D7075FF}"/>
                    </a:ext>
                  </a:extLst>
                </p:cNvPr>
                <p:cNvGrpSpPr/>
                <p:nvPr/>
              </p:nvGrpSpPr>
              <p:grpSpPr>
                <a:xfrm flipV="1">
                  <a:off x="4219751" y="1870214"/>
                  <a:ext cx="487854" cy="81680"/>
                  <a:chOff x="3682928" y="1420895"/>
                  <a:chExt cx="487854" cy="87252"/>
                </a:xfrm>
                <a:grpFill/>
              </p:grpSpPr>
              <p:sp>
                <p:nvSpPr>
                  <p:cNvPr id="722" name="타원 721">
                    <a:extLst>
                      <a:ext uri="{FF2B5EF4-FFF2-40B4-BE49-F238E27FC236}">
                        <a16:creationId xmlns:a16="http://schemas.microsoft.com/office/drawing/2014/main" id="{1DFA74F8-5D06-CE79-F178-704C40426DC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682928" y="1472943"/>
                    <a:ext cx="33891" cy="34958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sp>
                <p:nvSpPr>
                  <p:cNvPr id="723" name="타원 722">
                    <a:extLst>
                      <a:ext uri="{FF2B5EF4-FFF2-40B4-BE49-F238E27FC236}">
                        <a16:creationId xmlns:a16="http://schemas.microsoft.com/office/drawing/2014/main" id="{21F9240D-94BB-8329-363B-ED70C0E30DA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136891" y="1473189"/>
                    <a:ext cx="33891" cy="34958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sp>
                <p:nvSpPr>
                  <p:cNvPr id="724" name="타원 723">
                    <a:extLst>
                      <a:ext uri="{FF2B5EF4-FFF2-40B4-BE49-F238E27FC236}">
                        <a16:creationId xmlns:a16="http://schemas.microsoft.com/office/drawing/2014/main" id="{C6473BE8-D13D-29EC-3F69-C436C84A9EA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4619" y="1420895"/>
                    <a:ext cx="46057" cy="47505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cxnSp>
                <p:nvCxnSpPr>
                  <p:cNvPr id="725" name="직선 연결선 724">
                    <a:extLst>
                      <a:ext uri="{FF2B5EF4-FFF2-40B4-BE49-F238E27FC236}">
                        <a16:creationId xmlns:a16="http://schemas.microsoft.com/office/drawing/2014/main" id="{62EC677F-063A-1E54-BD87-C33929A6D55A}"/>
                      </a:ext>
                    </a:extLst>
                  </p:cNvPr>
                  <p:cNvCxnSpPr>
                    <a:stCxn id="722" idx="0"/>
                    <a:endCxn id="729" idx="4"/>
                  </p:cNvCxnSpPr>
                  <p:nvPr/>
                </p:nvCxnSpPr>
                <p:spPr bwMode="auto">
                  <a:xfrm flipV="1">
                    <a:off x="3699874" y="1472047"/>
                    <a:ext cx="152287" cy="894"/>
                  </a:xfrm>
                  <a:prstGeom prst="lin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726" name="직선 연결선 725">
                    <a:extLst>
                      <a:ext uri="{FF2B5EF4-FFF2-40B4-BE49-F238E27FC236}">
                        <a16:creationId xmlns:a16="http://schemas.microsoft.com/office/drawing/2014/main" id="{C3F4D52E-0CED-F6B8-D4F1-AD8BE8CFCCA9}"/>
                      </a:ext>
                    </a:extLst>
                  </p:cNvPr>
                  <p:cNvCxnSpPr>
                    <a:stCxn id="731" idx="4"/>
                    <a:endCxn id="723" idx="0"/>
                  </p:cNvCxnSpPr>
                  <p:nvPr/>
                </p:nvCxnSpPr>
                <p:spPr bwMode="auto">
                  <a:xfrm>
                    <a:off x="3982560" y="1472047"/>
                    <a:ext cx="171277" cy="1138"/>
                  </a:xfrm>
                  <a:prstGeom prst="lin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727" name="직선 연결선 726">
                    <a:extLst>
                      <a:ext uri="{FF2B5EF4-FFF2-40B4-BE49-F238E27FC236}">
                        <a16:creationId xmlns:a16="http://schemas.microsoft.com/office/drawing/2014/main" id="{3F647F63-FB29-3427-A1D0-8EBF894556B6}"/>
                      </a:ext>
                    </a:extLst>
                  </p:cNvPr>
                  <p:cNvCxnSpPr>
                    <a:stCxn id="722" idx="4"/>
                    <a:endCxn id="723" idx="4"/>
                  </p:cNvCxnSpPr>
                  <p:nvPr/>
                </p:nvCxnSpPr>
                <p:spPr bwMode="auto">
                  <a:xfrm>
                    <a:off x="3699874" y="1507898"/>
                    <a:ext cx="453963" cy="244"/>
                  </a:xfrm>
                  <a:prstGeom prst="lin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728" name="직선 연결선 727">
                    <a:extLst>
                      <a:ext uri="{FF2B5EF4-FFF2-40B4-BE49-F238E27FC236}">
                        <a16:creationId xmlns:a16="http://schemas.microsoft.com/office/drawing/2014/main" id="{5F42DA59-D386-EA7B-DAE3-4058C6C64E29}"/>
                      </a:ext>
                    </a:extLst>
                  </p:cNvPr>
                  <p:cNvCxnSpPr>
                    <a:stCxn id="724" idx="7"/>
                    <a:endCxn id="731" idx="2"/>
                  </p:cNvCxnSpPr>
                  <p:nvPr/>
                </p:nvCxnSpPr>
                <p:spPr bwMode="auto">
                  <a:xfrm>
                    <a:off x="3933931" y="1427854"/>
                    <a:ext cx="31683" cy="26715"/>
                  </a:xfrm>
                  <a:prstGeom prst="lin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729" name="타원 728">
                    <a:extLst>
                      <a:ext uri="{FF2B5EF4-FFF2-40B4-BE49-F238E27FC236}">
                        <a16:creationId xmlns:a16="http://schemas.microsoft.com/office/drawing/2014/main" id="{B31C994E-F7E5-5EBD-1AD9-3D67A380B40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35215" y="1437091"/>
                    <a:ext cx="33891" cy="34956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cxnSp>
                <p:nvCxnSpPr>
                  <p:cNvPr id="730" name="직선 연결선 729">
                    <a:extLst>
                      <a:ext uri="{FF2B5EF4-FFF2-40B4-BE49-F238E27FC236}">
                        <a16:creationId xmlns:a16="http://schemas.microsoft.com/office/drawing/2014/main" id="{28A64089-D972-BD16-E86E-A4DA6F8CA842}"/>
                      </a:ext>
                    </a:extLst>
                  </p:cNvPr>
                  <p:cNvCxnSpPr>
                    <a:stCxn id="729" idx="5"/>
                    <a:endCxn id="724" idx="1"/>
                  </p:cNvCxnSpPr>
                  <p:nvPr/>
                </p:nvCxnSpPr>
                <p:spPr bwMode="auto">
                  <a:xfrm flipV="1">
                    <a:off x="3864143" y="1427854"/>
                    <a:ext cx="37221" cy="39074"/>
                  </a:xfrm>
                  <a:prstGeom prst="lin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731" name="타원 730">
                    <a:extLst>
                      <a:ext uri="{FF2B5EF4-FFF2-40B4-BE49-F238E27FC236}">
                        <a16:creationId xmlns:a16="http://schemas.microsoft.com/office/drawing/2014/main" id="{7C07EED6-9A67-626D-481E-C75589B8F48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965614" y="1437091"/>
                    <a:ext cx="33891" cy="34956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</p:grpSp>
            <p:grpSp>
              <p:nvGrpSpPr>
                <p:cNvPr id="94" name="그룹 93">
                  <a:extLst>
                    <a:ext uri="{FF2B5EF4-FFF2-40B4-BE49-F238E27FC236}">
                      <a16:creationId xmlns:a16="http://schemas.microsoft.com/office/drawing/2014/main" id="{73534E73-EB90-146A-D3F8-D36A6B5AD2F7}"/>
                    </a:ext>
                  </a:extLst>
                </p:cNvPr>
                <p:cNvGrpSpPr/>
                <p:nvPr/>
              </p:nvGrpSpPr>
              <p:grpSpPr>
                <a:xfrm>
                  <a:off x="3444107" y="1737717"/>
                  <a:ext cx="487854" cy="87245"/>
                  <a:chOff x="3682928" y="1420897"/>
                  <a:chExt cx="487854" cy="87245"/>
                </a:xfrm>
                <a:grpFill/>
              </p:grpSpPr>
              <p:sp>
                <p:nvSpPr>
                  <p:cNvPr id="712" name="타원 711">
                    <a:extLst>
                      <a:ext uri="{FF2B5EF4-FFF2-40B4-BE49-F238E27FC236}">
                        <a16:creationId xmlns:a16="http://schemas.microsoft.com/office/drawing/2014/main" id="{811EF066-C71B-C106-4300-8A948A9749A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682928" y="1472941"/>
                    <a:ext cx="33891" cy="34957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sp>
                <p:nvSpPr>
                  <p:cNvPr id="713" name="타원 712">
                    <a:extLst>
                      <a:ext uri="{FF2B5EF4-FFF2-40B4-BE49-F238E27FC236}">
                        <a16:creationId xmlns:a16="http://schemas.microsoft.com/office/drawing/2014/main" id="{30605853-CCBE-AD99-7E52-B37320CE36A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136891" y="1473185"/>
                    <a:ext cx="33891" cy="34957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sp>
                <p:nvSpPr>
                  <p:cNvPr id="714" name="타원 713">
                    <a:extLst>
                      <a:ext uri="{FF2B5EF4-FFF2-40B4-BE49-F238E27FC236}">
                        <a16:creationId xmlns:a16="http://schemas.microsoft.com/office/drawing/2014/main" id="{F4416731-8574-CA42-EFCB-F15F9E0B278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4619" y="1420897"/>
                    <a:ext cx="46057" cy="47505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cxnSp>
                <p:nvCxnSpPr>
                  <p:cNvPr id="715" name="직선 연결선 714">
                    <a:extLst>
                      <a:ext uri="{FF2B5EF4-FFF2-40B4-BE49-F238E27FC236}">
                        <a16:creationId xmlns:a16="http://schemas.microsoft.com/office/drawing/2014/main" id="{2C2F25C8-0159-0642-B201-953F4E652AE4}"/>
                      </a:ext>
                    </a:extLst>
                  </p:cNvPr>
                  <p:cNvCxnSpPr>
                    <a:stCxn id="712" idx="0"/>
                    <a:endCxn id="719" idx="4"/>
                  </p:cNvCxnSpPr>
                  <p:nvPr/>
                </p:nvCxnSpPr>
                <p:spPr bwMode="auto">
                  <a:xfrm flipV="1">
                    <a:off x="3699874" y="1472047"/>
                    <a:ext cx="152287" cy="894"/>
                  </a:xfrm>
                  <a:prstGeom prst="lin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716" name="직선 연결선 715">
                    <a:extLst>
                      <a:ext uri="{FF2B5EF4-FFF2-40B4-BE49-F238E27FC236}">
                        <a16:creationId xmlns:a16="http://schemas.microsoft.com/office/drawing/2014/main" id="{4679A273-3DD5-E28B-72AC-5F490262FE0D}"/>
                      </a:ext>
                    </a:extLst>
                  </p:cNvPr>
                  <p:cNvCxnSpPr>
                    <a:stCxn id="721" idx="4"/>
                    <a:endCxn id="713" idx="0"/>
                  </p:cNvCxnSpPr>
                  <p:nvPr/>
                </p:nvCxnSpPr>
                <p:spPr bwMode="auto">
                  <a:xfrm>
                    <a:off x="3982560" y="1472047"/>
                    <a:ext cx="171277" cy="1138"/>
                  </a:xfrm>
                  <a:prstGeom prst="lin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717" name="직선 연결선 716">
                    <a:extLst>
                      <a:ext uri="{FF2B5EF4-FFF2-40B4-BE49-F238E27FC236}">
                        <a16:creationId xmlns:a16="http://schemas.microsoft.com/office/drawing/2014/main" id="{6A6ED5BC-1A4F-419E-0828-D9A4E02171B6}"/>
                      </a:ext>
                    </a:extLst>
                  </p:cNvPr>
                  <p:cNvCxnSpPr>
                    <a:stCxn id="712" idx="4"/>
                    <a:endCxn id="713" idx="4"/>
                  </p:cNvCxnSpPr>
                  <p:nvPr/>
                </p:nvCxnSpPr>
                <p:spPr bwMode="auto">
                  <a:xfrm>
                    <a:off x="3699874" y="1507898"/>
                    <a:ext cx="453963" cy="244"/>
                  </a:xfrm>
                  <a:prstGeom prst="lin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718" name="직선 연결선 717">
                    <a:extLst>
                      <a:ext uri="{FF2B5EF4-FFF2-40B4-BE49-F238E27FC236}">
                        <a16:creationId xmlns:a16="http://schemas.microsoft.com/office/drawing/2014/main" id="{F767AC81-6ED8-42FC-6DFD-EC79DBA91979}"/>
                      </a:ext>
                    </a:extLst>
                  </p:cNvPr>
                  <p:cNvCxnSpPr>
                    <a:stCxn id="714" idx="7"/>
                    <a:endCxn id="721" idx="2"/>
                  </p:cNvCxnSpPr>
                  <p:nvPr/>
                </p:nvCxnSpPr>
                <p:spPr bwMode="auto">
                  <a:xfrm>
                    <a:off x="3933931" y="1427854"/>
                    <a:ext cx="31683" cy="26715"/>
                  </a:xfrm>
                  <a:prstGeom prst="lin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719" name="타원 718">
                    <a:extLst>
                      <a:ext uri="{FF2B5EF4-FFF2-40B4-BE49-F238E27FC236}">
                        <a16:creationId xmlns:a16="http://schemas.microsoft.com/office/drawing/2014/main" id="{2CE43E44-8D87-5A14-D0E6-EE4A8AA5387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35215" y="1437090"/>
                    <a:ext cx="33891" cy="34957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cxnSp>
                <p:nvCxnSpPr>
                  <p:cNvPr id="720" name="직선 연결선 719">
                    <a:extLst>
                      <a:ext uri="{FF2B5EF4-FFF2-40B4-BE49-F238E27FC236}">
                        <a16:creationId xmlns:a16="http://schemas.microsoft.com/office/drawing/2014/main" id="{3BFDA318-ACE3-8940-5CE5-67E13ECD195D}"/>
                      </a:ext>
                    </a:extLst>
                  </p:cNvPr>
                  <p:cNvCxnSpPr>
                    <a:stCxn id="719" idx="5"/>
                    <a:endCxn id="714" idx="1"/>
                  </p:cNvCxnSpPr>
                  <p:nvPr/>
                </p:nvCxnSpPr>
                <p:spPr bwMode="auto">
                  <a:xfrm flipV="1">
                    <a:off x="3864143" y="1427854"/>
                    <a:ext cx="37221" cy="39074"/>
                  </a:xfrm>
                  <a:prstGeom prst="lin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721" name="타원 720">
                    <a:extLst>
                      <a:ext uri="{FF2B5EF4-FFF2-40B4-BE49-F238E27FC236}">
                        <a16:creationId xmlns:a16="http://schemas.microsoft.com/office/drawing/2014/main" id="{DB167EFE-113B-901F-03E4-685DC25E124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965614" y="1437090"/>
                    <a:ext cx="33891" cy="34957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</p:grpSp>
            <p:grpSp>
              <p:nvGrpSpPr>
                <p:cNvPr id="95" name="그룹 94">
                  <a:extLst>
                    <a:ext uri="{FF2B5EF4-FFF2-40B4-BE49-F238E27FC236}">
                      <a16:creationId xmlns:a16="http://schemas.microsoft.com/office/drawing/2014/main" id="{DFB9D04C-FE73-079F-9B1C-01BB7073B4A5}"/>
                    </a:ext>
                  </a:extLst>
                </p:cNvPr>
                <p:cNvGrpSpPr/>
                <p:nvPr/>
              </p:nvGrpSpPr>
              <p:grpSpPr>
                <a:xfrm flipV="1">
                  <a:off x="3444107" y="1870214"/>
                  <a:ext cx="487854" cy="81680"/>
                  <a:chOff x="3682928" y="1420895"/>
                  <a:chExt cx="487854" cy="87252"/>
                </a:xfrm>
                <a:grpFill/>
              </p:grpSpPr>
              <p:sp>
                <p:nvSpPr>
                  <p:cNvPr id="702" name="타원 701">
                    <a:extLst>
                      <a:ext uri="{FF2B5EF4-FFF2-40B4-BE49-F238E27FC236}">
                        <a16:creationId xmlns:a16="http://schemas.microsoft.com/office/drawing/2014/main" id="{7D09B829-5570-12AA-70BF-0DBAEB8EFE8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682928" y="1472943"/>
                    <a:ext cx="33891" cy="34958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sp>
                <p:nvSpPr>
                  <p:cNvPr id="703" name="타원 702">
                    <a:extLst>
                      <a:ext uri="{FF2B5EF4-FFF2-40B4-BE49-F238E27FC236}">
                        <a16:creationId xmlns:a16="http://schemas.microsoft.com/office/drawing/2014/main" id="{7E3191B5-5BB7-EA45-4F93-24506D59C34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136891" y="1473189"/>
                    <a:ext cx="33891" cy="34958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sp>
                <p:nvSpPr>
                  <p:cNvPr id="704" name="타원 703">
                    <a:extLst>
                      <a:ext uri="{FF2B5EF4-FFF2-40B4-BE49-F238E27FC236}">
                        <a16:creationId xmlns:a16="http://schemas.microsoft.com/office/drawing/2014/main" id="{C719AA9A-FDCD-970D-C654-801E1CEB356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4619" y="1420895"/>
                    <a:ext cx="46057" cy="47505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cxnSp>
                <p:nvCxnSpPr>
                  <p:cNvPr id="705" name="직선 연결선 704">
                    <a:extLst>
                      <a:ext uri="{FF2B5EF4-FFF2-40B4-BE49-F238E27FC236}">
                        <a16:creationId xmlns:a16="http://schemas.microsoft.com/office/drawing/2014/main" id="{3C118045-93FA-433A-52FC-0C3A3EADF355}"/>
                      </a:ext>
                    </a:extLst>
                  </p:cNvPr>
                  <p:cNvCxnSpPr>
                    <a:stCxn id="702" idx="0"/>
                    <a:endCxn id="709" idx="4"/>
                  </p:cNvCxnSpPr>
                  <p:nvPr/>
                </p:nvCxnSpPr>
                <p:spPr bwMode="auto">
                  <a:xfrm flipV="1">
                    <a:off x="3699874" y="1472047"/>
                    <a:ext cx="152287" cy="894"/>
                  </a:xfrm>
                  <a:prstGeom prst="lin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706" name="직선 연결선 705">
                    <a:extLst>
                      <a:ext uri="{FF2B5EF4-FFF2-40B4-BE49-F238E27FC236}">
                        <a16:creationId xmlns:a16="http://schemas.microsoft.com/office/drawing/2014/main" id="{66BA83DF-AC8D-672E-3863-34DA97A55D52}"/>
                      </a:ext>
                    </a:extLst>
                  </p:cNvPr>
                  <p:cNvCxnSpPr>
                    <a:stCxn id="711" idx="4"/>
                    <a:endCxn id="703" idx="0"/>
                  </p:cNvCxnSpPr>
                  <p:nvPr/>
                </p:nvCxnSpPr>
                <p:spPr bwMode="auto">
                  <a:xfrm>
                    <a:off x="3982560" y="1472047"/>
                    <a:ext cx="171277" cy="1138"/>
                  </a:xfrm>
                  <a:prstGeom prst="lin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707" name="직선 연결선 706">
                    <a:extLst>
                      <a:ext uri="{FF2B5EF4-FFF2-40B4-BE49-F238E27FC236}">
                        <a16:creationId xmlns:a16="http://schemas.microsoft.com/office/drawing/2014/main" id="{8FF75564-E69C-199C-D141-8695BF90754B}"/>
                      </a:ext>
                    </a:extLst>
                  </p:cNvPr>
                  <p:cNvCxnSpPr>
                    <a:stCxn id="702" idx="4"/>
                    <a:endCxn id="703" idx="4"/>
                  </p:cNvCxnSpPr>
                  <p:nvPr/>
                </p:nvCxnSpPr>
                <p:spPr bwMode="auto">
                  <a:xfrm>
                    <a:off x="3699874" y="1507898"/>
                    <a:ext cx="453963" cy="244"/>
                  </a:xfrm>
                  <a:prstGeom prst="lin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708" name="직선 연결선 707">
                    <a:extLst>
                      <a:ext uri="{FF2B5EF4-FFF2-40B4-BE49-F238E27FC236}">
                        <a16:creationId xmlns:a16="http://schemas.microsoft.com/office/drawing/2014/main" id="{FF8CD46B-D82A-292B-129B-91BA51040F69}"/>
                      </a:ext>
                    </a:extLst>
                  </p:cNvPr>
                  <p:cNvCxnSpPr>
                    <a:stCxn id="704" idx="7"/>
                    <a:endCxn id="711" idx="2"/>
                  </p:cNvCxnSpPr>
                  <p:nvPr/>
                </p:nvCxnSpPr>
                <p:spPr bwMode="auto">
                  <a:xfrm>
                    <a:off x="3933931" y="1427854"/>
                    <a:ext cx="31683" cy="26715"/>
                  </a:xfrm>
                  <a:prstGeom prst="lin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709" name="타원 708">
                    <a:extLst>
                      <a:ext uri="{FF2B5EF4-FFF2-40B4-BE49-F238E27FC236}">
                        <a16:creationId xmlns:a16="http://schemas.microsoft.com/office/drawing/2014/main" id="{247388B4-DF34-E5F8-529D-7789F0AD91F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35215" y="1437091"/>
                    <a:ext cx="33891" cy="34956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cxnSp>
                <p:nvCxnSpPr>
                  <p:cNvPr id="710" name="직선 연결선 709">
                    <a:extLst>
                      <a:ext uri="{FF2B5EF4-FFF2-40B4-BE49-F238E27FC236}">
                        <a16:creationId xmlns:a16="http://schemas.microsoft.com/office/drawing/2014/main" id="{DD4BD3BF-66EA-1BE6-1AE5-C6F45384C107}"/>
                      </a:ext>
                    </a:extLst>
                  </p:cNvPr>
                  <p:cNvCxnSpPr>
                    <a:stCxn id="709" idx="5"/>
                    <a:endCxn id="704" idx="1"/>
                  </p:cNvCxnSpPr>
                  <p:nvPr/>
                </p:nvCxnSpPr>
                <p:spPr bwMode="auto">
                  <a:xfrm flipV="1">
                    <a:off x="3864143" y="1427854"/>
                    <a:ext cx="37221" cy="39074"/>
                  </a:xfrm>
                  <a:prstGeom prst="lin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711" name="타원 710">
                    <a:extLst>
                      <a:ext uri="{FF2B5EF4-FFF2-40B4-BE49-F238E27FC236}">
                        <a16:creationId xmlns:a16="http://schemas.microsoft.com/office/drawing/2014/main" id="{5565B3AA-DA64-F384-CCAC-9B79C5DD69B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965614" y="1437091"/>
                    <a:ext cx="33891" cy="34956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</p:grpSp>
            <p:sp>
              <p:nvSpPr>
                <p:cNvPr id="96" name="직사각형 95">
                  <a:extLst>
                    <a:ext uri="{FF2B5EF4-FFF2-40B4-BE49-F238E27FC236}">
                      <a16:creationId xmlns:a16="http://schemas.microsoft.com/office/drawing/2014/main" id="{D986C61C-D49A-EF08-D71D-0FBBD3EFF109}"/>
                    </a:ext>
                  </a:extLst>
                </p:cNvPr>
                <p:cNvSpPr/>
                <p:nvPr/>
              </p:nvSpPr>
              <p:spPr>
                <a:xfrm>
                  <a:off x="3436602" y="2547705"/>
                  <a:ext cx="253596" cy="184666"/>
                </a:xfrm>
                <a:prstGeom prst="rect">
                  <a:avLst/>
                </a:prstGeom>
                <a:grpFill/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Lower</a:t>
                  </a:r>
                </a:p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Elect</a:t>
                  </a:r>
                </a:p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EPC</a:t>
                  </a:r>
                </a:p>
              </p:txBody>
            </p:sp>
            <p:sp>
              <p:nvSpPr>
                <p:cNvPr id="97" name="타원 96">
                  <a:extLst>
                    <a:ext uri="{FF2B5EF4-FFF2-40B4-BE49-F238E27FC236}">
                      <a16:creationId xmlns:a16="http://schemas.microsoft.com/office/drawing/2014/main" id="{F83512A7-C70C-CD67-5EE3-2F81E52E28C3}"/>
                    </a:ext>
                  </a:extLst>
                </p:cNvPr>
                <p:cNvSpPr/>
                <p:nvPr/>
              </p:nvSpPr>
              <p:spPr bwMode="auto">
                <a:xfrm rot="10800000">
                  <a:off x="2617141" y="1632706"/>
                  <a:ext cx="75125" cy="78975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sp>
              <p:nvSpPr>
                <p:cNvPr id="98" name="타원 97">
                  <a:extLst>
                    <a:ext uri="{FF2B5EF4-FFF2-40B4-BE49-F238E27FC236}">
                      <a16:creationId xmlns:a16="http://schemas.microsoft.com/office/drawing/2014/main" id="{B78C7E71-D5DD-7BDF-11D2-C64A4C3B9C27}"/>
                    </a:ext>
                  </a:extLst>
                </p:cNvPr>
                <p:cNvSpPr/>
                <p:nvPr/>
              </p:nvSpPr>
              <p:spPr bwMode="auto">
                <a:xfrm rot="10800000">
                  <a:off x="2425807" y="1632706"/>
                  <a:ext cx="75125" cy="78975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cxnSp>
              <p:nvCxnSpPr>
                <p:cNvPr id="99" name="직선 연결선 98">
                  <a:extLst>
                    <a:ext uri="{FF2B5EF4-FFF2-40B4-BE49-F238E27FC236}">
                      <a16:creationId xmlns:a16="http://schemas.microsoft.com/office/drawing/2014/main" id="{6AB4FE8F-C9AE-2BDC-6E51-0C5F78B08AF6}"/>
                    </a:ext>
                  </a:extLst>
                </p:cNvPr>
                <p:cNvCxnSpPr>
                  <a:stCxn id="101" idx="2"/>
                  <a:endCxn id="98" idx="6"/>
                </p:cNvCxnSpPr>
                <p:nvPr/>
              </p:nvCxnSpPr>
              <p:spPr>
                <a:xfrm flipV="1">
                  <a:off x="2419002" y="1672193"/>
                  <a:ext cx="6805" cy="131073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0" name="타원 99">
                  <a:extLst>
                    <a:ext uri="{FF2B5EF4-FFF2-40B4-BE49-F238E27FC236}">
                      <a16:creationId xmlns:a16="http://schemas.microsoft.com/office/drawing/2014/main" id="{8164699C-BCE8-6BFE-DC65-E799BB335121}"/>
                    </a:ext>
                  </a:extLst>
                </p:cNvPr>
                <p:cNvSpPr/>
                <p:nvPr/>
              </p:nvSpPr>
              <p:spPr bwMode="auto">
                <a:xfrm rot="10800000">
                  <a:off x="2692266" y="1763778"/>
                  <a:ext cx="75125" cy="78975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sp>
              <p:nvSpPr>
                <p:cNvPr id="101" name="타원 100">
                  <a:extLst>
                    <a:ext uri="{FF2B5EF4-FFF2-40B4-BE49-F238E27FC236}">
                      <a16:creationId xmlns:a16="http://schemas.microsoft.com/office/drawing/2014/main" id="{5CC93111-7DE5-4B74-F439-3B5C9CB8F5F4}"/>
                    </a:ext>
                  </a:extLst>
                </p:cNvPr>
                <p:cNvSpPr/>
                <p:nvPr/>
              </p:nvSpPr>
              <p:spPr bwMode="auto">
                <a:xfrm rot="10800000">
                  <a:off x="2343877" y="1767368"/>
                  <a:ext cx="75125" cy="71795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cxnSp>
              <p:nvCxnSpPr>
                <p:cNvPr id="102" name="직선 연결선 101">
                  <a:extLst>
                    <a:ext uri="{FF2B5EF4-FFF2-40B4-BE49-F238E27FC236}">
                      <a16:creationId xmlns:a16="http://schemas.microsoft.com/office/drawing/2014/main" id="{93120A2B-9FAE-52AD-4E56-5DA2277367E6}"/>
                    </a:ext>
                  </a:extLst>
                </p:cNvPr>
                <p:cNvCxnSpPr>
                  <a:stCxn id="97" idx="4"/>
                  <a:endCxn id="98" idx="4"/>
                </p:cNvCxnSpPr>
                <p:nvPr/>
              </p:nvCxnSpPr>
              <p:spPr>
                <a:xfrm flipH="1">
                  <a:off x="2463370" y="1632706"/>
                  <a:ext cx="191334" cy="0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직선 연결선 102">
                  <a:extLst>
                    <a:ext uri="{FF2B5EF4-FFF2-40B4-BE49-F238E27FC236}">
                      <a16:creationId xmlns:a16="http://schemas.microsoft.com/office/drawing/2014/main" id="{AD6BB753-62E7-E7C0-D4E6-7F5BFC86BA3F}"/>
                    </a:ext>
                  </a:extLst>
                </p:cNvPr>
                <p:cNvCxnSpPr>
                  <a:stCxn id="100" idx="6"/>
                  <a:endCxn id="97" idx="2"/>
                </p:cNvCxnSpPr>
                <p:nvPr/>
              </p:nvCxnSpPr>
              <p:spPr>
                <a:xfrm flipV="1">
                  <a:off x="2692266" y="1672193"/>
                  <a:ext cx="0" cy="131073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직선 연결선 103">
                  <a:extLst>
                    <a:ext uri="{FF2B5EF4-FFF2-40B4-BE49-F238E27FC236}">
                      <a16:creationId xmlns:a16="http://schemas.microsoft.com/office/drawing/2014/main" id="{E0667270-BE1C-9FC5-2178-F0A840F96F5D}"/>
                    </a:ext>
                  </a:extLst>
                </p:cNvPr>
                <p:cNvCxnSpPr>
                  <a:endCxn id="100" idx="0"/>
                </p:cNvCxnSpPr>
                <p:nvPr/>
              </p:nvCxnSpPr>
              <p:spPr>
                <a:xfrm flipH="1" flipV="1">
                  <a:off x="2729828" y="1842753"/>
                  <a:ext cx="712901" cy="1340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5" name="타원 104">
                  <a:extLst>
                    <a:ext uri="{FF2B5EF4-FFF2-40B4-BE49-F238E27FC236}">
                      <a16:creationId xmlns:a16="http://schemas.microsoft.com/office/drawing/2014/main" id="{84A4ACB9-0952-10E6-4A2F-A00B0403C604}"/>
                    </a:ext>
                  </a:extLst>
                </p:cNvPr>
                <p:cNvSpPr/>
                <p:nvPr/>
              </p:nvSpPr>
              <p:spPr bwMode="auto">
                <a:xfrm rot="10800000">
                  <a:off x="3436064" y="1789022"/>
                  <a:ext cx="46647" cy="44580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sp>
              <p:nvSpPr>
                <p:cNvPr id="106" name="타원 105">
                  <a:extLst>
                    <a:ext uri="{FF2B5EF4-FFF2-40B4-BE49-F238E27FC236}">
                      <a16:creationId xmlns:a16="http://schemas.microsoft.com/office/drawing/2014/main" id="{73A85A11-1EC9-279F-BC96-D557BD631C24}"/>
                    </a:ext>
                  </a:extLst>
                </p:cNvPr>
                <p:cNvSpPr/>
                <p:nvPr/>
              </p:nvSpPr>
              <p:spPr bwMode="auto">
                <a:xfrm rot="10800000">
                  <a:off x="3436064" y="1864780"/>
                  <a:ext cx="46647" cy="44580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cxnSp>
              <p:nvCxnSpPr>
                <p:cNvPr id="107" name="직선 연결선 106">
                  <a:extLst>
                    <a:ext uri="{FF2B5EF4-FFF2-40B4-BE49-F238E27FC236}">
                      <a16:creationId xmlns:a16="http://schemas.microsoft.com/office/drawing/2014/main" id="{37E74814-67E3-3ACD-6BC3-12F0CD36F00D}"/>
                    </a:ext>
                  </a:extLst>
                </p:cNvPr>
                <p:cNvCxnSpPr>
                  <a:endCxn id="105" idx="6"/>
                </p:cNvCxnSpPr>
                <p:nvPr/>
              </p:nvCxnSpPr>
              <p:spPr>
                <a:xfrm>
                  <a:off x="3436063" y="1614318"/>
                  <a:ext cx="1" cy="196993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직선 연결선 107">
                  <a:extLst>
                    <a:ext uri="{FF2B5EF4-FFF2-40B4-BE49-F238E27FC236}">
                      <a16:creationId xmlns:a16="http://schemas.microsoft.com/office/drawing/2014/main" id="{BA4D3834-76D9-C7DE-8CC3-E21211A6D172}"/>
                    </a:ext>
                  </a:extLst>
                </p:cNvPr>
                <p:cNvCxnSpPr>
                  <a:stCxn id="106" idx="6"/>
                </p:cNvCxnSpPr>
                <p:nvPr/>
              </p:nvCxnSpPr>
              <p:spPr>
                <a:xfrm>
                  <a:off x="3436064" y="1887070"/>
                  <a:ext cx="0" cy="312677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9" name="타원 108">
                  <a:extLst>
                    <a:ext uri="{FF2B5EF4-FFF2-40B4-BE49-F238E27FC236}">
                      <a16:creationId xmlns:a16="http://schemas.microsoft.com/office/drawing/2014/main" id="{7791586F-899D-5331-F71D-A7D26C5A9D02}"/>
                    </a:ext>
                  </a:extLst>
                </p:cNvPr>
                <p:cNvSpPr/>
                <p:nvPr/>
              </p:nvSpPr>
              <p:spPr bwMode="auto">
                <a:xfrm rot="10800000">
                  <a:off x="3028762" y="1262572"/>
                  <a:ext cx="75125" cy="78975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sp>
              <p:nvSpPr>
                <p:cNvPr id="110" name="타원 109">
                  <a:extLst>
                    <a:ext uri="{FF2B5EF4-FFF2-40B4-BE49-F238E27FC236}">
                      <a16:creationId xmlns:a16="http://schemas.microsoft.com/office/drawing/2014/main" id="{1D555D18-3B9D-9BD8-DFAB-6DDE3672FA11}"/>
                    </a:ext>
                  </a:extLst>
                </p:cNvPr>
                <p:cNvSpPr/>
                <p:nvPr/>
              </p:nvSpPr>
              <p:spPr bwMode="auto">
                <a:xfrm rot="10800000">
                  <a:off x="2859655" y="1262572"/>
                  <a:ext cx="75125" cy="78975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cxnSp>
              <p:nvCxnSpPr>
                <p:cNvPr id="111" name="직선 연결선 110">
                  <a:extLst>
                    <a:ext uri="{FF2B5EF4-FFF2-40B4-BE49-F238E27FC236}">
                      <a16:creationId xmlns:a16="http://schemas.microsoft.com/office/drawing/2014/main" id="{CBD68220-8218-BDA3-8CD4-F6EC42892BE4}"/>
                    </a:ext>
                  </a:extLst>
                </p:cNvPr>
                <p:cNvCxnSpPr>
                  <a:stCxn id="113" idx="2"/>
                  <a:endCxn id="110" idx="6"/>
                </p:cNvCxnSpPr>
                <p:nvPr/>
              </p:nvCxnSpPr>
              <p:spPr>
                <a:xfrm flipH="1" flipV="1">
                  <a:off x="2859655" y="1302059"/>
                  <a:ext cx="1026" cy="131073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2" name="타원 111">
                  <a:extLst>
                    <a:ext uri="{FF2B5EF4-FFF2-40B4-BE49-F238E27FC236}">
                      <a16:creationId xmlns:a16="http://schemas.microsoft.com/office/drawing/2014/main" id="{5D6EE772-5BB6-8B5B-2220-E7DE5E788EFA}"/>
                    </a:ext>
                  </a:extLst>
                </p:cNvPr>
                <p:cNvSpPr/>
                <p:nvPr/>
              </p:nvSpPr>
              <p:spPr bwMode="auto">
                <a:xfrm rot="10800000">
                  <a:off x="3109383" y="1472279"/>
                  <a:ext cx="75125" cy="78975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sp>
              <p:nvSpPr>
                <p:cNvPr id="113" name="타원 112">
                  <a:extLst>
                    <a:ext uri="{FF2B5EF4-FFF2-40B4-BE49-F238E27FC236}">
                      <a16:creationId xmlns:a16="http://schemas.microsoft.com/office/drawing/2014/main" id="{3486EECF-39FB-4660-B8FC-CE41DE627A62}"/>
                    </a:ext>
                  </a:extLst>
                </p:cNvPr>
                <p:cNvSpPr/>
                <p:nvPr/>
              </p:nvSpPr>
              <p:spPr bwMode="auto">
                <a:xfrm rot="10800000">
                  <a:off x="2785555" y="1393645"/>
                  <a:ext cx="75125" cy="78975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cxnSp>
              <p:nvCxnSpPr>
                <p:cNvPr id="114" name="직선 연결선 113">
                  <a:extLst>
                    <a:ext uri="{FF2B5EF4-FFF2-40B4-BE49-F238E27FC236}">
                      <a16:creationId xmlns:a16="http://schemas.microsoft.com/office/drawing/2014/main" id="{6E13C72B-CB25-BA72-ABA3-9D48C811CCE2}"/>
                    </a:ext>
                  </a:extLst>
                </p:cNvPr>
                <p:cNvCxnSpPr>
                  <a:stCxn id="109" idx="4"/>
                  <a:endCxn id="110" idx="4"/>
                </p:cNvCxnSpPr>
                <p:nvPr/>
              </p:nvCxnSpPr>
              <p:spPr>
                <a:xfrm flipH="1">
                  <a:off x="2897217" y="1262572"/>
                  <a:ext cx="169107" cy="0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직선 연결선 114">
                  <a:extLst>
                    <a:ext uri="{FF2B5EF4-FFF2-40B4-BE49-F238E27FC236}">
                      <a16:creationId xmlns:a16="http://schemas.microsoft.com/office/drawing/2014/main" id="{2474A264-520D-B625-3BAF-901E23A86C0C}"/>
                    </a:ext>
                  </a:extLst>
                </p:cNvPr>
                <p:cNvCxnSpPr>
                  <a:stCxn id="112" idx="6"/>
                  <a:endCxn id="109" idx="2"/>
                </p:cNvCxnSpPr>
                <p:nvPr/>
              </p:nvCxnSpPr>
              <p:spPr>
                <a:xfrm flipH="1" flipV="1">
                  <a:off x="3103887" y="1302059"/>
                  <a:ext cx="5496" cy="209707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6" name="타원 115">
                  <a:extLst>
                    <a:ext uri="{FF2B5EF4-FFF2-40B4-BE49-F238E27FC236}">
                      <a16:creationId xmlns:a16="http://schemas.microsoft.com/office/drawing/2014/main" id="{34809BFA-529A-74D6-0482-511023E3166C}"/>
                    </a:ext>
                  </a:extLst>
                </p:cNvPr>
                <p:cNvSpPr/>
                <p:nvPr/>
              </p:nvSpPr>
              <p:spPr bwMode="auto">
                <a:xfrm rot="10800000">
                  <a:off x="3028762" y="2024294"/>
                  <a:ext cx="75125" cy="78975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sp>
              <p:nvSpPr>
                <p:cNvPr id="117" name="타원 116">
                  <a:extLst>
                    <a:ext uri="{FF2B5EF4-FFF2-40B4-BE49-F238E27FC236}">
                      <a16:creationId xmlns:a16="http://schemas.microsoft.com/office/drawing/2014/main" id="{EBD90C41-4682-7489-7690-37AA45495DFA}"/>
                    </a:ext>
                  </a:extLst>
                </p:cNvPr>
                <p:cNvSpPr/>
                <p:nvPr/>
              </p:nvSpPr>
              <p:spPr bwMode="auto">
                <a:xfrm rot="10800000">
                  <a:off x="2871865" y="2024294"/>
                  <a:ext cx="75125" cy="78975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cxnSp>
              <p:nvCxnSpPr>
                <p:cNvPr id="118" name="직선 연결선 117">
                  <a:extLst>
                    <a:ext uri="{FF2B5EF4-FFF2-40B4-BE49-F238E27FC236}">
                      <a16:creationId xmlns:a16="http://schemas.microsoft.com/office/drawing/2014/main" id="{2A24CEE4-1ABB-43FB-B242-AD0F5F6370E8}"/>
                    </a:ext>
                  </a:extLst>
                </p:cNvPr>
                <p:cNvCxnSpPr>
                  <a:stCxn id="120" idx="2"/>
                  <a:endCxn id="117" idx="6"/>
                </p:cNvCxnSpPr>
                <p:nvPr/>
              </p:nvCxnSpPr>
              <p:spPr>
                <a:xfrm flipV="1">
                  <a:off x="2869019" y="2063781"/>
                  <a:ext cx="2846" cy="131073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9" name="타원 118">
                  <a:extLst>
                    <a:ext uri="{FF2B5EF4-FFF2-40B4-BE49-F238E27FC236}">
                      <a16:creationId xmlns:a16="http://schemas.microsoft.com/office/drawing/2014/main" id="{3B65DBA5-5AFE-46B3-91F3-E6C988E39A2F}"/>
                    </a:ext>
                  </a:extLst>
                </p:cNvPr>
                <p:cNvSpPr/>
                <p:nvPr/>
              </p:nvSpPr>
              <p:spPr bwMode="auto">
                <a:xfrm rot="10800000">
                  <a:off x="3109384" y="2184358"/>
                  <a:ext cx="75125" cy="78975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sp>
              <p:nvSpPr>
                <p:cNvPr id="120" name="타원 119">
                  <a:extLst>
                    <a:ext uri="{FF2B5EF4-FFF2-40B4-BE49-F238E27FC236}">
                      <a16:creationId xmlns:a16="http://schemas.microsoft.com/office/drawing/2014/main" id="{59711660-11D3-DE52-D2EF-25DA07350B1C}"/>
                    </a:ext>
                  </a:extLst>
                </p:cNvPr>
                <p:cNvSpPr/>
                <p:nvPr/>
              </p:nvSpPr>
              <p:spPr bwMode="auto">
                <a:xfrm rot="10800000">
                  <a:off x="2793894" y="2155367"/>
                  <a:ext cx="75125" cy="78975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cxnSp>
              <p:nvCxnSpPr>
                <p:cNvPr id="121" name="직선 연결선 120">
                  <a:extLst>
                    <a:ext uri="{FF2B5EF4-FFF2-40B4-BE49-F238E27FC236}">
                      <a16:creationId xmlns:a16="http://schemas.microsoft.com/office/drawing/2014/main" id="{83548A59-AE3C-2B43-A655-CD8EA8E809C5}"/>
                    </a:ext>
                  </a:extLst>
                </p:cNvPr>
                <p:cNvCxnSpPr>
                  <a:stCxn id="116" idx="4"/>
                  <a:endCxn id="117" idx="4"/>
                </p:cNvCxnSpPr>
                <p:nvPr/>
              </p:nvCxnSpPr>
              <p:spPr>
                <a:xfrm flipH="1">
                  <a:off x="2909427" y="2024294"/>
                  <a:ext cx="156897" cy="0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직선 연결선 121">
                  <a:extLst>
                    <a:ext uri="{FF2B5EF4-FFF2-40B4-BE49-F238E27FC236}">
                      <a16:creationId xmlns:a16="http://schemas.microsoft.com/office/drawing/2014/main" id="{D778C19F-8F82-DEC3-0845-1E966721898B}"/>
                    </a:ext>
                  </a:extLst>
                </p:cNvPr>
                <p:cNvCxnSpPr>
                  <a:stCxn id="119" idx="6"/>
                  <a:endCxn id="116" idx="2"/>
                </p:cNvCxnSpPr>
                <p:nvPr/>
              </p:nvCxnSpPr>
              <p:spPr>
                <a:xfrm flipH="1" flipV="1">
                  <a:off x="3103887" y="2063781"/>
                  <a:ext cx="5497" cy="160064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3" name="타원 122">
                  <a:extLst>
                    <a:ext uri="{FF2B5EF4-FFF2-40B4-BE49-F238E27FC236}">
                      <a16:creationId xmlns:a16="http://schemas.microsoft.com/office/drawing/2014/main" id="{81A75440-824C-6C90-09E5-6C0007011C8A}"/>
                    </a:ext>
                  </a:extLst>
                </p:cNvPr>
                <p:cNvSpPr/>
                <p:nvPr/>
              </p:nvSpPr>
              <p:spPr bwMode="auto">
                <a:xfrm rot="10800000">
                  <a:off x="3362095" y="1558671"/>
                  <a:ext cx="75125" cy="78975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cxnSp>
              <p:nvCxnSpPr>
                <p:cNvPr id="124" name="직선 연결선 123">
                  <a:extLst>
                    <a:ext uri="{FF2B5EF4-FFF2-40B4-BE49-F238E27FC236}">
                      <a16:creationId xmlns:a16="http://schemas.microsoft.com/office/drawing/2014/main" id="{C067AB68-7424-DE6C-D7B9-964598876E46}"/>
                    </a:ext>
                  </a:extLst>
                </p:cNvPr>
                <p:cNvCxnSpPr>
                  <a:stCxn id="112" idx="0"/>
                  <a:endCxn id="123" idx="4"/>
                </p:cNvCxnSpPr>
                <p:nvPr/>
              </p:nvCxnSpPr>
              <p:spPr>
                <a:xfrm>
                  <a:off x="3146945" y="1551254"/>
                  <a:ext cx="252712" cy="7417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5" name="타원 124">
                  <a:extLst>
                    <a:ext uri="{FF2B5EF4-FFF2-40B4-BE49-F238E27FC236}">
                      <a16:creationId xmlns:a16="http://schemas.microsoft.com/office/drawing/2014/main" id="{7E18514C-E0DA-A2D7-214F-A794D3F4D64D}"/>
                    </a:ext>
                  </a:extLst>
                </p:cNvPr>
                <p:cNvSpPr/>
                <p:nvPr/>
              </p:nvSpPr>
              <p:spPr bwMode="auto">
                <a:xfrm rot="10800000">
                  <a:off x="3355658" y="2184358"/>
                  <a:ext cx="75125" cy="78975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cxnSp>
              <p:nvCxnSpPr>
                <p:cNvPr id="126" name="직선 연결선 125">
                  <a:extLst>
                    <a:ext uri="{FF2B5EF4-FFF2-40B4-BE49-F238E27FC236}">
                      <a16:creationId xmlns:a16="http://schemas.microsoft.com/office/drawing/2014/main" id="{E7BB4089-2A1D-8426-A776-AC22600AC235}"/>
                    </a:ext>
                  </a:extLst>
                </p:cNvPr>
                <p:cNvCxnSpPr>
                  <a:stCxn id="125" idx="0"/>
                  <a:endCxn id="119" idx="0"/>
                </p:cNvCxnSpPr>
                <p:nvPr/>
              </p:nvCxnSpPr>
              <p:spPr>
                <a:xfrm flipH="1">
                  <a:off x="3146946" y="2263333"/>
                  <a:ext cx="246274" cy="0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직선 연결선 126">
                  <a:extLst>
                    <a:ext uri="{FF2B5EF4-FFF2-40B4-BE49-F238E27FC236}">
                      <a16:creationId xmlns:a16="http://schemas.microsoft.com/office/drawing/2014/main" id="{9F6C982F-CD51-7A44-AD57-2650DF637292}"/>
                    </a:ext>
                  </a:extLst>
                </p:cNvPr>
                <p:cNvCxnSpPr/>
                <p:nvPr/>
              </p:nvCxnSpPr>
              <p:spPr>
                <a:xfrm flipH="1">
                  <a:off x="3453160" y="1856338"/>
                  <a:ext cx="2196753" cy="0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직선 연결선 127">
                  <a:extLst>
                    <a:ext uri="{FF2B5EF4-FFF2-40B4-BE49-F238E27FC236}">
                      <a16:creationId xmlns:a16="http://schemas.microsoft.com/office/drawing/2014/main" id="{51554BFD-30BC-3811-CF95-35CAC4FEDC64}"/>
                    </a:ext>
                  </a:extLst>
                </p:cNvPr>
                <p:cNvCxnSpPr/>
                <p:nvPr/>
              </p:nvCxnSpPr>
              <p:spPr>
                <a:xfrm flipH="1">
                  <a:off x="3453160" y="1839583"/>
                  <a:ext cx="2196753" cy="0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직선 연결선 128">
                  <a:extLst>
                    <a:ext uri="{FF2B5EF4-FFF2-40B4-BE49-F238E27FC236}">
                      <a16:creationId xmlns:a16="http://schemas.microsoft.com/office/drawing/2014/main" id="{F99C5F30-48B3-43AA-5C2B-C5A9AAD5124A}"/>
                    </a:ext>
                  </a:extLst>
                </p:cNvPr>
                <p:cNvCxnSpPr>
                  <a:stCxn id="145" idx="6"/>
                  <a:endCxn id="133" idx="7"/>
                </p:cNvCxnSpPr>
                <p:nvPr/>
              </p:nvCxnSpPr>
              <p:spPr>
                <a:xfrm flipH="1" flipV="1">
                  <a:off x="3729700" y="1401421"/>
                  <a:ext cx="481943" cy="409891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0" name="타원 129">
                  <a:extLst>
                    <a:ext uri="{FF2B5EF4-FFF2-40B4-BE49-F238E27FC236}">
                      <a16:creationId xmlns:a16="http://schemas.microsoft.com/office/drawing/2014/main" id="{1C229728-EC11-6720-D8B0-75AEAA5373AF}"/>
                    </a:ext>
                  </a:extLst>
                </p:cNvPr>
                <p:cNvSpPr/>
                <p:nvPr/>
              </p:nvSpPr>
              <p:spPr bwMode="auto">
                <a:xfrm rot="10800000">
                  <a:off x="3595463" y="954111"/>
                  <a:ext cx="75125" cy="78975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sp>
              <p:nvSpPr>
                <p:cNvPr id="131" name="타원 130">
                  <a:extLst>
                    <a:ext uri="{FF2B5EF4-FFF2-40B4-BE49-F238E27FC236}">
                      <a16:creationId xmlns:a16="http://schemas.microsoft.com/office/drawing/2014/main" id="{0E2BFCC4-2B61-5E40-C0CF-11A08129EAF9}"/>
                    </a:ext>
                  </a:extLst>
                </p:cNvPr>
                <p:cNvSpPr/>
                <p:nvPr/>
              </p:nvSpPr>
              <p:spPr bwMode="auto">
                <a:xfrm rot="10800000">
                  <a:off x="3423771" y="954111"/>
                  <a:ext cx="75125" cy="78975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cxnSp>
              <p:nvCxnSpPr>
                <p:cNvPr id="132" name="직선 연결선 131">
                  <a:extLst>
                    <a:ext uri="{FF2B5EF4-FFF2-40B4-BE49-F238E27FC236}">
                      <a16:creationId xmlns:a16="http://schemas.microsoft.com/office/drawing/2014/main" id="{F89562FC-2561-EBA0-1FB7-38D295E1A819}"/>
                    </a:ext>
                  </a:extLst>
                </p:cNvPr>
                <p:cNvCxnSpPr>
                  <a:stCxn id="134" idx="2"/>
                  <a:endCxn id="131" idx="6"/>
                </p:cNvCxnSpPr>
                <p:nvPr/>
              </p:nvCxnSpPr>
              <p:spPr>
                <a:xfrm flipV="1">
                  <a:off x="3422890" y="993598"/>
                  <a:ext cx="881" cy="237754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3" name="타원 132">
                  <a:extLst>
                    <a:ext uri="{FF2B5EF4-FFF2-40B4-BE49-F238E27FC236}">
                      <a16:creationId xmlns:a16="http://schemas.microsoft.com/office/drawing/2014/main" id="{0A9970EA-F94A-10BB-0129-5CA341A7192E}"/>
                    </a:ext>
                  </a:extLst>
                </p:cNvPr>
                <p:cNvSpPr/>
                <p:nvPr/>
              </p:nvSpPr>
              <p:spPr bwMode="auto">
                <a:xfrm rot="10800000">
                  <a:off x="3718698" y="1334012"/>
                  <a:ext cx="75125" cy="78975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sp>
              <p:nvSpPr>
                <p:cNvPr id="134" name="타원 133">
                  <a:extLst>
                    <a:ext uri="{FF2B5EF4-FFF2-40B4-BE49-F238E27FC236}">
                      <a16:creationId xmlns:a16="http://schemas.microsoft.com/office/drawing/2014/main" id="{877EDEF2-B802-2A32-44E8-CEA911BC1AE5}"/>
                    </a:ext>
                  </a:extLst>
                </p:cNvPr>
                <p:cNvSpPr/>
                <p:nvPr/>
              </p:nvSpPr>
              <p:spPr bwMode="auto">
                <a:xfrm rot="10800000">
                  <a:off x="3347765" y="1198718"/>
                  <a:ext cx="75125" cy="65268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cxnSp>
              <p:nvCxnSpPr>
                <p:cNvPr id="135" name="직선 연결선 134">
                  <a:extLst>
                    <a:ext uri="{FF2B5EF4-FFF2-40B4-BE49-F238E27FC236}">
                      <a16:creationId xmlns:a16="http://schemas.microsoft.com/office/drawing/2014/main" id="{37446C77-D2C6-F2DF-5AF1-A3397F7FE069}"/>
                    </a:ext>
                  </a:extLst>
                </p:cNvPr>
                <p:cNvCxnSpPr>
                  <a:stCxn id="130" idx="4"/>
                  <a:endCxn id="131" idx="4"/>
                </p:cNvCxnSpPr>
                <p:nvPr/>
              </p:nvCxnSpPr>
              <p:spPr>
                <a:xfrm flipH="1">
                  <a:off x="3461333" y="954111"/>
                  <a:ext cx="171692" cy="0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직선 연결선 135">
                  <a:extLst>
                    <a:ext uri="{FF2B5EF4-FFF2-40B4-BE49-F238E27FC236}">
                      <a16:creationId xmlns:a16="http://schemas.microsoft.com/office/drawing/2014/main" id="{69E5768C-C763-3C5B-F9C3-A0862D650EE8}"/>
                    </a:ext>
                  </a:extLst>
                </p:cNvPr>
                <p:cNvCxnSpPr>
                  <a:stCxn id="250" idx="6"/>
                  <a:endCxn id="130" idx="2"/>
                </p:cNvCxnSpPr>
                <p:nvPr/>
              </p:nvCxnSpPr>
              <p:spPr>
                <a:xfrm flipH="1" flipV="1">
                  <a:off x="3670588" y="993598"/>
                  <a:ext cx="9060" cy="237533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7" name="타원 136">
                  <a:extLst>
                    <a:ext uri="{FF2B5EF4-FFF2-40B4-BE49-F238E27FC236}">
                      <a16:creationId xmlns:a16="http://schemas.microsoft.com/office/drawing/2014/main" id="{235BC27D-BFF9-DD7B-8F81-4025C656085D}"/>
                    </a:ext>
                  </a:extLst>
                </p:cNvPr>
                <p:cNvSpPr/>
                <p:nvPr/>
              </p:nvSpPr>
              <p:spPr bwMode="auto">
                <a:xfrm rot="10800000">
                  <a:off x="3595464" y="2509488"/>
                  <a:ext cx="75125" cy="78975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sp>
              <p:nvSpPr>
                <p:cNvPr id="138" name="타원 137">
                  <a:extLst>
                    <a:ext uri="{FF2B5EF4-FFF2-40B4-BE49-F238E27FC236}">
                      <a16:creationId xmlns:a16="http://schemas.microsoft.com/office/drawing/2014/main" id="{5CEC051B-9D00-01D8-E920-B0F229C29045}"/>
                    </a:ext>
                  </a:extLst>
                </p:cNvPr>
                <p:cNvSpPr/>
                <p:nvPr/>
              </p:nvSpPr>
              <p:spPr bwMode="auto">
                <a:xfrm rot="10800000">
                  <a:off x="3423772" y="2509488"/>
                  <a:ext cx="75125" cy="78975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cxnSp>
              <p:nvCxnSpPr>
                <p:cNvPr id="139" name="직선 연결선 138">
                  <a:extLst>
                    <a:ext uri="{FF2B5EF4-FFF2-40B4-BE49-F238E27FC236}">
                      <a16:creationId xmlns:a16="http://schemas.microsoft.com/office/drawing/2014/main" id="{E2C0D21D-5D37-018E-531D-4FA305286448}"/>
                    </a:ext>
                  </a:extLst>
                </p:cNvPr>
                <p:cNvCxnSpPr>
                  <a:stCxn id="140" idx="2"/>
                  <a:endCxn id="138" idx="6"/>
                </p:cNvCxnSpPr>
                <p:nvPr/>
              </p:nvCxnSpPr>
              <p:spPr>
                <a:xfrm flipV="1">
                  <a:off x="3422891" y="2548975"/>
                  <a:ext cx="881" cy="131073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0" name="타원 139">
                  <a:extLst>
                    <a:ext uri="{FF2B5EF4-FFF2-40B4-BE49-F238E27FC236}">
                      <a16:creationId xmlns:a16="http://schemas.microsoft.com/office/drawing/2014/main" id="{C966DE1C-9328-C332-99BF-FD5005A167D5}"/>
                    </a:ext>
                  </a:extLst>
                </p:cNvPr>
                <p:cNvSpPr/>
                <p:nvPr/>
              </p:nvSpPr>
              <p:spPr bwMode="auto">
                <a:xfrm rot="10800000">
                  <a:off x="3347766" y="2647414"/>
                  <a:ext cx="75125" cy="65268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sp>
              <p:nvSpPr>
                <p:cNvPr id="141" name="타원 140">
                  <a:extLst>
                    <a:ext uri="{FF2B5EF4-FFF2-40B4-BE49-F238E27FC236}">
                      <a16:creationId xmlns:a16="http://schemas.microsoft.com/office/drawing/2014/main" id="{6D2CD89F-ACBC-B4AD-4E4A-0287477F330A}"/>
                    </a:ext>
                  </a:extLst>
                </p:cNvPr>
                <p:cNvSpPr/>
                <p:nvPr/>
              </p:nvSpPr>
              <p:spPr bwMode="auto">
                <a:xfrm rot="10800000">
                  <a:off x="3670160" y="2640561"/>
                  <a:ext cx="75125" cy="78975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cxnSp>
              <p:nvCxnSpPr>
                <p:cNvPr id="142" name="직선 연결선 141">
                  <a:extLst>
                    <a:ext uri="{FF2B5EF4-FFF2-40B4-BE49-F238E27FC236}">
                      <a16:creationId xmlns:a16="http://schemas.microsoft.com/office/drawing/2014/main" id="{6289BF6B-E642-1015-98E9-15F805789342}"/>
                    </a:ext>
                  </a:extLst>
                </p:cNvPr>
                <p:cNvCxnSpPr>
                  <a:stCxn id="137" idx="4"/>
                  <a:endCxn id="138" idx="4"/>
                </p:cNvCxnSpPr>
                <p:nvPr/>
              </p:nvCxnSpPr>
              <p:spPr>
                <a:xfrm flipH="1">
                  <a:off x="3461334" y="2509488"/>
                  <a:ext cx="171692" cy="0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직선 연결선 142">
                  <a:extLst>
                    <a:ext uri="{FF2B5EF4-FFF2-40B4-BE49-F238E27FC236}">
                      <a16:creationId xmlns:a16="http://schemas.microsoft.com/office/drawing/2014/main" id="{DD6F6104-94C9-C86F-F56F-C8E3B54CACCD}"/>
                    </a:ext>
                  </a:extLst>
                </p:cNvPr>
                <p:cNvCxnSpPr>
                  <a:stCxn id="141" idx="6"/>
                  <a:endCxn id="137" idx="2"/>
                </p:cNvCxnSpPr>
                <p:nvPr/>
              </p:nvCxnSpPr>
              <p:spPr>
                <a:xfrm flipV="1">
                  <a:off x="3670160" y="2548975"/>
                  <a:ext cx="429" cy="131073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직선 연결선 143">
                  <a:extLst>
                    <a:ext uri="{FF2B5EF4-FFF2-40B4-BE49-F238E27FC236}">
                      <a16:creationId xmlns:a16="http://schemas.microsoft.com/office/drawing/2014/main" id="{D8B0A20C-6CE6-6FF7-86D8-EDA442B8960C}"/>
                    </a:ext>
                  </a:extLst>
                </p:cNvPr>
                <p:cNvCxnSpPr>
                  <a:stCxn id="146" idx="4"/>
                  <a:endCxn id="147" idx="5"/>
                </p:cNvCxnSpPr>
                <p:nvPr/>
              </p:nvCxnSpPr>
              <p:spPr>
                <a:xfrm flipH="1">
                  <a:off x="3737795" y="1864780"/>
                  <a:ext cx="497566" cy="365260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5" name="타원 144">
                  <a:extLst>
                    <a:ext uri="{FF2B5EF4-FFF2-40B4-BE49-F238E27FC236}">
                      <a16:creationId xmlns:a16="http://schemas.microsoft.com/office/drawing/2014/main" id="{4E3F2CCB-B979-E7BD-2475-C2723D528030}"/>
                    </a:ext>
                  </a:extLst>
                </p:cNvPr>
                <p:cNvSpPr/>
                <p:nvPr/>
              </p:nvSpPr>
              <p:spPr bwMode="auto">
                <a:xfrm rot="10800000">
                  <a:off x="4211643" y="1789022"/>
                  <a:ext cx="46647" cy="44580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sp>
              <p:nvSpPr>
                <p:cNvPr id="146" name="타원 145">
                  <a:extLst>
                    <a:ext uri="{FF2B5EF4-FFF2-40B4-BE49-F238E27FC236}">
                      <a16:creationId xmlns:a16="http://schemas.microsoft.com/office/drawing/2014/main" id="{82F26CAF-D38D-AAC7-B266-12132B907B3B}"/>
                    </a:ext>
                  </a:extLst>
                </p:cNvPr>
                <p:cNvSpPr/>
                <p:nvPr/>
              </p:nvSpPr>
              <p:spPr bwMode="auto">
                <a:xfrm rot="10800000">
                  <a:off x="4212038" y="1864780"/>
                  <a:ext cx="46647" cy="44580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sp>
              <p:nvSpPr>
                <p:cNvPr id="147" name="타원 146">
                  <a:extLst>
                    <a:ext uri="{FF2B5EF4-FFF2-40B4-BE49-F238E27FC236}">
                      <a16:creationId xmlns:a16="http://schemas.microsoft.com/office/drawing/2014/main" id="{CBCB03CD-8DA2-B57D-9AB3-A778600907B3}"/>
                    </a:ext>
                  </a:extLst>
                </p:cNvPr>
                <p:cNvSpPr/>
                <p:nvPr/>
              </p:nvSpPr>
              <p:spPr bwMode="auto">
                <a:xfrm rot="10800000">
                  <a:off x="3726793" y="2218474"/>
                  <a:ext cx="75125" cy="78975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cxnSp>
              <p:nvCxnSpPr>
                <p:cNvPr id="148" name="직선 연결선 147">
                  <a:extLst>
                    <a:ext uri="{FF2B5EF4-FFF2-40B4-BE49-F238E27FC236}">
                      <a16:creationId xmlns:a16="http://schemas.microsoft.com/office/drawing/2014/main" id="{73C20A70-31AE-5CCA-9C3F-E0A2D6318241}"/>
                    </a:ext>
                  </a:extLst>
                </p:cNvPr>
                <p:cNvCxnSpPr>
                  <a:stCxn id="141" idx="2"/>
                  <a:endCxn id="147" idx="6"/>
                </p:cNvCxnSpPr>
                <p:nvPr/>
              </p:nvCxnSpPr>
              <p:spPr>
                <a:xfrm flipH="1" flipV="1">
                  <a:off x="3726793" y="2257961"/>
                  <a:ext cx="18492" cy="422087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9" name="직사각형 148">
                  <a:extLst>
                    <a:ext uri="{FF2B5EF4-FFF2-40B4-BE49-F238E27FC236}">
                      <a16:creationId xmlns:a16="http://schemas.microsoft.com/office/drawing/2014/main" id="{0AADFB5B-5725-A02B-B18F-476A951101DA}"/>
                    </a:ext>
                  </a:extLst>
                </p:cNvPr>
                <p:cNvSpPr/>
                <p:nvPr/>
              </p:nvSpPr>
              <p:spPr bwMode="auto">
                <a:xfrm>
                  <a:off x="4751825" y="1866896"/>
                  <a:ext cx="459124" cy="96627"/>
                </a:xfrm>
                <a:prstGeom prst="rect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sp>
              <p:nvSpPr>
                <p:cNvPr id="150" name="직사각형 149">
                  <a:extLst>
                    <a:ext uri="{FF2B5EF4-FFF2-40B4-BE49-F238E27FC236}">
                      <a16:creationId xmlns:a16="http://schemas.microsoft.com/office/drawing/2014/main" id="{F4E5CCAA-5BAF-B556-8AD9-3D06ADB8101D}"/>
                    </a:ext>
                  </a:extLst>
                </p:cNvPr>
                <p:cNvSpPr/>
                <p:nvPr/>
              </p:nvSpPr>
              <p:spPr bwMode="auto">
                <a:xfrm>
                  <a:off x="4752975" y="1735085"/>
                  <a:ext cx="457974" cy="96627"/>
                </a:xfrm>
                <a:prstGeom prst="rect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grpSp>
              <p:nvGrpSpPr>
                <p:cNvPr id="151" name="그룹 150">
                  <a:extLst>
                    <a:ext uri="{FF2B5EF4-FFF2-40B4-BE49-F238E27FC236}">
                      <a16:creationId xmlns:a16="http://schemas.microsoft.com/office/drawing/2014/main" id="{0BCE0914-D132-CC55-E7B1-7720C78B0E52}"/>
                    </a:ext>
                  </a:extLst>
                </p:cNvPr>
                <p:cNvGrpSpPr/>
                <p:nvPr/>
              </p:nvGrpSpPr>
              <p:grpSpPr>
                <a:xfrm>
                  <a:off x="5227968" y="1644660"/>
                  <a:ext cx="177888" cy="393272"/>
                  <a:chOff x="5341129" y="1246106"/>
                  <a:chExt cx="286491" cy="575789"/>
                </a:xfrm>
                <a:grpFill/>
              </p:grpSpPr>
              <p:sp>
                <p:nvSpPr>
                  <p:cNvPr id="698" name="직사각형 697">
                    <a:extLst>
                      <a:ext uri="{FF2B5EF4-FFF2-40B4-BE49-F238E27FC236}">
                        <a16:creationId xmlns:a16="http://schemas.microsoft.com/office/drawing/2014/main" id="{79D9C622-AF96-811E-7BA4-0EE5D6E1994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341129" y="1246106"/>
                    <a:ext cx="282805" cy="270271"/>
                  </a:xfrm>
                  <a:prstGeom prst="rect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endParaRPr lang="ko-KR" altLang="en-US" sz="1200">
                      <a:latin typeface="Arial" charset="0"/>
                      <a:ea typeface="돋움" pitchFamily="50" charset="-127"/>
                    </a:endParaRPr>
                  </a:p>
                </p:txBody>
              </p:sp>
              <p:sp>
                <p:nvSpPr>
                  <p:cNvPr id="699" name="직사각형 698">
                    <a:extLst>
                      <a:ext uri="{FF2B5EF4-FFF2-40B4-BE49-F238E27FC236}">
                        <a16:creationId xmlns:a16="http://schemas.microsoft.com/office/drawing/2014/main" id="{6DA83980-2E18-2A5E-3F24-2A69ECEDCAE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341129" y="1544710"/>
                    <a:ext cx="282805" cy="270273"/>
                  </a:xfrm>
                  <a:prstGeom prst="rect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endParaRPr lang="ko-KR" altLang="en-US" sz="1200">
                      <a:latin typeface="Arial" charset="0"/>
                      <a:ea typeface="돋움" pitchFamily="50" charset="-127"/>
                    </a:endParaRPr>
                  </a:p>
                </p:txBody>
              </p:sp>
              <p:sp>
                <p:nvSpPr>
                  <p:cNvPr id="700" name="타원 699">
                    <a:extLst>
                      <a:ext uri="{FF2B5EF4-FFF2-40B4-BE49-F238E27FC236}">
                        <a16:creationId xmlns:a16="http://schemas.microsoft.com/office/drawing/2014/main" id="{201CACA6-68B3-80FB-CC76-21C03EB66A3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344815" y="1253021"/>
                    <a:ext cx="282805" cy="270273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sp>
                <p:nvSpPr>
                  <p:cNvPr id="701" name="타원 700">
                    <a:extLst>
                      <a:ext uri="{FF2B5EF4-FFF2-40B4-BE49-F238E27FC236}">
                        <a16:creationId xmlns:a16="http://schemas.microsoft.com/office/drawing/2014/main" id="{66D4917E-0333-02AA-7EF3-A504865DD0F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344815" y="1551622"/>
                    <a:ext cx="282805" cy="270273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</p:grpSp>
            <p:sp>
              <p:nvSpPr>
                <p:cNvPr id="152" name="한쪽 모서리가 잘린 사각형 906">
                  <a:extLst>
                    <a:ext uri="{FF2B5EF4-FFF2-40B4-BE49-F238E27FC236}">
                      <a16:creationId xmlns:a16="http://schemas.microsoft.com/office/drawing/2014/main" id="{74A1855F-C6D0-FFA9-C62A-9EC473F61897}"/>
                    </a:ext>
                  </a:extLst>
                </p:cNvPr>
                <p:cNvSpPr/>
                <p:nvPr/>
              </p:nvSpPr>
              <p:spPr>
                <a:xfrm>
                  <a:off x="6432856" y="1865278"/>
                  <a:ext cx="28104" cy="93633"/>
                </a:xfrm>
                <a:prstGeom prst="snip1Rect">
                  <a:avLst>
                    <a:gd name="adj" fmla="val 50000"/>
                  </a:avLst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endParaRPr lang="ko-KR" altLang="en-US" sz="1200">
                    <a:solidFill>
                      <a:schemeClr val="tx1"/>
                    </a:solidFill>
                    <a:latin typeface="Arial" charset="0"/>
                    <a:ea typeface="돋움" pitchFamily="50" charset="-127"/>
                  </a:endParaRPr>
                </a:p>
              </p:txBody>
            </p:sp>
            <p:sp>
              <p:nvSpPr>
                <p:cNvPr id="153" name="한쪽 모서리가 잘린 사각형 907">
                  <a:extLst>
                    <a:ext uri="{FF2B5EF4-FFF2-40B4-BE49-F238E27FC236}">
                      <a16:creationId xmlns:a16="http://schemas.microsoft.com/office/drawing/2014/main" id="{E1A11817-31D4-3435-E94D-F37F08F36D52}"/>
                    </a:ext>
                  </a:extLst>
                </p:cNvPr>
                <p:cNvSpPr/>
                <p:nvPr/>
              </p:nvSpPr>
              <p:spPr>
                <a:xfrm rot="10800000">
                  <a:off x="6402716" y="1728554"/>
                  <a:ext cx="28104" cy="93633"/>
                </a:xfrm>
                <a:prstGeom prst="snip1Rect">
                  <a:avLst>
                    <a:gd name="adj" fmla="val 50000"/>
                  </a:avLst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endParaRPr lang="ko-KR" altLang="en-US" sz="1200">
                    <a:solidFill>
                      <a:schemeClr val="tx1"/>
                    </a:solidFill>
                    <a:latin typeface="Arial" charset="0"/>
                    <a:ea typeface="돋움" pitchFamily="50" charset="-127"/>
                  </a:endParaRPr>
                </a:p>
              </p:txBody>
            </p:sp>
            <p:cxnSp>
              <p:nvCxnSpPr>
                <p:cNvPr id="154" name="직선 연결선 153">
                  <a:extLst>
                    <a:ext uri="{FF2B5EF4-FFF2-40B4-BE49-F238E27FC236}">
                      <a16:creationId xmlns:a16="http://schemas.microsoft.com/office/drawing/2014/main" id="{A30034EB-3DB8-9EC8-9469-01C9B7F53F60}"/>
                    </a:ext>
                  </a:extLst>
                </p:cNvPr>
                <p:cNvCxnSpPr/>
                <p:nvPr/>
              </p:nvCxnSpPr>
              <p:spPr>
                <a:xfrm flipH="1">
                  <a:off x="6516024" y="1839583"/>
                  <a:ext cx="144292" cy="0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5" name="타원 154">
                  <a:extLst>
                    <a:ext uri="{FF2B5EF4-FFF2-40B4-BE49-F238E27FC236}">
                      <a16:creationId xmlns:a16="http://schemas.microsoft.com/office/drawing/2014/main" id="{D37EF6DB-F496-21EA-7DC6-0E6D25E49A1F}"/>
                    </a:ext>
                  </a:extLst>
                </p:cNvPr>
                <p:cNvSpPr/>
                <p:nvPr/>
              </p:nvSpPr>
              <p:spPr bwMode="auto">
                <a:xfrm>
                  <a:off x="8560540" y="1735878"/>
                  <a:ext cx="106609" cy="92622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cxnSp>
              <p:nvCxnSpPr>
                <p:cNvPr id="156" name="직선 연결선 155">
                  <a:extLst>
                    <a:ext uri="{FF2B5EF4-FFF2-40B4-BE49-F238E27FC236}">
                      <a16:creationId xmlns:a16="http://schemas.microsoft.com/office/drawing/2014/main" id="{99DFFFFB-C8A6-7BF5-5642-1A766F96EF61}"/>
                    </a:ext>
                  </a:extLst>
                </p:cNvPr>
                <p:cNvCxnSpPr>
                  <a:stCxn id="155" idx="0"/>
                  <a:endCxn id="158" idx="0"/>
                </p:cNvCxnSpPr>
                <p:nvPr/>
              </p:nvCxnSpPr>
              <p:spPr bwMode="auto">
                <a:xfrm flipH="1">
                  <a:off x="7543858" y="1735878"/>
                  <a:ext cx="1069987" cy="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57" name="직선 연결선 156">
                  <a:extLst>
                    <a:ext uri="{FF2B5EF4-FFF2-40B4-BE49-F238E27FC236}">
                      <a16:creationId xmlns:a16="http://schemas.microsoft.com/office/drawing/2014/main" id="{0DACA790-5BCB-AFD9-BB9F-26C0851720A7}"/>
                    </a:ext>
                  </a:extLst>
                </p:cNvPr>
                <p:cNvCxnSpPr>
                  <a:stCxn id="155" idx="4"/>
                  <a:endCxn id="158" idx="4"/>
                </p:cNvCxnSpPr>
                <p:nvPr/>
              </p:nvCxnSpPr>
              <p:spPr bwMode="auto">
                <a:xfrm flipH="1">
                  <a:off x="7543858" y="1828500"/>
                  <a:ext cx="1069987" cy="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158" name="타원 157">
                  <a:extLst>
                    <a:ext uri="{FF2B5EF4-FFF2-40B4-BE49-F238E27FC236}">
                      <a16:creationId xmlns:a16="http://schemas.microsoft.com/office/drawing/2014/main" id="{534EA2A1-92B7-9CA1-568F-44F400052C02}"/>
                    </a:ext>
                  </a:extLst>
                </p:cNvPr>
                <p:cNvSpPr/>
                <p:nvPr/>
              </p:nvSpPr>
              <p:spPr bwMode="auto">
                <a:xfrm>
                  <a:off x="7490553" y="1735882"/>
                  <a:ext cx="106609" cy="92622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sp>
              <p:nvSpPr>
                <p:cNvPr id="159" name="직사각형 158">
                  <a:extLst>
                    <a:ext uri="{FF2B5EF4-FFF2-40B4-BE49-F238E27FC236}">
                      <a16:creationId xmlns:a16="http://schemas.microsoft.com/office/drawing/2014/main" id="{4787A439-AA99-F367-1067-B7DAB2EDD6C2}"/>
                    </a:ext>
                  </a:extLst>
                </p:cNvPr>
                <p:cNvSpPr/>
                <p:nvPr/>
              </p:nvSpPr>
              <p:spPr bwMode="auto">
                <a:xfrm>
                  <a:off x="6658322" y="1587972"/>
                  <a:ext cx="159637" cy="86117"/>
                </a:xfrm>
                <a:prstGeom prst="rect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endParaRPr lang="ko-KR" altLang="en-US" sz="1200">
                    <a:latin typeface="Arial" charset="0"/>
                    <a:ea typeface="돋움" pitchFamily="50" charset="-127"/>
                  </a:endParaRPr>
                </a:p>
              </p:txBody>
            </p:sp>
            <p:sp>
              <p:nvSpPr>
                <p:cNvPr id="160" name="직사각형 159">
                  <a:extLst>
                    <a:ext uri="{FF2B5EF4-FFF2-40B4-BE49-F238E27FC236}">
                      <a16:creationId xmlns:a16="http://schemas.microsoft.com/office/drawing/2014/main" id="{D5F1E321-A767-D88B-F2B3-251E73DC162D}"/>
                    </a:ext>
                  </a:extLst>
                </p:cNvPr>
                <p:cNvSpPr/>
                <p:nvPr/>
              </p:nvSpPr>
              <p:spPr bwMode="auto">
                <a:xfrm>
                  <a:off x="7082578" y="1595801"/>
                  <a:ext cx="145124" cy="78288"/>
                </a:xfrm>
                <a:prstGeom prst="rect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endParaRPr lang="ko-KR" altLang="en-US" sz="1200">
                    <a:latin typeface="Arial" charset="0"/>
                    <a:ea typeface="돋움" pitchFamily="50" charset="-127"/>
                  </a:endParaRPr>
                </a:p>
              </p:txBody>
            </p:sp>
            <p:cxnSp>
              <p:nvCxnSpPr>
                <p:cNvPr id="161" name="직선 연결선 160">
                  <a:extLst>
                    <a:ext uri="{FF2B5EF4-FFF2-40B4-BE49-F238E27FC236}">
                      <a16:creationId xmlns:a16="http://schemas.microsoft.com/office/drawing/2014/main" id="{FBAF9B8D-F56F-2D12-69D2-C7CD9B57E5B9}"/>
                    </a:ext>
                  </a:extLst>
                </p:cNvPr>
                <p:cNvCxnSpPr/>
                <p:nvPr/>
              </p:nvCxnSpPr>
              <p:spPr>
                <a:xfrm flipH="1">
                  <a:off x="7654925" y="1843980"/>
                  <a:ext cx="144292" cy="0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직선 연결선 161">
                  <a:extLst>
                    <a:ext uri="{FF2B5EF4-FFF2-40B4-BE49-F238E27FC236}">
                      <a16:creationId xmlns:a16="http://schemas.microsoft.com/office/drawing/2014/main" id="{165D5B16-6991-2E0B-6930-A36729EAC887}"/>
                    </a:ext>
                  </a:extLst>
                </p:cNvPr>
                <p:cNvCxnSpPr/>
                <p:nvPr/>
              </p:nvCxnSpPr>
              <p:spPr>
                <a:xfrm flipH="1">
                  <a:off x="7955197" y="1843980"/>
                  <a:ext cx="144292" cy="0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3" name="직사각형 162">
                  <a:extLst>
                    <a:ext uri="{FF2B5EF4-FFF2-40B4-BE49-F238E27FC236}">
                      <a16:creationId xmlns:a16="http://schemas.microsoft.com/office/drawing/2014/main" id="{797E6D22-ABBE-2DEA-2526-22F80CE4EB87}"/>
                    </a:ext>
                  </a:extLst>
                </p:cNvPr>
                <p:cNvSpPr/>
                <p:nvPr/>
              </p:nvSpPr>
              <p:spPr>
                <a:xfrm>
                  <a:off x="2431676" y="1654855"/>
                  <a:ext cx="260007" cy="184666"/>
                </a:xfrm>
                <a:prstGeom prst="rect">
                  <a:avLst/>
                </a:prstGeom>
                <a:grpFill/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Center</a:t>
                  </a:r>
                </a:p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Elect</a:t>
                  </a:r>
                </a:p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EPC</a:t>
                  </a:r>
                </a:p>
              </p:txBody>
            </p:sp>
            <p:sp>
              <p:nvSpPr>
                <p:cNvPr id="164" name="직사각형 163">
                  <a:extLst>
                    <a:ext uri="{FF2B5EF4-FFF2-40B4-BE49-F238E27FC236}">
                      <a16:creationId xmlns:a16="http://schemas.microsoft.com/office/drawing/2014/main" id="{936AA6E0-66F4-E930-0C1C-05D1864AE004}"/>
                    </a:ext>
                  </a:extLst>
                </p:cNvPr>
                <p:cNvSpPr/>
                <p:nvPr/>
              </p:nvSpPr>
              <p:spPr>
                <a:xfrm>
                  <a:off x="2856875" y="1294589"/>
                  <a:ext cx="253596" cy="184666"/>
                </a:xfrm>
                <a:prstGeom prst="rect">
                  <a:avLst/>
                </a:prstGeom>
                <a:grpFill/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Upper</a:t>
                  </a:r>
                </a:p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 Sepa</a:t>
                  </a:r>
                </a:p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EPC</a:t>
                  </a:r>
                </a:p>
              </p:txBody>
            </p:sp>
            <p:sp>
              <p:nvSpPr>
                <p:cNvPr id="165" name="직사각형 164">
                  <a:extLst>
                    <a:ext uri="{FF2B5EF4-FFF2-40B4-BE49-F238E27FC236}">
                      <a16:creationId xmlns:a16="http://schemas.microsoft.com/office/drawing/2014/main" id="{B56F83D9-872A-AEA2-6F23-72EAABF2DA4C}"/>
                    </a:ext>
                  </a:extLst>
                </p:cNvPr>
                <p:cNvSpPr/>
                <p:nvPr/>
              </p:nvSpPr>
              <p:spPr>
                <a:xfrm>
                  <a:off x="2863650" y="2089893"/>
                  <a:ext cx="253596" cy="184666"/>
                </a:xfrm>
                <a:prstGeom prst="rect">
                  <a:avLst/>
                </a:prstGeom>
                <a:grpFill/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Lower</a:t>
                  </a:r>
                </a:p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 Sepa</a:t>
                  </a:r>
                </a:p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EPC</a:t>
                  </a:r>
                </a:p>
              </p:txBody>
            </p:sp>
            <p:sp>
              <p:nvSpPr>
                <p:cNvPr id="166" name="직사각형 165">
                  <a:extLst>
                    <a:ext uri="{FF2B5EF4-FFF2-40B4-BE49-F238E27FC236}">
                      <a16:creationId xmlns:a16="http://schemas.microsoft.com/office/drawing/2014/main" id="{9C9E7D77-35F3-B000-4089-7521BF9F9DDC}"/>
                    </a:ext>
                  </a:extLst>
                </p:cNvPr>
                <p:cNvSpPr/>
                <p:nvPr/>
              </p:nvSpPr>
              <p:spPr>
                <a:xfrm>
                  <a:off x="3998037" y="1337237"/>
                  <a:ext cx="324128" cy="153888"/>
                </a:xfrm>
                <a:prstGeom prst="rect">
                  <a:avLst/>
                </a:prstGeom>
                <a:grpFill/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Upper Elect</a:t>
                  </a:r>
                </a:p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Feeding belt</a:t>
                  </a:r>
                </a:p>
              </p:txBody>
            </p:sp>
            <p:sp>
              <p:nvSpPr>
                <p:cNvPr id="167" name="직사각형 166">
                  <a:extLst>
                    <a:ext uri="{FF2B5EF4-FFF2-40B4-BE49-F238E27FC236}">
                      <a16:creationId xmlns:a16="http://schemas.microsoft.com/office/drawing/2014/main" id="{53F4A479-2818-FE4F-9BE3-D7F1CD93D72E}"/>
                    </a:ext>
                  </a:extLst>
                </p:cNvPr>
                <p:cNvSpPr/>
                <p:nvPr/>
              </p:nvSpPr>
              <p:spPr>
                <a:xfrm>
                  <a:off x="3868456" y="2181532"/>
                  <a:ext cx="324128" cy="153888"/>
                </a:xfrm>
                <a:prstGeom prst="rect">
                  <a:avLst/>
                </a:prstGeom>
                <a:grpFill/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Lower Elect</a:t>
                  </a:r>
                </a:p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Feeding belt</a:t>
                  </a:r>
                </a:p>
              </p:txBody>
            </p:sp>
            <p:sp>
              <p:nvSpPr>
                <p:cNvPr id="168" name="직사각형 167">
                  <a:extLst>
                    <a:ext uri="{FF2B5EF4-FFF2-40B4-BE49-F238E27FC236}">
                      <a16:creationId xmlns:a16="http://schemas.microsoft.com/office/drawing/2014/main" id="{78D1E81E-3AFF-D2E4-2F0F-42620A94A3C9}"/>
                    </a:ext>
                  </a:extLst>
                </p:cNvPr>
                <p:cNvSpPr/>
                <p:nvPr/>
              </p:nvSpPr>
              <p:spPr>
                <a:xfrm>
                  <a:off x="2880963" y="1552634"/>
                  <a:ext cx="325730" cy="153888"/>
                </a:xfrm>
                <a:prstGeom prst="rect">
                  <a:avLst/>
                </a:prstGeom>
                <a:grpFill/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Center Elect</a:t>
                  </a:r>
                </a:p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Feeding Belt</a:t>
                  </a:r>
                </a:p>
              </p:txBody>
            </p:sp>
            <p:sp>
              <p:nvSpPr>
                <p:cNvPr id="169" name="직사각형 168">
                  <a:extLst>
                    <a:ext uri="{FF2B5EF4-FFF2-40B4-BE49-F238E27FC236}">
                      <a16:creationId xmlns:a16="http://schemas.microsoft.com/office/drawing/2014/main" id="{1135D8F2-3F5D-4DDF-02F0-27756B70AE86}"/>
                    </a:ext>
                  </a:extLst>
                </p:cNvPr>
                <p:cNvSpPr/>
                <p:nvPr/>
              </p:nvSpPr>
              <p:spPr>
                <a:xfrm>
                  <a:off x="3172362" y="1918925"/>
                  <a:ext cx="260008" cy="153888"/>
                </a:xfrm>
                <a:prstGeom prst="rect">
                  <a:avLst/>
                </a:prstGeom>
                <a:grpFill/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Center</a:t>
                  </a:r>
                </a:p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Cutter</a:t>
                  </a:r>
                </a:p>
              </p:txBody>
            </p:sp>
            <p:sp>
              <p:nvSpPr>
                <p:cNvPr id="170" name="직사각형 169">
                  <a:extLst>
                    <a:ext uri="{FF2B5EF4-FFF2-40B4-BE49-F238E27FC236}">
                      <a16:creationId xmlns:a16="http://schemas.microsoft.com/office/drawing/2014/main" id="{EE89CAAD-9EDA-20DD-C277-E1BE2192A85B}"/>
                    </a:ext>
                  </a:extLst>
                </p:cNvPr>
                <p:cNvSpPr/>
                <p:nvPr/>
              </p:nvSpPr>
              <p:spPr>
                <a:xfrm>
                  <a:off x="4213277" y="1498631"/>
                  <a:ext cx="260007" cy="153888"/>
                </a:xfrm>
                <a:prstGeom prst="rect">
                  <a:avLst/>
                </a:prstGeom>
                <a:grpFill/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Upper </a:t>
                  </a:r>
                </a:p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Cutter</a:t>
                  </a:r>
                </a:p>
              </p:txBody>
            </p:sp>
            <p:sp>
              <p:nvSpPr>
                <p:cNvPr id="171" name="직사각형 170">
                  <a:extLst>
                    <a:ext uri="{FF2B5EF4-FFF2-40B4-BE49-F238E27FC236}">
                      <a16:creationId xmlns:a16="http://schemas.microsoft.com/office/drawing/2014/main" id="{33C71C81-A126-C5DB-DD0A-BF8668241F89}"/>
                    </a:ext>
                  </a:extLst>
                </p:cNvPr>
                <p:cNvSpPr/>
                <p:nvPr/>
              </p:nvSpPr>
              <p:spPr>
                <a:xfrm>
                  <a:off x="4119637" y="1951970"/>
                  <a:ext cx="379153" cy="153888"/>
                </a:xfrm>
                <a:prstGeom prst="rect">
                  <a:avLst/>
                </a:prstGeom>
                <a:grpFill/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Lower</a:t>
                  </a:r>
                </a:p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Cutter</a:t>
                  </a:r>
                </a:p>
              </p:txBody>
            </p:sp>
            <p:sp>
              <p:nvSpPr>
                <p:cNvPr id="172" name="직사각형 171">
                  <a:extLst>
                    <a:ext uri="{FF2B5EF4-FFF2-40B4-BE49-F238E27FC236}">
                      <a16:creationId xmlns:a16="http://schemas.microsoft.com/office/drawing/2014/main" id="{82D35848-9D31-2D9C-919F-F91DA82C86EF}"/>
                    </a:ext>
                  </a:extLst>
                </p:cNvPr>
                <p:cNvSpPr/>
                <p:nvPr/>
              </p:nvSpPr>
              <p:spPr>
                <a:xfrm>
                  <a:off x="3557429" y="1503951"/>
                  <a:ext cx="325730" cy="153888"/>
                </a:xfrm>
                <a:prstGeom prst="rect">
                  <a:avLst/>
                </a:prstGeom>
                <a:grpFill/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Sepa</a:t>
                  </a:r>
                </a:p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Feeding Belt</a:t>
                  </a:r>
                </a:p>
              </p:txBody>
            </p:sp>
            <p:sp>
              <p:nvSpPr>
                <p:cNvPr id="173" name="직사각형 172">
                  <a:extLst>
                    <a:ext uri="{FF2B5EF4-FFF2-40B4-BE49-F238E27FC236}">
                      <a16:creationId xmlns:a16="http://schemas.microsoft.com/office/drawing/2014/main" id="{DDE9FE82-8B8F-4C5E-9549-EE8F32FAA7F1}"/>
                    </a:ext>
                  </a:extLst>
                </p:cNvPr>
                <p:cNvSpPr/>
                <p:nvPr/>
              </p:nvSpPr>
              <p:spPr>
                <a:xfrm>
                  <a:off x="4468635" y="1543838"/>
                  <a:ext cx="325730" cy="153888"/>
                </a:xfrm>
                <a:prstGeom prst="rect">
                  <a:avLst/>
                </a:prstGeom>
                <a:grpFill/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PET</a:t>
                  </a:r>
                </a:p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Feeding Belt</a:t>
                  </a:r>
                </a:p>
              </p:txBody>
            </p:sp>
            <p:sp>
              <p:nvSpPr>
                <p:cNvPr id="174" name="직사각형 173">
                  <a:extLst>
                    <a:ext uri="{FF2B5EF4-FFF2-40B4-BE49-F238E27FC236}">
                      <a16:creationId xmlns:a16="http://schemas.microsoft.com/office/drawing/2014/main" id="{1071483E-73DC-E04F-49BC-600D068018F2}"/>
                    </a:ext>
                  </a:extLst>
                </p:cNvPr>
                <p:cNvSpPr/>
                <p:nvPr/>
              </p:nvSpPr>
              <p:spPr>
                <a:xfrm>
                  <a:off x="4916485" y="1961987"/>
                  <a:ext cx="260008" cy="123111"/>
                </a:xfrm>
                <a:prstGeom prst="rect">
                  <a:avLst/>
                </a:prstGeom>
                <a:grpFill/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Heater</a:t>
                  </a:r>
                </a:p>
              </p:txBody>
            </p:sp>
            <p:sp>
              <p:nvSpPr>
                <p:cNvPr id="175" name="직사각형 174">
                  <a:extLst>
                    <a:ext uri="{FF2B5EF4-FFF2-40B4-BE49-F238E27FC236}">
                      <a16:creationId xmlns:a16="http://schemas.microsoft.com/office/drawing/2014/main" id="{4A702442-E0A1-D7DA-C5C3-6B2B25C4CCCA}"/>
                    </a:ext>
                  </a:extLst>
                </p:cNvPr>
                <p:cNvSpPr/>
                <p:nvPr/>
              </p:nvSpPr>
              <p:spPr>
                <a:xfrm>
                  <a:off x="5274459" y="1395669"/>
                  <a:ext cx="250390" cy="153888"/>
                </a:xfrm>
                <a:prstGeom prst="rect">
                  <a:avLst/>
                </a:prstGeom>
                <a:grpFill/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 algn="ctr" fontAlgn="ctr"/>
                  <a:r>
                    <a:rPr lang="en-US" altLang="ko-KR" sz="200" b="0" dirty="0" err="1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Lami</a:t>
                  </a:r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.</a:t>
                  </a:r>
                </a:p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Roller</a:t>
                  </a:r>
                </a:p>
              </p:txBody>
            </p:sp>
            <p:sp>
              <p:nvSpPr>
                <p:cNvPr id="176" name="직사각형 175">
                  <a:extLst>
                    <a:ext uri="{FF2B5EF4-FFF2-40B4-BE49-F238E27FC236}">
                      <a16:creationId xmlns:a16="http://schemas.microsoft.com/office/drawing/2014/main" id="{6C781256-763D-2272-30D7-B6D0D1FAB937}"/>
                    </a:ext>
                  </a:extLst>
                </p:cNvPr>
                <p:cNvSpPr/>
                <p:nvPr/>
              </p:nvSpPr>
              <p:spPr>
                <a:xfrm>
                  <a:off x="6080421" y="1430166"/>
                  <a:ext cx="325730" cy="184666"/>
                </a:xfrm>
                <a:prstGeom prst="rect">
                  <a:avLst/>
                </a:prstGeom>
                <a:grpFill/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Final</a:t>
                  </a:r>
                </a:p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Cutter</a:t>
                  </a:r>
                </a:p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Feeding Belt</a:t>
                  </a:r>
                </a:p>
              </p:txBody>
            </p:sp>
            <p:sp>
              <p:nvSpPr>
                <p:cNvPr id="177" name="직사각형 176">
                  <a:extLst>
                    <a:ext uri="{FF2B5EF4-FFF2-40B4-BE49-F238E27FC236}">
                      <a16:creationId xmlns:a16="http://schemas.microsoft.com/office/drawing/2014/main" id="{D5B13CDF-33CC-C4EA-D3E7-1E760DA11B90}"/>
                    </a:ext>
                  </a:extLst>
                </p:cNvPr>
                <p:cNvSpPr/>
                <p:nvPr/>
              </p:nvSpPr>
              <p:spPr>
                <a:xfrm>
                  <a:off x="6301771" y="1922018"/>
                  <a:ext cx="256801" cy="153888"/>
                </a:xfrm>
                <a:prstGeom prst="rect">
                  <a:avLst/>
                </a:prstGeom>
                <a:grpFill/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Final</a:t>
                  </a:r>
                </a:p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Cutter</a:t>
                  </a:r>
                </a:p>
              </p:txBody>
            </p:sp>
            <p:sp>
              <p:nvSpPr>
                <p:cNvPr id="178" name="직사각형 177">
                  <a:extLst>
                    <a:ext uri="{FF2B5EF4-FFF2-40B4-BE49-F238E27FC236}">
                      <a16:creationId xmlns:a16="http://schemas.microsoft.com/office/drawing/2014/main" id="{C8AD4FE6-E473-FE15-09BB-CF482F6DEC16}"/>
                    </a:ext>
                  </a:extLst>
                </p:cNvPr>
                <p:cNvSpPr/>
                <p:nvPr/>
              </p:nvSpPr>
              <p:spPr>
                <a:xfrm>
                  <a:off x="6620924" y="1933791"/>
                  <a:ext cx="253596" cy="153888"/>
                </a:xfrm>
                <a:prstGeom prst="rect">
                  <a:avLst/>
                </a:prstGeom>
                <a:grpFill/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Short </a:t>
                  </a:r>
                </a:p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Belt</a:t>
                  </a:r>
                </a:p>
              </p:txBody>
            </p:sp>
            <p:sp>
              <p:nvSpPr>
                <p:cNvPr id="179" name="직사각형 178">
                  <a:extLst>
                    <a:ext uri="{FF2B5EF4-FFF2-40B4-BE49-F238E27FC236}">
                      <a16:creationId xmlns:a16="http://schemas.microsoft.com/office/drawing/2014/main" id="{7167EA69-07FB-B4C2-678E-D8A87A455749}"/>
                    </a:ext>
                  </a:extLst>
                </p:cNvPr>
                <p:cNvSpPr/>
                <p:nvPr/>
              </p:nvSpPr>
              <p:spPr>
                <a:xfrm>
                  <a:off x="7781878" y="1524708"/>
                  <a:ext cx="280846" cy="153888"/>
                </a:xfrm>
                <a:prstGeom prst="rect">
                  <a:avLst/>
                </a:prstGeom>
                <a:grpFill/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 algn="ctr" fontAlgn="ctr"/>
                  <a:r>
                    <a:rPr lang="ko-KR" altLang="en-US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흡착 배출</a:t>
                  </a:r>
                  <a:endParaRPr lang="en-US" altLang="ko-KR" sz="200" b="0" dirty="0">
                    <a:solidFill>
                      <a:srgbClr val="00000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Belt</a:t>
                  </a:r>
                </a:p>
              </p:txBody>
            </p:sp>
            <p:sp>
              <p:nvSpPr>
                <p:cNvPr id="180" name="직사각형 179">
                  <a:extLst>
                    <a:ext uri="{FF2B5EF4-FFF2-40B4-BE49-F238E27FC236}">
                      <a16:creationId xmlns:a16="http://schemas.microsoft.com/office/drawing/2014/main" id="{3E4D725C-1B84-6CC4-FB4E-DD22BEE36A26}"/>
                    </a:ext>
                  </a:extLst>
                </p:cNvPr>
                <p:cNvSpPr/>
                <p:nvPr/>
              </p:nvSpPr>
              <p:spPr>
                <a:xfrm>
                  <a:off x="6622317" y="1359138"/>
                  <a:ext cx="251992" cy="153888"/>
                </a:xfrm>
                <a:prstGeom prst="rect">
                  <a:avLst/>
                </a:prstGeom>
                <a:grpFill/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Short</a:t>
                  </a:r>
                </a:p>
                <a:p>
                  <a:pPr algn="ctr" fontAlgn="ctr"/>
                  <a:r>
                    <a:rPr lang="ko-KR" altLang="en-US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측정기</a:t>
                  </a:r>
                  <a:endParaRPr lang="en-US" altLang="ko-KR" sz="200" b="0" dirty="0">
                    <a:solidFill>
                      <a:srgbClr val="00000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181" name="직사각형 180">
                  <a:extLst>
                    <a:ext uri="{FF2B5EF4-FFF2-40B4-BE49-F238E27FC236}">
                      <a16:creationId xmlns:a16="http://schemas.microsoft.com/office/drawing/2014/main" id="{975C5770-BADE-8EEC-59EE-884386151211}"/>
                    </a:ext>
                  </a:extLst>
                </p:cNvPr>
                <p:cNvSpPr/>
                <p:nvPr/>
              </p:nvSpPr>
              <p:spPr>
                <a:xfrm>
                  <a:off x="7017360" y="1419727"/>
                  <a:ext cx="253596" cy="123111"/>
                </a:xfrm>
                <a:prstGeom prst="rect">
                  <a:avLst/>
                </a:prstGeom>
                <a:grpFill/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Vision</a:t>
                  </a:r>
                </a:p>
              </p:txBody>
            </p:sp>
            <p:grpSp>
              <p:nvGrpSpPr>
                <p:cNvPr id="182" name="그룹 181">
                  <a:extLst>
                    <a:ext uri="{FF2B5EF4-FFF2-40B4-BE49-F238E27FC236}">
                      <a16:creationId xmlns:a16="http://schemas.microsoft.com/office/drawing/2014/main" id="{B32DE062-2251-F0D2-5E42-20BFA8A724EB}"/>
                    </a:ext>
                  </a:extLst>
                </p:cNvPr>
                <p:cNvGrpSpPr/>
                <p:nvPr/>
              </p:nvGrpSpPr>
              <p:grpSpPr>
                <a:xfrm>
                  <a:off x="8217761" y="1886584"/>
                  <a:ext cx="413781" cy="469683"/>
                  <a:chOff x="8191555" y="1862993"/>
                  <a:chExt cx="368985" cy="137121"/>
                </a:xfrm>
                <a:grpFill/>
              </p:grpSpPr>
              <p:cxnSp>
                <p:nvCxnSpPr>
                  <p:cNvPr id="692" name="직선 연결선 691">
                    <a:extLst>
                      <a:ext uri="{FF2B5EF4-FFF2-40B4-BE49-F238E27FC236}">
                        <a16:creationId xmlns:a16="http://schemas.microsoft.com/office/drawing/2014/main" id="{0C2338E3-3ADB-4C92-1474-163ECFA3A31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195912" y="1862993"/>
                    <a:ext cx="0" cy="131073"/>
                  </a:xfrm>
                  <a:prstGeom prst="line">
                    <a:avLst/>
                  </a:prstGeom>
                  <a:grpFill/>
                  <a:ln w="22225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3" name="직선 연결선 692">
                    <a:extLst>
                      <a:ext uri="{FF2B5EF4-FFF2-40B4-BE49-F238E27FC236}">
                        <a16:creationId xmlns:a16="http://schemas.microsoft.com/office/drawing/2014/main" id="{1ABE571F-A4BE-3E35-3962-5313D15CDB58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296683" y="1862993"/>
                    <a:ext cx="0" cy="131073"/>
                  </a:xfrm>
                  <a:prstGeom prst="line">
                    <a:avLst/>
                  </a:prstGeom>
                  <a:grpFill/>
                  <a:ln w="22225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4" name="직선 연결선 693">
                    <a:extLst>
                      <a:ext uri="{FF2B5EF4-FFF2-40B4-BE49-F238E27FC236}">
                        <a16:creationId xmlns:a16="http://schemas.microsoft.com/office/drawing/2014/main" id="{848632C7-D7F9-0CAC-D13A-11EC8B78E724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8191555" y="2000114"/>
                    <a:ext cx="108005" cy="0"/>
                  </a:xfrm>
                  <a:prstGeom prst="line">
                    <a:avLst/>
                  </a:prstGeom>
                  <a:grpFill/>
                  <a:ln w="22225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5" name="직선 연결선 694">
                    <a:extLst>
                      <a:ext uri="{FF2B5EF4-FFF2-40B4-BE49-F238E27FC236}">
                        <a16:creationId xmlns:a16="http://schemas.microsoft.com/office/drawing/2014/main" id="{01116D13-1352-DB5F-E093-4A51B0DE580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456892" y="1862993"/>
                    <a:ext cx="0" cy="131073"/>
                  </a:xfrm>
                  <a:prstGeom prst="line">
                    <a:avLst/>
                  </a:prstGeom>
                  <a:grpFill/>
                  <a:ln w="22225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6" name="직선 연결선 695">
                    <a:extLst>
                      <a:ext uri="{FF2B5EF4-FFF2-40B4-BE49-F238E27FC236}">
                        <a16:creationId xmlns:a16="http://schemas.microsoft.com/office/drawing/2014/main" id="{7EEB9EE7-FF95-CF6B-D24B-17F0363F2244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557663" y="1862993"/>
                    <a:ext cx="0" cy="131073"/>
                  </a:xfrm>
                  <a:prstGeom prst="line">
                    <a:avLst/>
                  </a:prstGeom>
                  <a:grpFill/>
                  <a:ln w="22225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7" name="직선 연결선 696">
                    <a:extLst>
                      <a:ext uri="{FF2B5EF4-FFF2-40B4-BE49-F238E27FC236}">
                        <a16:creationId xmlns:a16="http://schemas.microsoft.com/office/drawing/2014/main" id="{2BE2872C-35A6-5B2A-6B5E-D417790EAB02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8452535" y="2000114"/>
                    <a:ext cx="108005" cy="0"/>
                  </a:xfrm>
                  <a:prstGeom prst="line">
                    <a:avLst/>
                  </a:prstGeom>
                  <a:grpFill/>
                  <a:ln w="22225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83" name="직사각형 182">
                  <a:extLst>
                    <a:ext uri="{FF2B5EF4-FFF2-40B4-BE49-F238E27FC236}">
                      <a16:creationId xmlns:a16="http://schemas.microsoft.com/office/drawing/2014/main" id="{05576720-E66E-D043-275F-02F9C4EAC360}"/>
                    </a:ext>
                  </a:extLst>
                </p:cNvPr>
                <p:cNvSpPr/>
                <p:nvPr/>
              </p:nvSpPr>
              <p:spPr bwMode="auto">
                <a:xfrm>
                  <a:off x="5889303" y="1793546"/>
                  <a:ext cx="99122" cy="27440"/>
                </a:xfrm>
                <a:prstGeom prst="rect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endParaRPr lang="ko-KR" altLang="en-US" sz="1200">
                    <a:latin typeface="Arial" charset="0"/>
                    <a:ea typeface="돋움" pitchFamily="50" charset="-127"/>
                  </a:endParaRPr>
                </a:p>
              </p:txBody>
            </p:sp>
            <p:sp>
              <p:nvSpPr>
                <p:cNvPr id="184" name="직사각형 183">
                  <a:extLst>
                    <a:ext uri="{FF2B5EF4-FFF2-40B4-BE49-F238E27FC236}">
                      <a16:creationId xmlns:a16="http://schemas.microsoft.com/office/drawing/2014/main" id="{C03CE846-2571-985E-3A38-B28397F8053A}"/>
                    </a:ext>
                  </a:extLst>
                </p:cNvPr>
                <p:cNvSpPr/>
                <p:nvPr/>
              </p:nvSpPr>
              <p:spPr bwMode="auto">
                <a:xfrm>
                  <a:off x="5889303" y="1844674"/>
                  <a:ext cx="99122" cy="27440"/>
                </a:xfrm>
                <a:prstGeom prst="rect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endParaRPr lang="ko-KR" altLang="en-US" sz="1200">
                    <a:latin typeface="Arial" charset="0"/>
                    <a:ea typeface="돋움" pitchFamily="50" charset="-127"/>
                  </a:endParaRPr>
                </a:p>
              </p:txBody>
            </p:sp>
            <p:sp>
              <p:nvSpPr>
                <p:cNvPr id="185" name="직사각형 184">
                  <a:extLst>
                    <a:ext uri="{FF2B5EF4-FFF2-40B4-BE49-F238E27FC236}">
                      <a16:creationId xmlns:a16="http://schemas.microsoft.com/office/drawing/2014/main" id="{A34B750B-32C4-C1AC-AE0A-62C8B20967ED}"/>
                    </a:ext>
                  </a:extLst>
                </p:cNvPr>
                <p:cNvSpPr/>
                <p:nvPr/>
              </p:nvSpPr>
              <p:spPr>
                <a:xfrm>
                  <a:off x="5579919" y="1881502"/>
                  <a:ext cx="253595" cy="153888"/>
                </a:xfrm>
                <a:prstGeom prst="rect">
                  <a:avLst/>
                </a:prstGeom>
                <a:grpFill/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Sepa </a:t>
                  </a:r>
                </a:p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Sealer</a:t>
                  </a:r>
                </a:p>
              </p:txBody>
            </p:sp>
            <p:sp>
              <p:nvSpPr>
                <p:cNvPr id="186" name="직사각형 185">
                  <a:extLst>
                    <a:ext uri="{FF2B5EF4-FFF2-40B4-BE49-F238E27FC236}">
                      <a16:creationId xmlns:a16="http://schemas.microsoft.com/office/drawing/2014/main" id="{6B28F7FA-BDAC-D884-C4B5-1F6978B9F394}"/>
                    </a:ext>
                  </a:extLst>
                </p:cNvPr>
                <p:cNvSpPr/>
                <p:nvPr/>
              </p:nvSpPr>
              <p:spPr>
                <a:xfrm>
                  <a:off x="5431091" y="1567131"/>
                  <a:ext cx="250390" cy="153888"/>
                </a:xfrm>
                <a:prstGeom prst="rect">
                  <a:avLst/>
                </a:prstGeom>
                <a:grpFill/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Sub</a:t>
                  </a:r>
                </a:p>
                <a:p>
                  <a:pPr algn="ctr" fontAlgn="ctr"/>
                  <a:r>
                    <a:rPr lang="en-US" altLang="ko-KR" sz="20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Roller</a:t>
                  </a:r>
                  <a:endParaRPr lang="en-US" altLang="ko-KR" sz="200" b="0" dirty="0">
                    <a:solidFill>
                      <a:srgbClr val="00000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187" name="타원 186">
                  <a:extLst>
                    <a:ext uri="{FF2B5EF4-FFF2-40B4-BE49-F238E27FC236}">
                      <a16:creationId xmlns:a16="http://schemas.microsoft.com/office/drawing/2014/main" id="{A10BEC78-9C2F-3E2E-05B4-E2F6176F6D15}"/>
                    </a:ext>
                  </a:extLst>
                </p:cNvPr>
                <p:cNvSpPr/>
                <p:nvPr/>
              </p:nvSpPr>
              <p:spPr bwMode="auto">
                <a:xfrm rot="10800000">
                  <a:off x="2846257" y="2575068"/>
                  <a:ext cx="75125" cy="65268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grpSp>
              <p:nvGrpSpPr>
                <p:cNvPr id="188" name="그룹 187">
                  <a:extLst>
                    <a:ext uri="{FF2B5EF4-FFF2-40B4-BE49-F238E27FC236}">
                      <a16:creationId xmlns:a16="http://schemas.microsoft.com/office/drawing/2014/main" id="{B84D1511-99DD-C754-799F-D081FC5E93E1}"/>
                    </a:ext>
                  </a:extLst>
                </p:cNvPr>
                <p:cNvGrpSpPr/>
                <p:nvPr/>
              </p:nvGrpSpPr>
              <p:grpSpPr>
                <a:xfrm>
                  <a:off x="994627" y="1669403"/>
                  <a:ext cx="341569" cy="279219"/>
                  <a:chOff x="5170039" y="2033747"/>
                  <a:chExt cx="1175478" cy="1113083"/>
                </a:xfrm>
                <a:grpFill/>
              </p:grpSpPr>
              <p:cxnSp>
                <p:nvCxnSpPr>
                  <p:cNvPr id="631" name="직선 연결선 630">
                    <a:extLst>
                      <a:ext uri="{FF2B5EF4-FFF2-40B4-BE49-F238E27FC236}">
                        <a16:creationId xmlns:a16="http://schemas.microsoft.com/office/drawing/2014/main" id="{56A77B0E-CE20-8C40-5D58-C7FD565B9E6A}"/>
                      </a:ext>
                    </a:extLst>
                  </p:cNvPr>
                  <p:cNvCxnSpPr/>
                  <p:nvPr/>
                </p:nvCxnSpPr>
                <p:spPr>
                  <a:xfrm>
                    <a:off x="5889265" y="2989663"/>
                    <a:ext cx="153617" cy="0"/>
                  </a:xfrm>
                  <a:prstGeom prst="line">
                    <a:avLst/>
                  </a:prstGeom>
                  <a:grpFill/>
                  <a:ln w="1270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grpSp>
                <p:nvGrpSpPr>
                  <p:cNvPr id="632" name="그룹 631">
                    <a:extLst>
                      <a:ext uri="{FF2B5EF4-FFF2-40B4-BE49-F238E27FC236}">
                        <a16:creationId xmlns:a16="http://schemas.microsoft.com/office/drawing/2014/main" id="{9704D00C-0BFF-474A-A139-EC6D307E887B}"/>
                      </a:ext>
                    </a:extLst>
                  </p:cNvPr>
                  <p:cNvGrpSpPr/>
                  <p:nvPr/>
                </p:nvGrpSpPr>
                <p:grpSpPr>
                  <a:xfrm>
                    <a:off x="5329993" y="2110732"/>
                    <a:ext cx="307657" cy="378326"/>
                    <a:chOff x="5329993" y="1935807"/>
                    <a:chExt cx="307657" cy="378326"/>
                  </a:xfrm>
                  <a:grpFill/>
                </p:grpSpPr>
                <p:sp>
                  <p:nvSpPr>
                    <p:cNvPr id="685" name="모서리가 둥근 직사각형 1053">
                      <a:extLst>
                        <a:ext uri="{FF2B5EF4-FFF2-40B4-BE49-F238E27FC236}">
                          <a16:creationId xmlns:a16="http://schemas.microsoft.com/office/drawing/2014/main" id="{9C40E46D-4CA7-188A-016C-65EF04E02419}"/>
                        </a:ext>
                      </a:extLst>
                    </p:cNvPr>
                    <p:cNvSpPr/>
                    <p:nvPr/>
                  </p:nvSpPr>
                  <p:spPr>
                    <a:xfrm rot="-2340000">
                      <a:off x="5498380" y="1962001"/>
                      <a:ext cx="45719" cy="240213"/>
                    </a:xfrm>
                    <a:prstGeom prst="roundRect">
                      <a:avLst>
                        <a:gd name="adj" fmla="val 50000"/>
                      </a:avLst>
                    </a:pr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686" name="모서리가 둥근 직사각형 1054">
                      <a:extLst>
                        <a:ext uri="{FF2B5EF4-FFF2-40B4-BE49-F238E27FC236}">
                          <a16:creationId xmlns:a16="http://schemas.microsoft.com/office/drawing/2014/main" id="{289AEA69-CCCB-A340-8863-60A2AF8D6D25}"/>
                        </a:ext>
                      </a:extLst>
                    </p:cNvPr>
                    <p:cNvSpPr/>
                    <p:nvPr/>
                  </p:nvSpPr>
                  <p:spPr>
                    <a:xfrm rot="-2340000">
                      <a:off x="5455518" y="1997720"/>
                      <a:ext cx="45719" cy="240213"/>
                    </a:xfrm>
                    <a:prstGeom prst="roundRect">
                      <a:avLst>
                        <a:gd name="adj" fmla="val 50000"/>
                      </a:avLst>
                    </a:pr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687" name="모서리가 둥근 직사각형 1055">
                      <a:extLst>
                        <a:ext uri="{FF2B5EF4-FFF2-40B4-BE49-F238E27FC236}">
                          <a16:creationId xmlns:a16="http://schemas.microsoft.com/office/drawing/2014/main" id="{115C8FFF-04A4-5DAE-6135-4BECFF29A0C2}"/>
                        </a:ext>
                      </a:extLst>
                    </p:cNvPr>
                    <p:cNvSpPr/>
                    <p:nvPr/>
                  </p:nvSpPr>
                  <p:spPr>
                    <a:xfrm rot="-2340000">
                      <a:off x="5412656" y="2038201"/>
                      <a:ext cx="45719" cy="240213"/>
                    </a:xfrm>
                    <a:prstGeom prst="roundRect">
                      <a:avLst>
                        <a:gd name="adj" fmla="val 50000"/>
                      </a:avLst>
                    </a:pr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688" name="모서리가 둥근 직사각형 1056">
                      <a:extLst>
                        <a:ext uri="{FF2B5EF4-FFF2-40B4-BE49-F238E27FC236}">
                          <a16:creationId xmlns:a16="http://schemas.microsoft.com/office/drawing/2014/main" id="{11CC6BCA-5DCB-890A-799A-2D071C5782E9}"/>
                        </a:ext>
                      </a:extLst>
                    </p:cNvPr>
                    <p:cNvSpPr/>
                    <p:nvPr/>
                  </p:nvSpPr>
                  <p:spPr>
                    <a:xfrm rot="-2340000">
                      <a:off x="5369794" y="2073920"/>
                      <a:ext cx="45719" cy="240213"/>
                    </a:xfrm>
                    <a:prstGeom prst="roundRect">
                      <a:avLst>
                        <a:gd name="adj" fmla="val 50000"/>
                      </a:avLst>
                    </a:pr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689" name="모서리가 둥근 직사각형 1057">
                      <a:extLst>
                        <a:ext uri="{FF2B5EF4-FFF2-40B4-BE49-F238E27FC236}">
                          <a16:creationId xmlns:a16="http://schemas.microsoft.com/office/drawing/2014/main" id="{8DFC5EDF-F353-6D36-1C5B-70D89C990E96}"/>
                        </a:ext>
                      </a:extLst>
                    </p:cNvPr>
                    <p:cNvSpPr/>
                    <p:nvPr/>
                  </p:nvSpPr>
                  <p:spPr>
                    <a:xfrm rot="-2340000">
                      <a:off x="5541242" y="1935807"/>
                      <a:ext cx="45719" cy="240213"/>
                    </a:xfrm>
                    <a:prstGeom prst="roundRect">
                      <a:avLst>
                        <a:gd name="adj" fmla="val 50000"/>
                      </a:avLst>
                    </a:pr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690" name="모서리가 둥근 직사각형 1058">
                      <a:extLst>
                        <a:ext uri="{FF2B5EF4-FFF2-40B4-BE49-F238E27FC236}">
                          <a16:creationId xmlns:a16="http://schemas.microsoft.com/office/drawing/2014/main" id="{009676F6-D735-199C-B09F-1D0228066E52}"/>
                        </a:ext>
                      </a:extLst>
                    </p:cNvPr>
                    <p:cNvSpPr/>
                    <p:nvPr/>
                  </p:nvSpPr>
                  <p:spPr>
                    <a:xfrm rot="-2340000">
                      <a:off x="5329993" y="2158460"/>
                      <a:ext cx="45719" cy="144000"/>
                    </a:xfrm>
                    <a:prstGeom prst="roundRect">
                      <a:avLst>
                        <a:gd name="adj" fmla="val 50000"/>
                      </a:avLst>
                    </a:pr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691" name="모서리가 둥근 직사각형 1059">
                      <a:extLst>
                        <a:ext uri="{FF2B5EF4-FFF2-40B4-BE49-F238E27FC236}">
                          <a16:creationId xmlns:a16="http://schemas.microsoft.com/office/drawing/2014/main" id="{3968BA2F-B478-9496-9E1F-1BFBCF4E8DAC}"/>
                        </a:ext>
                      </a:extLst>
                    </p:cNvPr>
                    <p:cNvSpPr/>
                    <p:nvPr/>
                  </p:nvSpPr>
                  <p:spPr>
                    <a:xfrm rot="-2340000">
                      <a:off x="5591931" y="1956054"/>
                      <a:ext cx="45719" cy="144000"/>
                    </a:xfrm>
                    <a:prstGeom prst="roundRect">
                      <a:avLst>
                        <a:gd name="adj" fmla="val 50000"/>
                      </a:avLst>
                    </a:pr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</p:grpSp>
              <p:grpSp>
                <p:nvGrpSpPr>
                  <p:cNvPr id="633" name="그룹 632">
                    <a:extLst>
                      <a:ext uri="{FF2B5EF4-FFF2-40B4-BE49-F238E27FC236}">
                        <a16:creationId xmlns:a16="http://schemas.microsoft.com/office/drawing/2014/main" id="{BBB2B731-2254-6DB2-C877-67A2AF8804BC}"/>
                      </a:ext>
                    </a:extLst>
                  </p:cNvPr>
                  <p:cNvGrpSpPr/>
                  <p:nvPr/>
                </p:nvGrpSpPr>
                <p:grpSpPr>
                  <a:xfrm>
                    <a:off x="5911041" y="2705668"/>
                    <a:ext cx="307657" cy="378326"/>
                    <a:chOff x="5329993" y="1935807"/>
                    <a:chExt cx="307657" cy="378326"/>
                  </a:xfrm>
                  <a:grpFill/>
                </p:grpSpPr>
                <p:sp>
                  <p:nvSpPr>
                    <p:cNvPr id="678" name="모서리가 둥근 직사각형 1046">
                      <a:extLst>
                        <a:ext uri="{FF2B5EF4-FFF2-40B4-BE49-F238E27FC236}">
                          <a16:creationId xmlns:a16="http://schemas.microsoft.com/office/drawing/2014/main" id="{C0B334B3-CB60-7D7B-1651-A247134D5B60}"/>
                        </a:ext>
                      </a:extLst>
                    </p:cNvPr>
                    <p:cNvSpPr/>
                    <p:nvPr/>
                  </p:nvSpPr>
                  <p:spPr>
                    <a:xfrm rot="-2340000">
                      <a:off x="5498380" y="1962001"/>
                      <a:ext cx="45719" cy="240213"/>
                    </a:xfrm>
                    <a:prstGeom prst="roundRect">
                      <a:avLst>
                        <a:gd name="adj" fmla="val 50000"/>
                      </a:avLst>
                    </a:pr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679" name="모서리가 둥근 직사각형 1047">
                      <a:extLst>
                        <a:ext uri="{FF2B5EF4-FFF2-40B4-BE49-F238E27FC236}">
                          <a16:creationId xmlns:a16="http://schemas.microsoft.com/office/drawing/2014/main" id="{1211452C-664A-D755-7B98-570629DAB8BA}"/>
                        </a:ext>
                      </a:extLst>
                    </p:cNvPr>
                    <p:cNvSpPr/>
                    <p:nvPr/>
                  </p:nvSpPr>
                  <p:spPr>
                    <a:xfrm rot="-2340000">
                      <a:off x="5455518" y="1997720"/>
                      <a:ext cx="45719" cy="240213"/>
                    </a:xfrm>
                    <a:prstGeom prst="roundRect">
                      <a:avLst>
                        <a:gd name="adj" fmla="val 50000"/>
                      </a:avLst>
                    </a:pr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680" name="모서리가 둥근 직사각형 1048">
                      <a:extLst>
                        <a:ext uri="{FF2B5EF4-FFF2-40B4-BE49-F238E27FC236}">
                          <a16:creationId xmlns:a16="http://schemas.microsoft.com/office/drawing/2014/main" id="{3C73594E-9CDC-F702-8FD4-E3A50F838B35}"/>
                        </a:ext>
                      </a:extLst>
                    </p:cNvPr>
                    <p:cNvSpPr/>
                    <p:nvPr/>
                  </p:nvSpPr>
                  <p:spPr>
                    <a:xfrm rot="-2340000">
                      <a:off x="5412656" y="2038201"/>
                      <a:ext cx="45719" cy="240213"/>
                    </a:xfrm>
                    <a:prstGeom prst="roundRect">
                      <a:avLst>
                        <a:gd name="adj" fmla="val 50000"/>
                      </a:avLst>
                    </a:pr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681" name="모서리가 둥근 직사각형 1049">
                      <a:extLst>
                        <a:ext uri="{FF2B5EF4-FFF2-40B4-BE49-F238E27FC236}">
                          <a16:creationId xmlns:a16="http://schemas.microsoft.com/office/drawing/2014/main" id="{AD6FF2B7-0819-2003-BA2A-E10ABDEABC40}"/>
                        </a:ext>
                      </a:extLst>
                    </p:cNvPr>
                    <p:cNvSpPr/>
                    <p:nvPr/>
                  </p:nvSpPr>
                  <p:spPr>
                    <a:xfrm rot="-2340000">
                      <a:off x="5369794" y="2073920"/>
                      <a:ext cx="45719" cy="240213"/>
                    </a:xfrm>
                    <a:prstGeom prst="roundRect">
                      <a:avLst>
                        <a:gd name="adj" fmla="val 50000"/>
                      </a:avLst>
                    </a:pr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682" name="모서리가 둥근 직사각형 1050">
                      <a:extLst>
                        <a:ext uri="{FF2B5EF4-FFF2-40B4-BE49-F238E27FC236}">
                          <a16:creationId xmlns:a16="http://schemas.microsoft.com/office/drawing/2014/main" id="{10C1C7D8-D468-6E73-FBD1-8A6F28161BB2}"/>
                        </a:ext>
                      </a:extLst>
                    </p:cNvPr>
                    <p:cNvSpPr/>
                    <p:nvPr/>
                  </p:nvSpPr>
                  <p:spPr>
                    <a:xfrm rot="-2340000">
                      <a:off x="5541242" y="1935807"/>
                      <a:ext cx="45719" cy="240213"/>
                    </a:xfrm>
                    <a:prstGeom prst="roundRect">
                      <a:avLst>
                        <a:gd name="adj" fmla="val 50000"/>
                      </a:avLst>
                    </a:pr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683" name="모서리가 둥근 직사각형 1051">
                      <a:extLst>
                        <a:ext uri="{FF2B5EF4-FFF2-40B4-BE49-F238E27FC236}">
                          <a16:creationId xmlns:a16="http://schemas.microsoft.com/office/drawing/2014/main" id="{2DFFDBD3-FD85-F64C-3A89-13042B51BD31}"/>
                        </a:ext>
                      </a:extLst>
                    </p:cNvPr>
                    <p:cNvSpPr/>
                    <p:nvPr/>
                  </p:nvSpPr>
                  <p:spPr>
                    <a:xfrm rot="-2340000">
                      <a:off x="5329993" y="2158460"/>
                      <a:ext cx="45719" cy="144000"/>
                    </a:xfrm>
                    <a:prstGeom prst="roundRect">
                      <a:avLst>
                        <a:gd name="adj" fmla="val 50000"/>
                      </a:avLst>
                    </a:pr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684" name="모서리가 둥근 직사각형 1052">
                      <a:extLst>
                        <a:ext uri="{FF2B5EF4-FFF2-40B4-BE49-F238E27FC236}">
                          <a16:creationId xmlns:a16="http://schemas.microsoft.com/office/drawing/2014/main" id="{5AFDFFF1-F3EC-3AD5-8AB5-45B382EEDFAE}"/>
                        </a:ext>
                      </a:extLst>
                    </p:cNvPr>
                    <p:cNvSpPr/>
                    <p:nvPr/>
                  </p:nvSpPr>
                  <p:spPr>
                    <a:xfrm rot="-2340000">
                      <a:off x="5591931" y="1956054"/>
                      <a:ext cx="45719" cy="144000"/>
                    </a:xfrm>
                    <a:prstGeom prst="roundRect">
                      <a:avLst>
                        <a:gd name="adj" fmla="val 50000"/>
                      </a:avLst>
                    </a:pr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</p:grpSp>
              <p:grpSp>
                <p:nvGrpSpPr>
                  <p:cNvPr id="634" name="그룹 633">
                    <a:extLst>
                      <a:ext uri="{FF2B5EF4-FFF2-40B4-BE49-F238E27FC236}">
                        <a16:creationId xmlns:a16="http://schemas.microsoft.com/office/drawing/2014/main" id="{11CE0B84-E4B6-D8E0-DA85-D79EAA2DEBE1}"/>
                      </a:ext>
                    </a:extLst>
                  </p:cNvPr>
                  <p:cNvGrpSpPr/>
                  <p:nvPr/>
                </p:nvGrpSpPr>
                <p:grpSpPr>
                  <a:xfrm rot="3652319">
                    <a:off x="5744512" y="2029832"/>
                    <a:ext cx="307657" cy="378326"/>
                    <a:chOff x="5329993" y="1935807"/>
                    <a:chExt cx="307657" cy="378326"/>
                  </a:xfrm>
                  <a:grpFill/>
                </p:grpSpPr>
                <p:sp>
                  <p:nvSpPr>
                    <p:cNvPr id="671" name="모서리가 둥근 직사각형 1012">
                      <a:extLst>
                        <a:ext uri="{FF2B5EF4-FFF2-40B4-BE49-F238E27FC236}">
                          <a16:creationId xmlns:a16="http://schemas.microsoft.com/office/drawing/2014/main" id="{971AE9D9-77F4-DB99-495F-DDABE666E06A}"/>
                        </a:ext>
                      </a:extLst>
                    </p:cNvPr>
                    <p:cNvSpPr/>
                    <p:nvPr/>
                  </p:nvSpPr>
                  <p:spPr>
                    <a:xfrm rot="-2340000">
                      <a:off x="5498380" y="1962001"/>
                      <a:ext cx="45719" cy="240213"/>
                    </a:xfrm>
                    <a:prstGeom prst="roundRect">
                      <a:avLst>
                        <a:gd name="adj" fmla="val 50000"/>
                      </a:avLst>
                    </a:pr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672" name="모서리가 둥근 직사각형 1013">
                      <a:extLst>
                        <a:ext uri="{FF2B5EF4-FFF2-40B4-BE49-F238E27FC236}">
                          <a16:creationId xmlns:a16="http://schemas.microsoft.com/office/drawing/2014/main" id="{919F1B76-4FDA-099D-43B3-6821781DE94A}"/>
                        </a:ext>
                      </a:extLst>
                    </p:cNvPr>
                    <p:cNvSpPr/>
                    <p:nvPr/>
                  </p:nvSpPr>
                  <p:spPr>
                    <a:xfrm rot="-2340000">
                      <a:off x="5455518" y="1997720"/>
                      <a:ext cx="45719" cy="240213"/>
                    </a:xfrm>
                    <a:prstGeom prst="roundRect">
                      <a:avLst>
                        <a:gd name="adj" fmla="val 50000"/>
                      </a:avLst>
                    </a:pr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673" name="모서리가 둥근 직사각형 1014">
                      <a:extLst>
                        <a:ext uri="{FF2B5EF4-FFF2-40B4-BE49-F238E27FC236}">
                          <a16:creationId xmlns:a16="http://schemas.microsoft.com/office/drawing/2014/main" id="{8FA97A40-6759-98E3-99A4-58ADD2BAD047}"/>
                        </a:ext>
                      </a:extLst>
                    </p:cNvPr>
                    <p:cNvSpPr/>
                    <p:nvPr/>
                  </p:nvSpPr>
                  <p:spPr>
                    <a:xfrm rot="-2340000">
                      <a:off x="5412656" y="2038201"/>
                      <a:ext cx="45719" cy="240213"/>
                    </a:xfrm>
                    <a:prstGeom prst="roundRect">
                      <a:avLst>
                        <a:gd name="adj" fmla="val 50000"/>
                      </a:avLst>
                    </a:pr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674" name="모서리가 둥근 직사각형 1042">
                      <a:extLst>
                        <a:ext uri="{FF2B5EF4-FFF2-40B4-BE49-F238E27FC236}">
                          <a16:creationId xmlns:a16="http://schemas.microsoft.com/office/drawing/2014/main" id="{1CA603FD-A586-5E6D-B36A-1630A574E7C7}"/>
                        </a:ext>
                      </a:extLst>
                    </p:cNvPr>
                    <p:cNvSpPr/>
                    <p:nvPr/>
                  </p:nvSpPr>
                  <p:spPr>
                    <a:xfrm rot="-2340000">
                      <a:off x="5369794" y="2073920"/>
                      <a:ext cx="45719" cy="240213"/>
                    </a:xfrm>
                    <a:prstGeom prst="roundRect">
                      <a:avLst>
                        <a:gd name="adj" fmla="val 50000"/>
                      </a:avLst>
                    </a:pr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675" name="모서리가 둥근 직사각형 1043">
                      <a:extLst>
                        <a:ext uri="{FF2B5EF4-FFF2-40B4-BE49-F238E27FC236}">
                          <a16:creationId xmlns:a16="http://schemas.microsoft.com/office/drawing/2014/main" id="{8E6B31B7-5CEB-B7BA-15FE-68236A2EA96E}"/>
                        </a:ext>
                      </a:extLst>
                    </p:cNvPr>
                    <p:cNvSpPr/>
                    <p:nvPr/>
                  </p:nvSpPr>
                  <p:spPr>
                    <a:xfrm rot="-2340000">
                      <a:off x="5541242" y="1935807"/>
                      <a:ext cx="45719" cy="240213"/>
                    </a:xfrm>
                    <a:prstGeom prst="roundRect">
                      <a:avLst>
                        <a:gd name="adj" fmla="val 50000"/>
                      </a:avLst>
                    </a:pr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676" name="모서리가 둥근 직사각형 1044">
                      <a:extLst>
                        <a:ext uri="{FF2B5EF4-FFF2-40B4-BE49-F238E27FC236}">
                          <a16:creationId xmlns:a16="http://schemas.microsoft.com/office/drawing/2014/main" id="{3B8B5E1D-25EF-8CE7-10C7-8C9CF486387C}"/>
                        </a:ext>
                      </a:extLst>
                    </p:cNvPr>
                    <p:cNvSpPr/>
                    <p:nvPr/>
                  </p:nvSpPr>
                  <p:spPr>
                    <a:xfrm rot="-2340000">
                      <a:off x="5329993" y="2158460"/>
                      <a:ext cx="45719" cy="144000"/>
                    </a:xfrm>
                    <a:prstGeom prst="roundRect">
                      <a:avLst>
                        <a:gd name="adj" fmla="val 50000"/>
                      </a:avLst>
                    </a:pr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677" name="모서리가 둥근 직사각형 1045">
                      <a:extLst>
                        <a:ext uri="{FF2B5EF4-FFF2-40B4-BE49-F238E27FC236}">
                          <a16:creationId xmlns:a16="http://schemas.microsoft.com/office/drawing/2014/main" id="{B05FC758-075F-84C4-1C1F-50B4EB183BFF}"/>
                        </a:ext>
                      </a:extLst>
                    </p:cNvPr>
                    <p:cNvSpPr/>
                    <p:nvPr/>
                  </p:nvSpPr>
                  <p:spPr>
                    <a:xfrm rot="-2340000">
                      <a:off x="5591931" y="1956054"/>
                      <a:ext cx="45719" cy="144000"/>
                    </a:xfrm>
                    <a:prstGeom prst="roundRect">
                      <a:avLst>
                        <a:gd name="adj" fmla="val 50000"/>
                      </a:avLst>
                    </a:pr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</p:grpSp>
              <p:grpSp>
                <p:nvGrpSpPr>
                  <p:cNvPr id="635" name="그룹 634">
                    <a:extLst>
                      <a:ext uri="{FF2B5EF4-FFF2-40B4-BE49-F238E27FC236}">
                        <a16:creationId xmlns:a16="http://schemas.microsoft.com/office/drawing/2014/main" id="{5E77641E-E4DE-FE2D-95A3-9AEEFDA0DFFB}"/>
                      </a:ext>
                    </a:extLst>
                  </p:cNvPr>
                  <p:cNvGrpSpPr/>
                  <p:nvPr/>
                </p:nvGrpSpPr>
                <p:grpSpPr>
                  <a:xfrm rot="17863439">
                    <a:off x="6002525" y="2326832"/>
                    <a:ext cx="307657" cy="378326"/>
                    <a:chOff x="5329993" y="1935807"/>
                    <a:chExt cx="307657" cy="378326"/>
                  </a:xfrm>
                  <a:grpFill/>
                </p:grpSpPr>
                <p:sp>
                  <p:nvSpPr>
                    <p:cNvPr id="664" name="모서리가 둥근 직사각형 1005">
                      <a:extLst>
                        <a:ext uri="{FF2B5EF4-FFF2-40B4-BE49-F238E27FC236}">
                          <a16:creationId xmlns:a16="http://schemas.microsoft.com/office/drawing/2014/main" id="{72DCF4CA-30A3-92E3-5024-59DE0CBFB8D0}"/>
                        </a:ext>
                      </a:extLst>
                    </p:cNvPr>
                    <p:cNvSpPr/>
                    <p:nvPr/>
                  </p:nvSpPr>
                  <p:spPr>
                    <a:xfrm rot="-2340000">
                      <a:off x="5498380" y="1962001"/>
                      <a:ext cx="45719" cy="240213"/>
                    </a:xfrm>
                    <a:prstGeom prst="roundRect">
                      <a:avLst>
                        <a:gd name="adj" fmla="val 50000"/>
                      </a:avLst>
                    </a:pr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665" name="모서리가 둥근 직사각형 1006">
                      <a:extLst>
                        <a:ext uri="{FF2B5EF4-FFF2-40B4-BE49-F238E27FC236}">
                          <a16:creationId xmlns:a16="http://schemas.microsoft.com/office/drawing/2014/main" id="{8C78A28D-3CA9-4D35-08B5-13027CC8E116}"/>
                        </a:ext>
                      </a:extLst>
                    </p:cNvPr>
                    <p:cNvSpPr/>
                    <p:nvPr/>
                  </p:nvSpPr>
                  <p:spPr>
                    <a:xfrm rot="-2340000">
                      <a:off x="5455518" y="1997720"/>
                      <a:ext cx="45719" cy="240213"/>
                    </a:xfrm>
                    <a:prstGeom prst="roundRect">
                      <a:avLst>
                        <a:gd name="adj" fmla="val 50000"/>
                      </a:avLst>
                    </a:pr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666" name="모서리가 둥근 직사각형 1007">
                      <a:extLst>
                        <a:ext uri="{FF2B5EF4-FFF2-40B4-BE49-F238E27FC236}">
                          <a16:creationId xmlns:a16="http://schemas.microsoft.com/office/drawing/2014/main" id="{55267E64-9526-3ACD-707F-4902346D0B12}"/>
                        </a:ext>
                      </a:extLst>
                    </p:cNvPr>
                    <p:cNvSpPr/>
                    <p:nvPr/>
                  </p:nvSpPr>
                  <p:spPr>
                    <a:xfrm rot="-2340000">
                      <a:off x="5412656" y="2038201"/>
                      <a:ext cx="45719" cy="240213"/>
                    </a:xfrm>
                    <a:prstGeom prst="roundRect">
                      <a:avLst>
                        <a:gd name="adj" fmla="val 50000"/>
                      </a:avLst>
                    </a:pr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667" name="모서리가 둥근 직사각형 1008">
                      <a:extLst>
                        <a:ext uri="{FF2B5EF4-FFF2-40B4-BE49-F238E27FC236}">
                          <a16:creationId xmlns:a16="http://schemas.microsoft.com/office/drawing/2014/main" id="{31A5E6C4-58D0-ABD6-168D-61243B43441F}"/>
                        </a:ext>
                      </a:extLst>
                    </p:cNvPr>
                    <p:cNvSpPr/>
                    <p:nvPr/>
                  </p:nvSpPr>
                  <p:spPr>
                    <a:xfrm rot="-2340000">
                      <a:off x="5369794" y="2073920"/>
                      <a:ext cx="45719" cy="240213"/>
                    </a:xfrm>
                    <a:prstGeom prst="roundRect">
                      <a:avLst>
                        <a:gd name="adj" fmla="val 50000"/>
                      </a:avLst>
                    </a:pr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668" name="모서리가 둥근 직사각형 1009">
                      <a:extLst>
                        <a:ext uri="{FF2B5EF4-FFF2-40B4-BE49-F238E27FC236}">
                          <a16:creationId xmlns:a16="http://schemas.microsoft.com/office/drawing/2014/main" id="{B553EAB4-FA56-8D56-256D-712A4965F15A}"/>
                        </a:ext>
                      </a:extLst>
                    </p:cNvPr>
                    <p:cNvSpPr/>
                    <p:nvPr/>
                  </p:nvSpPr>
                  <p:spPr>
                    <a:xfrm rot="-2340000">
                      <a:off x="5541242" y="1935807"/>
                      <a:ext cx="45719" cy="240213"/>
                    </a:xfrm>
                    <a:prstGeom prst="roundRect">
                      <a:avLst>
                        <a:gd name="adj" fmla="val 50000"/>
                      </a:avLst>
                    </a:pr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669" name="모서리가 둥근 직사각형 1010">
                      <a:extLst>
                        <a:ext uri="{FF2B5EF4-FFF2-40B4-BE49-F238E27FC236}">
                          <a16:creationId xmlns:a16="http://schemas.microsoft.com/office/drawing/2014/main" id="{40AF4B90-0264-2AD9-B7BE-5DDDB25FA84E}"/>
                        </a:ext>
                      </a:extLst>
                    </p:cNvPr>
                    <p:cNvSpPr/>
                    <p:nvPr/>
                  </p:nvSpPr>
                  <p:spPr>
                    <a:xfrm rot="-2340000">
                      <a:off x="5329993" y="2158460"/>
                      <a:ext cx="45719" cy="144000"/>
                    </a:xfrm>
                    <a:prstGeom prst="roundRect">
                      <a:avLst>
                        <a:gd name="adj" fmla="val 50000"/>
                      </a:avLst>
                    </a:pr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670" name="모서리가 둥근 직사각형 1011">
                      <a:extLst>
                        <a:ext uri="{FF2B5EF4-FFF2-40B4-BE49-F238E27FC236}">
                          <a16:creationId xmlns:a16="http://schemas.microsoft.com/office/drawing/2014/main" id="{25579D2C-47AC-0B99-1F80-CB777B77720C}"/>
                        </a:ext>
                      </a:extLst>
                    </p:cNvPr>
                    <p:cNvSpPr/>
                    <p:nvPr/>
                  </p:nvSpPr>
                  <p:spPr>
                    <a:xfrm rot="-2340000">
                      <a:off x="5591931" y="1956054"/>
                      <a:ext cx="45719" cy="144000"/>
                    </a:xfrm>
                    <a:prstGeom prst="roundRect">
                      <a:avLst>
                        <a:gd name="adj" fmla="val 50000"/>
                      </a:avLst>
                    </a:pr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</p:grpSp>
              <p:grpSp>
                <p:nvGrpSpPr>
                  <p:cNvPr id="636" name="그룹 635">
                    <a:extLst>
                      <a:ext uri="{FF2B5EF4-FFF2-40B4-BE49-F238E27FC236}">
                        <a16:creationId xmlns:a16="http://schemas.microsoft.com/office/drawing/2014/main" id="{ACC2F48B-DFD3-FE39-F755-39E151387A91}"/>
                      </a:ext>
                    </a:extLst>
                  </p:cNvPr>
                  <p:cNvGrpSpPr/>
                  <p:nvPr/>
                </p:nvGrpSpPr>
                <p:grpSpPr>
                  <a:xfrm rot="3353750">
                    <a:off x="5471803" y="2790376"/>
                    <a:ext cx="307657" cy="378326"/>
                    <a:chOff x="5329993" y="1935807"/>
                    <a:chExt cx="307657" cy="378326"/>
                  </a:xfrm>
                  <a:grpFill/>
                </p:grpSpPr>
                <p:sp>
                  <p:nvSpPr>
                    <p:cNvPr id="657" name="모서리가 둥근 직사각형 998">
                      <a:extLst>
                        <a:ext uri="{FF2B5EF4-FFF2-40B4-BE49-F238E27FC236}">
                          <a16:creationId xmlns:a16="http://schemas.microsoft.com/office/drawing/2014/main" id="{97DFA1A3-17AF-589E-7D71-A7447644557D}"/>
                        </a:ext>
                      </a:extLst>
                    </p:cNvPr>
                    <p:cNvSpPr/>
                    <p:nvPr/>
                  </p:nvSpPr>
                  <p:spPr>
                    <a:xfrm rot="-2340000">
                      <a:off x="5498380" y="1962001"/>
                      <a:ext cx="45719" cy="240213"/>
                    </a:xfrm>
                    <a:prstGeom prst="roundRect">
                      <a:avLst>
                        <a:gd name="adj" fmla="val 50000"/>
                      </a:avLst>
                    </a:pr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658" name="모서리가 둥근 직사각형 999">
                      <a:extLst>
                        <a:ext uri="{FF2B5EF4-FFF2-40B4-BE49-F238E27FC236}">
                          <a16:creationId xmlns:a16="http://schemas.microsoft.com/office/drawing/2014/main" id="{78311F46-AD1E-2716-12A4-E4CAC4F90C9F}"/>
                        </a:ext>
                      </a:extLst>
                    </p:cNvPr>
                    <p:cNvSpPr/>
                    <p:nvPr/>
                  </p:nvSpPr>
                  <p:spPr>
                    <a:xfrm rot="-2340000">
                      <a:off x="5455518" y="1997720"/>
                      <a:ext cx="45719" cy="240213"/>
                    </a:xfrm>
                    <a:prstGeom prst="roundRect">
                      <a:avLst>
                        <a:gd name="adj" fmla="val 50000"/>
                      </a:avLst>
                    </a:pr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659" name="모서리가 둥근 직사각형 1000">
                      <a:extLst>
                        <a:ext uri="{FF2B5EF4-FFF2-40B4-BE49-F238E27FC236}">
                          <a16:creationId xmlns:a16="http://schemas.microsoft.com/office/drawing/2014/main" id="{7F664B0D-F572-6AA4-9E69-75D2A2D329D7}"/>
                        </a:ext>
                      </a:extLst>
                    </p:cNvPr>
                    <p:cNvSpPr/>
                    <p:nvPr/>
                  </p:nvSpPr>
                  <p:spPr>
                    <a:xfrm rot="-2340000">
                      <a:off x="5412656" y="2038201"/>
                      <a:ext cx="45719" cy="240213"/>
                    </a:xfrm>
                    <a:prstGeom prst="roundRect">
                      <a:avLst>
                        <a:gd name="adj" fmla="val 50000"/>
                      </a:avLst>
                    </a:pr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660" name="모서리가 둥근 직사각형 1001">
                      <a:extLst>
                        <a:ext uri="{FF2B5EF4-FFF2-40B4-BE49-F238E27FC236}">
                          <a16:creationId xmlns:a16="http://schemas.microsoft.com/office/drawing/2014/main" id="{8902B262-A4C7-030B-CB1B-74B828622A10}"/>
                        </a:ext>
                      </a:extLst>
                    </p:cNvPr>
                    <p:cNvSpPr/>
                    <p:nvPr/>
                  </p:nvSpPr>
                  <p:spPr>
                    <a:xfrm rot="-2340000">
                      <a:off x="5369794" y="2073920"/>
                      <a:ext cx="45719" cy="240213"/>
                    </a:xfrm>
                    <a:prstGeom prst="roundRect">
                      <a:avLst>
                        <a:gd name="adj" fmla="val 50000"/>
                      </a:avLst>
                    </a:pr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661" name="모서리가 둥근 직사각형 1002">
                      <a:extLst>
                        <a:ext uri="{FF2B5EF4-FFF2-40B4-BE49-F238E27FC236}">
                          <a16:creationId xmlns:a16="http://schemas.microsoft.com/office/drawing/2014/main" id="{C3EA92AC-8ADE-6AF6-32AA-07FA871DDFC7}"/>
                        </a:ext>
                      </a:extLst>
                    </p:cNvPr>
                    <p:cNvSpPr/>
                    <p:nvPr/>
                  </p:nvSpPr>
                  <p:spPr>
                    <a:xfrm rot="-2340000">
                      <a:off x="5541242" y="1935807"/>
                      <a:ext cx="45719" cy="240213"/>
                    </a:xfrm>
                    <a:prstGeom prst="roundRect">
                      <a:avLst>
                        <a:gd name="adj" fmla="val 50000"/>
                      </a:avLst>
                    </a:pr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662" name="모서리가 둥근 직사각형 1003">
                      <a:extLst>
                        <a:ext uri="{FF2B5EF4-FFF2-40B4-BE49-F238E27FC236}">
                          <a16:creationId xmlns:a16="http://schemas.microsoft.com/office/drawing/2014/main" id="{10A6469B-7F2A-9CE5-0117-92D8A3824EE4}"/>
                        </a:ext>
                      </a:extLst>
                    </p:cNvPr>
                    <p:cNvSpPr/>
                    <p:nvPr/>
                  </p:nvSpPr>
                  <p:spPr>
                    <a:xfrm rot="-2340000">
                      <a:off x="5329993" y="2158460"/>
                      <a:ext cx="45719" cy="144000"/>
                    </a:xfrm>
                    <a:prstGeom prst="roundRect">
                      <a:avLst>
                        <a:gd name="adj" fmla="val 50000"/>
                      </a:avLst>
                    </a:pr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663" name="모서리가 둥근 직사각형 1004">
                      <a:extLst>
                        <a:ext uri="{FF2B5EF4-FFF2-40B4-BE49-F238E27FC236}">
                          <a16:creationId xmlns:a16="http://schemas.microsoft.com/office/drawing/2014/main" id="{BC90D830-31A7-F2C8-D1FF-0DD2AD5B925F}"/>
                        </a:ext>
                      </a:extLst>
                    </p:cNvPr>
                    <p:cNvSpPr/>
                    <p:nvPr/>
                  </p:nvSpPr>
                  <p:spPr>
                    <a:xfrm rot="-2340000">
                      <a:off x="5591931" y="1956054"/>
                      <a:ext cx="45719" cy="144000"/>
                    </a:xfrm>
                    <a:prstGeom prst="roundRect">
                      <a:avLst>
                        <a:gd name="adj" fmla="val 50000"/>
                      </a:avLst>
                    </a:pr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</p:grpSp>
              <p:grpSp>
                <p:nvGrpSpPr>
                  <p:cNvPr id="637" name="그룹 636">
                    <a:extLst>
                      <a:ext uri="{FF2B5EF4-FFF2-40B4-BE49-F238E27FC236}">
                        <a16:creationId xmlns:a16="http://schemas.microsoft.com/office/drawing/2014/main" id="{903C30B3-133D-AAF9-E17B-5F3735E0A36E}"/>
                      </a:ext>
                    </a:extLst>
                  </p:cNvPr>
                  <p:cNvGrpSpPr/>
                  <p:nvPr/>
                </p:nvGrpSpPr>
                <p:grpSpPr>
                  <a:xfrm rot="17863439">
                    <a:off x="5205373" y="2491124"/>
                    <a:ext cx="307657" cy="378326"/>
                    <a:chOff x="5329993" y="1935807"/>
                    <a:chExt cx="307657" cy="378326"/>
                  </a:xfrm>
                  <a:grpFill/>
                </p:grpSpPr>
                <p:sp>
                  <p:nvSpPr>
                    <p:cNvPr id="650" name="모서리가 둥근 직사각형 991">
                      <a:extLst>
                        <a:ext uri="{FF2B5EF4-FFF2-40B4-BE49-F238E27FC236}">
                          <a16:creationId xmlns:a16="http://schemas.microsoft.com/office/drawing/2014/main" id="{3E1E23C9-C75C-1A32-6796-159395D52416}"/>
                        </a:ext>
                      </a:extLst>
                    </p:cNvPr>
                    <p:cNvSpPr/>
                    <p:nvPr/>
                  </p:nvSpPr>
                  <p:spPr>
                    <a:xfrm rot="-2340000">
                      <a:off x="5498380" y="1962001"/>
                      <a:ext cx="45719" cy="240213"/>
                    </a:xfrm>
                    <a:prstGeom prst="roundRect">
                      <a:avLst>
                        <a:gd name="adj" fmla="val 50000"/>
                      </a:avLst>
                    </a:pr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651" name="모서리가 둥근 직사각형 992">
                      <a:extLst>
                        <a:ext uri="{FF2B5EF4-FFF2-40B4-BE49-F238E27FC236}">
                          <a16:creationId xmlns:a16="http://schemas.microsoft.com/office/drawing/2014/main" id="{5693AD85-7BA2-B50A-260A-202B85B8C7B1}"/>
                        </a:ext>
                      </a:extLst>
                    </p:cNvPr>
                    <p:cNvSpPr/>
                    <p:nvPr/>
                  </p:nvSpPr>
                  <p:spPr>
                    <a:xfrm rot="-2340000">
                      <a:off x="5455518" y="1997720"/>
                      <a:ext cx="45719" cy="240213"/>
                    </a:xfrm>
                    <a:prstGeom prst="roundRect">
                      <a:avLst>
                        <a:gd name="adj" fmla="val 50000"/>
                      </a:avLst>
                    </a:pr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652" name="모서리가 둥근 직사각형 993">
                      <a:extLst>
                        <a:ext uri="{FF2B5EF4-FFF2-40B4-BE49-F238E27FC236}">
                          <a16:creationId xmlns:a16="http://schemas.microsoft.com/office/drawing/2014/main" id="{04A86DAF-3C54-5F47-7ABC-071960DD45DA}"/>
                        </a:ext>
                      </a:extLst>
                    </p:cNvPr>
                    <p:cNvSpPr/>
                    <p:nvPr/>
                  </p:nvSpPr>
                  <p:spPr>
                    <a:xfrm rot="-2340000">
                      <a:off x="5412656" y="2038201"/>
                      <a:ext cx="45719" cy="240213"/>
                    </a:xfrm>
                    <a:prstGeom prst="roundRect">
                      <a:avLst>
                        <a:gd name="adj" fmla="val 50000"/>
                      </a:avLst>
                    </a:pr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653" name="모서리가 둥근 직사각형 994">
                      <a:extLst>
                        <a:ext uri="{FF2B5EF4-FFF2-40B4-BE49-F238E27FC236}">
                          <a16:creationId xmlns:a16="http://schemas.microsoft.com/office/drawing/2014/main" id="{B4FC481C-B750-728A-F182-2B2C7BD383D0}"/>
                        </a:ext>
                      </a:extLst>
                    </p:cNvPr>
                    <p:cNvSpPr/>
                    <p:nvPr/>
                  </p:nvSpPr>
                  <p:spPr>
                    <a:xfrm rot="-2340000">
                      <a:off x="5369794" y="2073920"/>
                      <a:ext cx="45719" cy="240213"/>
                    </a:xfrm>
                    <a:prstGeom prst="roundRect">
                      <a:avLst>
                        <a:gd name="adj" fmla="val 50000"/>
                      </a:avLst>
                    </a:pr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654" name="모서리가 둥근 직사각형 995">
                      <a:extLst>
                        <a:ext uri="{FF2B5EF4-FFF2-40B4-BE49-F238E27FC236}">
                          <a16:creationId xmlns:a16="http://schemas.microsoft.com/office/drawing/2014/main" id="{B297C137-1C73-4CC3-109E-AB175952ABD2}"/>
                        </a:ext>
                      </a:extLst>
                    </p:cNvPr>
                    <p:cNvSpPr/>
                    <p:nvPr/>
                  </p:nvSpPr>
                  <p:spPr>
                    <a:xfrm rot="-2340000">
                      <a:off x="5541242" y="1935807"/>
                      <a:ext cx="45719" cy="240213"/>
                    </a:xfrm>
                    <a:prstGeom prst="roundRect">
                      <a:avLst>
                        <a:gd name="adj" fmla="val 50000"/>
                      </a:avLst>
                    </a:pr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655" name="모서리가 둥근 직사각형 996">
                      <a:extLst>
                        <a:ext uri="{FF2B5EF4-FFF2-40B4-BE49-F238E27FC236}">
                          <a16:creationId xmlns:a16="http://schemas.microsoft.com/office/drawing/2014/main" id="{F8F572EA-715D-6D8D-71FD-87007E2A3F7E}"/>
                        </a:ext>
                      </a:extLst>
                    </p:cNvPr>
                    <p:cNvSpPr/>
                    <p:nvPr/>
                  </p:nvSpPr>
                  <p:spPr>
                    <a:xfrm rot="-2340000">
                      <a:off x="5329993" y="2158460"/>
                      <a:ext cx="45719" cy="144000"/>
                    </a:xfrm>
                    <a:prstGeom prst="roundRect">
                      <a:avLst>
                        <a:gd name="adj" fmla="val 50000"/>
                      </a:avLst>
                    </a:pr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656" name="모서리가 둥근 직사각형 997">
                      <a:extLst>
                        <a:ext uri="{FF2B5EF4-FFF2-40B4-BE49-F238E27FC236}">
                          <a16:creationId xmlns:a16="http://schemas.microsoft.com/office/drawing/2014/main" id="{E9D28606-1C7B-E79E-C4C9-BB3E64F6C08C}"/>
                        </a:ext>
                      </a:extLst>
                    </p:cNvPr>
                    <p:cNvSpPr/>
                    <p:nvPr/>
                  </p:nvSpPr>
                  <p:spPr>
                    <a:xfrm rot="-2340000">
                      <a:off x="5591931" y="1956054"/>
                      <a:ext cx="45719" cy="144000"/>
                    </a:xfrm>
                    <a:prstGeom prst="roundRect">
                      <a:avLst>
                        <a:gd name="adj" fmla="val 50000"/>
                      </a:avLst>
                    </a:pr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</p:grpSp>
              <p:sp>
                <p:nvSpPr>
                  <p:cNvPr id="638" name="타원 637">
                    <a:extLst>
                      <a:ext uri="{FF2B5EF4-FFF2-40B4-BE49-F238E27FC236}">
                        <a16:creationId xmlns:a16="http://schemas.microsoft.com/office/drawing/2014/main" id="{93373575-5F5F-A76E-5675-045C791D54B6}"/>
                      </a:ext>
                    </a:extLst>
                  </p:cNvPr>
                  <p:cNvSpPr/>
                  <p:nvPr/>
                </p:nvSpPr>
                <p:spPr>
                  <a:xfrm>
                    <a:off x="5635775" y="2442685"/>
                    <a:ext cx="268220" cy="268220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639" name="타원 638">
                    <a:extLst>
                      <a:ext uri="{FF2B5EF4-FFF2-40B4-BE49-F238E27FC236}">
                        <a16:creationId xmlns:a16="http://schemas.microsoft.com/office/drawing/2014/main" id="{BE9D44CC-9044-FDA5-2D9F-6CBF5F3984F3}"/>
                      </a:ext>
                    </a:extLst>
                  </p:cNvPr>
                  <p:cNvSpPr/>
                  <p:nvPr/>
                </p:nvSpPr>
                <p:spPr>
                  <a:xfrm>
                    <a:off x="5193864" y="2033747"/>
                    <a:ext cx="1113083" cy="1113083"/>
                  </a:xfrm>
                  <a:prstGeom prst="ellipse">
                    <a:avLst/>
                  </a:prstGeom>
                  <a:grpFill/>
                  <a:ln w="1905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640" name="타원 639">
                    <a:extLst>
                      <a:ext uri="{FF2B5EF4-FFF2-40B4-BE49-F238E27FC236}">
                        <a16:creationId xmlns:a16="http://schemas.microsoft.com/office/drawing/2014/main" id="{0AB3F9C1-4A0B-7CF7-361D-C42498AF84E4}"/>
                      </a:ext>
                    </a:extLst>
                  </p:cNvPr>
                  <p:cNvSpPr/>
                  <p:nvPr/>
                </p:nvSpPr>
                <p:spPr>
                  <a:xfrm>
                    <a:off x="5352043" y="2167787"/>
                    <a:ext cx="828226" cy="828226"/>
                  </a:xfrm>
                  <a:prstGeom prst="ellipse">
                    <a:avLst/>
                  </a:prstGeom>
                  <a:grpFill/>
                  <a:ln w="1905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cxnSp>
                <p:nvCxnSpPr>
                  <p:cNvPr id="641" name="직선 연결선 640">
                    <a:extLst>
                      <a:ext uri="{FF2B5EF4-FFF2-40B4-BE49-F238E27FC236}">
                        <a16:creationId xmlns:a16="http://schemas.microsoft.com/office/drawing/2014/main" id="{66338A84-BCB4-2276-F511-DB9F0024F02C}"/>
                      </a:ext>
                    </a:extLst>
                  </p:cNvPr>
                  <p:cNvCxnSpPr/>
                  <p:nvPr/>
                </p:nvCxnSpPr>
                <p:spPr>
                  <a:xfrm>
                    <a:off x="5701903" y="2989663"/>
                    <a:ext cx="153617" cy="0"/>
                  </a:xfrm>
                  <a:prstGeom prst="line">
                    <a:avLst/>
                  </a:prstGeom>
                  <a:grpFill/>
                  <a:ln w="1270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642" name="직선 연결선 641">
                    <a:extLst>
                      <a:ext uri="{FF2B5EF4-FFF2-40B4-BE49-F238E27FC236}">
                        <a16:creationId xmlns:a16="http://schemas.microsoft.com/office/drawing/2014/main" id="{9D49A98C-8AEE-FCBD-0FB3-012060F5873F}"/>
                      </a:ext>
                    </a:extLst>
                  </p:cNvPr>
                  <p:cNvCxnSpPr>
                    <a:stCxn id="640" idx="3"/>
                  </p:cNvCxnSpPr>
                  <p:nvPr/>
                </p:nvCxnSpPr>
                <p:spPr>
                  <a:xfrm>
                    <a:off x="5473334" y="2874722"/>
                    <a:ext cx="121016" cy="81503"/>
                  </a:xfrm>
                  <a:prstGeom prst="line">
                    <a:avLst/>
                  </a:prstGeom>
                  <a:grpFill/>
                  <a:ln w="1270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643" name="직선 연결선 642">
                    <a:extLst>
                      <a:ext uri="{FF2B5EF4-FFF2-40B4-BE49-F238E27FC236}">
                        <a16:creationId xmlns:a16="http://schemas.microsoft.com/office/drawing/2014/main" id="{B67F8153-D292-133A-3C67-62021F0EF774}"/>
                      </a:ext>
                    </a:extLst>
                  </p:cNvPr>
                  <p:cNvCxnSpPr/>
                  <p:nvPr/>
                </p:nvCxnSpPr>
                <p:spPr>
                  <a:xfrm>
                    <a:off x="5352043" y="2644841"/>
                    <a:ext cx="48971" cy="122979"/>
                  </a:xfrm>
                  <a:prstGeom prst="line">
                    <a:avLst/>
                  </a:prstGeom>
                  <a:grpFill/>
                  <a:ln w="1270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644" name="직선 연결선 643">
                    <a:extLst>
                      <a:ext uri="{FF2B5EF4-FFF2-40B4-BE49-F238E27FC236}">
                        <a16:creationId xmlns:a16="http://schemas.microsoft.com/office/drawing/2014/main" id="{A287AB24-6760-7706-C1C1-3CC6FD45325B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5342011" y="2390768"/>
                    <a:ext cx="67296" cy="161477"/>
                  </a:xfrm>
                  <a:prstGeom prst="line">
                    <a:avLst/>
                  </a:prstGeom>
                  <a:grpFill/>
                  <a:ln w="1270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645" name="직선 연결선 644">
                    <a:extLst>
                      <a:ext uri="{FF2B5EF4-FFF2-40B4-BE49-F238E27FC236}">
                        <a16:creationId xmlns:a16="http://schemas.microsoft.com/office/drawing/2014/main" id="{766C15BF-DC43-CBA8-7E23-0041293763D4}"/>
                      </a:ext>
                    </a:extLst>
                  </p:cNvPr>
                  <p:cNvCxnSpPr>
                    <a:endCxn id="640" idx="1"/>
                  </p:cNvCxnSpPr>
                  <p:nvPr/>
                </p:nvCxnSpPr>
                <p:spPr>
                  <a:xfrm flipH="1">
                    <a:off x="5473334" y="2192493"/>
                    <a:ext cx="135217" cy="96585"/>
                  </a:xfrm>
                  <a:prstGeom prst="line">
                    <a:avLst/>
                  </a:prstGeom>
                  <a:grpFill/>
                  <a:ln w="1270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646" name="직선 연결선 645">
                    <a:extLst>
                      <a:ext uri="{FF2B5EF4-FFF2-40B4-BE49-F238E27FC236}">
                        <a16:creationId xmlns:a16="http://schemas.microsoft.com/office/drawing/2014/main" id="{A8937F68-2336-7115-CF38-67406375B50B}"/>
                      </a:ext>
                    </a:extLst>
                  </p:cNvPr>
                  <p:cNvCxnSpPr>
                    <a:endCxn id="640" idx="0"/>
                  </p:cNvCxnSpPr>
                  <p:nvPr/>
                </p:nvCxnSpPr>
                <p:spPr>
                  <a:xfrm flipH="1" flipV="1">
                    <a:off x="5766156" y="2167787"/>
                    <a:ext cx="167919" cy="35963"/>
                  </a:xfrm>
                  <a:prstGeom prst="line">
                    <a:avLst/>
                  </a:prstGeom>
                  <a:grpFill/>
                  <a:ln w="1270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647" name="직선 연결선 646">
                    <a:extLst>
                      <a:ext uri="{FF2B5EF4-FFF2-40B4-BE49-F238E27FC236}">
                        <a16:creationId xmlns:a16="http://schemas.microsoft.com/office/drawing/2014/main" id="{0F0D6D3A-A449-2128-B274-718991C0D759}"/>
                      </a:ext>
                    </a:extLst>
                  </p:cNvPr>
                  <p:cNvCxnSpPr>
                    <a:endCxn id="640" idx="7"/>
                  </p:cNvCxnSpPr>
                  <p:nvPr/>
                </p:nvCxnSpPr>
                <p:spPr>
                  <a:xfrm flipH="1" flipV="1">
                    <a:off x="6058978" y="2289078"/>
                    <a:ext cx="89410" cy="119460"/>
                  </a:xfrm>
                  <a:prstGeom prst="line">
                    <a:avLst/>
                  </a:prstGeom>
                  <a:grpFill/>
                  <a:ln w="1270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648" name="직선 연결선 647">
                    <a:extLst>
                      <a:ext uri="{FF2B5EF4-FFF2-40B4-BE49-F238E27FC236}">
                        <a16:creationId xmlns:a16="http://schemas.microsoft.com/office/drawing/2014/main" id="{FD105000-54C1-C038-31F3-F166745F2BFB}"/>
                      </a:ext>
                    </a:extLst>
                  </p:cNvPr>
                  <p:cNvCxnSpPr>
                    <a:endCxn id="640" idx="6"/>
                  </p:cNvCxnSpPr>
                  <p:nvPr/>
                </p:nvCxnSpPr>
                <p:spPr>
                  <a:xfrm flipV="1">
                    <a:off x="6157518" y="2581900"/>
                    <a:ext cx="22751" cy="144187"/>
                  </a:xfrm>
                  <a:prstGeom prst="line">
                    <a:avLst/>
                  </a:prstGeom>
                  <a:grpFill/>
                  <a:ln w="1270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649" name="직선 연결선 648">
                    <a:extLst>
                      <a:ext uri="{FF2B5EF4-FFF2-40B4-BE49-F238E27FC236}">
                        <a16:creationId xmlns:a16="http://schemas.microsoft.com/office/drawing/2014/main" id="{705CDB41-347D-8BA9-20BA-DB72160AEE7F}"/>
                      </a:ext>
                    </a:extLst>
                  </p:cNvPr>
                  <p:cNvCxnSpPr>
                    <a:stCxn id="680" idx="3"/>
                  </p:cNvCxnSpPr>
                  <p:nvPr/>
                </p:nvCxnSpPr>
                <p:spPr>
                  <a:xfrm flipV="1">
                    <a:off x="6034329" y="2801747"/>
                    <a:ext cx="73180" cy="112036"/>
                  </a:xfrm>
                  <a:prstGeom prst="line">
                    <a:avLst/>
                  </a:prstGeom>
                  <a:grpFill/>
                  <a:ln w="1270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cxnSp>
              <p:nvCxnSpPr>
                <p:cNvPr id="189" name="직선 연결선 188">
                  <a:extLst>
                    <a:ext uri="{FF2B5EF4-FFF2-40B4-BE49-F238E27FC236}">
                      <a16:creationId xmlns:a16="http://schemas.microsoft.com/office/drawing/2014/main" id="{4517A28E-2F8D-E27A-269F-5B9A229A4BDA}"/>
                    </a:ext>
                  </a:extLst>
                </p:cNvPr>
                <p:cNvCxnSpPr>
                  <a:stCxn id="201" idx="0"/>
                  <a:endCxn id="639" idx="7"/>
                </p:cNvCxnSpPr>
                <p:nvPr/>
              </p:nvCxnSpPr>
              <p:spPr>
                <a:xfrm flipH="1" flipV="1">
                  <a:off x="1277622" y="1710294"/>
                  <a:ext cx="224806" cy="196836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0" name="타원 189">
                  <a:extLst>
                    <a:ext uri="{FF2B5EF4-FFF2-40B4-BE49-F238E27FC236}">
                      <a16:creationId xmlns:a16="http://schemas.microsoft.com/office/drawing/2014/main" id="{D83522F2-6490-2A2A-8408-B892B2B4C43A}"/>
                    </a:ext>
                  </a:extLst>
                </p:cNvPr>
                <p:cNvSpPr/>
                <p:nvPr/>
              </p:nvSpPr>
              <p:spPr bwMode="auto">
                <a:xfrm rot="10800000">
                  <a:off x="2096226" y="1765801"/>
                  <a:ext cx="75125" cy="65268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cxnSp>
              <p:nvCxnSpPr>
                <p:cNvPr id="191" name="직선 연결선 190">
                  <a:extLst>
                    <a:ext uri="{FF2B5EF4-FFF2-40B4-BE49-F238E27FC236}">
                      <a16:creationId xmlns:a16="http://schemas.microsoft.com/office/drawing/2014/main" id="{91CA901A-DE20-34A8-08B4-51B53DCEEFE3}"/>
                    </a:ext>
                  </a:extLst>
                </p:cNvPr>
                <p:cNvCxnSpPr>
                  <a:stCxn id="101" idx="7"/>
                  <a:endCxn id="190" idx="0"/>
                </p:cNvCxnSpPr>
                <p:nvPr/>
              </p:nvCxnSpPr>
              <p:spPr>
                <a:xfrm flipH="1">
                  <a:off x="2133788" y="1828649"/>
                  <a:ext cx="221091" cy="2420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2" name="타원 191">
                  <a:extLst>
                    <a:ext uri="{FF2B5EF4-FFF2-40B4-BE49-F238E27FC236}">
                      <a16:creationId xmlns:a16="http://schemas.microsoft.com/office/drawing/2014/main" id="{AD9B4494-A593-3E38-F2CB-F8BBBBB24824}"/>
                    </a:ext>
                  </a:extLst>
                </p:cNvPr>
                <p:cNvSpPr/>
                <p:nvPr/>
              </p:nvSpPr>
              <p:spPr bwMode="auto">
                <a:xfrm rot="10800000">
                  <a:off x="3085490" y="2595181"/>
                  <a:ext cx="75125" cy="65268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cxnSp>
              <p:nvCxnSpPr>
                <p:cNvPr id="193" name="직선 연결선 192">
                  <a:extLst>
                    <a:ext uri="{FF2B5EF4-FFF2-40B4-BE49-F238E27FC236}">
                      <a16:creationId xmlns:a16="http://schemas.microsoft.com/office/drawing/2014/main" id="{31C9EEAF-BB35-0934-FAE1-A7C5A44FA9DD}"/>
                    </a:ext>
                  </a:extLst>
                </p:cNvPr>
                <p:cNvCxnSpPr>
                  <a:stCxn id="140" idx="0"/>
                  <a:endCxn id="192" idx="3"/>
                </p:cNvCxnSpPr>
                <p:nvPr/>
              </p:nvCxnSpPr>
              <p:spPr>
                <a:xfrm flipH="1" flipV="1">
                  <a:off x="3149613" y="2604739"/>
                  <a:ext cx="235715" cy="107943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직선 연결선 193">
                  <a:extLst>
                    <a:ext uri="{FF2B5EF4-FFF2-40B4-BE49-F238E27FC236}">
                      <a16:creationId xmlns:a16="http://schemas.microsoft.com/office/drawing/2014/main" id="{6F2B16D6-328C-A67A-94FE-DD97F9D01C2F}"/>
                    </a:ext>
                  </a:extLst>
                </p:cNvPr>
                <p:cNvCxnSpPr>
                  <a:stCxn id="192" idx="5"/>
                  <a:endCxn id="187" idx="0"/>
                </p:cNvCxnSpPr>
                <p:nvPr/>
              </p:nvCxnSpPr>
              <p:spPr>
                <a:xfrm flipH="1">
                  <a:off x="2883819" y="2604739"/>
                  <a:ext cx="212673" cy="35597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직선 연결선 194">
                  <a:extLst>
                    <a:ext uri="{FF2B5EF4-FFF2-40B4-BE49-F238E27FC236}">
                      <a16:creationId xmlns:a16="http://schemas.microsoft.com/office/drawing/2014/main" id="{B566D4D2-C2E4-0CC8-E287-E75942EE01E4}"/>
                    </a:ext>
                  </a:extLst>
                </p:cNvPr>
                <p:cNvCxnSpPr>
                  <a:stCxn id="246" idx="2"/>
                  <a:endCxn id="113" idx="6"/>
                </p:cNvCxnSpPr>
                <p:nvPr/>
              </p:nvCxnSpPr>
              <p:spPr>
                <a:xfrm>
                  <a:off x="2670521" y="1345443"/>
                  <a:ext cx="115034" cy="87689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직선 연결선 195">
                  <a:extLst>
                    <a:ext uri="{FF2B5EF4-FFF2-40B4-BE49-F238E27FC236}">
                      <a16:creationId xmlns:a16="http://schemas.microsoft.com/office/drawing/2014/main" id="{DDD6B138-1497-B82D-17D8-3B767F7E78B2}"/>
                    </a:ext>
                  </a:extLst>
                </p:cNvPr>
                <p:cNvCxnSpPr>
                  <a:stCxn id="120" idx="6"/>
                  <a:endCxn id="234" idx="3"/>
                </p:cNvCxnSpPr>
                <p:nvPr/>
              </p:nvCxnSpPr>
              <p:spPr>
                <a:xfrm flipH="1" flipV="1">
                  <a:off x="2659519" y="2070369"/>
                  <a:ext cx="134375" cy="124485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7" name="타원 196">
                  <a:extLst>
                    <a:ext uri="{FF2B5EF4-FFF2-40B4-BE49-F238E27FC236}">
                      <a16:creationId xmlns:a16="http://schemas.microsoft.com/office/drawing/2014/main" id="{D662AF69-CAA8-2F0F-0AFA-1ED221BC850D}"/>
                    </a:ext>
                  </a:extLst>
                </p:cNvPr>
                <p:cNvSpPr/>
                <p:nvPr/>
              </p:nvSpPr>
              <p:spPr bwMode="auto">
                <a:xfrm rot="10800000">
                  <a:off x="2840415" y="909476"/>
                  <a:ext cx="75125" cy="65268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sp>
              <p:nvSpPr>
                <p:cNvPr id="198" name="타원 197">
                  <a:extLst>
                    <a:ext uri="{FF2B5EF4-FFF2-40B4-BE49-F238E27FC236}">
                      <a16:creationId xmlns:a16="http://schemas.microsoft.com/office/drawing/2014/main" id="{7A921D9E-5C90-80A4-E51B-4C341B1E9061}"/>
                    </a:ext>
                  </a:extLst>
                </p:cNvPr>
                <p:cNvSpPr/>
                <p:nvPr/>
              </p:nvSpPr>
              <p:spPr bwMode="auto">
                <a:xfrm rot="10800000">
                  <a:off x="3225005" y="963430"/>
                  <a:ext cx="75125" cy="65268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cxnSp>
              <p:nvCxnSpPr>
                <p:cNvPr id="199" name="직선 연결선 198">
                  <a:extLst>
                    <a:ext uri="{FF2B5EF4-FFF2-40B4-BE49-F238E27FC236}">
                      <a16:creationId xmlns:a16="http://schemas.microsoft.com/office/drawing/2014/main" id="{1529DBE2-7CCC-C62D-1720-9717E3E4E415}"/>
                    </a:ext>
                  </a:extLst>
                </p:cNvPr>
                <p:cNvCxnSpPr>
                  <a:stCxn id="198" idx="4"/>
                  <a:endCxn id="197" idx="0"/>
                </p:cNvCxnSpPr>
                <p:nvPr/>
              </p:nvCxnSpPr>
              <p:spPr>
                <a:xfrm flipH="1">
                  <a:off x="2877977" y="963430"/>
                  <a:ext cx="384590" cy="11314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직선 연결선 199">
                  <a:extLst>
                    <a:ext uri="{FF2B5EF4-FFF2-40B4-BE49-F238E27FC236}">
                      <a16:creationId xmlns:a16="http://schemas.microsoft.com/office/drawing/2014/main" id="{1AD2E996-6BC5-2123-DD65-236EC144902B}"/>
                    </a:ext>
                  </a:extLst>
                </p:cNvPr>
                <p:cNvCxnSpPr>
                  <a:stCxn id="198" idx="3"/>
                  <a:endCxn id="134" idx="6"/>
                </p:cNvCxnSpPr>
                <p:nvPr/>
              </p:nvCxnSpPr>
              <p:spPr>
                <a:xfrm>
                  <a:off x="3289128" y="972988"/>
                  <a:ext cx="58637" cy="258364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1" name="타원 200">
                  <a:extLst>
                    <a:ext uri="{FF2B5EF4-FFF2-40B4-BE49-F238E27FC236}">
                      <a16:creationId xmlns:a16="http://schemas.microsoft.com/office/drawing/2014/main" id="{050CEC9B-2D63-FE01-6946-1C5631C3A0DF}"/>
                    </a:ext>
                  </a:extLst>
                </p:cNvPr>
                <p:cNvSpPr/>
                <p:nvPr/>
              </p:nvSpPr>
              <p:spPr bwMode="auto">
                <a:xfrm rot="10800000">
                  <a:off x="1464866" y="1841862"/>
                  <a:ext cx="75125" cy="65268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sp>
              <p:nvSpPr>
                <p:cNvPr id="202" name="타원 201">
                  <a:extLst>
                    <a:ext uri="{FF2B5EF4-FFF2-40B4-BE49-F238E27FC236}">
                      <a16:creationId xmlns:a16="http://schemas.microsoft.com/office/drawing/2014/main" id="{CBA5C99A-83DC-7D7D-00AA-C6F6DC0A8E01}"/>
                    </a:ext>
                  </a:extLst>
                </p:cNvPr>
                <p:cNvSpPr/>
                <p:nvPr/>
              </p:nvSpPr>
              <p:spPr bwMode="auto">
                <a:xfrm rot="10800000">
                  <a:off x="1654325" y="1842145"/>
                  <a:ext cx="75125" cy="65268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cxnSp>
              <p:nvCxnSpPr>
                <p:cNvPr id="203" name="직선 연결선 202">
                  <a:extLst>
                    <a:ext uri="{FF2B5EF4-FFF2-40B4-BE49-F238E27FC236}">
                      <a16:creationId xmlns:a16="http://schemas.microsoft.com/office/drawing/2014/main" id="{07CC2AD1-B229-5433-7D00-CAE7805178D5}"/>
                    </a:ext>
                  </a:extLst>
                </p:cNvPr>
                <p:cNvCxnSpPr>
                  <a:stCxn id="204" idx="4"/>
                  <a:endCxn id="205" idx="0"/>
                </p:cNvCxnSpPr>
                <p:nvPr/>
              </p:nvCxnSpPr>
              <p:spPr>
                <a:xfrm flipH="1" flipV="1">
                  <a:off x="1663852" y="1731257"/>
                  <a:ext cx="119380" cy="4582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4" name="타원 203">
                  <a:extLst>
                    <a:ext uri="{FF2B5EF4-FFF2-40B4-BE49-F238E27FC236}">
                      <a16:creationId xmlns:a16="http://schemas.microsoft.com/office/drawing/2014/main" id="{575815EE-83A7-E8A3-DEB6-E1DE145B6188}"/>
                    </a:ext>
                  </a:extLst>
                </p:cNvPr>
                <p:cNvSpPr/>
                <p:nvPr/>
              </p:nvSpPr>
              <p:spPr bwMode="auto">
                <a:xfrm rot="10800000">
                  <a:off x="1745670" y="1735839"/>
                  <a:ext cx="75125" cy="65268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sp>
              <p:nvSpPr>
                <p:cNvPr id="205" name="타원 204">
                  <a:extLst>
                    <a:ext uri="{FF2B5EF4-FFF2-40B4-BE49-F238E27FC236}">
                      <a16:creationId xmlns:a16="http://schemas.microsoft.com/office/drawing/2014/main" id="{0DE4A799-9B73-BB1C-84C5-112DDFDAB832}"/>
                    </a:ext>
                  </a:extLst>
                </p:cNvPr>
                <p:cNvSpPr/>
                <p:nvPr/>
              </p:nvSpPr>
              <p:spPr bwMode="auto">
                <a:xfrm rot="10800000">
                  <a:off x="1626290" y="1665989"/>
                  <a:ext cx="75125" cy="65268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cxnSp>
              <p:nvCxnSpPr>
                <p:cNvPr id="206" name="직선 연결선 205">
                  <a:extLst>
                    <a:ext uri="{FF2B5EF4-FFF2-40B4-BE49-F238E27FC236}">
                      <a16:creationId xmlns:a16="http://schemas.microsoft.com/office/drawing/2014/main" id="{8DCA0898-94DE-C0E8-2761-86247AE4CD4F}"/>
                    </a:ext>
                  </a:extLst>
                </p:cNvPr>
                <p:cNvCxnSpPr>
                  <a:stCxn id="202" idx="0"/>
                  <a:endCxn id="201" idx="0"/>
                </p:cNvCxnSpPr>
                <p:nvPr/>
              </p:nvCxnSpPr>
              <p:spPr>
                <a:xfrm flipH="1" flipV="1">
                  <a:off x="1502428" y="1907130"/>
                  <a:ext cx="189459" cy="283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직선 연결선 206">
                  <a:extLst>
                    <a:ext uri="{FF2B5EF4-FFF2-40B4-BE49-F238E27FC236}">
                      <a16:creationId xmlns:a16="http://schemas.microsoft.com/office/drawing/2014/main" id="{DCA534F3-B3E5-5B99-EBBF-6616B1D80ED1}"/>
                    </a:ext>
                  </a:extLst>
                </p:cNvPr>
                <p:cNvCxnSpPr>
                  <a:stCxn id="204" idx="1"/>
                  <a:endCxn id="202" idx="2"/>
                </p:cNvCxnSpPr>
                <p:nvPr/>
              </p:nvCxnSpPr>
              <p:spPr>
                <a:xfrm flipH="1">
                  <a:off x="1729450" y="1791549"/>
                  <a:ext cx="80343" cy="83230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직선 연결선 207">
                  <a:extLst>
                    <a:ext uri="{FF2B5EF4-FFF2-40B4-BE49-F238E27FC236}">
                      <a16:creationId xmlns:a16="http://schemas.microsoft.com/office/drawing/2014/main" id="{6A910F5C-DCB1-3550-1FC2-BAA1D6CCC0AB}"/>
                    </a:ext>
                  </a:extLst>
                </p:cNvPr>
                <p:cNvCxnSpPr>
                  <a:stCxn id="209" idx="4"/>
                  <a:endCxn id="205" idx="4"/>
                </p:cNvCxnSpPr>
                <p:nvPr/>
              </p:nvCxnSpPr>
              <p:spPr>
                <a:xfrm flipH="1" flipV="1">
                  <a:off x="1663852" y="1665989"/>
                  <a:ext cx="222656" cy="1061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9" name="타원 208">
                  <a:extLst>
                    <a:ext uri="{FF2B5EF4-FFF2-40B4-BE49-F238E27FC236}">
                      <a16:creationId xmlns:a16="http://schemas.microsoft.com/office/drawing/2014/main" id="{44A0C069-7E8C-8700-2920-E8982FD70600}"/>
                    </a:ext>
                  </a:extLst>
                </p:cNvPr>
                <p:cNvSpPr/>
                <p:nvPr/>
              </p:nvSpPr>
              <p:spPr bwMode="auto">
                <a:xfrm rot="10800000">
                  <a:off x="1848946" y="1667050"/>
                  <a:ext cx="75125" cy="65268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cxnSp>
              <p:nvCxnSpPr>
                <p:cNvPr id="210" name="직선 연결선 209">
                  <a:extLst>
                    <a:ext uri="{FF2B5EF4-FFF2-40B4-BE49-F238E27FC236}">
                      <a16:creationId xmlns:a16="http://schemas.microsoft.com/office/drawing/2014/main" id="{1E2B4B75-BE8D-BDC3-3A9D-387BF77764AA}"/>
                    </a:ext>
                  </a:extLst>
                </p:cNvPr>
                <p:cNvCxnSpPr>
                  <a:stCxn id="190" idx="7"/>
                  <a:endCxn id="209" idx="3"/>
                </p:cNvCxnSpPr>
                <p:nvPr/>
              </p:nvCxnSpPr>
              <p:spPr>
                <a:xfrm flipH="1" flipV="1">
                  <a:off x="1913069" y="1676608"/>
                  <a:ext cx="194159" cy="144903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1" name="직사각형 210">
                  <a:extLst>
                    <a:ext uri="{FF2B5EF4-FFF2-40B4-BE49-F238E27FC236}">
                      <a16:creationId xmlns:a16="http://schemas.microsoft.com/office/drawing/2014/main" id="{6E856B74-E825-5C48-BF87-0F5247380C97}"/>
                    </a:ext>
                  </a:extLst>
                </p:cNvPr>
                <p:cNvSpPr/>
                <p:nvPr/>
              </p:nvSpPr>
              <p:spPr>
                <a:xfrm>
                  <a:off x="1649140" y="1620505"/>
                  <a:ext cx="26140" cy="8509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212" name="그룹 211">
                  <a:extLst>
                    <a:ext uri="{FF2B5EF4-FFF2-40B4-BE49-F238E27FC236}">
                      <a16:creationId xmlns:a16="http://schemas.microsoft.com/office/drawing/2014/main" id="{407F10BF-0CA7-FA69-94B8-E708C2FE7CF7}"/>
                    </a:ext>
                  </a:extLst>
                </p:cNvPr>
                <p:cNvGrpSpPr/>
                <p:nvPr/>
              </p:nvGrpSpPr>
              <p:grpSpPr>
                <a:xfrm>
                  <a:off x="1274317" y="881172"/>
                  <a:ext cx="929444" cy="328117"/>
                  <a:chOff x="1172729" y="608727"/>
                  <a:chExt cx="929444" cy="328117"/>
                </a:xfrm>
                <a:grpFill/>
              </p:grpSpPr>
              <p:grpSp>
                <p:nvGrpSpPr>
                  <p:cNvPr id="558" name="그룹 557">
                    <a:extLst>
                      <a:ext uri="{FF2B5EF4-FFF2-40B4-BE49-F238E27FC236}">
                        <a16:creationId xmlns:a16="http://schemas.microsoft.com/office/drawing/2014/main" id="{3A9DFB8A-32F7-CE69-16EA-C4237AE22B85}"/>
                      </a:ext>
                    </a:extLst>
                  </p:cNvPr>
                  <p:cNvGrpSpPr/>
                  <p:nvPr/>
                </p:nvGrpSpPr>
                <p:grpSpPr>
                  <a:xfrm>
                    <a:off x="1172729" y="657625"/>
                    <a:ext cx="341569" cy="279219"/>
                    <a:chOff x="5170039" y="2033747"/>
                    <a:chExt cx="1175478" cy="1113083"/>
                  </a:xfrm>
                  <a:grpFill/>
                </p:grpSpPr>
                <p:cxnSp>
                  <p:nvCxnSpPr>
                    <p:cNvPr id="570" name="직선 연결선 569">
                      <a:extLst>
                        <a:ext uri="{FF2B5EF4-FFF2-40B4-BE49-F238E27FC236}">
                          <a16:creationId xmlns:a16="http://schemas.microsoft.com/office/drawing/2014/main" id="{EBA409E2-6450-589D-7CA4-A774C9D9E4A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889265" y="2989663"/>
                      <a:ext cx="153617" cy="0"/>
                    </a:xfrm>
                    <a:prstGeom prst="line">
                      <a:avLst/>
                    </a:prstGeom>
                    <a:grpFill/>
                    <a:ln w="1270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grpSp>
                  <p:nvGrpSpPr>
                    <p:cNvPr id="571" name="그룹 570">
                      <a:extLst>
                        <a:ext uri="{FF2B5EF4-FFF2-40B4-BE49-F238E27FC236}">
                          <a16:creationId xmlns:a16="http://schemas.microsoft.com/office/drawing/2014/main" id="{5EF03DD0-7C81-449E-08EB-D7F6E761C09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329993" y="2110732"/>
                      <a:ext cx="307657" cy="378326"/>
                      <a:chOff x="5329993" y="1935807"/>
                      <a:chExt cx="307657" cy="378326"/>
                    </a:xfrm>
                    <a:grpFill/>
                  </p:grpSpPr>
                  <p:sp>
                    <p:nvSpPr>
                      <p:cNvPr id="624" name="모서리가 둥근 직사각형 1231">
                        <a:extLst>
                          <a:ext uri="{FF2B5EF4-FFF2-40B4-BE49-F238E27FC236}">
                            <a16:creationId xmlns:a16="http://schemas.microsoft.com/office/drawing/2014/main" id="{72C478FB-33E1-1485-495C-A965261BD426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498380" y="1962001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625" name="모서리가 둥근 직사각형 1232">
                        <a:extLst>
                          <a:ext uri="{FF2B5EF4-FFF2-40B4-BE49-F238E27FC236}">
                            <a16:creationId xmlns:a16="http://schemas.microsoft.com/office/drawing/2014/main" id="{D39E5077-90D7-CF0B-A201-66F3F590F863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455518" y="1997720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626" name="모서리가 둥근 직사각형 1234">
                        <a:extLst>
                          <a:ext uri="{FF2B5EF4-FFF2-40B4-BE49-F238E27FC236}">
                            <a16:creationId xmlns:a16="http://schemas.microsoft.com/office/drawing/2014/main" id="{0C3929FB-763C-0F27-8014-1CF792C9C685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412656" y="2038201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627" name="모서리가 둥근 직사각형 1235">
                        <a:extLst>
                          <a:ext uri="{FF2B5EF4-FFF2-40B4-BE49-F238E27FC236}">
                            <a16:creationId xmlns:a16="http://schemas.microsoft.com/office/drawing/2014/main" id="{6563B334-57E1-2898-CE68-933ED83E576B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369794" y="2073920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628" name="모서리가 둥근 직사각형 1240">
                        <a:extLst>
                          <a:ext uri="{FF2B5EF4-FFF2-40B4-BE49-F238E27FC236}">
                            <a16:creationId xmlns:a16="http://schemas.microsoft.com/office/drawing/2014/main" id="{41E43321-1FE3-D903-0247-FA078CBCBEB3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541242" y="1935807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629" name="모서리가 둥근 직사각형 1241">
                        <a:extLst>
                          <a:ext uri="{FF2B5EF4-FFF2-40B4-BE49-F238E27FC236}">
                            <a16:creationId xmlns:a16="http://schemas.microsoft.com/office/drawing/2014/main" id="{587C4BC6-2EE0-4F28-371D-8B419B71E705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329993" y="2158460"/>
                        <a:ext cx="45719" cy="144000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630" name="모서리가 둥근 직사각형 1242">
                        <a:extLst>
                          <a:ext uri="{FF2B5EF4-FFF2-40B4-BE49-F238E27FC236}">
                            <a16:creationId xmlns:a16="http://schemas.microsoft.com/office/drawing/2014/main" id="{7CD7E8B8-86E7-9DCC-C064-70FDFE7A7E77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591931" y="1956054"/>
                        <a:ext cx="45719" cy="144000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</p:grpSp>
                <p:grpSp>
                  <p:nvGrpSpPr>
                    <p:cNvPr id="572" name="그룹 571">
                      <a:extLst>
                        <a:ext uri="{FF2B5EF4-FFF2-40B4-BE49-F238E27FC236}">
                          <a16:creationId xmlns:a16="http://schemas.microsoft.com/office/drawing/2014/main" id="{4664782B-7F82-4EB9-5B22-C59DFDE9FB8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11041" y="2705668"/>
                      <a:ext cx="307657" cy="378326"/>
                      <a:chOff x="5329993" y="1935807"/>
                      <a:chExt cx="307657" cy="378326"/>
                    </a:xfrm>
                    <a:grpFill/>
                  </p:grpSpPr>
                  <p:sp>
                    <p:nvSpPr>
                      <p:cNvPr id="617" name="모서리가 둥근 직사각형 1220">
                        <a:extLst>
                          <a:ext uri="{FF2B5EF4-FFF2-40B4-BE49-F238E27FC236}">
                            <a16:creationId xmlns:a16="http://schemas.microsoft.com/office/drawing/2014/main" id="{A5AA9BCF-92F6-2DFB-12D5-D4E4DB827FB7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498380" y="1962001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618" name="모서리가 둥근 직사각형 1221">
                        <a:extLst>
                          <a:ext uri="{FF2B5EF4-FFF2-40B4-BE49-F238E27FC236}">
                            <a16:creationId xmlns:a16="http://schemas.microsoft.com/office/drawing/2014/main" id="{E3AA19BC-D8AB-9CF9-C9A9-482AEDE32CD1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455518" y="1997720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619" name="모서리가 둥근 직사각형 1222">
                        <a:extLst>
                          <a:ext uri="{FF2B5EF4-FFF2-40B4-BE49-F238E27FC236}">
                            <a16:creationId xmlns:a16="http://schemas.microsoft.com/office/drawing/2014/main" id="{93493EEB-2929-08C4-329B-E5B36193B327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412656" y="2038201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620" name="모서리가 둥근 직사각형 1223">
                        <a:extLst>
                          <a:ext uri="{FF2B5EF4-FFF2-40B4-BE49-F238E27FC236}">
                            <a16:creationId xmlns:a16="http://schemas.microsoft.com/office/drawing/2014/main" id="{8B56CAC5-B1E4-A904-9D3E-103079C93609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369794" y="2073920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621" name="모서리가 둥근 직사각형 1228">
                        <a:extLst>
                          <a:ext uri="{FF2B5EF4-FFF2-40B4-BE49-F238E27FC236}">
                            <a16:creationId xmlns:a16="http://schemas.microsoft.com/office/drawing/2014/main" id="{9D3EDB9B-C24F-802B-730C-0AD210540444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541242" y="1935807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622" name="모서리가 둥근 직사각형 1229">
                        <a:extLst>
                          <a:ext uri="{FF2B5EF4-FFF2-40B4-BE49-F238E27FC236}">
                            <a16:creationId xmlns:a16="http://schemas.microsoft.com/office/drawing/2014/main" id="{759730D6-9F17-49B4-C6B1-1D76E9977ACF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329993" y="2158460"/>
                        <a:ext cx="45719" cy="144000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623" name="모서리가 둥근 직사각형 1230">
                        <a:extLst>
                          <a:ext uri="{FF2B5EF4-FFF2-40B4-BE49-F238E27FC236}">
                            <a16:creationId xmlns:a16="http://schemas.microsoft.com/office/drawing/2014/main" id="{EB3CF283-9AA9-C339-0473-6EF56C6E04B5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591931" y="1956054"/>
                        <a:ext cx="45719" cy="144000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</p:grpSp>
                <p:grpSp>
                  <p:nvGrpSpPr>
                    <p:cNvPr id="573" name="그룹 572">
                      <a:extLst>
                        <a:ext uri="{FF2B5EF4-FFF2-40B4-BE49-F238E27FC236}">
                          <a16:creationId xmlns:a16="http://schemas.microsoft.com/office/drawing/2014/main" id="{4E3A23DA-F7A4-B76C-FDBE-9D7FA8E4B86D}"/>
                        </a:ext>
                      </a:extLst>
                    </p:cNvPr>
                    <p:cNvGrpSpPr/>
                    <p:nvPr/>
                  </p:nvGrpSpPr>
                  <p:grpSpPr>
                    <a:xfrm rot="3652319">
                      <a:off x="5744512" y="2029832"/>
                      <a:ext cx="307657" cy="378326"/>
                      <a:chOff x="5329993" y="1935807"/>
                      <a:chExt cx="307657" cy="378326"/>
                    </a:xfrm>
                    <a:grpFill/>
                  </p:grpSpPr>
                  <p:sp>
                    <p:nvSpPr>
                      <p:cNvPr id="610" name="모서리가 둥근 직사각형 1213">
                        <a:extLst>
                          <a:ext uri="{FF2B5EF4-FFF2-40B4-BE49-F238E27FC236}">
                            <a16:creationId xmlns:a16="http://schemas.microsoft.com/office/drawing/2014/main" id="{0BFBD955-8619-B19F-6A91-3CB844ADF16E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498380" y="1962001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611" name="모서리가 둥근 직사각형 1214">
                        <a:extLst>
                          <a:ext uri="{FF2B5EF4-FFF2-40B4-BE49-F238E27FC236}">
                            <a16:creationId xmlns:a16="http://schemas.microsoft.com/office/drawing/2014/main" id="{32AFAA63-B788-422B-4A9E-F7E379E7AABC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455518" y="1997720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612" name="모서리가 둥근 직사각형 1215">
                        <a:extLst>
                          <a:ext uri="{FF2B5EF4-FFF2-40B4-BE49-F238E27FC236}">
                            <a16:creationId xmlns:a16="http://schemas.microsoft.com/office/drawing/2014/main" id="{6934D247-8AB9-FC81-A77C-041A55C19172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412656" y="2038201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613" name="모서리가 둥근 직사각형 1216">
                        <a:extLst>
                          <a:ext uri="{FF2B5EF4-FFF2-40B4-BE49-F238E27FC236}">
                            <a16:creationId xmlns:a16="http://schemas.microsoft.com/office/drawing/2014/main" id="{CEA0F0CE-BFE3-C8E5-604A-708B44052612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369794" y="2073920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614" name="모서리가 둥근 직사각형 1217">
                        <a:extLst>
                          <a:ext uri="{FF2B5EF4-FFF2-40B4-BE49-F238E27FC236}">
                            <a16:creationId xmlns:a16="http://schemas.microsoft.com/office/drawing/2014/main" id="{93D64B7B-553D-140C-3CB3-0B2A5CEEBAB5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541242" y="1935807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615" name="모서리가 둥근 직사각형 1218">
                        <a:extLst>
                          <a:ext uri="{FF2B5EF4-FFF2-40B4-BE49-F238E27FC236}">
                            <a16:creationId xmlns:a16="http://schemas.microsoft.com/office/drawing/2014/main" id="{93775290-C741-B247-0632-4FBCB56F59A7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329993" y="2158460"/>
                        <a:ext cx="45719" cy="144000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616" name="모서리가 둥근 직사각형 1219">
                        <a:extLst>
                          <a:ext uri="{FF2B5EF4-FFF2-40B4-BE49-F238E27FC236}">
                            <a16:creationId xmlns:a16="http://schemas.microsoft.com/office/drawing/2014/main" id="{8E571AED-47BC-3A85-9B1B-2219D116A244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591931" y="1956054"/>
                        <a:ext cx="45719" cy="144000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</p:grpSp>
                <p:grpSp>
                  <p:nvGrpSpPr>
                    <p:cNvPr id="574" name="그룹 573">
                      <a:extLst>
                        <a:ext uri="{FF2B5EF4-FFF2-40B4-BE49-F238E27FC236}">
                          <a16:creationId xmlns:a16="http://schemas.microsoft.com/office/drawing/2014/main" id="{F1D6FFEB-1C5D-A4BE-F0EE-AC1B7A297BC6}"/>
                        </a:ext>
                      </a:extLst>
                    </p:cNvPr>
                    <p:cNvGrpSpPr/>
                    <p:nvPr/>
                  </p:nvGrpSpPr>
                  <p:grpSpPr>
                    <a:xfrm rot="17863439">
                      <a:off x="6002525" y="2326832"/>
                      <a:ext cx="307657" cy="378326"/>
                      <a:chOff x="5329993" y="1935807"/>
                      <a:chExt cx="307657" cy="378326"/>
                    </a:xfrm>
                    <a:grpFill/>
                  </p:grpSpPr>
                  <p:sp>
                    <p:nvSpPr>
                      <p:cNvPr id="603" name="모서리가 둥근 직사각형 1162">
                        <a:extLst>
                          <a:ext uri="{FF2B5EF4-FFF2-40B4-BE49-F238E27FC236}">
                            <a16:creationId xmlns:a16="http://schemas.microsoft.com/office/drawing/2014/main" id="{1EB3538D-4346-DA72-5A20-EC9B440A6005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498380" y="1962001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604" name="모서리가 둥근 직사각형 1169">
                        <a:extLst>
                          <a:ext uri="{FF2B5EF4-FFF2-40B4-BE49-F238E27FC236}">
                            <a16:creationId xmlns:a16="http://schemas.microsoft.com/office/drawing/2014/main" id="{061F1F4D-942A-738E-4D4B-92FFCD903183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455518" y="1997720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605" name="모서리가 둥근 직사각형 1174">
                        <a:extLst>
                          <a:ext uri="{FF2B5EF4-FFF2-40B4-BE49-F238E27FC236}">
                            <a16:creationId xmlns:a16="http://schemas.microsoft.com/office/drawing/2014/main" id="{80E685E2-F924-5149-F9D9-1D6FFE76FC88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412656" y="2038201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606" name="모서리가 둥근 직사각형 1189">
                        <a:extLst>
                          <a:ext uri="{FF2B5EF4-FFF2-40B4-BE49-F238E27FC236}">
                            <a16:creationId xmlns:a16="http://schemas.microsoft.com/office/drawing/2014/main" id="{61B13080-5B4F-773F-EC8E-DB6F57561E56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369794" y="2073920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607" name="모서리가 둥근 직사각형 1205">
                        <a:extLst>
                          <a:ext uri="{FF2B5EF4-FFF2-40B4-BE49-F238E27FC236}">
                            <a16:creationId xmlns:a16="http://schemas.microsoft.com/office/drawing/2014/main" id="{B1AD0B1B-4E18-C30D-CA3D-17666862CEC9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541242" y="1935807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608" name="모서리가 둥근 직사각형 1211">
                        <a:extLst>
                          <a:ext uri="{FF2B5EF4-FFF2-40B4-BE49-F238E27FC236}">
                            <a16:creationId xmlns:a16="http://schemas.microsoft.com/office/drawing/2014/main" id="{4453FB40-7630-D92D-A9EA-535F4752D5EE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329993" y="2158460"/>
                        <a:ext cx="45719" cy="144000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609" name="모서리가 둥근 직사각형 1212">
                        <a:extLst>
                          <a:ext uri="{FF2B5EF4-FFF2-40B4-BE49-F238E27FC236}">
                            <a16:creationId xmlns:a16="http://schemas.microsoft.com/office/drawing/2014/main" id="{03185B0A-9E97-0B91-9607-07A742230C76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591931" y="1956054"/>
                        <a:ext cx="45719" cy="144000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</p:grpSp>
                <p:grpSp>
                  <p:nvGrpSpPr>
                    <p:cNvPr id="575" name="그룹 574">
                      <a:extLst>
                        <a:ext uri="{FF2B5EF4-FFF2-40B4-BE49-F238E27FC236}">
                          <a16:creationId xmlns:a16="http://schemas.microsoft.com/office/drawing/2014/main" id="{B2D5C30E-7031-94DB-DD32-06D1801246F8}"/>
                        </a:ext>
                      </a:extLst>
                    </p:cNvPr>
                    <p:cNvGrpSpPr/>
                    <p:nvPr/>
                  </p:nvGrpSpPr>
                  <p:grpSpPr>
                    <a:xfrm rot="3353750">
                      <a:off x="5471803" y="2790376"/>
                      <a:ext cx="307657" cy="378326"/>
                      <a:chOff x="5329993" y="1935807"/>
                      <a:chExt cx="307657" cy="378326"/>
                    </a:xfrm>
                    <a:grpFill/>
                  </p:grpSpPr>
                  <p:sp>
                    <p:nvSpPr>
                      <p:cNvPr id="596" name="모서리가 둥근 직사각형 1153">
                        <a:extLst>
                          <a:ext uri="{FF2B5EF4-FFF2-40B4-BE49-F238E27FC236}">
                            <a16:creationId xmlns:a16="http://schemas.microsoft.com/office/drawing/2014/main" id="{9D994EC5-6CA1-0AFA-CAE2-B0027AC16968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498380" y="1962001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97" name="모서리가 둥근 직사각형 1155">
                        <a:extLst>
                          <a:ext uri="{FF2B5EF4-FFF2-40B4-BE49-F238E27FC236}">
                            <a16:creationId xmlns:a16="http://schemas.microsoft.com/office/drawing/2014/main" id="{479235FF-E670-6A73-36FD-05541261CC5D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455518" y="1997720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98" name="모서리가 둥근 직사각형 1156">
                        <a:extLst>
                          <a:ext uri="{FF2B5EF4-FFF2-40B4-BE49-F238E27FC236}">
                            <a16:creationId xmlns:a16="http://schemas.microsoft.com/office/drawing/2014/main" id="{890225C8-E1B5-36DB-4C3C-D28289033BEE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412656" y="2038201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99" name="모서리가 둥근 직사각형 1157">
                        <a:extLst>
                          <a:ext uri="{FF2B5EF4-FFF2-40B4-BE49-F238E27FC236}">
                            <a16:creationId xmlns:a16="http://schemas.microsoft.com/office/drawing/2014/main" id="{3E81E4BA-94BE-F305-C45C-03EC4CE86D5F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369794" y="2073920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600" name="모서리가 둥근 직사각형 1158">
                        <a:extLst>
                          <a:ext uri="{FF2B5EF4-FFF2-40B4-BE49-F238E27FC236}">
                            <a16:creationId xmlns:a16="http://schemas.microsoft.com/office/drawing/2014/main" id="{9EBE4938-2106-7DD3-C541-2943E931F885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541242" y="1935807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601" name="모서리가 둥근 직사각형 1160">
                        <a:extLst>
                          <a:ext uri="{FF2B5EF4-FFF2-40B4-BE49-F238E27FC236}">
                            <a16:creationId xmlns:a16="http://schemas.microsoft.com/office/drawing/2014/main" id="{7289B822-A765-AA85-A8E6-B7DB793ADCB4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329993" y="2158460"/>
                        <a:ext cx="45719" cy="144000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602" name="모서리가 둥근 직사각형 1161">
                        <a:extLst>
                          <a:ext uri="{FF2B5EF4-FFF2-40B4-BE49-F238E27FC236}">
                            <a16:creationId xmlns:a16="http://schemas.microsoft.com/office/drawing/2014/main" id="{30A365C5-A064-642A-BBCD-79F883DF891E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591931" y="1956054"/>
                        <a:ext cx="45719" cy="144000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</p:grpSp>
                <p:grpSp>
                  <p:nvGrpSpPr>
                    <p:cNvPr id="576" name="그룹 575">
                      <a:extLst>
                        <a:ext uri="{FF2B5EF4-FFF2-40B4-BE49-F238E27FC236}">
                          <a16:creationId xmlns:a16="http://schemas.microsoft.com/office/drawing/2014/main" id="{1BE38622-6736-9823-6E7C-30DD473124BA}"/>
                        </a:ext>
                      </a:extLst>
                    </p:cNvPr>
                    <p:cNvGrpSpPr/>
                    <p:nvPr/>
                  </p:nvGrpSpPr>
                  <p:grpSpPr>
                    <a:xfrm rot="17863439">
                      <a:off x="5205373" y="2491124"/>
                      <a:ext cx="307657" cy="378326"/>
                      <a:chOff x="5329993" y="1935807"/>
                      <a:chExt cx="307657" cy="378326"/>
                    </a:xfrm>
                    <a:grpFill/>
                  </p:grpSpPr>
                  <p:sp>
                    <p:nvSpPr>
                      <p:cNvPr id="589" name="모서리가 둥근 직사각형 1128">
                        <a:extLst>
                          <a:ext uri="{FF2B5EF4-FFF2-40B4-BE49-F238E27FC236}">
                            <a16:creationId xmlns:a16="http://schemas.microsoft.com/office/drawing/2014/main" id="{B297727E-EF75-3CAF-49A6-1F2437383BBA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498380" y="1962001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90" name="모서리가 둥근 직사각형 1142">
                        <a:extLst>
                          <a:ext uri="{FF2B5EF4-FFF2-40B4-BE49-F238E27FC236}">
                            <a16:creationId xmlns:a16="http://schemas.microsoft.com/office/drawing/2014/main" id="{3657EB7A-048D-FAD4-F195-89FB20CA9286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455518" y="1997720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91" name="모서리가 둥근 직사각형 1143">
                        <a:extLst>
                          <a:ext uri="{FF2B5EF4-FFF2-40B4-BE49-F238E27FC236}">
                            <a16:creationId xmlns:a16="http://schemas.microsoft.com/office/drawing/2014/main" id="{A469184E-681F-E87C-5275-F2F5441DF97D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412656" y="2038201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92" name="모서리가 둥근 직사각형 1146">
                        <a:extLst>
                          <a:ext uri="{FF2B5EF4-FFF2-40B4-BE49-F238E27FC236}">
                            <a16:creationId xmlns:a16="http://schemas.microsoft.com/office/drawing/2014/main" id="{49A3D4F2-727D-4B6A-D8FF-4F21147CCD48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369794" y="2073920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93" name="모서리가 둥근 직사각형 1150">
                        <a:extLst>
                          <a:ext uri="{FF2B5EF4-FFF2-40B4-BE49-F238E27FC236}">
                            <a16:creationId xmlns:a16="http://schemas.microsoft.com/office/drawing/2014/main" id="{52B7E187-8BB3-5EAA-F21F-9393C909F00B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541242" y="1935807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94" name="모서리가 둥근 직사각형 1151">
                        <a:extLst>
                          <a:ext uri="{FF2B5EF4-FFF2-40B4-BE49-F238E27FC236}">
                            <a16:creationId xmlns:a16="http://schemas.microsoft.com/office/drawing/2014/main" id="{C1E210EA-6E40-348C-60E4-1307FC020C25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329993" y="2158460"/>
                        <a:ext cx="45719" cy="144000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95" name="모서리가 둥근 직사각형 1152">
                        <a:extLst>
                          <a:ext uri="{FF2B5EF4-FFF2-40B4-BE49-F238E27FC236}">
                            <a16:creationId xmlns:a16="http://schemas.microsoft.com/office/drawing/2014/main" id="{A52DFEB6-7B16-DA1D-3ACA-DFFA9624AEDD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591931" y="1956054"/>
                        <a:ext cx="45719" cy="144000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</p:grpSp>
                <p:sp>
                  <p:nvSpPr>
                    <p:cNvPr id="577" name="타원 576">
                      <a:extLst>
                        <a:ext uri="{FF2B5EF4-FFF2-40B4-BE49-F238E27FC236}">
                          <a16:creationId xmlns:a16="http://schemas.microsoft.com/office/drawing/2014/main" id="{C9E34CF9-D700-9381-4BA2-4E6780616C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5775" y="2442685"/>
                      <a:ext cx="268220" cy="268220"/>
                    </a:xfrm>
                    <a:prstGeom prst="ellipse">
                      <a:avLst/>
                    </a:pr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578" name="타원 577">
                      <a:extLst>
                        <a:ext uri="{FF2B5EF4-FFF2-40B4-BE49-F238E27FC236}">
                          <a16:creationId xmlns:a16="http://schemas.microsoft.com/office/drawing/2014/main" id="{E92E49CF-B4BF-D31F-5879-A26E8CF4D3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93864" y="2033747"/>
                      <a:ext cx="1113083" cy="1113083"/>
                    </a:xfrm>
                    <a:prstGeom prst="ellipse">
                      <a:avLst/>
                    </a:prstGeom>
                    <a:grpFill/>
                    <a:ln w="190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579" name="타원 578">
                      <a:extLst>
                        <a:ext uri="{FF2B5EF4-FFF2-40B4-BE49-F238E27FC236}">
                          <a16:creationId xmlns:a16="http://schemas.microsoft.com/office/drawing/2014/main" id="{6E6D5063-10C3-64F1-2AD3-E14E315080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52043" y="2167787"/>
                      <a:ext cx="828226" cy="828226"/>
                    </a:xfrm>
                    <a:prstGeom prst="ellipse">
                      <a:avLst/>
                    </a:prstGeom>
                    <a:grpFill/>
                    <a:ln w="190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cxnSp>
                  <p:nvCxnSpPr>
                    <p:cNvPr id="580" name="직선 연결선 579">
                      <a:extLst>
                        <a:ext uri="{FF2B5EF4-FFF2-40B4-BE49-F238E27FC236}">
                          <a16:creationId xmlns:a16="http://schemas.microsoft.com/office/drawing/2014/main" id="{CC56C392-53AD-EC0D-93B2-3AF9BEF249D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701903" y="2989663"/>
                      <a:ext cx="153617" cy="0"/>
                    </a:xfrm>
                    <a:prstGeom prst="line">
                      <a:avLst/>
                    </a:prstGeom>
                    <a:grpFill/>
                    <a:ln w="1270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581" name="직선 연결선 580">
                      <a:extLst>
                        <a:ext uri="{FF2B5EF4-FFF2-40B4-BE49-F238E27FC236}">
                          <a16:creationId xmlns:a16="http://schemas.microsoft.com/office/drawing/2014/main" id="{FADCE890-E516-D41E-07E5-C257C89406BE}"/>
                        </a:ext>
                      </a:extLst>
                    </p:cNvPr>
                    <p:cNvCxnSpPr>
                      <a:stCxn id="579" idx="3"/>
                    </p:cNvCxnSpPr>
                    <p:nvPr/>
                  </p:nvCxnSpPr>
                  <p:spPr>
                    <a:xfrm>
                      <a:off x="5473334" y="2874722"/>
                      <a:ext cx="121016" cy="81503"/>
                    </a:xfrm>
                    <a:prstGeom prst="line">
                      <a:avLst/>
                    </a:prstGeom>
                    <a:grpFill/>
                    <a:ln w="1270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582" name="직선 연결선 581">
                      <a:extLst>
                        <a:ext uri="{FF2B5EF4-FFF2-40B4-BE49-F238E27FC236}">
                          <a16:creationId xmlns:a16="http://schemas.microsoft.com/office/drawing/2014/main" id="{6058F995-3AB4-71BD-8D0F-1BA6006A37E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352043" y="2644841"/>
                      <a:ext cx="48971" cy="122979"/>
                    </a:xfrm>
                    <a:prstGeom prst="line">
                      <a:avLst/>
                    </a:prstGeom>
                    <a:grpFill/>
                    <a:ln w="1270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583" name="직선 연결선 582">
                      <a:extLst>
                        <a:ext uri="{FF2B5EF4-FFF2-40B4-BE49-F238E27FC236}">
                          <a16:creationId xmlns:a16="http://schemas.microsoft.com/office/drawing/2014/main" id="{523C9413-767B-AF5C-232C-12DB56035E8E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5342011" y="2390768"/>
                      <a:ext cx="67296" cy="161477"/>
                    </a:xfrm>
                    <a:prstGeom prst="line">
                      <a:avLst/>
                    </a:prstGeom>
                    <a:grpFill/>
                    <a:ln w="1270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584" name="직선 연결선 583">
                      <a:extLst>
                        <a:ext uri="{FF2B5EF4-FFF2-40B4-BE49-F238E27FC236}">
                          <a16:creationId xmlns:a16="http://schemas.microsoft.com/office/drawing/2014/main" id="{B9B9F9CB-3A7A-4126-EB6E-CD34AFEA51B5}"/>
                        </a:ext>
                      </a:extLst>
                    </p:cNvPr>
                    <p:cNvCxnSpPr>
                      <a:endCxn id="579" idx="1"/>
                    </p:cNvCxnSpPr>
                    <p:nvPr/>
                  </p:nvCxnSpPr>
                  <p:spPr>
                    <a:xfrm flipH="1">
                      <a:off x="5473334" y="2192493"/>
                      <a:ext cx="135217" cy="96585"/>
                    </a:xfrm>
                    <a:prstGeom prst="line">
                      <a:avLst/>
                    </a:prstGeom>
                    <a:grpFill/>
                    <a:ln w="1270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585" name="직선 연결선 584">
                      <a:extLst>
                        <a:ext uri="{FF2B5EF4-FFF2-40B4-BE49-F238E27FC236}">
                          <a16:creationId xmlns:a16="http://schemas.microsoft.com/office/drawing/2014/main" id="{F0BE59E7-F320-5CCC-66BB-026C6012E897}"/>
                        </a:ext>
                      </a:extLst>
                    </p:cNvPr>
                    <p:cNvCxnSpPr>
                      <a:endCxn id="579" idx="0"/>
                    </p:cNvCxnSpPr>
                    <p:nvPr/>
                  </p:nvCxnSpPr>
                  <p:spPr>
                    <a:xfrm flipH="1" flipV="1">
                      <a:off x="5766156" y="2167787"/>
                      <a:ext cx="167919" cy="35963"/>
                    </a:xfrm>
                    <a:prstGeom prst="line">
                      <a:avLst/>
                    </a:prstGeom>
                    <a:grpFill/>
                    <a:ln w="1270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586" name="직선 연결선 585">
                      <a:extLst>
                        <a:ext uri="{FF2B5EF4-FFF2-40B4-BE49-F238E27FC236}">
                          <a16:creationId xmlns:a16="http://schemas.microsoft.com/office/drawing/2014/main" id="{A058D670-8E03-9DF6-DEE4-43ED364C022B}"/>
                        </a:ext>
                      </a:extLst>
                    </p:cNvPr>
                    <p:cNvCxnSpPr>
                      <a:endCxn id="579" idx="7"/>
                    </p:cNvCxnSpPr>
                    <p:nvPr/>
                  </p:nvCxnSpPr>
                  <p:spPr>
                    <a:xfrm flipH="1" flipV="1">
                      <a:off x="6058978" y="2289078"/>
                      <a:ext cx="89410" cy="119460"/>
                    </a:xfrm>
                    <a:prstGeom prst="line">
                      <a:avLst/>
                    </a:prstGeom>
                    <a:grpFill/>
                    <a:ln w="1270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587" name="직선 연결선 586">
                      <a:extLst>
                        <a:ext uri="{FF2B5EF4-FFF2-40B4-BE49-F238E27FC236}">
                          <a16:creationId xmlns:a16="http://schemas.microsoft.com/office/drawing/2014/main" id="{8646F909-057D-2417-435D-24EE9D3F984F}"/>
                        </a:ext>
                      </a:extLst>
                    </p:cNvPr>
                    <p:cNvCxnSpPr>
                      <a:endCxn id="579" idx="6"/>
                    </p:cNvCxnSpPr>
                    <p:nvPr/>
                  </p:nvCxnSpPr>
                  <p:spPr>
                    <a:xfrm flipV="1">
                      <a:off x="6157518" y="2581900"/>
                      <a:ext cx="22751" cy="144187"/>
                    </a:xfrm>
                    <a:prstGeom prst="line">
                      <a:avLst/>
                    </a:prstGeom>
                    <a:grpFill/>
                    <a:ln w="1270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588" name="직선 연결선 587">
                      <a:extLst>
                        <a:ext uri="{FF2B5EF4-FFF2-40B4-BE49-F238E27FC236}">
                          <a16:creationId xmlns:a16="http://schemas.microsoft.com/office/drawing/2014/main" id="{D2CA61FF-E4BE-B237-F1A1-8CC490D213F6}"/>
                        </a:ext>
                      </a:extLst>
                    </p:cNvPr>
                    <p:cNvCxnSpPr>
                      <a:stCxn id="619" idx="3"/>
                    </p:cNvCxnSpPr>
                    <p:nvPr/>
                  </p:nvCxnSpPr>
                  <p:spPr>
                    <a:xfrm flipV="1">
                      <a:off x="6034329" y="2801747"/>
                      <a:ext cx="73180" cy="112036"/>
                    </a:xfrm>
                    <a:prstGeom prst="line">
                      <a:avLst/>
                    </a:prstGeom>
                    <a:grpFill/>
                    <a:ln w="1270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  <p:cxnSp>
                <p:nvCxnSpPr>
                  <p:cNvPr id="559" name="직선 연결선 558">
                    <a:extLst>
                      <a:ext uri="{FF2B5EF4-FFF2-40B4-BE49-F238E27FC236}">
                        <a16:creationId xmlns:a16="http://schemas.microsoft.com/office/drawing/2014/main" id="{92AA13A0-3575-9C32-61F9-BCDB31EA28FC}"/>
                      </a:ext>
                    </a:extLst>
                  </p:cNvPr>
                  <p:cNvCxnSpPr>
                    <a:stCxn id="560" idx="0"/>
                    <a:endCxn id="620" idx="2"/>
                  </p:cNvCxnSpPr>
                  <p:nvPr/>
                </p:nvCxnSpPr>
                <p:spPr>
                  <a:xfrm flipH="1">
                    <a:off x="1425217" y="895352"/>
                    <a:ext cx="255313" cy="19015"/>
                  </a:xfrm>
                  <a:prstGeom prst="line">
                    <a:avLst/>
                  </a:prstGeom>
                  <a:grpFill/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60" name="타원 559">
                    <a:extLst>
                      <a:ext uri="{FF2B5EF4-FFF2-40B4-BE49-F238E27FC236}">
                        <a16:creationId xmlns:a16="http://schemas.microsoft.com/office/drawing/2014/main" id="{C32A5EB4-A48D-920B-1B53-75E872CEF19F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1642968" y="830084"/>
                    <a:ext cx="75125" cy="65268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sp>
                <p:nvSpPr>
                  <p:cNvPr id="561" name="타원 560">
                    <a:extLst>
                      <a:ext uri="{FF2B5EF4-FFF2-40B4-BE49-F238E27FC236}">
                        <a16:creationId xmlns:a16="http://schemas.microsoft.com/office/drawing/2014/main" id="{61EADBE5-42F9-6A14-A04E-5B6C6F587168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1832427" y="830367"/>
                    <a:ext cx="75125" cy="65268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cxnSp>
                <p:nvCxnSpPr>
                  <p:cNvPr id="562" name="직선 연결선 561">
                    <a:extLst>
                      <a:ext uri="{FF2B5EF4-FFF2-40B4-BE49-F238E27FC236}">
                        <a16:creationId xmlns:a16="http://schemas.microsoft.com/office/drawing/2014/main" id="{6832B6FC-9ADF-70FE-8853-D238FE0BFE94}"/>
                      </a:ext>
                    </a:extLst>
                  </p:cNvPr>
                  <p:cNvCxnSpPr>
                    <a:stCxn id="563" idx="4"/>
                    <a:endCxn id="564" idx="0"/>
                  </p:cNvCxnSpPr>
                  <p:nvPr/>
                </p:nvCxnSpPr>
                <p:spPr>
                  <a:xfrm flipH="1" flipV="1">
                    <a:off x="1841954" y="719479"/>
                    <a:ext cx="119380" cy="4582"/>
                  </a:xfrm>
                  <a:prstGeom prst="line">
                    <a:avLst/>
                  </a:prstGeom>
                  <a:grpFill/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63" name="타원 562">
                    <a:extLst>
                      <a:ext uri="{FF2B5EF4-FFF2-40B4-BE49-F238E27FC236}">
                        <a16:creationId xmlns:a16="http://schemas.microsoft.com/office/drawing/2014/main" id="{AC7E7CF3-893B-2A29-9833-47033090632D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1923772" y="724061"/>
                    <a:ext cx="75125" cy="65268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sp>
                <p:nvSpPr>
                  <p:cNvPr id="564" name="타원 563">
                    <a:extLst>
                      <a:ext uri="{FF2B5EF4-FFF2-40B4-BE49-F238E27FC236}">
                        <a16:creationId xmlns:a16="http://schemas.microsoft.com/office/drawing/2014/main" id="{5974CD99-F8E9-BD22-2648-E7D49178CA4A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1804392" y="654211"/>
                    <a:ext cx="75125" cy="65268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cxnSp>
                <p:nvCxnSpPr>
                  <p:cNvPr id="565" name="직선 연결선 564">
                    <a:extLst>
                      <a:ext uri="{FF2B5EF4-FFF2-40B4-BE49-F238E27FC236}">
                        <a16:creationId xmlns:a16="http://schemas.microsoft.com/office/drawing/2014/main" id="{C5E32BE2-9906-823F-FEA6-D392DA47FA4C}"/>
                      </a:ext>
                    </a:extLst>
                  </p:cNvPr>
                  <p:cNvCxnSpPr>
                    <a:stCxn id="561" idx="0"/>
                    <a:endCxn id="560" idx="0"/>
                  </p:cNvCxnSpPr>
                  <p:nvPr/>
                </p:nvCxnSpPr>
                <p:spPr>
                  <a:xfrm flipH="1" flipV="1">
                    <a:off x="1680530" y="895352"/>
                    <a:ext cx="189459" cy="283"/>
                  </a:xfrm>
                  <a:prstGeom prst="line">
                    <a:avLst/>
                  </a:prstGeom>
                  <a:grpFill/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6" name="직선 연결선 565">
                    <a:extLst>
                      <a:ext uri="{FF2B5EF4-FFF2-40B4-BE49-F238E27FC236}">
                        <a16:creationId xmlns:a16="http://schemas.microsoft.com/office/drawing/2014/main" id="{3EA0549A-9CDB-D58E-92B5-1081B96C3268}"/>
                      </a:ext>
                    </a:extLst>
                  </p:cNvPr>
                  <p:cNvCxnSpPr>
                    <a:stCxn id="563" idx="1"/>
                    <a:endCxn id="561" idx="2"/>
                  </p:cNvCxnSpPr>
                  <p:nvPr/>
                </p:nvCxnSpPr>
                <p:spPr>
                  <a:xfrm flipH="1">
                    <a:off x="1907552" y="779771"/>
                    <a:ext cx="80343" cy="83230"/>
                  </a:xfrm>
                  <a:prstGeom prst="line">
                    <a:avLst/>
                  </a:prstGeom>
                  <a:grpFill/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7" name="직선 연결선 566">
                    <a:extLst>
                      <a:ext uri="{FF2B5EF4-FFF2-40B4-BE49-F238E27FC236}">
                        <a16:creationId xmlns:a16="http://schemas.microsoft.com/office/drawing/2014/main" id="{7C001906-F903-2052-AE45-1CCAE8D1E9BE}"/>
                      </a:ext>
                    </a:extLst>
                  </p:cNvPr>
                  <p:cNvCxnSpPr>
                    <a:stCxn id="568" idx="4"/>
                    <a:endCxn id="564" idx="4"/>
                  </p:cNvCxnSpPr>
                  <p:nvPr/>
                </p:nvCxnSpPr>
                <p:spPr>
                  <a:xfrm flipH="1" flipV="1">
                    <a:off x="1841954" y="654211"/>
                    <a:ext cx="222656" cy="1061"/>
                  </a:xfrm>
                  <a:prstGeom prst="line">
                    <a:avLst/>
                  </a:prstGeom>
                  <a:grpFill/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68" name="타원 567">
                    <a:extLst>
                      <a:ext uri="{FF2B5EF4-FFF2-40B4-BE49-F238E27FC236}">
                        <a16:creationId xmlns:a16="http://schemas.microsoft.com/office/drawing/2014/main" id="{5A0DA950-D60D-C89E-230A-D0000EEE5151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2027048" y="655272"/>
                    <a:ext cx="75125" cy="65268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sp>
                <p:nvSpPr>
                  <p:cNvPr id="569" name="직사각형 568">
                    <a:extLst>
                      <a:ext uri="{FF2B5EF4-FFF2-40B4-BE49-F238E27FC236}">
                        <a16:creationId xmlns:a16="http://schemas.microsoft.com/office/drawing/2014/main" id="{EBAB10ED-493E-2B4C-394B-A0D79EE39DF6}"/>
                      </a:ext>
                    </a:extLst>
                  </p:cNvPr>
                  <p:cNvSpPr/>
                  <p:nvPr/>
                </p:nvSpPr>
                <p:spPr>
                  <a:xfrm>
                    <a:off x="1827242" y="608727"/>
                    <a:ext cx="26140" cy="85090"/>
                  </a:xfrm>
                  <a:prstGeom prst="rect">
                    <a:avLst/>
                  </a:prstGeom>
                  <a:grpFill/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213" name="타원 212">
                  <a:extLst>
                    <a:ext uri="{FF2B5EF4-FFF2-40B4-BE49-F238E27FC236}">
                      <a16:creationId xmlns:a16="http://schemas.microsoft.com/office/drawing/2014/main" id="{4E1958F5-338E-4966-DCC0-DAD48D327013}"/>
                    </a:ext>
                  </a:extLst>
                </p:cNvPr>
                <p:cNvSpPr/>
                <p:nvPr/>
              </p:nvSpPr>
              <p:spPr bwMode="auto">
                <a:xfrm rot="10800000">
                  <a:off x="2325350" y="909476"/>
                  <a:ext cx="75125" cy="65268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cxnSp>
              <p:nvCxnSpPr>
                <p:cNvPr id="214" name="직선 연결선 213">
                  <a:extLst>
                    <a:ext uri="{FF2B5EF4-FFF2-40B4-BE49-F238E27FC236}">
                      <a16:creationId xmlns:a16="http://schemas.microsoft.com/office/drawing/2014/main" id="{181DD973-0C94-E372-D057-10064B1CEBAF}"/>
                    </a:ext>
                  </a:extLst>
                </p:cNvPr>
                <p:cNvCxnSpPr>
                  <a:stCxn id="215" idx="5"/>
                  <a:endCxn id="213" idx="0"/>
                </p:cNvCxnSpPr>
                <p:nvPr/>
              </p:nvCxnSpPr>
              <p:spPr>
                <a:xfrm flipH="1">
                  <a:off x="2362912" y="919034"/>
                  <a:ext cx="213893" cy="55710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5" name="타원 214">
                  <a:extLst>
                    <a:ext uri="{FF2B5EF4-FFF2-40B4-BE49-F238E27FC236}">
                      <a16:creationId xmlns:a16="http://schemas.microsoft.com/office/drawing/2014/main" id="{4AAC07DE-9CB8-18CB-E6FE-5CB9EE175CA5}"/>
                    </a:ext>
                  </a:extLst>
                </p:cNvPr>
                <p:cNvSpPr/>
                <p:nvPr/>
              </p:nvSpPr>
              <p:spPr bwMode="auto">
                <a:xfrm rot="10800000">
                  <a:off x="2565803" y="909476"/>
                  <a:ext cx="75125" cy="65268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cxnSp>
              <p:nvCxnSpPr>
                <p:cNvPr id="216" name="직선 연결선 215">
                  <a:extLst>
                    <a:ext uri="{FF2B5EF4-FFF2-40B4-BE49-F238E27FC236}">
                      <a16:creationId xmlns:a16="http://schemas.microsoft.com/office/drawing/2014/main" id="{76060D88-5BA1-A594-2530-1DDA1994746A}"/>
                    </a:ext>
                  </a:extLst>
                </p:cNvPr>
                <p:cNvCxnSpPr>
                  <a:stCxn id="197" idx="0"/>
                  <a:endCxn id="215" idx="4"/>
                </p:cNvCxnSpPr>
                <p:nvPr/>
              </p:nvCxnSpPr>
              <p:spPr>
                <a:xfrm flipH="1" flipV="1">
                  <a:off x="2603365" y="909476"/>
                  <a:ext cx="274612" cy="65268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" name="직선 연결선 216">
                  <a:extLst>
                    <a:ext uri="{FF2B5EF4-FFF2-40B4-BE49-F238E27FC236}">
                      <a16:creationId xmlns:a16="http://schemas.microsoft.com/office/drawing/2014/main" id="{D72C59EF-7D15-B00C-106C-39D28D9BFFAC}"/>
                    </a:ext>
                  </a:extLst>
                </p:cNvPr>
                <p:cNvCxnSpPr>
                  <a:stCxn id="213" idx="0"/>
                  <a:endCxn id="568" idx="4"/>
                </p:cNvCxnSpPr>
                <p:nvPr/>
              </p:nvCxnSpPr>
              <p:spPr>
                <a:xfrm flipH="1" flipV="1">
                  <a:off x="2166198" y="927717"/>
                  <a:ext cx="196714" cy="47027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18" name="그룹 217">
                  <a:extLst>
                    <a:ext uri="{FF2B5EF4-FFF2-40B4-BE49-F238E27FC236}">
                      <a16:creationId xmlns:a16="http://schemas.microsoft.com/office/drawing/2014/main" id="{047C97F5-6BC5-88FE-005F-7F6053C4A696}"/>
                    </a:ext>
                  </a:extLst>
                </p:cNvPr>
                <p:cNvGrpSpPr/>
                <p:nvPr/>
              </p:nvGrpSpPr>
              <p:grpSpPr>
                <a:xfrm>
                  <a:off x="1274317" y="2414487"/>
                  <a:ext cx="929444" cy="328117"/>
                  <a:chOff x="1172729" y="608727"/>
                  <a:chExt cx="929444" cy="328117"/>
                </a:xfrm>
                <a:grpFill/>
              </p:grpSpPr>
              <p:grpSp>
                <p:nvGrpSpPr>
                  <p:cNvPr id="485" name="그룹 484">
                    <a:extLst>
                      <a:ext uri="{FF2B5EF4-FFF2-40B4-BE49-F238E27FC236}">
                        <a16:creationId xmlns:a16="http://schemas.microsoft.com/office/drawing/2014/main" id="{C4E9445B-2460-8199-E5C3-A5667CA7EE0A}"/>
                      </a:ext>
                    </a:extLst>
                  </p:cNvPr>
                  <p:cNvGrpSpPr/>
                  <p:nvPr/>
                </p:nvGrpSpPr>
                <p:grpSpPr>
                  <a:xfrm>
                    <a:off x="1172729" y="657625"/>
                    <a:ext cx="341569" cy="279219"/>
                    <a:chOff x="5170039" y="2033747"/>
                    <a:chExt cx="1175478" cy="1113083"/>
                  </a:xfrm>
                  <a:grpFill/>
                </p:grpSpPr>
                <p:cxnSp>
                  <p:nvCxnSpPr>
                    <p:cNvPr id="497" name="직선 연결선 496">
                      <a:extLst>
                        <a:ext uri="{FF2B5EF4-FFF2-40B4-BE49-F238E27FC236}">
                          <a16:creationId xmlns:a16="http://schemas.microsoft.com/office/drawing/2014/main" id="{EE7F6604-7F72-B03D-AA7A-06C5F18B0FC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889265" y="2989663"/>
                      <a:ext cx="153617" cy="0"/>
                    </a:xfrm>
                    <a:prstGeom prst="line">
                      <a:avLst/>
                    </a:prstGeom>
                    <a:grpFill/>
                    <a:ln w="1270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grpSp>
                  <p:nvGrpSpPr>
                    <p:cNvPr id="498" name="그룹 497">
                      <a:extLst>
                        <a:ext uri="{FF2B5EF4-FFF2-40B4-BE49-F238E27FC236}">
                          <a16:creationId xmlns:a16="http://schemas.microsoft.com/office/drawing/2014/main" id="{9B071AD1-79D9-D4DB-8F95-2C75C5E4AB3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329993" y="2110732"/>
                      <a:ext cx="307657" cy="378326"/>
                      <a:chOff x="5329993" y="1935807"/>
                      <a:chExt cx="307657" cy="378326"/>
                    </a:xfrm>
                    <a:grpFill/>
                  </p:grpSpPr>
                  <p:sp>
                    <p:nvSpPr>
                      <p:cNvPr id="551" name="모서리가 둥근 직사각형 1773">
                        <a:extLst>
                          <a:ext uri="{FF2B5EF4-FFF2-40B4-BE49-F238E27FC236}">
                            <a16:creationId xmlns:a16="http://schemas.microsoft.com/office/drawing/2014/main" id="{3CC78616-F01C-4112-E352-D3C2FFB28F2A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498380" y="1962001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52" name="모서리가 둥근 직사각형 1774">
                        <a:extLst>
                          <a:ext uri="{FF2B5EF4-FFF2-40B4-BE49-F238E27FC236}">
                            <a16:creationId xmlns:a16="http://schemas.microsoft.com/office/drawing/2014/main" id="{02CC95C1-212C-EF57-D039-1E040642DA36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455518" y="1997720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53" name="모서리가 둥근 직사각형 1775">
                        <a:extLst>
                          <a:ext uri="{FF2B5EF4-FFF2-40B4-BE49-F238E27FC236}">
                            <a16:creationId xmlns:a16="http://schemas.microsoft.com/office/drawing/2014/main" id="{2F118326-67C6-A792-6DB6-7D975B543EE1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412656" y="2038201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54" name="모서리가 둥근 직사각형 1776">
                        <a:extLst>
                          <a:ext uri="{FF2B5EF4-FFF2-40B4-BE49-F238E27FC236}">
                            <a16:creationId xmlns:a16="http://schemas.microsoft.com/office/drawing/2014/main" id="{429BE221-16AF-AEA2-6A03-F0BAAFABA868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369794" y="2073920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55" name="모서리가 둥근 직사각형 1777">
                        <a:extLst>
                          <a:ext uri="{FF2B5EF4-FFF2-40B4-BE49-F238E27FC236}">
                            <a16:creationId xmlns:a16="http://schemas.microsoft.com/office/drawing/2014/main" id="{ACAF0EFD-E70C-E3A0-036D-4268B13A9FF5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541242" y="1935807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56" name="모서리가 둥근 직사각형 1778">
                        <a:extLst>
                          <a:ext uri="{FF2B5EF4-FFF2-40B4-BE49-F238E27FC236}">
                            <a16:creationId xmlns:a16="http://schemas.microsoft.com/office/drawing/2014/main" id="{1F496757-BD77-20B7-2475-CC857DA9AEE0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329993" y="2158460"/>
                        <a:ext cx="45719" cy="144000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57" name="모서리가 둥근 직사각형 1779">
                        <a:extLst>
                          <a:ext uri="{FF2B5EF4-FFF2-40B4-BE49-F238E27FC236}">
                            <a16:creationId xmlns:a16="http://schemas.microsoft.com/office/drawing/2014/main" id="{40096D8C-F5B3-2537-54BB-DDDDE7260785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591931" y="1956054"/>
                        <a:ext cx="45719" cy="144000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</p:grpSp>
                <p:grpSp>
                  <p:nvGrpSpPr>
                    <p:cNvPr id="499" name="그룹 498">
                      <a:extLst>
                        <a:ext uri="{FF2B5EF4-FFF2-40B4-BE49-F238E27FC236}">
                          <a16:creationId xmlns:a16="http://schemas.microsoft.com/office/drawing/2014/main" id="{626BCEE3-5184-BFEA-9C13-CEA00DD0584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11041" y="2705668"/>
                      <a:ext cx="307657" cy="378326"/>
                      <a:chOff x="5329993" y="1935807"/>
                      <a:chExt cx="307657" cy="378326"/>
                    </a:xfrm>
                    <a:grpFill/>
                  </p:grpSpPr>
                  <p:sp>
                    <p:nvSpPr>
                      <p:cNvPr id="544" name="모서리가 둥근 직사각형 1766">
                        <a:extLst>
                          <a:ext uri="{FF2B5EF4-FFF2-40B4-BE49-F238E27FC236}">
                            <a16:creationId xmlns:a16="http://schemas.microsoft.com/office/drawing/2014/main" id="{58C9CCF0-5859-0492-954C-B6F5E54CBB9A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498380" y="1962001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45" name="모서리가 둥근 직사각형 1767">
                        <a:extLst>
                          <a:ext uri="{FF2B5EF4-FFF2-40B4-BE49-F238E27FC236}">
                            <a16:creationId xmlns:a16="http://schemas.microsoft.com/office/drawing/2014/main" id="{D1DC361D-B460-2DE6-9E1F-8147549D8E05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455518" y="1997720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46" name="모서리가 둥근 직사각형 1768">
                        <a:extLst>
                          <a:ext uri="{FF2B5EF4-FFF2-40B4-BE49-F238E27FC236}">
                            <a16:creationId xmlns:a16="http://schemas.microsoft.com/office/drawing/2014/main" id="{C921E2BF-C4B5-8E23-1F02-4772BA3951BD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412656" y="2038201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47" name="모서리가 둥근 직사각형 1769">
                        <a:extLst>
                          <a:ext uri="{FF2B5EF4-FFF2-40B4-BE49-F238E27FC236}">
                            <a16:creationId xmlns:a16="http://schemas.microsoft.com/office/drawing/2014/main" id="{AC8D01DD-D39B-C800-D7FB-1F709253BBE2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369794" y="2073920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48" name="모서리가 둥근 직사각형 1770">
                        <a:extLst>
                          <a:ext uri="{FF2B5EF4-FFF2-40B4-BE49-F238E27FC236}">
                            <a16:creationId xmlns:a16="http://schemas.microsoft.com/office/drawing/2014/main" id="{1A8FD843-8F9E-92C6-4B3E-7853CB46F333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541242" y="1935807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49" name="모서리가 둥근 직사각형 1771">
                        <a:extLst>
                          <a:ext uri="{FF2B5EF4-FFF2-40B4-BE49-F238E27FC236}">
                            <a16:creationId xmlns:a16="http://schemas.microsoft.com/office/drawing/2014/main" id="{9CF8A236-B5E4-4D05-5EED-125043651855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329993" y="2158460"/>
                        <a:ext cx="45719" cy="144000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50" name="모서리가 둥근 직사각형 1772">
                        <a:extLst>
                          <a:ext uri="{FF2B5EF4-FFF2-40B4-BE49-F238E27FC236}">
                            <a16:creationId xmlns:a16="http://schemas.microsoft.com/office/drawing/2014/main" id="{1D1C3B7B-35AA-4A3A-D62C-47EDDFF21E3D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591931" y="1956054"/>
                        <a:ext cx="45719" cy="144000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</p:grpSp>
                <p:grpSp>
                  <p:nvGrpSpPr>
                    <p:cNvPr id="500" name="그룹 499">
                      <a:extLst>
                        <a:ext uri="{FF2B5EF4-FFF2-40B4-BE49-F238E27FC236}">
                          <a16:creationId xmlns:a16="http://schemas.microsoft.com/office/drawing/2014/main" id="{78837534-5DFA-668B-83F4-8BFCF1C18ABB}"/>
                        </a:ext>
                      </a:extLst>
                    </p:cNvPr>
                    <p:cNvGrpSpPr/>
                    <p:nvPr/>
                  </p:nvGrpSpPr>
                  <p:grpSpPr>
                    <a:xfrm rot="3652319">
                      <a:off x="5744512" y="2029832"/>
                      <a:ext cx="307657" cy="378326"/>
                      <a:chOff x="5329993" y="1935807"/>
                      <a:chExt cx="307657" cy="378326"/>
                    </a:xfrm>
                    <a:grpFill/>
                  </p:grpSpPr>
                  <p:sp>
                    <p:nvSpPr>
                      <p:cNvPr id="537" name="모서리가 둥근 직사각형 1759">
                        <a:extLst>
                          <a:ext uri="{FF2B5EF4-FFF2-40B4-BE49-F238E27FC236}">
                            <a16:creationId xmlns:a16="http://schemas.microsoft.com/office/drawing/2014/main" id="{9144A356-73EF-2408-7D1E-B9BD7570C09A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498380" y="1962001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38" name="모서리가 둥근 직사각형 1760">
                        <a:extLst>
                          <a:ext uri="{FF2B5EF4-FFF2-40B4-BE49-F238E27FC236}">
                            <a16:creationId xmlns:a16="http://schemas.microsoft.com/office/drawing/2014/main" id="{84A96178-C751-6B9C-F57B-B6445CFCD8F8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455518" y="1997720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39" name="모서리가 둥근 직사각형 1761">
                        <a:extLst>
                          <a:ext uri="{FF2B5EF4-FFF2-40B4-BE49-F238E27FC236}">
                            <a16:creationId xmlns:a16="http://schemas.microsoft.com/office/drawing/2014/main" id="{370F949F-B97A-7533-6A8F-F703DF02EE7F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412656" y="2038201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40" name="모서리가 둥근 직사각형 1762">
                        <a:extLst>
                          <a:ext uri="{FF2B5EF4-FFF2-40B4-BE49-F238E27FC236}">
                            <a16:creationId xmlns:a16="http://schemas.microsoft.com/office/drawing/2014/main" id="{EF1C0B32-B120-09B7-6A13-CD2FC1635D33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369794" y="2073920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41" name="모서리가 둥근 직사각형 1763">
                        <a:extLst>
                          <a:ext uri="{FF2B5EF4-FFF2-40B4-BE49-F238E27FC236}">
                            <a16:creationId xmlns:a16="http://schemas.microsoft.com/office/drawing/2014/main" id="{01ACBD01-F895-081B-AC13-CED8DD5AE5D2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541242" y="1935807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42" name="모서리가 둥근 직사각형 1764">
                        <a:extLst>
                          <a:ext uri="{FF2B5EF4-FFF2-40B4-BE49-F238E27FC236}">
                            <a16:creationId xmlns:a16="http://schemas.microsoft.com/office/drawing/2014/main" id="{BEB8D34F-C3CE-BEDE-2F4F-0CEB64E4B2C3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329993" y="2158460"/>
                        <a:ext cx="45719" cy="144000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43" name="모서리가 둥근 직사각형 1765">
                        <a:extLst>
                          <a:ext uri="{FF2B5EF4-FFF2-40B4-BE49-F238E27FC236}">
                            <a16:creationId xmlns:a16="http://schemas.microsoft.com/office/drawing/2014/main" id="{20722216-53B0-41FB-024E-2F5184B6B12C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591931" y="1956054"/>
                        <a:ext cx="45719" cy="144000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</p:grpSp>
                <p:grpSp>
                  <p:nvGrpSpPr>
                    <p:cNvPr id="501" name="그룹 500">
                      <a:extLst>
                        <a:ext uri="{FF2B5EF4-FFF2-40B4-BE49-F238E27FC236}">
                          <a16:creationId xmlns:a16="http://schemas.microsoft.com/office/drawing/2014/main" id="{D0AD0A12-6BA6-F54E-5790-489F20FED24C}"/>
                        </a:ext>
                      </a:extLst>
                    </p:cNvPr>
                    <p:cNvGrpSpPr/>
                    <p:nvPr/>
                  </p:nvGrpSpPr>
                  <p:grpSpPr>
                    <a:xfrm rot="17863439">
                      <a:off x="6002525" y="2326832"/>
                      <a:ext cx="307657" cy="378326"/>
                      <a:chOff x="5329993" y="1935807"/>
                      <a:chExt cx="307657" cy="378326"/>
                    </a:xfrm>
                    <a:grpFill/>
                  </p:grpSpPr>
                  <p:sp>
                    <p:nvSpPr>
                      <p:cNvPr id="530" name="모서리가 둥근 직사각형 1752">
                        <a:extLst>
                          <a:ext uri="{FF2B5EF4-FFF2-40B4-BE49-F238E27FC236}">
                            <a16:creationId xmlns:a16="http://schemas.microsoft.com/office/drawing/2014/main" id="{900ED651-B780-B925-8F97-C20B078DD6E2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498380" y="1962001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31" name="모서리가 둥근 직사각형 1753">
                        <a:extLst>
                          <a:ext uri="{FF2B5EF4-FFF2-40B4-BE49-F238E27FC236}">
                            <a16:creationId xmlns:a16="http://schemas.microsoft.com/office/drawing/2014/main" id="{26C52BB4-2912-3181-FD2C-215740AA9B71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455518" y="1997720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32" name="모서리가 둥근 직사각형 1754">
                        <a:extLst>
                          <a:ext uri="{FF2B5EF4-FFF2-40B4-BE49-F238E27FC236}">
                            <a16:creationId xmlns:a16="http://schemas.microsoft.com/office/drawing/2014/main" id="{DD663C20-62F2-37B4-5FCB-68B472AAD91B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412656" y="2038201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33" name="모서리가 둥근 직사각형 1755">
                        <a:extLst>
                          <a:ext uri="{FF2B5EF4-FFF2-40B4-BE49-F238E27FC236}">
                            <a16:creationId xmlns:a16="http://schemas.microsoft.com/office/drawing/2014/main" id="{A71DBAD5-8269-3E43-7A2C-98D07A4F905E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369794" y="2073920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34" name="모서리가 둥근 직사각형 1756">
                        <a:extLst>
                          <a:ext uri="{FF2B5EF4-FFF2-40B4-BE49-F238E27FC236}">
                            <a16:creationId xmlns:a16="http://schemas.microsoft.com/office/drawing/2014/main" id="{5D1D846B-CCA5-F4A5-9324-C56E94C79B3F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541242" y="1935807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35" name="모서리가 둥근 직사각형 1757">
                        <a:extLst>
                          <a:ext uri="{FF2B5EF4-FFF2-40B4-BE49-F238E27FC236}">
                            <a16:creationId xmlns:a16="http://schemas.microsoft.com/office/drawing/2014/main" id="{DCACB75D-0FAE-43B1-0A7A-26CF1BC6E87D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329993" y="2158460"/>
                        <a:ext cx="45719" cy="144000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36" name="모서리가 둥근 직사각형 1758">
                        <a:extLst>
                          <a:ext uri="{FF2B5EF4-FFF2-40B4-BE49-F238E27FC236}">
                            <a16:creationId xmlns:a16="http://schemas.microsoft.com/office/drawing/2014/main" id="{06AE078C-E87C-A7CB-776B-C65A8BACDD30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591931" y="1956054"/>
                        <a:ext cx="45719" cy="144000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</p:grpSp>
                <p:grpSp>
                  <p:nvGrpSpPr>
                    <p:cNvPr id="502" name="그룹 501">
                      <a:extLst>
                        <a:ext uri="{FF2B5EF4-FFF2-40B4-BE49-F238E27FC236}">
                          <a16:creationId xmlns:a16="http://schemas.microsoft.com/office/drawing/2014/main" id="{185CF2C1-8A61-ED00-AF7C-DB84BFABE94A}"/>
                        </a:ext>
                      </a:extLst>
                    </p:cNvPr>
                    <p:cNvGrpSpPr/>
                    <p:nvPr/>
                  </p:nvGrpSpPr>
                  <p:grpSpPr>
                    <a:xfrm rot="3353750">
                      <a:off x="5471803" y="2790376"/>
                      <a:ext cx="307657" cy="378326"/>
                      <a:chOff x="5329993" y="1935807"/>
                      <a:chExt cx="307657" cy="378326"/>
                    </a:xfrm>
                    <a:grpFill/>
                  </p:grpSpPr>
                  <p:sp>
                    <p:nvSpPr>
                      <p:cNvPr id="523" name="모서리가 둥근 직사각형 1745">
                        <a:extLst>
                          <a:ext uri="{FF2B5EF4-FFF2-40B4-BE49-F238E27FC236}">
                            <a16:creationId xmlns:a16="http://schemas.microsoft.com/office/drawing/2014/main" id="{0226E95C-1EF1-41DF-FED4-4EE7B6BA811A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498380" y="1962001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24" name="모서리가 둥근 직사각형 1746">
                        <a:extLst>
                          <a:ext uri="{FF2B5EF4-FFF2-40B4-BE49-F238E27FC236}">
                            <a16:creationId xmlns:a16="http://schemas.microsoft.com/office/drawing/2014/main" id="{C4C991DC-99C3-8002-2114-F4AE87999960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455518" y="1997720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25" name="모서리가 둥근 직사각형 1747">
                        <a:extLst>
                          <a:ext uri="{FF2B5EF4-FFF2-40B4-BE49-F238E27FC236}">
                            <a16:creationId xmlns:a16="http://schemas.microsoft.com/office/drawing/2014/main" id="{5B1C849A-0218-69B5-5EB8-15D2CB464324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412656" y="2038201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26" name="모서리가 둥근 직사각형 1748">
                        <a:extLst>
                          <a:ext uri="{FF2B5EF4-FFF2-40B4-BE49-F238E27FC236}">
                            <a16:creationId xmlns:a16="http://schemas.microsoft.com/office/drawing/2014/main" id="{477F3CCF-E371-605E-AA76-23401BBC7717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369794" y="2073920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27" name="모서리가 둥근 직사각형 1749">
                        <a:extLst>
                          <a:ext uri="{FF2B5EF4-FFF2-40B4-BE49-F238E27FC236}">
                            <a16:creationId xmlns:a16="http://schemas.microsoft.com/office/drawing/2014/main" id="{F38F01D1-1DA0-E798-BFE4-8A4E7298C908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541242" y="1935807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28" name="모서리가 둥근 직사각형 1750">
                        <a:extLst>
                          <a:ext uri="{FF2B5EF4-FFF2-40B4-BE49-F238E27FC236}">
                            <a16:creationId xmlns:a16="http://schemas.microsoft.com/office/drawing/2014/main" id="{6866DAE5-09F7-E8FC-E4BF-8694B0ABA696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329993" y="2158460"/>
                        <a:ext cx="45719" cy="144000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29" name="모서리가 둥근 직사각형 1751">
                        <a:extLst>
                          <a:ext uri="{FF2B5EF4-FFF2-40B4-BE49-F238E27FC236}">
                            <a16:creationId xmlns:a16="http://schemas.microsoft.com/office/drawing/2014/main" id="{69DF9699-A875-BE79-FD6D-E4189186149F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591931" y="1956054"/>
                        <a:ext cx="45719" cy="144000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</p:grpSp>
                <p:grpSp>
                  <p:nvGrpSpPr>
                    <p:cNvPr id="503" name="그룹 502">
                      <a:extLst>
                        <a:ext uri="{FF2B5EF4-FFF2-40B4-BE49-F238E27FC236}">
                          <a16:creationId xmlns:a16="http://schemas.microsoft.com/office/drawing/2014/main" id="{A823F939-C239-E607-C826-B44763B5063A}"/>
                        </a:ext>
                      </a:extLst>
                    </p:cNvPr>
                    <p:cNvGrpSpPr/>
                    <p:nvPr/>
                  </p:nvGrpSpPr>
                  <p:grpSpPr>
                    <a:xfrm rot="17863439">
                      <a:off x="5205373" y="2491124"/>
                      <a:ext cx="307657" cy="378326"/>
                      <a:chOff x="5329993" y="1935807"/>
                      <a:chExt cx="307657" cy="378326"/>
                    </a:xfrm>
                    <a:grpFill/>
                  </p:grpSpPr>
                  <p:sp>
                    <p:nvSpPr>
                      <p:cNvPr id="516" name="모서리가 둥근 직사각형 1738">
                        <a:extLst>
                          <a:ext uri="{FF2B5EF4-FFF2-40B4-BE49-F238E27FC236}">
                            <a16:creationId xmlns:a16="http://schemas.microsoft.com/office/drawing/2014/main" id="{BB9FCD2A-D2A2-C6B9-18FC-543351BCDBB1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498380" y="1962001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17" name="모서리가 둥근 직사각형 1739">
                        <a:extLst>
                          <a:ext uri="{FF2B5EF4-FFF2-40B4-BE49-F238E27FC236}">
                            <a16:creationId xmlns:a16="http://schemas.microsoft.com/office/drawing/2014/main" id="{3B5DBFFD-7786-2F30-DB00-ED565D0BE66F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455518" y="1997720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18" name="모서리가 둥근 직사각형 1740">
                        <a:extLst>
                          <a:ext uri="{FF2B5EF4-FFF2-40B4-BE49-F238E27FC236}">
                            <a16:creationId xmlns:a16="http://schemas.microsoft.com/office/drawing/2014/main" id="{FBCABB42-98B6-76AA-D318-F0020F27BB68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412656" y="2038201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19" name="모서리가 둥근 직사각형 1741">
                        <a:extLst>
                          <a:ext uri="{FF2B5EF4-FFF2-40B4-BE49-F238E27FC236}">
                            <a16:creationId xmlns:a16="http://schemas.microsoft.com/office/drawing/2014/main" id="{AFD47DE4-752B-432C-DF6C-59802123AC14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369794" y="2073920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20" name="모서리가 둥근 직사각형 1742">
                        <a:extLst>
                          <a:ext uri="{FF2B5EF4-FFF2-40B4-BE49-F238E27FC236}">
                            <a16:creationId xmlns:a16="http://schemas.microsoft.com/office/drawing/2014/main" id="{6B74FDBA-E1FF-D063-9EB7-F5FD081B6925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541242" y="1935807"/>
                        <a:ext cx="45719" cy="24021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21" name="모서리가 둥근 직사각형 1743">
                        <a:extLst>
                          <a:ext uri="{FF2B5EF4-FFF2-40B4-BE49-F238E27FC236}">
                            <a16:creationId xmlns:a16="http://schemas.microsoft.com/office/drawing/2014/main" id="{ACF1B848-7D3C-EDDB-AE18-C45F0D65B120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329993" y="2158460"/>
                        <a:ext cx="45719" cy="144000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522" name="모서리가 둥근 직사각형 1744">
                        <a:extLst>
                          <a:ext uri="{FF2B5EF4-FFF2-40B4-BE49-F238E27FC236}">
                            <a16:creationId xmlns:a16="http://schemas.microsoft.com/office/drawing/2014/main" id="{6BB61B66-04A0-BF10-F11E-019BE2EA55C5}"/>
                          </a:ext>
                        </a:extLst>
                      </p:cNvPr>
                      <p:cNvSpPr/>
                      <p:nvPr/>
                    </p:nvSpPr>
                    <p:spPr>
                      <a:xfrm rot="-2340000">
                        <a:off x="5591931" y="1956054"/>
                        <a:ext cx="45719" cy="144000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pFill/>
                      <a:ln w="6350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</p:grpSp>
                <p:sp>
                  <p:nvSpPr>
                    <p:cNvPr id="504" name="타원 503">
                      <a:extLst>
                        <a:ext uri="{FF2B5EF4-FFF2-40B4-BE49-F238E27FC236}">
                          <a16:creationId xmlns:a16="http://schemas.microsoft.com/office/drawing/2014/main" id="{BD63AC30-A24F-818A-F387-84463CCA8A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5775" y="2442685"/>
                      <a:ext cx="268220" cy="268220"/>
                    </a:xfrm>
                    <a:prstGeom prst="ellipse">
                      <a:avLst/>
                    </a:pr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505" name="타원 504">
                      <a:extLst>
                        <a:ext uri="{FF2B5EF4-FFF2-40B4-BE49-F238E27FC236}">
                          <a16:creationId xmlns:a16="http://schemas.microsoft.com/office/drawing/2014/main" id="{3AB9B520-FBDF-159C-7C06-22F829DB81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93864" y="2033747"/>
                      <a:ext cx="1113083" cy="1113083"/>
                    </a:xfrm>
                    <a:prstGeom prst="ellipse">
                      <a:avLst/>
                    </a:prstGeom>
                    <a:grpFill/>
                    <a:ln w="190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506" name="타원 505">
                      <a:extLst>
                        <a:ext uri="{FF2B5EF4-FFF2-40B4-BE49-F238E27FC236}">
                          <a16:creationId xmlns:a16="http://schemas.microsoft.com/office/drawing/2014/main" id="{B6769EC7-AF53-C61B-96F2-562E9DD73F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52043" y="2167787"/>
                      <a:ext cx="828226" cy="828226"/>
                    </a:xfrm>
                    <a:prstGeom prst="ellipse">
                      <a:avLst/>
                    </a:prstGeom>
                    <a:grpFill/>
                    <a:ln w="190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cxnSp>
                  <p:nvCxnSpPr>
                    <p:cNvPr id="507" name="직선 연결선 506">
                      <a:extLst>
                        <a:ext uri="{FF2B5EF4-FFF2-40B4-BE49-F238E27FC236}">
                          <a16:creationId xmlns:a16="http://schemas.microsoft.com/office/drawing/2014/main" id="{76F1356E-2FC7-1A38-8985-14492A4B66A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701903" y="2989663"/>
                      <a:ext cx="153617" cy="0"/>
                    </a:xfrm>
                    <a:prstGeom prst="line">
                      <a:avLst/>
                    </a:prstGeom>
                    <a:grpFill/>
                    <a:ln w="1270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508" name="직선 연결선 507">
                      <a:extLst>
                        <a:ext uri="{FF2B5EF4-FFF2-40B4-BE49-F238E27FC236}">
                          <a16:creationId xmlns:a16="http://schemas.microsoft.com/office/drawing/2014/main" id="{3546C42C-826A-6EB7-F905-C98AF1A21DD3}"/>
                        </a:ext>
                      </a:extLst>
                    </p:cNvPr>
                    <p:cNvCxnSpPr>
                      <a:stCxn id="506" idx="3"/>
                    </p:cNvCxnSpPr>
                    <p:nvPr/>
                  </p:nvCxnSpPr>
                  <p:spPr>
                    <a:xfrm>
                      <a:off x="5473334" y="2874722"/>
                      <a:ext cx="121016" cy="81503"/>
                    </a:xfrm>
                    <a:prstGeom prst="line">
                      <a:avLst/>
                    </a:prstGeom>
                    <a:grpFill/>
                    <a:ln w="1270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509" name="직선 연결선 508">
                      <a:extLst>
                        <a:ext uri="{FF2B5EF4-FFF2-40B4-BE49-F238E27FC236}">
                          <a16:creationId xmlns:a16="http://schemas.microsoft.com/office/drawing/2014/main" id="{C7412D83-26C3-62BC-693C-D8B3041F696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352043" y="2644841"/>
                      <a:ext cx="48971" cy="122979"/>
                    </a:xfrm>
                    <a:prstGeom prst="line">
                      <a:avLst/>
                    </a:prstGeom>
                    <a:grpFill/>
                    <a:ln w="1270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510" name="직선 연결선 509">
                      <a:extLst>
                        <a:ext uri="{FF2B5EF4-FFF2-40B4-BE49-F238E27FC236}">
                          <a16:creationId xmlns:a16="http://schemas.microsoft.com/office/drawing/2014/main" id="{5AA69CC1-D619-ED50-7F16-4CEA47CFE600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5342011" y="2390768"/>
                      <a:ext cx="67296" cy="161477"/>
                    </a:xfrm>
                    <a:prstGeom prst="line">
                      <a:avLst/>
                    </a:prstGeom>
                    <a:grpFill/>
                    <a:ln w="1270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511" name="직선 연결선 510">
                      <a:extLst>
                        <a:ext uri="{FF2B5EF4-FFF2-40B4-BE49-F238E27FC236}">
                          <a16:creationId xmlns:a16="http://schemas.microsoft.com/office/drawing/2014/main" id="{9EBF0D3C-9E42-2270-6BDD-E6673C044671}"/>
                        </a:ext>
                      </a:extLst>
                    </p:cNvPr>
                    <p:cNvCxnSpPr>
                      <a:endCxn id="506" idx="1"/>
                    </p:cNvCxnSpPr>
                    <p:nvPr/>
                  </p:nvCxnSpPr>
                  <p:spPr>
                    <a:xfrm flipH="1">
                      <a:off x="5473334" y="2192493"/>
                      <a:ext cx="135217" cy="96585"/>
                    </a:xfrm>
                    <a:prstGeom prst="line">
                      <a:avLst/>
                    </a:prstGeom>
                    <a:grpFill/>
                    <a:ln w="1270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512" name="직선 연결선 511">
                      <a:extLst>
                        <a:ext uri="{FF2B5EF4-FFF2-40B4-BE49-F238E27FC236}">
                          <a16:creationId xmlns:a16="http://schemas.microsoft.com/office/drawing/2014/main" id="{1C6FDEDE-A271-2AB2-9EC0-52DB20AA9B49}"/>
                        </a:ext>
                      </a:extLst>
                    </p:cNvPr>
                    <p:cNvCxnSpPr>
                      <a:endCxn id="506" idx="0"/>
                    </p:cNvCxnSpPr>
                    <p:nvPr/>
                  </p:nvCxnSpPr>
                  <p:spPr>
                    <a:xfrm flipH="1" flipV="1">
                      <a:off x="5766156" y="2167787"/>
                      <a:ext cx="167919" cy="35963"/>
                    </a:xfrm>
                    <a:prstGeom prst="line">
                      <a:avLst/>
                    </a:prstGeom>
                    <a:grpFill/>
                    <a:ln w="1270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513" name="직선 연결선 512">
                      <a:extLst>
                        <a:ext uri="{FF2B5EF4-FFF2-40B4-BE49-F238E27FC236}">
                          <a16:creationId xmlns:a16="http://schemas.microsoft.com/office/drawing/2014/main" id="{47A661ED-7768-B676-00E1-979495A5B68E}"/>
                        </a:ext>
                      </a:extLst>
                    </p:cNvPr>
                    <p:cNvCxnSpPr>
                      <a:endCxn id="506" idx="7"/>
                    </p:cNvCxnSpPr>
                    <p:nvPr/>
                  </p:nvCxnSpPr>
                  <p:spPr>
                    <a:xfrm flipH="1" flipV="1">
                      <a:off x="6058978" y="2289078"/>
                      <a:ext cx="89410" cy="119460"/>
                    </a:xfrm>
                    <a:prstGeom prst="line">
                      <a:avLst/>
                    </a:prstGeom>
                    <a:grpFill/>
                    <a:ln w="1270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514" name="직선 연결선 513">
                      <a:extLst>
                        <a:ext uri="{FF2B5EF4-FFF2-40B4-BE49-F238E27FC236}">
                          <a16:creationId xmlns:a16="http://schemas.microsoft.com/office/drawing/2014/main" id="{24DD6992-A1D6-D8BC-9169-B9CC7BAB36BD}"/>
                        </a:ext>
                      </a:extLst>
                    </p:cNvPr>
                    <p:cNvCxnSpPr>
                      <a:endCxn id="506" idx="6"/>
                    </p:cNvCxnSpPr>
                    <p:nvPr/>
                  </p:nvCxnSpPr>
                  <p:spPr>
                    <a:xfrm flipV="1">
                      <a:off x="6157518" y="2581900"/>
                      <a:ext cx="22751" cy="144187"/>
                    </a:xfrm>
                    <a:prstGeom prst="line">
                      <a:avLst/>
                    </a:prstGeom>
                    <a:grpFill/>
                    <a:ln w="1270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515" name="직선 연결선 514">
                      <a:extLst>
                        <a:ext uri="{FF2B5EF4-FFF2-40B4-BE49-F238E27FC236}">
                          <a16:creationId xmlns:a16="http://schemas.microsoft.com/office/drawing/2014/main" id="{79B7E1C8-B8FA-D145-D3CB-185E84BD9F2A}"/>
                        </a:ext>
                      </a:extLst>
                    </p:cNvPr>
                    <p:cNvCxnSpPr>
                      <a:stCxn id="546" idx="3"/>
                    </p:cNvCxnSpPr>
                    <p:nvPr/>
                  </p:nvCxnSpPr>
                  <p:spPr>
                    <a:xfrm flipV="1">
                      <a:off x="6034329" y="2801747"/>
                      <a:ext cx="73180" cy="112036"/>
                    </a:xfrm>
                    <a:prstGeom prst="line">
                      <a:avLst/>
                    </a:prstGeom>
                    <a:grpFill/>
                    <a:ln w="1270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  <p:cxnSp>
                <p:nvCxnSpPr>
                  <p:cNvPr id="486" name="직선 연결선 485">
                    <a:extLst>
                      <a:ext uri="{FF2B5EF4-FFF2-40B4-BE49-F238E27FC236}">
                        <a16:creationId xmlns:a16="http://schemas.microsoft.com/office/drawing/2014/main" id="{63037E91-5E80-931C-5B06-106AA7AFF390}"/>
                      </a:ext>
                    </a:extLst>
                  </p:cNvPr>
                  <p:cNvCxnSpPr>
                    <a:stCxn id="487" idx="0"/>
                    <a:endCxn id="505" idx="5"/>
                  </p:cNvCxnSpPr>
                  <p:nvPr/>
                </p:nvCxnSpPr>
                <p:spPr>
                  <a:xfrm flipH="1">
                    <a:off x="1455724" y="895352"/>
                    <a:ext cx="224806" cy="601"/>
                  </a:xfrm>
                  <a:prstGeom prst="line">
                    <a:avLst/>
                  </a:prstGeom>
                  <a:grpFill/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87" name="타원 486">
                    <a:extLst>
                      <a:ext uri="{FF2B5EF4-FFF2-40B4-BE49-F238E27FC236}">
                        <a16:creationId xmlns:a16="http://schemas.microsoft.com/office/drawing/2014/main" id="{7C7D4325-6535-A398-61DB-666FC5FAFE2A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1642968" y="830084"/>
                    <a:ext cx="75125" cy="65268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sp>
                <p:nvSpPr>
                  <p:cNvPr id="488" name="타원 487">
                    <a:extLst>
                      <a:ext uri="{FF2B5EF4-FFF2-40B4-BE49-F238E27FC236}">
                        <a16:creationId xmlns:a16="http://schemas.microsoft.com/office/drawing/2014/main" id="{EF028B56-2526-CF75-84B2-92E8CA43D211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1832427" y="830367"/>
                    <a:ext cx="75125" cy="65268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cxnSp>
                <p:nvCxnSpPr>
                  <p:cNvPr id="489" name="직선 연결선 488">
                    <a:extLst>
                      <a:ext uri="{FF2B5EF4-FFF2-40B4-BE49-F238E27FC236}">
                        <a16:creationId xmlns:a16="http://schemas.microsoft.com/office/drawing/2014/main" id="{29EA4DFF-01B9-AEA0-C66B-BEA7BA6B9A52}"/>
                      </a:ext>
                    </a:extLst>
                  </p:cNvPr>
                  <p:cNvCxnSpPr>
                    <a:stCxn id="490" idx="4"/>
                    <a:endCxn id="491" idx="0"/>
                  </p:cNvCxnSpPr>
                  <p:nvPr/>
                </p:nvCxnSpPr>
                <p:spPr>
                  <a:xfrm flipH="1" flipV="1">
                    <a:off x="1841954" y="719479"/>
                    <a:ext cx="119380" cy="4582"/>
                  </a:xfrm>
                  <a:prstGeom prst="line">
                    <a:avLst/>
                  </a:prstGeom>
                  <a:grpFill/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90" name="타원 489">
                    <a:extLst>
                      <a:ext uri="{FF2B5EF4-FFF2-40B4-BE49-F238E27FC236}">
                        <a16:creationId xmlns:a16="http://schemas.microsoft.com/office/drawing/2014/main" id="{CF47AE5B-85BB-7BDF-A615-DAC2A6AAEF3E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1923772" y="724061"/>
                    <a:ext cx="75125" cy="65268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sp>
                <p:nvSpPr>
                  <p:cNvPr id="491" name="타원 490">
                    <a:extLst>
                      <a:ext uri="{FF2B5EF4-FFF2-40B4-BE49-F238E27FC236}">
                        <a16:creationId xmlns:a16="http://schemas.microsoft.com/office/drawing/2014/main" id="{59143D2E-A7D5-E0BA-F065-76A1BD242FDC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1804392" y="654211"/>
                    <a:ext cx="75125" cy="65268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cxnSp>
                <p:nvCxnSpPr>
                  <p:cNvPr id="492" name="직선 연결선 491">
                    <a:extLst>
                      <a:ext uri="{FF2B5EF4-FFF2-40B4-BE49-F238E27FC236}">
                        <a16:creationId xmlns:a16="http://schemas.microsoft.com/office/drawing/2014/main" id="{3E91FCC2-29D3-82D5-99F5-21416C519284}"/>
                      </a:ext>
                    </a:extLst>
                  </p:cNvPr>
                  <p:cNvCxnSpPr>
                    <a:stCxn id="488" idx="0"/>
                    <a:endCxn id="487" idx="0"/>
                  </p:cNvCxnSpPr>
                  <p:nvPr/>
                </p:nvCxnSpPr>
                <p:spPr>
                  <a:xfrm flipH="1" flipV="1">
                    <a:off x="1680530" y="895352"/>
                    <a:ext cx="189459" cy="283"/>
                  </a:xfrm>
                  <a:prstGeom prst="line">
                    <a:avLst/>
                  </a:prstGeom>
                  <a:grpFill/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3" name="직선 연결선 492">
                    <a:extLst>
                      <a:ext uri="{FF2B5EF4-FFF2-40B4-BE49-F238E27FC236}">
                        <a16:creationId xmlns:a16="http://schemas.microsoft.com/office/drawing/2014/main" id="{5BAD974D-7D77-00E7-11FD-05F6D4FB603D}"/>
                      </a:ext>
                    </a:extLst>
                  </p:cNvPr>
                  <p:cNvCxnSpPr>
                    <a:stCxn id="490" idx="1"/>
                    <a:endCxn id="488" idx="2"/>
                  </p:cNvCxnSpPr>
                  <p:nvPr/>
                </p:nvCxnSpPr>
                <p:spPr>
                  <a:xfrm flipH="1">
                    <a:off x="1907552" y="779771"/>
                    <a:ext cx="80343" cy="83230"/>
                  </a:xfrm>
                  <a:prstGeom prst="line">
                    <a:avLst/>
                  </a:prstGeom>
                  <a:grpFill/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4" name="직선 연결선 493">
                    <a:extLst>
                      <a:ext uri="{FF2B5EF4-FFF2-40B4-BE49-F238E27FC236}">
                        <a16:creationId xmlns:a16="http://schemas.microsoft.com/office/drawing/2014/main" id="{DD65222F-B3E7-5A6A-825F-B9FF685CE913}"/>
                      </a:ext>
                    </a:extLst>
                  </p:cNvPr>
                  <p:cNvCxnSpPr>
                    <a:stCxn id="495" idx="4"/>
                    <a:endCxn id="491" idx="4"/>
                  </p:cNvCxnSpPr>
                  <p:nvPr/>
                </p:nvCxnSpPr>
                <p:spPr>
                  <a:xfrm flipH="1" flipV="1">
                    <a:off x="1841954" y="654211"/>
                    <a:ext cx="222656" cy="1061"/>
                  </a:xfrm>
                  <a:prstGeom prst="line">
                    <a:avLst/>
                  </a:prstGeom>
                  <a:grpFill/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95" name="타원 494">
                    <a:extLst>
                      <a:ext uri="{FF2B5EF4-FFF2-40B4-BE49-F238E27FC236}">
                        <a16:creationId xmlns:a16="http://schemas.microsoft.com/office/drawing/2014/main" id="{DA5FB567-518D-D0FD-D8AB-A8EF9450C706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2027048" y="655272"/>
                    <a:ext cx="75125" cy="65268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sp>
                <p:nvSpPr>
                  <p:cNvPr id="496" name="직사각형 495">
                    <a:extLst>
                      <a:ext uri="{FF2B5EF4-FFF2-40B4-BE49-F238E27FC236}">
                        <a16:creationId xmlns:a16="http://schemas.microsoft.com/office/drawing/2014/main" id="{750A69DD-71FF-D1A0-D571-39010CCD3D81}"/>
                      </a:ext>
                    </a:extLst>
                  </p:cNvPr>
                  <p:cNvSpPr/>
                  <p:nvPr/>
                </p:nvSpPr>
                <p:spPr>
                  <a:xfrm>
                    <a:off x="1827242" y="608727"/>
                    <a:ext cx="26140" cy="85090"/>
                  </a:xfrm>
                  <a:prstGeom prst="rect">
                    <a:avLst/>
                  </a:prstGeom>
                  <a:grpFill/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219" name="타원 218">
                  <a:extLst>
                    <a:ext uri="{FF2B5EF4-FFF2-40B4-BE49-F238E27FC236}">
                      <a16:creationId xmlns:a16="http://schemas.microsoft.com/office/drawing/2014/main" id="{3256999E-3D53-C2A4-1523-CD7E5C0EFDAC}"/>
                    </a:ext>
                  </a:extLst>
                </p:cNvPr>
                <p:cNvSpPr/>
                <p:nvPr/>
              </p:nvSpPr>
              <p:spPr bwMode="auto">
                <a:xfrm rot="10800000">
                  <a:off x="2371024" y="2533625"/>
                  <a:ext cx="75125" cy="65268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sp>
              <p:nvSpPr>
                <p:cNvPr id="220" name="타원 219">
                  <a:extLst>
                    <a:ext uri="{FF2B5EF4-FFF2-40B4-BE49-F238E27FC236}">
                      <a16:creationId xmlns:a16="http://schemas.microsoft.com/office/drawing/2014/main" id="{152FE346-45A1-F193-A8DD-F2B0C7213596}"/>
                    </a:ext>
                  </a:extLst>
                </p:cNvPr>
                <p:cNvSpPr/>
                <p:nvPr/>
              </p:nvSpPr>
              <p:spPr bwMode="auto">
                <a:xfrm rot="10800000">
                  <a:off x="2614504" y="2542433"/>
                  <a:ext cx="75125" cy="65268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cxnSp>
              <p:nvCxnSpPr>
                <p:cNvPr id="221" name="직선 연결선 220">
                  <a:extLst>
                    <a:ext uri="{FF2B5EF4-FFF2-40B4-BE49-F238E27FC236}">
                      <a16:creationId xmlns:a16="http://schemas.microsoft.com/office/drawing/2014/main" id="{7DCDB8CF-2B90-2215-8CF6-B8449C385FB7}"/>
                    </a:ext>
                  </a:extLst>
                </p:cNvPr>
                <p:cNvCxnSpPr>
                  <a:stCxn id="219" idx="6"/>
                  <a:endCxn id="495" idx="3"/>
                </p:cNvCxnSpPr>
                <p:nvPr/>
              </p:nvCxnSpPr>
              <p:spPr>
                <a:xfrm flipH="1" flipV="1">
                  <a:off x="2192759" y="2470590"/>
                  <a:ext cx="178265" cy="95669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직선 연결선 221">
                  <a:extLst>
                    <a:ext uri="{FF2B5EF4-FFF2-40B4-BE49-F238E27FC236}">
                      <a16:creationId xmlns:a16="http://schemas.microsoft.com/office/drawing/2014/main" id="{5EB8A3CF-9298-1F18-4DB1-8329780C6ED3}"/>
                    </a:ext>
                  </a:extLst>
                </p:cNvPr>
                <p:cNvCxnSpPr>
                  <a:stCxn id="220" idx="4"/>
                  <a:endCxn id="219" idx="0"/>
                </p:cNvCxnSpPr>
                <p:nvPr/>
              </p:nvCxnSpPr>
              <p:spPr>
                <a:xfrm flipH="1">
                  <a:off x="2408586" y="2542433"/>
                  <a:ext cx="243480" cy="56460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직선 연결선 222">
                  <a:extLst>
                    <a:ext uri="{FF2B5EF4-FFF2-40B4-BE49-F238E27FC236}">
                      <a16:creationId xmlns:a16="http://schemas.microsoft.com/office/drawing/2014/main" id="{F0ECB02D-2DBC-AD15-5F0C-4C08B512D516}"/>
                    </a:ext>
                  </a:extLst>
                </p:cNvPr>
                <p:cNvCxnSpPr>
                  <a:stCxn id="187" idx="7"/>
                  <a:endCxn id="220" idx="3"/>
                </p:cNvCxnSpPr>
                <p:nvPr/>
              </p:nvCxnSpPr>
              <p:spPr>
                <a:xfrm flipH="1" flipV="1">
                  <a:off x="2678627" y="2551991"/>
                  <a:ext cx="178632" cy="78787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24" name="그룹 223">
                  <a:extLst>
                    <a:ext uri="{FF2B5EF4-FFF2-40B4-BE49-F238E27FC236}">
                      <a16:creationId xmlns:a16="http://schemas.microsoft.com/office/drawing/2014/main" id="{89EA10EB-F60E-98CF-4F37-127A89ACDF07}"/>
                    </a:ext>
                  </a:extLst>
                </p:cNvPr>
                <p:cNvGrpSpPr/>
                <p:nvPr/>
              </p:nvGrpSpPr>
              <p:grpSpPr>
                <a:xfrm>
                  <a:off x="1759803" y="2060531"/>
                  <a:ext cx="305673" cy="272584"/>
                  <a:chOff x="3467120" y="715556"/>
                  <a:chExt cx="291002" cy="291002"/>
                </a:xfrm>
                <a:grpFill/>
              </p:grpSpPr>
              <p:sp>
                <p:nvSpPr>
                  <p:cNvPr id="483" name="타원 482">
                    <a:extLst>
                      <a:ext uri="{FF2B5EF4-FFF2-40B4-BE49-F238E27FC236}">
                        <a16:creationId xmlns:a16="http://schemas.microsoft.com/office/drawing/2014/main" id="{00BB87F7-F0E8-BDCF-F92A-3D52F873CBC1}"/>
                      </a:ext>
                    </a:extLst>
                  </p:cNvPr>
                  <p:cNvSpPr/>
                  <p:nvPr/>
                </p:nvSpPr>
                <p:spPr>
                  <a:xfrm>
                    <a:off x="3467120" y="715556"/>
                    <a:ext cx="291002" cy="291002"/>
                  </a:xfrm>
                  <a:prstGeom prst="ellipse">
                    <a:avLst/>
                  </a:prstGeom>
                  <a:grpFill/>
                  <a:ln w="1270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484" name="타원 483">
                    <a:extLst>
                      <a:ext uri="{FF2B5EF4-FFF2-40B4-BE49-F238E27FC236}">
                        <a16:creationId xmlns:a16="http://schemas.microsoft.com/office/drawing/2014/main" id="{97394034-4FA2-1312-A763-3DC6069FAA15}"/>
                      </a:ext>
                    </a:extLst>
                  </p:cNvPr>
                  <p:cNvSpPr/>
                  <p:nvPr/>
                </p:nvSpPr>
                <p:spPr>
                  <a:xfrm>
                    <a:off x="3543962" y="792398"/>
                    <a:ext cx="137318" cy="137318"/>
                  </a:xfrm>
                  <a:prstGeom prst="ellipse">
                    <a:avLst/>
                  </a:prstGeom>
                  <a:grpFill/>
                  <a:ln w="1270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cxnSp>
              <p:nvCxnSpPr>
                <p:cNvPr id="225" name="직선 연결선 224">
                  <a:extLst>
                    <a:ext uri="{FF2B5EF4-FFF2-40B4-BE49-F238E27FC236}">
                      <a16:creationId xmlns:a16="http://schemas.microsoft.com/office/drawing/2014/main" id="{3AE86A13-E357-63C2-474E-AE48F9E80E2E}"/>
                    </a:ext>
                  </a:extLst>
                </p:cNvPr>
                <p:cNvCxnSpPr>
                  <a:stCxn id="226" idx="0"/>
                </p:cNvCxnSpPr>
                <p:nvPr/>
              </p:nvCxnSpPr>
              <p:spPr>
                <a:xfrm flipH="1" flipV="1">
                  <a:off x="2024072" y="2104055"/>
                  <a:ext cx="224806" cy="196836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6" name="타원 225">
                  <a:extLst>
                    <a:ext uri="{FF2B5EF4-FFF2-40B4-BE49-F238E27FC236}">
                      <a16:creationId xmlns:a16="http://schemas.microsoft.com/office/drawing/2014/main" id="{7738F2DD-2382-2BF4-113C-D190B3B27192}"/>
                    </a:ext>
                  </a:extLst>
                </p:cNvPr>
                <p:cNvSpPr/>
                <p:nvPr/>
              </p:nvSpPr>
              <p:spPr bwMode="auto">
                <a:xfrm rot="10800000">
                  <a:off x="2211316" y="2235623"/>
                  <a:ext cx="75125" cy="65268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sp>
              <p:nvSpPr>
                <p:cNvPr id="227" name="타원 226">
                  <a:extLst>
                    <a:ext uri="{FF2B5EF4-FFF2-40B4-BE49-F238E27FC236}">
                      <a16:creationId xmlns:a16="http://schemas.microsoft.com/office/drawing/2014/main" id="{790584C5-1455-8A41-1ABC-853E51829C4F}"/>
                    </a:ext>
                  </a:extLst>
                </p:cNvPr>
                <p:cNvSpPr/>
                <p:nvPr/>
              </p:nvSpPr>
              <p:spPr bwMode="auto">
                <a:xfrm rot="10800000">
                  <a:off x="2400775" y="2235906"/>
                  <a:ext cx="75125" cy="65268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cxnSp>
              <p:nvCxnSpPr>
                <p:cNvPr id="228" name="직선 연결선 227">
                  <a:extLst>
                    <a:ext uri="{FF2B5EF4-FFF2-40B4-BE49-F238E27FC236}">
                      <a16:creationId xmlns:a16="http://schemas.microsoft.com/office/drawing/2014/main" id="{CAD5FF10-C0B5-F4C2-1A4D-01203974BB94}"/>
                    </a:ext>
                  </a:extLst>
                </p:cNvPr>
                <p:cNvCxnSpPr>
                  <a:stCxn id="229" idx="4"/>
                  <a:endCxn id="230" idx="0"/>
                </p:cNvCxnSpPr>
                <p:nvPr/>
              </p:nvCxnSpPr>
              <p:spPr>
                <a:xfrm flipH="1" flipV="1">
                  <a:off x="2410302" y="2125018"/>
                  <a:ext cx="119380" cy="4582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9" name="타원 228">
                  <a:extLst>
                    <a:ext uri="{FF2B5EF4-FFF2-40B4-BE49-F238E27FC236}">
                      <a16:creationId xmlns:a16="http://schemas.microsoft.com/office/drawing/2014/main" id="{A032DD1A-101E-8FD2-591C-146D87C07F35}"/>
                    </a:ext>
                  </a:extLst>
                </p:cNvPr>
                <p:cNvSpPr/>
                <p:nvPr/>
              </p:nvSpPr>
              <p:spPr bwMode="auto">
                <a:xfrm rot="10800000">
                  <a:off x="2492120" y="2129600"/>
                  <a:ext cx="75125" cy="65268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sp>
              <p:nvSpPr>
                <p:cNvPr id="230" name="타원 229">
                  <a:extLst>
                    <a:ext uri="{FF2B5EF4-FFF2-40B4-BE49-F238E27FC236}">
                      <a16:creationId xmlns:a16="http://schemas.microsoft.com/office/drawing/2014/main" id="{8E920D95-840D-70C2-6460-A7773F0AD383}"/>
                    </a:ext>
                  </a:extLst>
                </p:cNvPr>
                <p:cNvSpPr/>
                <p:nvPr/>
              </p:nvSpPr>
              <p:spPr bwMode="auto">
                <a:xfrm rot="10800000">
                  <a:off x="2372740" y="2059750"/>
                  <a:ext cx="75125" cy="65268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cxnSp>
              <p:nvCxnSpPr>
                <p:cNvPr id="231" name="직선 연결선 230">
                  <a:extLst>
                    <a:ext uri="{FF2B5EF4-FFF2-40B4-BE49-F238E27FC236}">
                      <a16:creationId xmlns:a16="http://schemas.microsoft.com/office/drawing/2014/main" id="{00C81F47-296B-1832-A5D1-4149FCE7F63D}"/>
                    </a:ext>
                  </a:extLst>
                </p:cNvPr>
                <p:cNvCxnSpPr>
                  <a:stCxn id="227" idx="0"/>
                  <a:endCxn id="226" idx="0"/>
                </p:cNvCxnSpPr>
                <p:nvPr/>
              </p:nvCxnSpPr>
              <p:spPr>
                <a:xfrm flipH="1" flipV="1">
                  <a:off x="2248878" y="2300891"/>
                  <a:ext cx="189459" cy="283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직선 연결선 231">
                  <a:extLst>
                    <a:ext uri="{FF2B5EF4-FFF2-40B4-BE49-F238E27FC236}">
                      <a16:creationId xmlns:a16="http://schemas.microsoft.com/office/drawing/2014/main" id="{FF6A5F29-C19C-4927-0414-5FBA3F1F96E4}"/>
                    </a:ext>
                  </a:extLst>
                </p:cNvPr>
                <p:cNvCxnSpPr>
                  <a:stCxn id="229" idx="1"/>
                  <a:endCxn id="227" idx="2"/>
                </p:cNvCxnSpPr>
                <p:nvPr/>
              </p:nvCxnSpPr>
              <p:spPr>
                <a:xfrm flipH="1">
                  <a:off x="2475900" y="2185310"/>
                  <a:ext cx="80343" cy="83230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직선 연결선 232">
                  <a:extLst>
                    <a:ext uri="{FF2B5EF4-FFF2-40B4-BE49-F238E27FC236}">
                      <a16:creationId xmlns:a16="http://schemas.microsoft.com/office/drawing/2014/main" id="{9E134160-1D26-8D1D-BEE6-BB700FE37D6E}"/>
                    </a:ext>
                  </a:extLst>
                </p:cNvPr>
                <p:cNvCxnSpPr>
                  <a:stCxn id="234" idx="4"/>
                  <a:endCxn id="230" idx="4"/>
                </p:cNvCxnSpPr>
                <p:nvPr/>
              </p:nvCxnSpPr>
              <p:spPr>
                <a:xfrm flipH="1" flipV="1">
                  <a:off x="2410302" y="2059750"/>
                  <a:ext cx="222656" cy="1061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4" name="타원 233">
                  <a:extLst>
                    <a:ext uri="{FF2B5EF4-FFF2-40B4-BE49-F238E27FC236}">
                      <a16:creationId xmlns:a16="http://schemas.microsoft.com/office/drawing/2014/main" id="{5178C881-FF15-3999-D224-F65244AD4CA2}"/>
                    </a:ext>
                  </a:extLst>
                </p:cNvPr>
                <p:cNvSpPr/>
                <p:nvPr/>
              </p:nvSpPr>
              <p:spPr bwMode="auto">
                <a:xfrm rot="10800000">
                  <a:off x="2595396" y="2060811"/>
                  <a:ext cx="75125" cy="65268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sp>
              <p:nvSpPr>
                <p:cNvPr id="235" name="직사각형 234">
                  <a:extLst>
                    <a:ext uri="{FF2B5EF4-FFF2-40B4-BE49-F238E27FC236}">
                      <a16:creationId xmlns:a16="http://schemas.microsoft.com/office/drawing/2014/main" id="{2F0460B7-C703-F996-1E0E-922F8A6A6264}"/>
                    </a:ext>
                  </a:extLst>
                </p:cNvPr>
                <p:cNvSpPr/>
                <p:nvPr/>
              </p:nvSpPr>
              <p:spPr>
                <a:xfrm>
                  <a:off x="2395590" y="2014266"/>
                  <a:ext cx="26140" cy="8509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236" name="그룹 235">
                  <a:extLst>
                    <a:ext uri="{FF2B5EF4-FFF2-40B4-BE49-F238E27FC236}">
                      <a16:creationId xmlns:a16="http://schemas.microsoft.com/office/drawing/2014/main" id="{F9659CDD-9AC7-3808-4B78-F5823F2E4283}"/>
                    </a:ext>
                  </a:extLst>
                </p:cNvPr>
                <p:cNvGrpSpPr/>
                <p:nvPr/>
              </p:nvGrpSpPr>
              <p:grpSpPr>
                <a:xfrm>
                  <a:off x="1759803" y="1312529"/>
                  <a:ext cx="305673" cy="272584"/>
                  <a:chOff x="3467120" y="715556"/>
                  <a:chExt cx="291002" cy="291002"/>
                </a:xfrm>
                <a:grpFill/>
              </p:grpSpPr>
              <p:sp>
                <p:nvSpPr>
                  <p:cNvPr id="481" name="타원 480">
                    <a:extLst>
                      <a:ext uri="{FF2B5EF4-FFF2-40B4-BE49-F238E27FC236}">
                        <a16:creationId xmlns:a16="http://schemas.microsoft.com/office/drawing/2014/main" id="{100F5761-6691-12E0-0DBA-E8F4F7704189}"/>
                      </a:ext>
                    </a:extLst>
                  </p:cNvPr>
                  <p:cNvSpPr/>
                  <p:nvPr/>
                </p:nvSpPr>
                <p:spPr>
                  <a:xfrm>
                    <a:off x="3467120" y="715556"/>
                    <a:ext cx="291002" cy="291002"/>
                  </a:xfrm>
                  <a:prstGeom prst="ellipse">
                    <a:avLst/>
                  </a:prstGeom>
                  <a:grpFill/>
                  <a:ln w="1270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482" name="타원 481">
                    <a:extLst>
                      <a:ext uri="{FF2B5EF4-FFF2-40B4-BE49-F238E27FC236}">
                        <a16:creationId xmlns:a16="http://schemas.microsoft.com/office/drawing/2014/main" id="{EEE04035-438E-0468-9808-07CC063A72C0}"/>
                      </a:ext>
                    </a:extLst>
                  </p:cNvPr>
                  <p:cNvSpPr/>
                  <p:nvPr/>
                </p:nvSpPr>
                <p:spPr>
                  <a:xfrm>
                    <a:off x="3543962" y="792398"/>
                    <a:ext cx="137318" cy="137318"/>
                  </a:xfrm>
                  <a:prstGeom prst="ellipse">
                    <a:avLst/>
                  </a:prstGeom>
                  <a:grpFill/>
                  <a:ln w="1270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cxnSp>
              <p:nvCxnSpPr>
                <p:cNvPr id="237" name="직선 연결선 236">
                  <a:extLst>
                    <a:ext uri="{FF2B5EF4-FFF2-40B4-BE49-F238E27FC236}">
                      <a16:creationId xmlns:a16="http://schemas.microsoft.com/office/drawing/2014/main" id="{62FA72E8-6198-2392-C3F3-EBCCDF66E788}"/>
                    </a:ext>
                  </a:extLst>
                </p:cNvPr>
                <p:cNvCxnSpPr>
                  <a:stCxn id="238" idx="0"/>
                </p:cNvCxnSpPr>
                <p:nvPr/>
              </p:nvCxnSpPr>
              <p:spPr>
                <a:xfrm flipH="1" flipV="1">
                  <a:off x="2024072" y="1356053"/>
                  <a:ext cx="224806" cy="196836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8" name="타원 237">
                  <a:extLst>
                    <a:ext uri="{FF2B5EF4-FFF2-40B4-BE49-F238E27FC236}">
                      <a16:creationId xmlns:a16="http://schemas.microsoft.com/office/drawing/2014/main" id="{16C490D1-7521-63BD-0E30-0B150073071D}"/>
                    </a:ext>
                  </a:extLst>
                </p:cNvPr>
                <p:cNvSpPr/>
                <p:nvPr/>
              </p:nvSpPr>
              <p:spPr bwMode="auto">
                <a:xfrm rot="10800000">
                  <a:off x="2211316" y="1487621"/>
                  <a:ext cx="75125" cy="65268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sp>
              <p:nvSpPr>
                <p:cNvPr id="239" name="타원 238">
                  <a:extLst>
                    <a:ext uri="{FF2B5EF4-FFF2-40B4-BE49-F238E27FC236}">
                      <a16:creationId xmlns:a16="http://schemas.microsoft.com/office/drawing/2014/main" id="{120AEA32-0BDF-1E6C-1E55-EC2A738F3F79}"/>
                    </a:ext>
                  </a:extLst>
                </p:cNvPr>
                <p:cNvSpPr/>
                <p:nvPr/>
              </p:nvSpPr>
              <p:spPr bwMode="auto">
                <a:xfrm rot="10800000">
                  <a:off x="2400775" y="1487904"/>
                  <a:ext cx="75125" cy="65268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cxnSp>
              <p:nvCxnSpPr>
                <p:cNvPr id="240" name="직선 연결선 239">
                  <a:extLst>
                    <a:ext uri="{FF2B5EF4-FFF2-40B4-BE49-F238E27FC236}">
                      <a16:creationId xmlns:a16="http://schemas.microsoft.com/office/drawing/2014/main" id="{54D93269-36BD-A47C-B354-402023EB70B1}"/>
                    </a:ext>
                  </a:extLst>
                </p:cNvPr>
                <p:cNvCxnSpPr>
                  <a:stCxn id="241" idx="4"/>
                  <a:endCxn id="242" idx="0"/>
                </p:cNvCxnSpPr>
                <p:nvPr/>
              </p:nvCxnSpPr>
              <p:spPr>
                <a:xfrm flipH="1" flipV="1">
                  <a:off x="2410302" y="1377016"/>
                  <a:ext cx="119380" cy="4582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1" name="타원 240">
                  <a:extLst>
                    <a:ext uri="{FF2B5EF4-FFF2-40B4-BE49-F238E27FC236}">
                      <a16:creationId xmlns:a16="http://schemas.microsoft.com/office/drawing/2014/main" id="{5B227A44-61B8-F18B-AA34-2593429B496D}"/>
                    </a:ext>
                  </a:extLst>
                </p:cNvPr>
                <p:cNvSpPr/>
                <p:nvPr/>
              </p:nvSpPr>
              <p:spPr bwMode="auto">
                <a:xfrm rot="10800000">
                  <a:off x="2492120" y="1381598"/>
                  <a:ext cx="75125" cy="65268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sp>
              <p:nvSpPr>
                <p:cNvPr id="242" name="타원 241">
                  <a:extLst>
                    <a:ext uri="{FF2B5EF4-FFF2-40B4-BE49-F238E27FC236}">
                      <a16:creationId xmlns:a16="http://schemas.microsoft.com/office/drawing/2014/main" id="{F3192801-CDEB-3FA4-677B-0A18D90BA235}"/>
                    </a:ext>
                  </a:extLst>
                </p:cNvPr>
                <p:cNvSpPr/>
                <p:nvPr/>
              </p:nvSpPr>
              <p:spPr bwMode="auto">
                <a:xfrm rot="10800000">
                  <a:off x="2372740" y="1311748"/>
                  <a:ext cx="75125" cy="65268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cxnSp>
              <p:nvCxnSpPr>
                <p:cNvPr id="243" name="직선 연결선 242">
                  <a:extLst>
                    <a:ext uri="{FF2B5EF4-FFF2-40B4-BE49-F238E27FC236}">
                      <a16:creationId xmlns:a16="http://schemas.microsoft.com/office/drawing/2014/main" id="{B5973E8A-AEA2-E5C9-AF77-02D66B601567}"/>
                    </a:ext>
                  </a:extLst>
                </p:cNvPr>
                <p:cNvCxnSpPr>
                  <a:stCxn id="239" idx="0"/>
                  <a:endCxn id="238" idx="0"/>
                </p:cNvCxnSpPr>
                <p:nvPr/>
              </p:nvCxnSpPr>
              <p:spPr>
                <a:xfrm flipH="1" flipV="1">
                  <a:off x="2248878" y="1552889"/>
                  <a:ext cx="189459" cy="283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4" name="직선 연결선 243">
                  <a:extLst>
                    <a:ext uri="{FF2B5EF4-FFF2-40B4-BE49-F238E27FC236}">
                      <a16:creationId xmlns:a16="http://schemas.microsoft.com/office/drawing/2014/main" id="{5B17E147-E25D-DC4A-54E8-C1374EFBD997}"/>
                    </a:ext>
                  </a:extLst>
                </p:cNvPr>
                <p:cNvCxnSpPr>
                  <a:stCxn id="241" idx="1"/>
                  <a:endCxn id="239" idx="2"/>
                </p:cNvCxnSpPr>
                <p:nvPr/>
              </p:nvCxnSpPr>
              <p:spPr>
                <a:xfrm flipH="1">
                  <a:off x="2475900" y="1437308"/>
                  <a:ext cx="80343" cy="83230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직선 연결선 244">
                  <a:extLst>
                    <a:ext uri="{FF2B5EF4-FFF2-40B4-BE49-F238E27FC236}">
                      <a16:creationId xmlns:a16="http://schemas.microsoft.com/office/drawing/2014/main" id="{69636999-C3C8-2EE5-51D4-9FA74A6B6481}"/>
                    </a:ext>
                  </a:extLst>
                </p:cNvPr>
                <p:cNvCxnSpPr>
                  <a:stCxn id="246" idx="4"/>
                  <a:endCxn id="242" idx="4"/>
                </p:cNvCxnSpPr>
                <p:nvPr/>
              </p:nvCxnSpPr>
              <p:spPr>
                <a:xfrm flipH="1" flipV="1">
                  <a:off x="2410302" y="1311748"/>
                  <a:ext cx="222656" cy="1061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6" name="타원 245">
                  <a:extLst>
                    <a:ext uri="{FF2B5EF4-FFF2-40B4-BE49-F238E27FC236}">
                      <a16:creationId xmlns:a16="http://schemas.microsoft.com/office/drawing/2014/main" id="{FF7B6E88-F0FB-61DD-85E5-1D560594AF13}"/>
                    </a:ext>
                  </a:extLst>
                </p:cNvPr>
                <p:cNvSpPr/>
                <p:nvPr/>
              </p:nvSpPr>
              <p:spPr bwMode="auto">
                <a:xfrm rot="10800000">
                  <a:off x="2595396" y="1312809"/>
                  <a:ext cx="75125" cy="65268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sp>
              <p:nvSpPr>
                <p:cNvPr id="247" name="직사각형 246">
                  <a:extLst>
                    <a:ext uri="{FF2B5EF4-FFF2-40B4-BE49-F238E27FC236}">
                      <a16:creationId xmlns:a16="http://schemas.microsoft.com/office/drawing/2014/main" id="{955B7E4F-2F5E-0FED-1356-1CB5878F5AD3}"/>
                    </a:ext>
                  </a:extLst>
                </p:cNvPr>
                <p:cNvSpPr/>
                <p:nvPr/>
              </p:nvSpPr>
              <p:spPr>
                <a:xfrm>
                  <a:off x="2395590" y="1266264"/>
                  <a:ext cx="26140" cy="8509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248" name="그룹 247">
                  <a:extLst>
                    <a:ext uri="{FF2B5EF4-FFF2-40B4-BE49-F238E27FC236}">
                      <a16:creationId xmlns:a16="http://schemas.microsoft.com/office/drawing/2014/main" id="{5B0BA594-338E-57DA-C185-504590E1E5C5}"/>
                    </a:ext>
                  </a:extLst>
                </p:cNvPr>
                <p:cNvGrpSpPr/>
                <p:nvPr/>
              </p:nvGrpSpPr>
              <p:grpSpPr>
                <a:xfrm>
                  <a:off x="2858063" y="1751637"/>
                  <a:ext cx="298996" cy="190354"/>
                  <a:chOff x="2958968" y="1434817"/>
                  <a:chExt cx="298996" cy="190354"/>
                </a:xfrm>
                <a:grpFill/>
              </p:grpSpPr>
              <p:grpSp>
                <p:nvGrpSpPr>
                  <p:cNvPr id="457" name="그룹 456">
                    <a:extLst>
                      <a:ext uri="{FF2B5EF4-FFF2-40B4-BE49-F238E27FC236}">
                        <a16:creationId xmlns:a16="http://schemas.microsoft.com/office/drawing/2014/main" id="{E3EC161E-E8C3-68BB-926D-B75E166FFC1E}"/>
                      </a:ext>
                    </a:extLst>
                  </p:cNvPr>
                  <p:cNvGrpSpPr/>
                  <p:nvPr/>
                </p:nvGrpSpPr>
                <p:grpSpPr>
                  <a:xfrm>
                    <a:off x="2958968" y="1434817"/>
                    <a:ext cx="297787" cy="81044"/>
                    <a:chOff x="3048022" y="503839"/>
                    <a:chExt cx="644795" cy="183621"/>
                  </a:xfrm>
                  <a:grpFill/>
                </p:grpSpPr>
                <p:grpSp>
                  <p:nvGrpSpPr>
                    <p:cNvPr id="470" name="그룹 469">
                      <a:extLst>
                        <a:ext uri="{FF2B5EF4-FFF2-40B4-BE49-F238E27FC236}">
                          <a16:creationId xmlns:a16="http://schemas.microsoft.com/office/drawing/2014/main" id="{8F438ABC-2EFE-48F5-D131-2A94ED334A0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048022" y="503839"/>
                      <a:ext cx="644795" cy="183621"/>
                      <a:chOff x="6291754" y="3833223"/>
                      <a:chExt cx="1069547" cy="304581"/>
                    </a:xfrm>
                    <a:grpFill/>
                  </p:grpSpPr>
                  <p:sp>
                    <p:nvSpPr>
                      <p:cNvPr id="474" name="타원 473">
                        <a:extLst>
                          <a:ext uri="{FF2B5EF4-FFF2-40B4-BE49-F238E27FC236}">
                            <a16:creationId xmlns:a16="http://schemas.microsoft.com/office/drawing/2014/main" id="{654D68AA-185B-F6EA-24E9-0AB8759B16EE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6291754" y="4017537"/>
                        <a:ext cx="119430" cy="119432"/>
                      </a:xfrm>
                      <a:prstGeom prst="ellips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vert="horz" wrap="square" lIns="91440" tIns="45720" rIns="91440" bIns="45720" numCol="1" rtlCol="0" anchor="ctr" anchorCtr="0" compatLnSpc="1">
                        <a:prstTxWarp prst="textNoShape">
                          <a:avLst/>
                        </a:prstTxWarp>
                        <a:spAutoFit/>
                      </a:bodyPr>
                      <a:lstStyle/>
                      <a:p>
                        <a:pPr marL="0" marR="0" indent="0" algn="ctr" defTabSz="914400" rtl="0" eaLnBrk="1" fontAlgn="base" latinLnBrk="1" hangingPunct="1">
                          <a:lnSpc>
                            <a:spcPct val="100000"/>
                          </a:lnSpc>
                          <a:spcBef>
                            <a:spcPct val="5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돋움" pitchFamily="50" charset="-127"/>
                        </a:endParaRPr>
                      </a:p>
                    </p:txBody>
                  </p:sp>
                  <p:sp>
                    <p:nvSpPr>
                      <p:cNvPr id="475" name="타원 474">
                        <a:extLst>
                          <a:ext uri="{FF2B5EF4-FFF2-40B4-BE49-F238E27FC236}">
                            <a16:creationId xmlns:a16="http://schemas.microsoft.com/office/drawing/2014/main" id="{21ADBE78-639D-20A9-91A9-7E1EA97AF980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7241868" y="4018371"/>
                        <a:ext cx="119433" cy="119432"/>
                      </a:xfrm>
                      <a:prstGeom prst="ellips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vert="horz" wrap="square" lIns="91440" tIns="45720" rIns="91440" bIns="45720" numCol="1" rtlCol="0" anchor="ctr" anchorCtr="0" compatLnSpc="1">
                        <a:prstTxWarp prst="textNoShape">
                          <a:avLst/>
                        </a:prstTxWarp>
                        <a:spAutoFit/>
                      </a:bodyPr>
                      <a:lstStyle/>
                      <a:p>
                        <a:pPr marL="0" marR="0" indent="0" algn="ctr" defTabSz="914400" rtl="0" eaLnBrk="1" fontAlgn="base" latinLnBrk="1" hangingPunct="1">
                          <a:lnSpc>
                            <a:spcPct val="100000"/>
                          </a:lnSpc>
                          <a:spcBef>
                            <a:spcPct val="5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돋움" pitchFamily="50" charset="-127"/>
                        </a:endParaRPr>
                      </a:p>
                    </p:txBody>
                  </p:sp>
                  <p:sp>
                    <p:nvSpPr>
                      <p:cNvPr id="476" name="타원 475">
                        <a:extLst>
                          <a:ext uri="{FF2B5EF4-FFF2-40B4-BE49-F238E27FC236}">
                            <a16:creationId xmlns:a16="http://schemas.microsoft.com/office/drawing/2014/main" id="{11F8054A-86CE-7634-40C8-81AE73EB697A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6746651" y="3833223"/>
                        <a:ext cx="162303" cy="162302"/>
                      </a:xfrm>
                      <a:prstGeom prst="ellips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vert="horz" wrap="square" lIns="91440" tIns="45720" rIns="91440" bIns="45720" numCol="1" rtlCol="0" anchor="ctr" anchorCtr="0" compatLnSpc="1">
                        <a:prstTxWarp prst="textNoShape">
                          <a:avLst/>
                        </a:prstTxWarp>
                        <a:spAutoFit/>
                      </a:bodyPr>
                      <a:lstStyle/>
                      <a:p>
                        <a:pPr marL="0" marR="0" indent="0" algn="ctr" defTabSz="914400" rtl="0" eaLnBrk="1" fontAlgn="base" latinLnBrk="1" hangingPunct="1">
                          <a:lnSpc>
                            <a:spcPct val="100000"/>
                          </a:lnSpc>
                          <a:spcBef>
                            <a:spcPct val="5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돋움" pitchFamily="50" charset="-127"/>
                        </a:endParaRPr>
                      </a:p>
                    </p:txBody>
                  </p:sp>
                  <p:cxnSp>
                    <p:nvCxnSpPr>
                      <p:cNvPr id="477" name="직선 연결선 476">
                        <a:extLst>
                          <a:ext uri="{FF2B5EF4-FFF2-40B4-BE49-F238E27FC236}">
                            <a16:creationId xmlns:a16="http://schemas.microsoft.com/office/drawing/2014/main" id="{D374FB6C-5C0D-8191-5FD9-403A09AF71F6}"/>
                          </a:ext>
                        </a:extLst>
                      </p:cNvPr>
                      <p:cNvCxnSpPr>
                        <a:stCxn id="474" idx="0"/>
                        <a:endCxn id="471" idx="4"/>
                      </p:cNvCxnSpPr>
                      <p:nvPr/>
                    </p:nvCxnSpPr>
                    <p:spPr bwMode="auto">
                      <a:xfrm flipV="1">
                        <a:off x="6351469" y="4007962"/>
                        <a:ext cx="270652" cy="9576"/>
                      </a:xfrm>
                      <a:prstGeom prst="lin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  <p:cxnSp>
                    <p:nvCxnSpPr>
                      <p:cNvPr id="478" name="직선 연결선 477">
                        <a:extLst>
                          <a:ext uri="{FF2B5EF4-FFF2-40B4-BE49-F238E27FC236}">
                            <a16:creationId xmlns:a16="http://schemas.microsoft.com/office/drawing/2014/main" id="{26D3E10D-EA28-3A6A-82EB-10467E08F746}"/>
                          </a:ext>
                        </a:extLst>
                      </p:cNvPr>
                      <p:cNvCxnSpPr>
                        <a:stCxn id="473" idx="4"/>
                        <a:endCxn id="475" idx="0"/>
                      </p:cNvCxnSpPr>
                      <p:nvPr/>
                    </p:nvCxnSpPr>
                    <p:spPr bwMode="auto">
                      <a:xfrm>
                        <a:off x="7056460" y="4007962"/>
                        <a:ext cx="245127" cy="10410"/>
                      </a:xfrm>
                      <a:prstGeom prst="lin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  <p:cxnSp>
                    <p:nvCxnSpPr>
                      <p:cNvPr id="479" name="직선 연결선 478">
                        <a:extLst>
                          <a:ext uri="{FF2B5EF4-FFF2-40B4-BE49-F238E27FC236}">
                            <a16:creationId xmlns:a16="http://schemas.microsoft.com/office/drawing/2014/main" id="{F215B770-B0BD-D99C-2BDC-08674B510A50}"/>
                          </a:ext>
                        </a:extLst>
                      </p:cNvPr>
                      <p:cNvCxnSpPr>
                        <a:stCxn id="474" idx="4"/>
                        <a:endCxn id="475" idx="4"/>
                      </p:cNvCxnSpPr>
                      <p:nvPr/>
                    </p:nvCxnSpPr>
                    <p:spPr bwMode="auto">
                      <a:xfrm>
                        <a:off x="6351469" y="4136970"/>
                        <a:ext cx="950117" cy="834"/>
                      </a:xfrm>
                      <a:prstGeom prst="lin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  <p:cxnSp>
                    <p:nvCxnSpPr>
                      <p:cNvPr id="480" name="직선 연결선 479">
                        <a:extLst>
                          <a:ext uri="{FF2B5EF4-FFF2-40B4-BE49-F238E27FC236}">
                            <a16:creationId xmlns:a16="http://schemas.microsoft.com/office/drawing/2014/main" id="{A4E68D37-62B8-D5B3-138F-931D4DE64DBE}"/>
                          </a:ext>
                        </a:extLst>
                      </p:cNvPr>
                      <p:cNvCxnSpPr>
                        <a:stCxn id="476" idx="7"/>
                        <a:endCxn id="473" idx="2"/>
                      </p:cNvCxnSpPr>
                      <p:nvPr/>
                    </p:nvCxnSpPr>
                    <p:spPr bwMode="auto">
                      <a:xfrm>
                        <a:off x="6885185" y="3856991"/>
                        <a:ext cx="111560" cy="91257"/>
                      </a:xfrm>
                      <a:prstGeom prst="lin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</p:grpSp>
                <p:sp>
                  <p:nvSpPr>
                    <p:cNvPr id="471" name="타원 470">
                      <a:extLst>
                        <a:ext uri="{FF2B5EF4-FFF2-40B4-BE49-F238E27FC236}">
                          <a16:creationId xmlns:a16="http://schemas.microsoft.com/office/drawing/2014/main" id="{F8CD1CBD-29BF-5F8C-A443-074E5693A46C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211190" y="537177"/>
                      <a:ext cx="72000" cy="72001"/>
                    </a:xfrm>
                    <a:prstGeom prst="ellipse">
                      <a:avLst/>
                    </a:prstGeom>
                    <a:grpFill/>
                    <a:ln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ctr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돋움" pitchFamily="50" charset="-127"/>
                      </a:endParaRPr>
                    </a:p>
                  </p:txBody>
                </p:sp>
                <p:cxnSp>
                  <p:nvCxnSpPr>
                    <p:cNvPr id="472" name="직선 연결선 471">
                      <a:extLst>
                        <a:ext uri="{FF2B5EF4-FFF2-40B4-BE49-F238E27FC236}">
                          <a16:creationId xmlns:a16="http://schemas.microsoft.com/office/drawing/2014/main" id="{F54FFB88-6354-647F-8AF2-1FC8AED61F26}"/>
                        </a:ext>
                      </a:extLst>
                    </p:cNvPr>
                    <p:cNvCxnSpPr>
                      <a:stCxn id="471" idx="5"/>
                      <a:endCxn id="476" idx="1"/>
                    </p:cNvCxnSpPr>
                    <p:nvPr/>
                  </p:nvCxnSpPr>
                  <p:spPr bwMode="auto">
                    <a:xfrm flipV="1">
                      <a:off x="3272645" y="518163"/>
                      <a:ext cx="63950" cy="80470"/>
                    </a:xfrm>
                    <a:prstGeom prst="line">
                      <a:avLst/>
                    </a:prstGeom>
                    <a:grpFill/>
                    <a:ln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sp>
                  <p:nvSpPr>
                    <p:cNvPr id="473" name="타원 472">
                      <a:extLst>
                        <a:ext uri="{FF2B5EF4-FFF2-40B4-BE49-F238E27FC236}">
                          <a16:creationId xmlns:a16="http://schemas.microsoft.com/office/drawing/2014/main" id="{FFDC2C89-354E-E15C-C177-74AF5BF4E6DC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473038" y="537177"/>
                      <a:ext cx="72000" cy="72001"/>
                    </a:xfrm>
                    <a:prstGeom prst="ellipse">
                      <a:avLst/>
                    </a:prstGeom>
                    <a:grpFill/>
                    <a:ln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ctr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돋움" pitchFamily="50" charset="-127"/>
                      </a:endParaRPr>
                    </a:p>
                  </p:txBody>
                </p:sp>
              </p:grpSp>
              <p:grpSp>
                <p:nvGrpSpPr>
                  <p:cNvPr id="458" name="그룹 457">
                    <a:extLst>
                      <a:ext uri="{FF2B5EF4-FFF2-40B4-BE49-F238E27FC236}">
                        <a16:creationId xmlns:a16="http://schemas.microsoft.com/office/drawing/2014/main" id="{060CD73C-D4FE-E65E-EEA0-3B3C4524ECEF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2960177" y="1537266"/>
                    <a:ext cx="297787" cy="87905"/>
                    <a:chOff x="3048022" y="503838"/>
                    <a:chExt cx="644795" cy="183622"/>
                  </a:xfrm>
                  <a:grpFill/>
                </p:grpSpPr>
                <p:grpSp>
                  <p:nvGrpSpPr>
                    <p:cNvPr id="459" name="그룹 458">
                      <a:extLst>
                        <a:ext uri="{FF2B5EF4-FFF2-40B4-BE49-F238E27FC236}">
                          <a16:creationId xmlns:a16="http://schemas.microsoft.com/office/drawing/2014/main" id="{19288B26-8C67-7DCC-BFFA-641B23D94BD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048022" y="503838"/>
                      <a:ext cx="644795" cy="183622"/>
                      <a:chOff x="6291754" y="3833225"/>
                      <a:chExt cx="1069547" cy="304583"/>
                    </a:xfrm>
                    <a:grpFill/>
                  </p:grpSpPr>
                  <p:sp>
                    <p:nvSpPr>
                      <p:cNvPr id="463" name="타원 462">
                        <a:extLst>
                          <a:ext uri="{FF2B5EF4-FFF2-40B4-BE49-F238E27FC236}">
                            <a16:creationId xmlns:a16="http://schemas.microsoft.com/office/drawing/2014/main" id="{5D47E704-A90A-C783-455E-B5A6B3FE337B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6291754" y="4017537"/>
                        <a:ext cx="119430" cy="119432"/>
                      </a:xfrm>
                      <a:prstGeom prst="ellips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vert="horz" wrap="square" lIns="91440" tIns="45720" rIns="91440" bIns="45720" numCol="1" rtlCol="0" anchor="ctr" anchorCtr="0" compatLnSpc="1">
                        <a:prstTxWarp prst="textNoShape">
                          <a:avLst/>
                        </a:prstTxWarp>
                        <a:spAutoFit/>
                      </a:bodyPr>
                      <a:lstStyle/>
                      <a:p>
                        <a:pPr marL="0" marR="0" indent="0" algn="ctr" defTabSz="914400" rtl="0" eaLnBrk="1" fontAlgn="base" latinLnBrk="1" hangingPunct="1">
                          <a:lnSpc>
                            <a:spcPct val="100000"/>
                          </a:lnSpc>
                          <a:spcBef>
                            <a:spcPct val="5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돋움" pitchFamily="50" charset="-127"/>
                        </a:endParaRPr>
                      </a:p>
                    </p:txBody>
                  </p:sp>
                  <p:sp>
                    <p:nvSpPr>
                      <p:cNvPr id="464" name="타원 463">
                        <a:extLst>
                          <a:ext uri="{FF2B5EF4-FFF2-40B4-BE49-F238E27FC236}">
                            <a16:creationId xmlns:a16="http://schemas.microsoft.com/office/drawing/2014/main" id="{D07874C9-DEDB-705E-C333-24501DEE3C9B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7241868" y="4018376"/>
                        <a:ext cx="119433" cy="119432"/>
                      </a:xfrm>
                      <a:prstGeom prst="ellips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vert="horz" wrap="square" lIns="91440" tIns="45720" rIns="91440" bIns="45720" numCol="1" rtlCol="0" anchor="ctr" anchorCtr="0" compatLnSpc="1">
                        <a:prstTxWarp prst="textNoShape">
                          <a:avLst/>
                        </a:prstTxWarp>
                        <a:spAutoFit/>
                      </a:bodyPr>
                      <a:lstStyle/>
                      <a:p>
                        <a:pPr marL="0" marR="0" indent="0" algn="ctr" defTabSz="914400" rtl="0" eaLnBrk="1" fontAlgn="base" latinLnBrk="1" hangingPunct="1">
                          <a:lnSpc>
                            <a:spcPct val="100000"/>
                          </a:lnSpc>
                          <a:spcBef>
                            <a:spcPct val="5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돋움" pitchFamily="50" charset="-127"/>
                        </a:endParaRPr>
                      </a:p>
                    </p:txBody>
                  </p:sp>
                  <p:sp>
                    <p:nvSpPr>
                      <p:cNvPr id="465" name="타원 464">
                        <a:extLst>
                          <a:ext uri="{FF2B5EF4-FFF2-40B4-BE49-F238E27FC236}">
                            <a16:creationId xmlns:a16="http://schemas.microsoft.com/office/drawing/2014/main" id="{B1CE7165-338F-4091-AC81-BCED49D8899B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6746651" y="3833225"/>
                        <a:ext cx="162303" cy="162304"/>
                      </a:xfrm>
                      <a:prstGeom prst="ellips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vert="horz" wrap="square" lIns="91440" tIns="45720" rIns="91440" bIns="45720" numCol="1" rtlCol="0" anchor="ctr" anchorCtr="0" compatLnSpc="1">
                        <a:prstTxWarp prst="textNoShape">
                          <a:avLst/>
                        </a:prstTxWarp>
                        <a:spAutoFit/>
                      </a:bodyPr>
                      <a:lstStyle/>
                      <a:p>
                        <a:pPr marL="0" marR="0" indent="0" algn="ctr" defTabSz="914400" rtl="0" eaLnBrk="1" fontAlgn="base" latinLnBrk="1" hangingPunct="1">
                          <a:lnSpc>
                            <a:spcPct val="100000"/>
                          </a:lnSpc>
                          <a:spcBef>
                            <a:spcPct val="5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돋움" pitchFamily="50" charset="-127"/>
                        </a:endParaRPr>
                      </a:p>
                    </p:txBody>
                  </p:sp>
                  <p:cxnSp>
                    <p:nvCxnSpPr>
                      <p:cNvPr id="466" name="직선 연결선 465">
                        <a:extLst>
                          <a:ext uri="{FF2B5EF4-FFF2-40B4-BE49-F238E27FC236}">
                            <a16:creationId xmlns:a16="http://schemas.microsoft.com/office/drawing/2014/main" id="{5B1C800A-2A89-FA43-C032-DFF4DF296880}"/>
                          </a:ext>
                        </a:extLst>
                      </p:cNvPr>
                      <p:cNvCxnSpPr>
                        <a:stCxn id="463" idx="0"/>
                        <a:endCxn id="460" idx="4"/>
                      </p:cNvCxnSpPr>
                      <p:nvPr/>
                    </p:nvCxnSpPr>
                    <p:spPr bwMode="auto">
                      <a:xfrm flipV="1">
                        <a:off x="6351469" y="4007962"/>
                        <a:ext cx="270652" cy="9576"/>
                      </a:xfrm>
                      <a:prstGeom prst="lin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  <p:cxnSp>
                    <p:nvCxnSpPr>
                      <p:cNvPr id="467" name="직선 연결선 466">
                        <a:extLst>
                          <a:ext uri="{FF2B5EF4-FFF2-40B4-BE49-F238E27FC236}">
                            <a16:creationId xmlns:a16="http://schemas.microsoft.com/office/drawing/2014/main" id="{874B34E2-07B6-6DD1-F9C2-05476959612B}"/>
                          </a:ext>
                        </a:extLst>
                      </p:cNvPr>
                      <p:cNvCxnSpPr>
                        <a:stCxn id="462" idx="4"/>
                        <a:endCxn id="464" idx="0"/>
                      </p:cNvCxnSpPr>
                      <p:nvPr/>
                    </p:nvCxnSpPr>
                    <p:spPr bwMode="auto">
                      <a:xfrm>
                        <a:off x="7056460" y="4007962"/>
                        <a:ext cx="245127" cy="10410"/>
                      </a:xfrm>
                      <a:prstGeom prst="lin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  <p:cxnSp>
                    <p:nvCxnSpPr>
                      <p:cNvPr id="468" name="직선 연결선 467">
                        <a:extLst>
                          <a:ext uri="{FF2B5EF4-FFF2-40B4-BE49-F238E27FC236}">
                            <a16:creationId xmlns:a16="http://schemas.microsoft.com/office/drawing/2014/main" id="{1F93D4C6-E207-140B-150E-27508A190D73}"/>
                          </a:ext>
                        </a:extLst>
                      </p:cNvPr>
                      <p:cNvCxnSpPr>
                        <a:stCxn id="463" idx="4"/>
                        <a:endCxn id="464" idx="4"/>
                      </p:cNvCxnSpPr>
                      <p:nvPr/>
                    </p:nvCxnSpPr>
                    <p:spPr bwMode="auto">
                      <a:xfrm>
                        <a:off x="6351469" y="4136970"/>
                        <a:ext cx="950117" cy="834"/>
                      </a:xfrm>
                      <a:prstGeom prst="lin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  <p:cxnSp>
                    <p:nvCxnSpPr>
                      <p:cNvPr id="469" name="직선 연결선 468">
                        <a:extLst>
                          <a:ext uri="{FF2B5EF4-FFF2-40B4-BE49-F238E27FC236}">
                            <a16:creationId xmlns:a16="http://schemas.microsoft.com/office/drawing/2014/main" id="{CD056A98-E88B-5B95-56ED-1C6843EF4138}"/>
                          </a:ext>
                        </a:extLst>
                      </p:cNvPr>
                      <p:cNvCxnSpPr>
                        <a:stCxn id="465" idx="7"/>
                        <a:endCxn id="462" idx="2"/>
                      </p:cNvCxnSpPr>
                      <p:nvPr/>
                    </p:nvCxnSpPr>
                    <p:spPr bwMode="auto">
                      <a:xfrm>
                        <a:off x="6885185" y="3856991"/>
                        <a:ext cx="111560" cy="91257"/>
                      </a:xfrm>
                      <a:prstGeom prst="lin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</p:grpSp>
                <p:sp>
                  <p:nvSpPr>
                    <p:cNvPr id="460" name="타원 459">
                      <a:extLst>
                        <a:ext uri="{FF2B5EF4-FFF2-40B4-BE49-F238E27FC236}">
                          <a16:creationId xmlns:a16="http://schemas.microsoft.com/office/drawing/2014/main" id="{E68F26F4-E8B1-80D3-B101-6224E8CBC675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211190" y="537176"/>
                      <a:ext cx="72000" cy="72001"/>
                    </a:xfrm>
                    <a:prstGeom prst="ellipse">
                      <a:avLst/>
                    </a:prstGeom>
                    <a:grpFill/>
                    <a:ln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ctr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돋움" pitchFamily="50" charset="-127"/>
                      </a:endParaRPr>
                    </a:p>
                  </p:txBody>
                </p:sp>
                <p:cxnSp>
                  <p:nvCxnSpPr>
                    <p:cNvPr id="461" name="직선 연결선 460">
                      <a:extLst>
                        <a:ext uri="{FF2B5EF4-FFF2-40B4-BE49-F238E27FC236}">
                          <a16:creationId xmlns:a16="http://schemas.microsoft.com/office/drawing/2014/main" id="{59B95CA2-8E3E-731D-D733-6906CBD805E4}"/>
                        </a:ext>
                      </a:extLst>
                    </p:cNvPr>
                    <p:cNvCxnSpPr>
                      <a:stCxn id="460" idx="5"/>
                      <a:endCxn id="465" idx="1"/>
                    </p:cNvCxnSpPr>
                    <p:nvPr/>
                  </p:nvCxnSpPr>
                  <p:spPr bwMode="auto">
                    <a:xfrm flipV="1">
                      <a:off x="3272645" y="518163"/>
                      <a:ext cx="63950" cy="80470"/>
                    </a:xfrm>
                    <a:prstGeom prst="line">
                      <a:avLst/>
                    </a:prstGeom>
                    <a:grpFill/>
                    <a:ln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sp>
                  <p:nvSpPr>
                    <p:cNvPr id="462" name="타원 461">
                      <a:extLst>
                        <a:ext uri="{FF2B5EF4-FFF2-40B4-BE49-F238E27FC236}">
                          <a16:creationId xmlns:a16="http://schemas.microsoft.com/office/drawing/2014/main" id="{9C5F07A2-BFBF-C76A-93D8-2F5F47C5106E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473038" y="537176"/>
                      <a:ext cx="72000" cy="72001"/>
                    </a:xfrm>
                    <a:prstGeom prst="ellipse">
                      <a:avLst/>
                    </a:prstGeom>
                    <a:grpFill/>
                    <a:ln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ctr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돋움" pitchFamily="50" charset="-127"/>
                      </a:endParaRPr>
                    </a:p>
                  </p:txBody>
                </p:sp>
              </p:grpSp>
            </p:grpSp>
            <p:grpSp>
              <p:nvGrpSpPr>
                <p:cNvPr id="249" name="그룹 248">
                  <a:extLst>
                    <a:ext uri="{FF2B5EF4-FFF2-40B4-BE49-F238E27FC236}">
                      <a16:creationId xmlns:a16="http://schemas.microsoft.com/office/drawing/2014/main" id="{81982087-02F3-381C-6A90-3E74C37ED9DA}"/>
                    </a:ext>
                  </a:extLst>
                </p:cNvPr>
                <p:cNvGrpSpPr/>
                <p:nvPr/>
              </p:nvGrpSpPr>
              <p:grpSpPr>
                <a:xfrm rot="2400000">
                  <a:off x="3766738" y="1465496"/>
                  <a:ext cx="298980" cy="190355"/>
                  <a:chOff x="2958973" y="1434819"/>
                  <a:chExt cx="298980" cy="190355"/>
                </a:xfrm>
                <a:grpFill/>
              </p:grpSpPr>
              <p:grpSp>
                <p:nvGrpSpPr>
                  <p:cNvPr id="433" name="그룹 432">
                    <a:extLst>
                      <a:ext uri="{FF2B5EF4-FFF2-40B4-BE49-F238E27FC236}">
                        <a16:creationId xmlns:a16="http://schemas.microsoft.com/office/drawing/2014/main" id="{CDCFAB43-11D2-D267-3B6E-0501E21325AD}"/>
                      </a:ext>
                    </a:extLst>
                  </p:cNvPr>
                  <p:cNvGrpSpPr/>
                  <p:nvPr/>
                </p:nvGrpSpPr>
                <p:grpSpPr>
                  <a:xfrm>
                    <a:off x="2958973" y="1434819"/>
                    <a:ext cx="297788" cy="81047"/>
                    <a:chOff x="3048021" y="503843"/>
                    <a:chExt cx="644794" cy="183627"/>
                  </a:xfrm>
                  <a:grpFill/>
                </p:grpSpPr>
                <p:grpSp>
                  <p:nvGrpSpPr>
                    <p:cNvPr id="446" name="그룹 445">
                      <a:extLst>
                        <a:ext uri="{FF2B5EF4-FFF2-40B4-BE49-F238E27FC236}">
                          <a16:creationId xmlns:a16="http://schemas.microsoft.com/office/drawing/2014/main" id="{95C3D8CF-BD7A-87C2-184C-21ACA771F76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048021" y="503843"/>
                      <a:ext cx="644794" cy="183627"/>
                      <a:chOff x="6291759" y="3833229"/>
                      <a:chExt cx="1069546" cy="304591"/>
                    </a:xfrm>
                    <a:grpFill/>
                  </p:grpSpPr>
                  <p:sp>
                    <p:nvSpPr>
                      <p:cNvPr id="450" name="타원 449">
                        <a:extLst>
                          <a:ext uri="{FF2B5EF4-FFF2-40B4-BE49-F238E27FC236}">
                            <a16:creationId xmlns:a16="http://schemas.microsoft.com/office/drawing/2014/main" id="{424C777C-20D8-3B00-5B9F-CF27B66F6E23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6291759" y="4017553"/>
                        <a:ext cx="119429" cy="119432"/>
                      </a:xfrm>
                      <a:prstGeom prst="ellips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vert="horz" wrap="square" lIns="91440" tIns="45720" rIns="91440" bIns="45720" numCol="1" rtlCol="0" anchor="ctr" anchorCtr="0" compatLnSpc="1">
                        <a:prstTxWarp prst="textNoShape">
                          <a:avLst/>
                        </a:prstTxWarp>
                        <a:spAutoFit/>
                      </a:bodyPr>
                      <a:lstStyle/>
                      <a:p>
                        <a:pPr marL="0" marR="0" indent="0" algn="ctr" defTabSz="914400" rtl="0" eaLnBrk="1" fontAlgn="base" latinLnBrk="1" hangingPunct="1">
                          <a:lnSpc>
                            <a:spcPct val="100000"/>
                          </a:lnSpc>
                          <a:spcBef>
                            <a:spcPct val="5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돋움" pitchFamily="50" charset="-127"/>
                        </a:endParaRPr>
                      </a:p>
                    </p:txBody>
                  </p:sp>
                  <p:sp>
                    <p:nvSpPr>
                      <p:cNvPr id="451" name="타원 450">
                        <a:extLst>
                          <a:ext uri="{FF2B5EF4-FFF2-40B4-BE49-F238E27FC236}">
                            <a16:creationId xmlns:a16="http://schemas.microsoft.com/office/drawing/2014/main" id="{BC4AA31C-9AB3-6BA4-FF80-C6AEF431C025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7241872" y="4018388"/>
                        <a:ext cx="119433" cy="119432"/>
                      </a:xfrm>
                      <a:prstGeom prst="ellips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vert="horz" wrap="square" lIns="91440" tIns="45720" rIns="91440" bIns="45720" numCol="1" rtlCol="0" anchor="ctr" anchorCtr="0" compatLnSpc="1">
                        <a:prstTxWarp prst="textNoShape">
                          <a:avLst/>
                        </a:prstTxWarp>
                        <a:spAutoFit/>
                      </a:bodyPr>
                      <a:lstStyle/>
                      <a:p>
                        <a:pPr marL="0" marR="0" indent="0" algn="ctr" defTabSz="914400" rtl="0" eaLnBrk="1" fontAlgn="base" latinLnBrk="1" hangingPunct="1">
                          <a:lnSpc>
                            <a:spcPct val="100000"/>
                          </a:lnSpc>
                          <a:spcBef>
                            <a:spcPct val="5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돋움" pitchFamily="50" charset="-127"/>
                        </a:endParaRPr>
                      </a:p>
                    </p:txBody>
                  </p:sp>
                  <p:sp>
                    <p:nvSpPr>
                      <p:cNvPr id="452" name="타원 451">
                        <a:extLst>
                          <a:ext uri="{FF2B5EF4-FFF2-40B4-BE49-F238E27FC236}">
                            <a16:creationId xmlns:a16="http://schemas.microsoft.com/office/drawing/2014/main" id="{8DF044F0-6C68-09E3-91B1-8214E6FE5740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6746650" y="3833229"/>
                        <a:ext cx="162303" cy="162301"/>
                      </a:xfrm>
                      <a:prstGeom prst="ellips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vert="horz" wrap="square" lIns="91440" tIns="45720" rIns="91440" bIns="45720" numCol="1" rtlCol="0" anchor="ctr" anchorCtr="0" compatLnSpc="1">
                        <a:prstTxWarp prst="textNoShape">
                          <a:avLst/>
                        </a:prstTxWarp>
                        <a:spAutoFit/>
                      </a:bodyPr>
                      <a:lstStyle/>
                      <a:p>
                        <a:pPr marL="0" marR="0" indent="0" algn="ctr" defTabSz="914400" rtl="0" eaLnBrk="1" fontAlgn="base" latinLnBrk="1" hangingPunct="1">
                          <a:lnSpc>
                            <a:spcPct val="100000"/>
                          </a:lnSpc>
                          <a:spcBef>
                            <a:spcPct val="5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돋움" pitchFamily="50" charset="-127"/>
                        </a:endParaRPr>
                      </a:p>
                    </p:txBody>
                  </p:sp>
                  <p:cxnSp>
                    <p:nvCxnSpPr>
                      <p:cNvPr id="453" name="직선 연결선 452">
                        <a:extLst>
                          <a:ext uri="{FF2B5EF4-FFF2-40B4-BE49-F238E27FC236}">
                            <a16:creationId xmlns:a16="http://schemas.microsoft.com/office/drawing/2014/main" id="{BF77E565-3EE4-153F-75AA-FC951C0B2FA5}"/>
                          </a:ext>
                        </a:extLst>
                      </p:cNvPr>
                      <p:cNvCxnSpPr>
                        <a:stCxn id="450" idx="0"/>
                        <a:endCxn id="447" idx="4"/>
                      </p:cNvCxnSpPr>
                      <p:nvPr/>
                    </p:nvCxnSpPr>
                    <p:spPr bwMode="auto">
                      <a:xfrm flipV="1">
                        <a:off x="6351469" y="4007962"/>
                        <a:ext cx="270652" cy="9576"/>
                      </a:xfrm>
                      <a:prstGeom prst="lin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  <p:cxnSp>
                    <p:nvCxnSpPr>
                      <p:cNvPr id="454" name="직선 연결선 453">
                        <a:extLst>
                          <a:ext uri="{FF2B5EF4-FFF2-40B4-BE49-F238E27FC236}">
                            <a16:creationId xmlns:a16="http://schemas.microsoft.com/office/drawing/2014/main" id="{4443068F-9DDB-9170-11EA-250B9DB12EA1}"/>
                          </a:ext>
                        </a:extLst>
                      </p:cNvPr>
                      <p:cNvCxnSpPr>
                        <a:stCxn id="449" idx="4"/>
                        <a:endCxn id="451" idx="0"/>
                      </p:cNvCxnSpPr>
                      <p:nvPr/>
                    </p:nvCxnSpPr>
                    <p:spPr bwMode="auto">
                      <a:xfrm>
                        <a:off x="7056460" y="4007962"/>
                        <a:ext cx="245127" cy="10410"/>
                      </a:xfrm>
                      <a:prstGeom prst="lin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  <p:cxnSp>
                    <p:nvCxnSpPr>
                      <p:cNvPr id="455" name="직선 연결선 454">
                        <a:extLst>
                          <a:ext uri="{FF2B5EF4-FFF2-40B4-BE49-F238E27FC236}">
                            <a16:creationId xmlns:a16="http://schemas.microsoft.com/office/drawing/2014/main" id="{46A4FBE7-E53C-6B5D-736F-FECCDB756213}"/>
                          </a:ext>
                        </a:extLst>
                      </p:cNvPr>
                      <p:cNvCxnSpPr>
                        <a:stCxn id="450" idx="4"/>
                        <a:endCxn id="451" idx="4"/>
                      </p:cNvCxnSpPr>
                      <p:nvPr/>
                    </p:nvCxnSpPr>
                    <p:spPr bwMode="auto">
                      <a:xfrm>
                        <a:off x="6351469" y="4136970"/>
                        <a:ext cx="950117" cy="834"/>
                      </a:xfrm>
                      <a:prstGeom prst="lin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  <p:cxnSp>
                    <p:nvCxnSpPr>
                      <p:cNvPr id="456" name="직선 연결선 455">
                        <a:extLst>
                          <a:ext uri="{FF2B5EF4-FFF2-40B4-BE49-F238E27FC236}">
                            <a16:creationId xmlns:a16="http://schemas.microsoft.com/office/drawing/2014/main" id="{2EB48FA3-E6AB-A85D-3F2D-9F244CE85BEA}"/>
                          </a:ext>
                        </a:extLst>
                      </p:cNvPr>
                      <p:cNvCxnSpPr>
                        <a:stCxn id="452" idx="7"/>
                        <a:endCxn id="449" idx="2"/>
                      </p:cNvCxnSpPr>
                      <p:nvPr/>
                    </p:nvCxnSpPr>
                    <p:spPr bwMode="auto">
                      <a:xfrm>
                        <a:off x="6885185" y="3856991"/>
                        <a:ext cx="111560" cy="91257"/>
                      </a:xfrm>
                      <a:prstGeom prst="lin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</p:grpSp>
                <p:sp>
                  <p:nvSpPr>
                    <p:cNvPr id="447" name="타원 446">
                      <a:extLst>
                        <a:ext uri="{FF2B5EF4-FFF2-40B4-BE49-F238E27FC236}">
                          <a16:creationId xmlns:a16="http://schemas.microsoft.com/office/drawing/2014/main" id="{8FF9AAEB-9286-DF07-6C1C-371300542A16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211192" y="537178"/>
                      <a:ext cx="72000" cy="72001"/>
                    </a:xfrm>
                    <a:prstGeom prst="ellipse">
                      <a:avLst/>
                    </a:prstGeom>
                    <a:grpFill/>
                    <a:ln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ctr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돋움" pitchFamily="50" charset="-127"/>
                      </a:endParaRPr>
                    </a:p>
                  </p:txBody>
                </p:sp>
                <p:cxnSp>
                  <p:nvCxnSpPr>
                    <p:cNvPr id="448" name="직선 연결선 447">
                      <a:extLst>
                        <a:ext uri="{FF2B5EF4-FFF2-40B4-BE49-F238E27FC236}">
                          <a16:creationId xmlns:a16="http://schemas.microsoft.com/office/drawing/2014/main" id="{3F02047E-30E1-4924-9498-F52B4FD9B29F}"/>
                        </a:ext>
                      </a:extLst>
                    </p:cNvPr>
                    <p:cNvCxnSpPr>
                      <a:stCxn id="447" idx="5"/>
                      <a:endCxn id="452" idx="1"/>
                    </p:cNvCxnSpPr>
                    <p:nvPr/>
                  </p:nvCxnSpPr>
                  <p:spPr bwMode="auto">
                    <a:xfrm flipV="1">
                      <a:off x="3272645" y="518163"/>
                      <a:ext cx="63950" cy="80470"/>
                    </a:xfrm>
                    <a:prstGeom prst="line">
                      <a:avLst/>
                    </a:prstGeom>
                    <a:grpFill/>
                    <a:ln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sp>
                  <p:nvSpPr>
                    <p:cNvPr id="449" name="타원 448">
                      <a:extLst>
                        <a:ext uri="{FF2B5EF4-FFF2-40B4-BE49-F238E27FC236}">
                          <a16:creationId xmlns:a16="http://schemas.microsoft.com/office/drawing/2014/main" id="{BFDE035A-1AE4-14B5-44A7-3D0E3046414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473038" y="537178"/>
                      <a:ext cx="72000" cy="72001"/>
                    </a:xfrm>
                    <a:prstGeom prst="ellipse">
                      <a:avLst/>
                    </a:prstGeom>
                    <a:grpFill/>
                    <a:ln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ctr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돋움" pitchFamily="50" charset="-127"/>
                      </a:endParaRPr>
                    </a:p>
                  </p:txBody>
                </p:sp>
              </p:grpSp>
              <p:grpSp>
                <p:nvGrpSpPr>
                  <p:cNvPr id="434" name="그룹 433">
                    <a:extLst>
                      <a:ext uri="{FF2B5EF4-FFF2-40B4-BE49-F238E27FC236}">
                        <a16:creationId xmlns:a16="http://schemas.microsoft.com/office/drawing/2014/main" id="{840462FC-FF9F-D6BC-6069-F92BD9CFCAC1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2960170" y="1537269"/>
                    <a:ext cx="297783" cy="87905"/>
                    <a:chOff x="3048040" y="503835"/>
                    <a:chExt cx="644793" cy="183622"/>
                  </a:xfrm>
                  <a:grpFill/>
                </p:grpSpPr>
                <p:grpSp>
                  <p:nvGrpSpPr>
                    <p:cNvPr id="435" name="그룹 434">
                      <a:extLst>
                        <a:ext uri="{FF2B5EF4-FFF2-40B4-BE49-F238E27FC236}">
                          <a16:creationId xmlns:a16="http://schemas.microsoft.com/office/drawing/2014/main" id="{2F1CFBA7-8AC4-9E42-CF34-E8E144C08D9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048040" y="503835"/>
                      <a:ext cx="644793" cy="183622"/>
                      <a:chOff x="6291771" y="3833221"/>
                      <a:chExt cx="1069542" cy="304583"/>
                    </a:xfrm>
                    <a:grpFill/>
                  </p:grpSpPr>
                  <p:sp>
                    <p:nvSpPr>
                      <p:cNvPr id="439" name="타원 438">
                        <a:extLst>
                          <a:ext uri="{FF2B5EF4-FFF2-40B4-BE49-F238E27FC236}">
                            <a16:creationId xmlns:a16="http://schemas.microsoft.com/office/drawing/2014/main" id="{DB3317C2-676C-B72C-35CE-3EBAFADA5A21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6291771" y="4017539"/>
                        <a:ext cx="119431" cy="119433"/>
                      </a:xfrm>
                      <a:prstGeom prst="ellips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vert="horz" wrap="square" lIns="91440" tIns="45720" rIns="91440" bIns="45720" numCol="1" rtlCol="0" anchor="ctr" anchorCtr="0" compatLnSpc="1">
                        <a:prstTxWarp prst="textNoShape">
                          <a:avLst/>
                        </a:prstTxWarp>
                        <a:spAutoFit/>
                      </a:bodyPr>
                      <a:lstStyle/>
                      <a:p>
                        <a:pPr marL="0" marR="0" indent="0" algn="ctr" defTabSz="914400" rtl="0" eaLnBrk="1" fontAlgn="base" latinLnBrk="1" hangingPunct="1">
                          <a:lnSpc>
                            <a:spcPct val="100000"/>
                          </a:lnSpc>
                          <a:spcBef>
                            <a:spcPct val="5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돋움" pitchFamily="50" charset="-127"/>
                        </a:endParaRPr>
                      </a:p>
                    </p:txBody>
                  </p:sp>
                  <p:sp>
                    <p:nvSpPr>
                      <p:cNvPr id="440" name="타원 439">
                        <a:extLst>
                          <a:ext uri="{FF2B5EF4-FFF2-40B4-BE49-F238E27FC236}">
                            <a16:creationId xmlns:a16="http://schemas.microsoft.com/office/drawing/2014/main" id="{696C6848-CE43-E391-4512-351DC2AA10E7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7241879" y="4018367"/>
                        <a:ext cx="119434" cy="119432"/>
                      </a:xfrm>
                      <a:prstGeom prst="ellips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vert="horz" wrap="square" lIns="91440" tIns="45720" rIns="91440" bIns="45720" numCol="1" rtlCol="0" anchor="ctr" anchorCtr="0" compatLnSpc="1">
                        <a:prstTxWarp prst="textNoShape">
                          <a:avLst/>
                        </a:prstTxWarp>
                        <a:spAutoFit/>
                      </a:bodyPr>
                      <a:lstStyle/>
                      <a:p>
                        <a:pPr marL="0" marR="0" indent="0" algn="ctr" defTabSz="914400" rtl="0" eaLnBrk="1" fontAlgn="base" latinLnBrk="1" hangingPunct="1">
                          <a:lnSpc>
                            <a:spcPct val="100000"/>
                          </a:lnSpc>
                          <a:spcBef>
                            <a:spcPct val="5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돋움" pitchFamily="50" charset="-127"/>
                        </a:endParaRPr>
                      </a:p>
                    </p:txBody>
                  </p:sp>
                  <p:sp>
                    <p:nvSpPr>
                      <p:cNvPr id="441" name="타원 440">
                        <a:extLst>
                          <a:ext uri="{FF2B5EF4-FFF2-40B4-BE49-F238E27FC236}">
                            <a16:creationId xmlns:a16="http://schemas.microsoft.com/office/drawing/2014/main" id="{15657CB9-CCE0-53BD-F2BC-82DF979A215F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6746658" y="3833221"/>
                        <a:ext cx="162304" cy="162304"/>
                      </a:xfrm>
                      <a:prstGeom prst="ellips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vert="horz" wrap="square" lIns="91440" tIns="45720" rIns="91440" bIns="45720" numCol="1" rtlCol="0" anchor="ctr" anchorCtr="0" compatLnSpc="1">
                        <a:prstTxWarp prst="textNoShape">
                          <a:avLst/>
                        </a:prstTxWarp>
                        <a:spAutoFit/>
                      </a:bodyPr>
                      <a:lstStyle/>
                      <a:p>
                        <a:pPr marL="0" marR="0" indent="0" algn="ctr" defTabSz="914400" rtl="0" eaLnBrk="1" fontAlgn="base" latinLnBrk="1" hangingPunct="1">
                          <a:lnSpc>
                            <a:spcPct val="100000"/>
                          </a:lnSpc>
                          <a:spcBef>
                            <a:spcPct val="5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돋움" pitchFamily="50" charset="-127"/>
                        </a:endParaRPr>
                      </a:p>
                    </p:txBody>
                  </p:sp>
                  <p:cxnSp>
                    <p:nvCxnSpPr>
                      <p:cNvPr id="442" name="직선 연결선 441">
                        <a:extLst>
                          <a:ext uri="{FF2B5EF4-FFF2-40B4-BE49-F238E27FC236}">
                            <a16:creationId xmlns:a16="http://schemas.microsoft.com/office/drawing/2014/main" id="{B50BCF2D-23DD-E6FC-F335-EB854AA9F274}"/>
                          </a:ext>
                        </a:extLst>
                      </p:cNvPr>
                      <p:cNvCxnSpPr>
                        <a:stCxn id="439" idx="0"/>
                        <a:endCxn id="436" idx="4"/>
                      </p:cNvCxnSpPr>
                      <p:nvPr/>
                    </p:nvCxnSpPr>
                    <p:spPr bwMode="auto">
                      <a:xfrm flipV="1">
                        <a:off x="6351469" y="4007962"/>
                        <a:ext cx="270652" cy="9576"/>
                      </a:xfrm>
                      <a:prstGeom prst="lin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  <p:cxnSp>
                    <p:nvCxnSpPr>
                      <p:cNvPr id="443" name="직선 연결선 442">
                        <a:extLst>
                          <a:ext uri="{FF2B5EF4-FFF2-40B4-BE49-F238E27FC236}">
                            <a16:creationId xmlns:a16="http://schemas.microsoft.com/office/drawing/2014/main" id="{C57DEDC4-AFF1-358A-5F40-1C4567676E5A}"/>
                          </a:ext>
                        </a:extLst>
                      </p:cNvPr>
                      <p:cNvCxnSpPr>
                        <a:stCxn id="438" idx="4"/>
                        <a:endCxn id="440" idx="0"/>
                      </p:cNvCxnSpPr>
                      <p:nvPr/>
                    </p:nvCxnSpPr>
                    <p:spPr bwMode="auto">
                      <a:xfrm>
                        <a:off x="7056460" y="4007962"/>
                        <a:ext cx="245127" cy="10410"/>
                      </a:xfrm>
                      <a:prstGeom prst="lin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  <p:cxnSp>
                    <p:nvCxnSpPr>
                      <p:cNvPr id="444" name="직선 연결선 443">
                        <a:extLst>
                          <a:ext uri="{FF2B5EF4-FFF2-40B4-BE49-F238E27FC236}">
                            <a16:creationId xmlns:a16="http://schemas.microsoft.com/office/drawing/2014/main" id="{D104B3A2-D78F-98F4-91E4-99816F3C965B}"/>
                          </a:ext>
                        </a:extLst>
                      </p:cNvPr>
                      <p:cNvCxnSpPr>
                        <a:stCxn id="439" idx="4"/>
                        <a:endCxn id="440" idx="4"/>
                      </p:cNvCxnSpPr>
                      <p:nvPr/>
                    </p:nvCxnSpPr>
                    <p:spPr bwMode="auto">
                      <a:xfrm>
                        <a:off x="6351469" y="4136970"/>
                        <a:ext cx="950117" cy="834"/>
                      </a:xfrm>
                      <a:prstGeom prst="lin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  <p:cxnSp>
                    <p:nvCxnSpPr>
                      <p:cNvPr id="445" name="직선 연결선 444">
                        <a:extLst>
                          <a:ext uri="{FF2B5EF4-FFF2-40B4-BE49-F238E27FC236}">
                            <a16:creationId xmlns:a16="http://schemas.microsoft.com/office/drawing/2014/main" id="{FF56D7B1-F061-197E-6CC5-D778CE129F4D}"/>
                          </a:ext>
                        </a:extLst>
                      </p:cNvPr>
                      <p:cNvCxnSpPr>
                        <a:stCxn id="441" idx="7"/>
                        <a:endCxn id="438" idx="2"/>
                      </p:cNvCxnSpPr>
                      <p:nvPr/>
                    </p:nvCxnSpPr>
                    <p:spPr bwMode="auto">
                      <a:xfrm>
                        <a:off x="6885185" y="3856991"/>
                        <a:ext cx="111560" cy="91257"/>
                      </a:xfrm>
                      <a:prstGeom prst="lin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</p:grpSp>
                <p:sp>
                  <p:nvSpPr>
                    <p:cNvPr id="436" name="타원 435">
                      <a:extLst>
                        <a:ext uri="{FF2B5EF4-FFF2-40B4-BE49-F238E27FC236}">
                          <a16:creationId xmlns:a16="http://schemas.microsoft.com/office/drawing/2014/main" id="{7B2D2347-EDEE-2CCB-CCEA-39744452611D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211198" y="537174"/>
                      <a:ext cx="72001" cy="72001"/>
                    </a:xfrm>
                    <a:prstGeom prst="ellipse">
                      <a:avLst/>
                    </a:prstGeom>
                    <a:grpFill/>
                    <a:ln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ctr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돋움" pitchFamily="50" charset="-127"/>
                      </a:endParaRPr>
                    </a:p>
                  </p:txBody>
                </p:sp>
                <p:cxnSp>
                  <p:nvCxnSpPr>
                    <p:cNvPr id="437" name="직선 연결선 436">
                      <a:extLst>
                        <a:ext uri="{FF2B5EF4-FFF2-40B4-BE49-F238E27FC236}">
                          <a16:creationId xmlns:a16="http://schemas.microsoft.com/office/drawing/2014/main" id="{B851F145-37F7-1728-A260-0B6AD7427AC1}"/>
                        </a:ext>
                      </a:extLst>
                    </p:cNvPr>
                    <p:cNvCxnSpPr>
                      <a:stCxn id="436" idx="5"/>
                      <a:endCxn id="441" idx="1"/>
                    </p:cNvCxnSpPr>
                    <p:nvPr/>
                  </p:nvCxnSpPr>
                  <p:spPr bwMode="auto">
                    <a:xfrm flipV="1">
                      <a:off x="3272645" y="518163"/>
                      <a:ext cx="63950" cy="80470"/>
                    </a:xfrm>
                    <a:prstGeom prst="line">
                      <a:avLst/>
                    </a:prstGeom>
                    <a:grpFill/>
                    <a:ln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sp>
                  <p:nvSpPr>
                    <p:cNvPr id="438" name="타원 437">
                      <a:extLst>
                        <a:ext uri="{FF2B5EF4-FFF2-40B4-BE49-F238E27FC236}">
                          <a16:creationId xmlns:a16="http://schemas.microsoft.com/office/drawing/2014/main" id="{2695130A-36EC-4B7D-894A-A478E12ED2CA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473037" y="537176"/>
                      <a:ext cx="72001" cy="72001"/>
                    </a:xfrm>
                    <a:prstGeom prst="ellipse">
                      <a:avLst/>
                    </a:prstGeom>
                    <a:grpFill/>
                    <a:ln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ctr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돋움" pitchFamily="50" charset="-127"/>
                      </a:endParaRPr>
                    </a:p>
                  </p:txBody>
                </p:sp>
              </p:grpSp>
            </p:grpSp>
            <p:sp>
              <p:nvSpPr>
                <p:cNvPr id="250" name="타원 249">
                  <a:extLst>
                    <a:ext uri="{FF2B5EF4-FFF2-40B4-BE49-F238E27FC236}">
                      <a16:creationId xmlns:a16="http://schemas.microsoft.com/office/drawing/2014/main" id="{905C6F7C-354F-68E8-7709-DBF96837C610}"/>
                    </a:ext>
                  </a:extLst>
                </p:cNvPr>
                <p:cNvSpPr/>
                <p:nvPr/>
              </p:nvSpPr>
              <p:spPr bwMode="auto">
                <a:xfrm rot="10800000">
                  <a:off x="3679648" y="1191644"/>
                  <a:ext cx="75125" cy="78975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cxnSp>
              <p:nvCxnSpPr>
                <p:cNvPr id="251" name="직선 연결선 250">
                  <a:extLst>
                    <a:ext uri="{FF2B5EF4-FFF2-40B4-BE49-F238E27FC236}">
                      <a16:creationId xmlns:a16="http://schemas.microsoft.com/office/drawing/2014/main" id="{88DEC81E-9B92-C312-A26D-4E87354BAAD8}"/>
                    </a:ext>
                  </a:extLst>
                </p:cNvPr>
                <p:cNvCxnSpPr>
                  <a:stCxn id="133" idx="6"/>
                  <a:endCxn id="250" idx="7"/>
                </p:cNvCxnSpPr>
                <p:nvPr/>
              </p:nvCxnSpPr>
              <p:spPr>
                <a:xfrm flipH="1" flipV="1">
                  <a:off x="3690650" y="1259053"/>
                  <a:ext cx="28048" cy="114446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52" name="그룹 251">
                  <a:extLst>
                    <a:ext uri="{FF2B5EF4-FFF2-40B4-BE49-F238E27FC236}">
                      <a16:creationId xmlns:a16="http://schemas.microsoft.com/office/drawing/2014/main" id="{78981425-7B33-1256-5F86-36A6B16D6507}"/>
                    </a:ext>
                  </a:extLst>
                </p:cNvPr>
                <p:cNvGrpSpPr/>
                <p:nvPr/>
              </p:nvGrpSpPr>
              <p:grpSpPr>
                <a:xfrm rot="19498641">
                  <a:off x="3763601" y="2014354"/>
                  <a:ext cx="299000" cy="190364"/>
                  <a:chOff x="2958965" y="1434814"/>
                  <a:chExt cx="299000" cy="190364"/>
                </a:xfrm>
                <a:grpFill/>
              </p:grpSpPr>
              <p:grpSp>
                <p:nvGrpSpPr>
                  <p:cNvPr id="409" name="그룹 408">
                    <a:extLst>
                      <a:ext uri="{FF2B5EF4-FFF2-40B4-BE49-F238E27FC236}">
                        <a16:creationId xmlns:a16="http://schemas.microsoft.com/office/drawing/2014/main" id="{30DA35C0-E8F6-F066-C977-72AB7582F2D3}"/>
                      </a:ext>
                    </a:extLst>
                  </p:cNvPr>
                  <p:cNvGrpSpPr/>
                  <p:nvPr/>
                </p:nvGrpSpPr>
                <p:grpSpPr>
                  <a:xfrm>
                    <a:off x="2958965" y="1434814"/>
                    <a:ext cx="297784" cy="81044"/>
                    <a:chOff x="3048019" y="503837"/>
                    <a:chExt cx="644789" cy="183622"/>
                  </a:xfrm>
                  <a:grpFill/>
                </p:grpSpPr>
                <p:grpSp>
                  <p:nvGrpSpPr>
                    <p:cNvPr id="422" name="그룹 421">
                      <a:extLst>
                        <a:ext uri="{FF2B5EF4-FFF2-40B4-BE49-F238E27FC236}">
                          <a16:creationId xmlns:a16="http://schemas.microsoft.com/office/drawing/2014/main" id="{2F6529DB-2053-225A-5979-BA78FFDC731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048019" y="503837"/>
                      <a:ext cx="644789" cy="183622"/>
                      <a:chOff x="6291754" y="3833221"/>
                      <a:chExt cx="1069538" cy="304583"/>
                    </a:xfrm>
                    <a:grpFill/>
                  </p:grpSpPr>
                  <p:sp>
                    <p:nvSpPr>
                      <p:cNvPr id="426" name="타원 425">
                        <a:extLst>
                          <a:ext uri="{FF2B5EF4-FFF2-40B4-BE49-F238E27FC236}">
                            <a16:creationId xmlns:a16="http://schemas.microsoft.com/office/drawing/2014/main" id="{3AED0914-5205-34E5-8EE0-75BA32412BC8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6291754" y="4017540"/>
                        <a:ext cx="119430" cy="119433"/>
                      </a:xfrm>
                      <a:prstGeom prst="ellips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vert="horz" wrap="square" lIns="91440" tIns="45720" rIns="91440" bIns="45720" numCol="1" rtlCol="0" anchor="ctr" anchorCtr="0" compatLnSpc="1">
                        <a:prstTxWarp prst="textNoShape">
                          <a:avLst/>
                        </a:prstTxWarp>
                        <a:spAutoFit/>
                      </a:bodyPr>
                      <a:lstStyle/>
                      <a:p>
                        <a:pPr marL="0" marR="0" indent="0" algn="ctr" defTabSz="914400" rtl="0" eaLnBrk="1" fontAlgn="base" latinLnBrk="1" hangingPunct="1">
                          <a:lnSpc>
                            <a:spcPct val="100000"/>
                          </a:lnSpc>
                          <a:spcBef>
                            <a:spcPct val="5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돋움" pitchFamily="50" charset="-127"/>
                        </a:endParaRPr>
                      </a:p>
                    </p:txBody>
                  </p:sp>
                  <p:sp>
                    <p:nvSpPr>
                      <p:cNvPr id="427" name="타원 426">
                        <a:extLst>
                          <a:ext uri="{FF2B5EF4-FFF2-40B4-BE49-F238E27FC236}">
                            <a16:creationId xmlns:a16="http://schemas.microsoft.com/office/drawing/2014/main" id="{8855A008-4927-6BD4-9CF6-137DE1F49D8C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7241858" y="4018371"/>
                        <a:ext cx="119434" cy="119433"/>
                      </a:xfrm>
                      <a:prstGeom prst="ellips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vert="horz" wrap="square" lIns="91440" tIns="45720" rIns="91440" bIns="45720" numCol="1" rtlCol="0" anchor="ctr" anchorCtr="0" compatLnSpc="1">
                        <a:prstTxWarp prst="textNoShape">
                          <a:avLst/>
                        </a:prstTxWarp>
                        <a:spAutoFit/>
                      </a:bodyPr>
                      <a:lstStyle/>
                      <a:p>
                        <a:pPr marL="0" marR="0" indent="0" algn="ctr" defTabSz="914400" rtl="0" eaLnBrk="1" fontAlgn="base" latinLnBrk="1" hangingPunct="1">
                          <a:lnSpc>
                            <a:spcPct val="100000"/>
                          </a:lnSpc>
                          <a:spcBef>
                            <a:spcPct val="5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돋움" pitchFamily="50" charset="-127"/>
                        </a:endParaRPr>
                      </a:p>
                    </p:txBody>
                  </p:sp>
                  <p:sp>
                    <p:nvSpPr>
                      <p:cNvPr id="428" name="타원 427">
                        <a:extLst>
                          <a:ext uri="{FF2B5EF4-FFF2-40B4-BE49-F238E27FC236}">
                            <a16:creationId xmlns:a16="http://schemas.microsoft.com/office/drawing/2014/main" id="{D05E976A-1F5C-81AC-D29C-9834516A6285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6746654" y="3833221"/>
                        <a:ext cx="162304" cy="162303"/>
                      </a:xfrm>
                      <a:prstGeom prst="ellips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vert="horz" wrap="square" lIns="91440" tIns="45720" rIns="91440" bIns="45720" numCol="1" rtlCol="0" anchor="ctr" anchorCtr="0" compatLnSpc="1">
                        <a:prstTxWarp prst="textNoShape">
                          <a:avLst/>
                        </a:prstTxWarp>
                        <a:spAutoFit/>
                      </a:bodyPr>
                      <a:lstStyle/>
                      <a:p>
                        <a:pPr marL="0" marR="0" indent="0" algn="ctr" defTabSz="914400" rtl="0" eaLnBrk="1" fontAlgn="base" latinLnBrk="1" hangingPunct="1">
                          <a:lnSpc>
                            <a:spcPct val="100000"/>
                          </a:lnSpc>
                          <a:spcBef>
                            <a:spcPct val="5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돋움" pitchFamily="50" charset="-127"/>
                        </a:endParaRPr>
                      </a:p>
                    </p:txBody>
                  </p:sp>
                  <p:cxnSp>
                    <p:nvCxnSpPr>
                      <p:cNvPr id="429" name="직선 연결선 428">
                        <a:extLst>
                          <a:ext uri="{FF2B5EF4-FFF2-40B4-BE49-F238E27FC236}">
                            <a16:creationId xmlns:a16="http://schemas.microsoft.com/office/drawing/2014/main" id="{52204A0F-13D2-91F3-220D-A6E6E249F2C1}"/>
                          </a:ext>
                        </a:extLst>
                      </p:cNvPr>
                      <p:cNvCxnSpPr>
                        <a:stCxn id="426" idx="0"/>
                        <a:endCxn id="423" idx="4"/>
                      </p:cNvCxnSpPr>
                      <p:nvPr/>
                    </p:nvCxnSpPr>
                    <p:spPr bwMode="auto">
                      <a:xfrm flipV="1">
                        <a:off x="6351469" y="4007962"/>
                        <a:ext cx="270652" cy="9576"/>
                      </a:xfrm>
                      <a:prstGeom prst="lin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  <p:cxnSp>
                    <p:nvCxnSpPr>
                      <p:cNvPr id="430" name="직선 연결선 429">
                        <a:extLst>
                          <a:ext uri="{FF2B5EF4-FFF2-40B4-BE49-F238E27FC236}">
                            <a16:creationId xmlns:a16="http://schemas.microsoft.com/office/drawing/2014/main" id="{776F2737-8068-FFB9-4B36-4FB6DF0057C5}"/>
                          </a:ext>
                        </a:extLst>
                      </p:cNvPr>
                      <p:cNvCxnSpPr>
                        <a:stCxn id="425" idx="4"/>
                        <a:endCxn id="427" idx="0"/>
                      </p:cNvCxnSpPr>
                      <p:nvPr/>
                    </p:nvCxnSpPr>
                    <p:spPr bwMode="auto">
                      <a:xfrm>
                        <a:off x="7056460" y="4007962"/>
                        <a:ext cx="245127" cy="10410"/>
                      </a:xfrm>
                      <a:prstGeom prst="lin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  <p:cxnSp>
                    <p:nvCxnSpPr>
                      <p:cNvPr id="431" name="직선 연결선 430">
                        <a:extLst>
                          <a:ext uri="{FF2B5EF4-FFF2-40B4-BE49-F238E27FC236}">
                            <a16:creationId xmlns:a16="http://schemas.microsoft.com/office/drawing/2014/main" id="{13AF3C85-9A02-DD48-E0EA-21CB2966C4C3}"/>
                          </a:ext>
                        </a:extLst>
                      </p:cNvPr>
                      <p:cNvCxnSpPr>
                        <a:stCxn id="426" idx="4"/>
                        <a:endCxn id="427" idx="4"/>
                      </p:cNvCxnSpPr>
                      <p:nvPr/>
                    </p:nvCxnSpPr>
                    <p:spPr bwMode="auto">
                      <a:xfrm>
                        <a:off x="6351469" y="4136970"/>
                        <a:ext cx="950117" cy="834"/>
                      </a:xfrm>
                      <a:prstGeom prst="lin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  <p:cxnSp>
                    <p:nvCxnSpPr>
                      <p:cNvPr id="432" name="직선 연결선 431">
                        <a:extLst>
                          <a:ext uri="{FF2B5EF4-FFF2-40B4-BE49-F238E27FC236}">
                            <a16:creationId xmlns:a16="http://schemas.microsoft.com/office/drawing/2014/main" id="{803FD88B-E914-0068-8D24-7D5C8C79ABAB}"/>
                          </a:ext>
                        </a:extLst>
                      </p:cNvPr>
                      <p:cNvCxnSpPr>
                        <a:stCxn id="428" idx="7"/>
                        <a:endCxn id="425" idx="2"/>
                      </p:cNvCxnSpPr>
                      <p:nvPr/>
                    </p:nvCxnSpPr>
                    <p:spPr bwMode="auto">
                      <a:xfrm>
                        <a:off x="6885185" y="3856991"/>
                        <a:ext cx="111560" cy="91257"/>
                      </a:xfrm>
                      <a:prstGeom prst="lin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</p:grpSp>
                <p:sp>
                  <p:nvSpPr>
                    <p:cNvPr id="423" name="타원 422">
                      <a:extLst>
                        <a:ext uri="{FF2B5EF4-FFF2-40B4-BE49-F238E27FC236}">
                          <a16:creationId xmlns:a16="http://schemas.microsoft.com/office/drawing/2014/main" id="{C45AA362-71F0-5107-90BC-0E4F842CDC04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211191" y="537177"/>
                      <a:ext cx="72000" cy="72002"/>
                    </a:xfrm>
                    <a:prstGeom prst="ellipse">
                      <a:avLst/>
                    </a:prstGeom>
                    <a:grpFill/>
                    <a:ln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ctr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돋움" pitchFamily="50" charset="-127"/>
                      </a:endParaRPr>
                    </a:p>
                  </p:txBody>
                </p:sp>
                <p:cxnSp>
                  <p:nvCxnSpPr>
                    <p:cNvPr id="424" name="직선 연결선 423">
                      <a:extLst>
                        <a:ext uri="{FF2B5EF4-FFF2-40B4-BE49-F238E27FC236}">
                          <a16:creationId xmlns:a16="http://schemas.microsoft.com/office/drawing/2014/main" id="{FC2F0BF7-A807-BE4D-B0CA-AF0C1C4816F3}"/>
                        </a:ext>
                      </a:extLst>
                    </p:cNvPr>
                    <p:cNvCxnSpPr>
                      <a:stCxn id="423" idx="5"/>
                      <a:endCxn id="428" idx="1"/>
                    </p:cNvCxnSpPr>
                    <p:nvPr/>
                  </p:nvCxnSpPr>
                  <p:spPr bwMode="auto">
                    <a:xfrm flipV="1">
                      <a:off x="3272645" y="518163"/>
                      <a:ext cx="63950" cy="80470"/>
                    </a:xfrm>
                    <a:prstGeom prst="line">
                      <a:avLst/>
                    </a:prstGeom>
                    <a:grpFill/>
                    <a:ln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sp>
                  <p:nvSpPr>
                    <p:cNvPr id="425" name="타원 424">
                      <a:extLst>
                        <a:ext uri="{FF2B5EF4-FFF2-40B4-BE49-F238E27FC236}">
                          <a16:creationId xmlns:a16="http://schemas.microsoft.com/office/drawing/2014/main" id="{6AB586B1-4199-0C3A-F4F7-23F61181BA7D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473039" y="537178"/>
                      <a:ext cx="72000" cy="72002"/>
                    </a:xfrm>
                    <a:prstGeom prst="ellipse">
                      <a:avLst/>
                    </a:prstGeom>
                    <a:grpFill/>
                    <a:ln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ctr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돋움" pitchFamily="50" charset="-127"/>
                      </a:endParaRPr>
                    </a:p>
                  </p:txBody>
                </p:sp>
              </p:grpSp>
              <p:grpSp>
                <p:nvGrpSpPr>
                  <p:cNvPr id="410" name="그룹 409">
                    <a:extLst>
                      <a:ext uri="{FF2B5EF4-FFF2-40B4-BE49-F238E27FC236}">
                        <a16:creationId xmlns:a16="http://schemas.microsoft.com/office/drawing/2014/main" id="{AD55D1BB-A9F0-7528-5519-30732664FA1C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2960177" y="1537274"/>
                    <a:ext cx="297788" cy="87904"/>
                    <a:chOff x="3048019" y="503826"/>
                    <a:chExt cx="644797" cy="183620"/>
                  </a:xfrm>
                  <a:grpFill/>
                </p:grpSpPr>
                <p:grpSp>
                  <p:nvGrpSpPr>
                    <p:cNvPr id="411" name="그룹 410">
                      <a:extLst>
                        <a:ext uri="{FF2B5EF4-FFF2-40B4-BE49-F238E27FC236}">
                          <a16:creationId xmlns:a16="http://schemas.microsoft.com/office/drawing/2014/main" id="{E893C424-5FE8-FF3A-DE9A-A7C9E0E3411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048019" y="503826"/>
                      <a:ext cx="644797" cy="183620"/>
                      <a:chOff x="6291748" y="3833223"/>
                      <a:chExt cx="1069550" cy="304581"/>
                    </a:xfrm>
                    <a:grpFill/>
                  </p:grpSpPr>
                  <p:sp>
                    <p:nvSpPr>
                      <p:cNvPr id="415" name="타원 414">
                        <a:extLst>
                          <a:ext uri="{FF2B5EF4-FFF2-40B4-BE49-F238E27FC236}">
                            <a16:creationId xmlns:a16="http://schemas.microsoft.com/office/drawing/2014/main" id="{B726D6CB-90C4-CF0C-224E-2365958F929C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6291748" y="4017542"/>
                        <a:ext cx="119430" cy="119433"/>
                      </a:xfrm>
                      <a:prstGeom prst="ellips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vert="horz" wrap="square" lIns="91440" tIns="45720" rIns="91440" bIns="45720" numCol="1" rtlCol="0" anchor="ctr" anchorCtr="0" compatLnSpc="1">
                        <a:prstTxWarp prst="textNoShape">
                          <a:avLst/>
                        </a:prstTxWarp>
                        <a:spAutoFit/>
                      </a:bodyPr>
                      <a:lstStyle/>
                      <a:p>
                        <a:pPr marL="0" marR="0" indent="0" algn="ctr" defTabSz="914400" rtl="0" eaLnBrk="1" fontAlgn="base" latinLnBrk="1" hangingPunct="1">
                          <a:lnSpc>
                            <a:spcPct val="100000"/>
                          </a:lnSpc>
                          <a:spcBef>
                            <a:spcPct val="5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돋움" pitchFamily="50" charset="-127"/>
                        </a:endParaRPr>
                      </a:p>
                    </p:txBody>
                  </p:sp>
                  <p:sp>
                    <p:nvSpPr>
                      <p:cNvPr id="416" name="타원 415">
                        <a:extLst>
                          <a:ext uri="{FF2B5EF4-FFF2-40B4-BE49-F238E27FC236}">
                            <a16:creationId xmlns:a16="http://schemas.microsoft.com/office/drawing/2014/main" id="{66EB1EF1-E60F-67FC-1829-20864CA799AA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7241865" y="4018365"/>
                        <a:ext cx="119433" cy="119433"/>
                      </a:xfrm>
                      <a:prstGeom prst="ellips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vert="horz" wrap="square" lIns="91440" tIns="45720" rIns="91440" bIns="45720" numCol="1" rtlCol="0" anchor="ctr" anchorCtr="0" compatLnSpc="1">
                        <a:prstTxWarp prst="textNoShape">
                          <a:avLst/>
                        </a:prstTxWarp>
                        <a:spAutoFit/>
                      </a:bodyPr>
                      <a:lstStyle/>
                      <a:p>
                        <a:pPr marL="0" marR="0" indent="0" algn="ctr" defTabSz="914400" rtl="0" eaLnBrk="1" fontAlgn="base" latinLnBrk="1" hangingPunct="1">
                          <a:lnSpc>
                            <a:spcPct val="100000"/>
                          </a:lnSpc>
                          <a:spcBef>
                            <a:spcPct val="5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돋움" pitchFamily="50" charset="-127"/>
                        </a:endParaRPr>
                      </a:p>
                    </p:txBody>
                  </p:sp>
                  <p:sp>
                    <p:nvSpPr>
                      <p:cNvPr id="417" name="타원 416">
                        <a:extLst>
                          <a:ext uri="{FF2B5EF4-FFF2-40B4-BE49-F238E27FC236}">
                            <a16:creationId xmlns:a16="http://schemas.microsoft.com/office/drawing/2014/main" id="{4E374A71-915D-95FD-7264-A04C7C5F7EC4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6746655" y="3833223"/>
                        <a:ext cx="162303" cy="162301"/>
                      </a:xfrm>
                      <a:prstGeom prst="ellips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vert="horz" wrap="square" lIns="91440" tIns="45720" rIns="91440" bIns="45720" numCol="1" rtlCol="0" anchor="ctr" anchorCtr="0" compatLnSpc="1">
                        <a:prstTxWarp prst="textNoShape">
                          <a:avLst/>
                        </a:prstTxWarp>
                        <a:spAutoFit/>
                      </a:bodyPr>
                      <a:lstStyle/>
                      <a:p>
                        <a:pPr marL="0" marR="0" indent="0" algn="ctr" defTabSz="914400" rtl="0" eaLnBrk="1" fontAlgn="base" latinLnBrk="1" hangingPunct="1">
                          <a:lnSpc>
                            <a:spcPct val="100000"/>
                          </a:lnSpc>
                          <a:spcBef>
                            <a:spcPct val="5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돋움" pitchFamily="50" charset="-127"/>
                        </a:endParaRPr>
                      </a:p>
                    </p:txBody>
                  </p:sp>
                  <p:cxnSp>
                    <p:nvCxnSpPr>
                      <p:cNvPr id="418" name="직선 연결선 417">
                        <a:extLst>
                          <a:ext uri="{FF2B5EF4-FFF2-40B4-BE49-F238E27FC236}">
                            <a16:creationId xmlns:a16="http://schemas.microsoft.com/office/drawing/2014/main" id="{BE14B9A4-AB7A-43C2-5A66-CAEAF6B26C62}"/>
                          </a:ext>
                        </a:extLst>
                      </p:cNvPr>
                      <p:cNvCxnSpPr>
                        <a:stCxn id="415" idx="0"/>
                        <a:endCxn id="412" idx="4"/>
                      </p:cNvCxnSpPr>
                      <p:nvPr/>
                    </p:nvCxnSpPr>
                    <p:spPr bwMode="auto">
                      <a:xfrm flipV="1">
                        <a:off x="6351469" y="4007962"/>
                        <a:ext cx="270652" cy="9576"/>
                      </a:xfrm>
                      <a:prstGeom prst="lin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  <p:cxnSp>
                    <p:nvCxnSpPr>
                      <p:cNvPr id="419" name="직선 연결선 418">
                        <a:extLst>
                          <a:ext uri="{FF2B5EF4-FFF2-40B4-BE49-F238E27FC236}">
                            <a16:creationId xmlns:a16="http://schemas.microsoft.com/office/drawing/2014/main" id="{4CA2EBCD-03E7-036D-FC9D-B3CA6700AD82}"/>
                          </a:ext>
                        </a:extLst>
                      </p:cNvPr>
                      <p:cNvCxnSpPr>
                        <a:stCxn id="414" idx="4"/>
                        <a:endCxn id="416" idx="0"/>
                      </p:cNvCxnSpPr>
                      <p:nvPr/>
                    </p:nvCxnSpPr>
                    <p:spPr bwMode="auto">
                      <a:xfrm>
                        <a:off x="7056460" y="4007962"/>
                        <a:ext cx="245127" cy="10410"/>
                      </a:xfrm>
                      <a:prstGeom prst="lin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  <p:cxnSp>
                    <p:nvCxnSpPr>
                      <p:cNvPr id="420" name="직선 연결선 419">
                        <a:extLst>
                          <a:ext uri="{FF2B5EF4-FFF2-40B4-BE49-F238E27FC236}">
                            <a16:creationId xmlns:a16="http://schemas.microsoft.com/office/drawing/2014/main" id="{F1262CF4-398A-66DE-F6E2-98E805FD13F2}"/>
                          </a:ext>
                        </a:extLst>
                      </p:cNvPr>
                      <p:cNvCxnSpPr>
                        <a:stCxn id="415" idx="4"/>
                        <a:endCxn id="416" idx="4"/>
                      </p:cNvCxnSpPr>
                      <p:nvPr/>
                    </p:nvCxnSpPr>
                    <p:spPr bwMode="auto">
                      <a:xfrm>
                        <a:off x="6351469" y="4136970"/>
                        <a:ext cx="950117" cy="834"/>
                      </a:xfrm>
                      <a:prstGeom prst="lin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  <p:cxnSp>
                    <p:nvCxnSpPr>
                      <p:cNvPr id="421" name="직선 연결선 420">
                        <a:extLst>
                          <a:ext uri="{FF2B5EF4-FFF2-40B4-BE49-F238E27FC236}">
                            <a16:creationId xmlns:a16="http://schemas.microsoft.com/office/drawing/2014/main" id="{B18194F2-C043-0E24-F0E3-5BDC8703AF0E}"/>
                          </a:ext>
                        </a:extLst>
                      </p:cNvPr>
                      <p:cNvCxnSpPr>
                        <a:stCxn id="417" idx="7"/>
                        <a:endCxn id="414" idx="2"/>
                      </p:cNvCxnSpPr>
                      <p:nvPr/>
                    </p:nvCxnSpPr>
                    <p:spPr bwMode="auto">
                      <a:xfrm>
                        <a:off x="6885185" y="3856991"/>
                        <a:ext cx="111560" cy="91257"/>
                      </a:xfrm>
                      <a:prstGeom prst="lin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</p:grpSp>
                <p:sp>
                  <p:nvSpPr>
                    <p:cNvPr id="412" name="타원 411">
                      <a:extLst>
                        <a:ext uri="{FF2B5EF4-FFF2-40B4-BE49-F238E27FC236}">
                          <a16:creationId xmlns:a16="http://schemas.microsoft.com/office/drawing/2014/main" id="{1805607E-1A3A-9270-C90D-BA0D892D3D4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211190" y="537176"/>
                      <a:ext cx="72000" cy="72002"/>
                    </a:xfrm>
                    <a:prstGeom prst="ellipse">
                      <a:avLst/>
                    </a:prstGeom>
                    <a:grpFill/>
                    <a:ln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ctr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돋움" pitchFamily="50" charset="-127"/>
                      </a:endParaRPr>
                    </a:p>
                  </p:txBody>
                </p:sp>
                <p:cxnSp>
                  <p:nvCxnSpPr>
                    <p:cNvPr id="413" name="직선 연결선 412">
                      <a:extLst>
                        <a:ext uri="{FF2B5EF4-FFF2-40B4-BE49-F238E27FC236}">
                          <a16:creationId xmlns:a16="http://schemas.microsoft.com/office/drawing/2014/main" id="{800CF8D4-2E47-933E-53CE-207E7C36A1B4}"/>
                        </a:ext>
                      </a:extLst>
                    </p:cNvPr>
                    <p:cNvCxnSpPr>
                      <a:stCxn id="412" idx="5"/>
                      <a:endCxn id="417" idx="1"/>
                    </p:cNvCxnSpPr>
                    <p:nvPr/>
                  </p:nvCxnSpPr>
                  <p:spPr bwMode="auto">
                    <a:xfrm flipV="1">
                      <a:off x="3272645" y="518163"/>
                      <a:ext cx="63950" cy="80470"/>
                    </a:xfrm>
                    <a:prstGeom prst="line">
                      <a:avLst/>
                    </a:prstGeom>
                    <a:grpFill/>
                    <a:ln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sp>
                  <p:nvSpPr>
                    <p:cNvPr id="414" name="타원 413">
                      <a:extLst>
                        <a:ext uri="{FF2B5EF4-FFF2-40B4-BE49-F238E27FC236}">
                          <a16:creationId xmlns:a16="http://schemas.microsoft.com/office/drawing/2014/main" id="{8CC5040F-ACC1-5547-CB81-7AACC631C7F5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473039" y="537176"/>
                      <a:ext cx="72000" cy="72002"/>
                    </a:xfrm>
                    <a:prstGeom prst="ellipse">
                      <a:avLst/>
                    </a:prstGeom>
                    <a:grpFill/>
                    <a:ln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ctr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돋움" pitchFamily="50" charset="-127"/>
                      </a:endParaRPr>
                    </a:p>
                  </p:txBody>
                </p:sp>
              </p:grpSp>
            </p:grpSp>
            <p:sp>
              <p:nvSpPr>
                <p:cNvPr id="253" name="타원 252">
                  <a:extLst>
                    <a:ext uri="{FF2B5EF4-FFF2-40B4-BE49-F238E27FC236}">
                      <a16:creationId xmlns:a16="http://schemas.microsoft.com/office/drawing/2014/main" id="{218A2D57-3967-8A36-4E86-97AD80C40C35}"/>
                    </a:ext>
                  </a:extLst>
                </p:cNvPr>
                <p:cNvSpPr/>
                <p:nvPr/>
              </p:nvSpPr>
              <p:spPr bwMode="auto">
                <a:xfrm>
                  <a:off x="5415150" y="1864831"/>
                  <a:ext cx="67701" cy="71171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sp>
              <p:nvSpPr>
                <p:cNvPr id="254" name="타원 253">
                  <a:extLst>
                    <a:ext uri="{FF2B5EF4-FFF2-40B4-BE49-F238E27FC236}">
                      <a16:creationId xmlns:a16="http://schemas.microsoft.com/office/drawing/2014/main" id="{654F2907-0DE8-DDDA-1866-827F7A16F7E4}"/>
                    </a:ext>
                  </a:extLst>
                </p:cNvPr>
                <p:cNvSpPr/>
                <p:nvPr/>
              </p:nvSpPr>
              <p:spPr bwMode="auto">
                <a:xfrm>
                  <a:off x="5415150" y="1752833"/>
                  <a:ext cx="67701" cy="71171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grpSp>
              <p:nvGrpSpPr>
                <p:cNvPr id="255" name="그룹 254">
                  <a:extLst>
                    <a:ext uri="{FF2B5EF4-FFF2-40B4-BE49-F238E27FC236}">
                      <a16:creationId xmlns:a16="http://schemas.microsoft.com/office/drawing/2014/main" id="{5162EEB3-4F4C-2AD3-6064-5C3C620B722B}"/>
                    </a:ext>
                  </a:extLst>
                </p:cNvPr>
                <p:cNvGrpSpPr/>
                <p:nvPr/>
              </p:nvGrpSpPr>
              <p:grpSpPr>
                <a:xfrm>
                  <a:off x="5665045" y="1761402"/>
                  <a:ext cx="75125" cy="110752"/>
                  <a:chOff x="5751053" y="1319143"/>
                  <a:chExt cx="75125" cy="110752"/>
                </a:xfrm>
                <a:grpFill/>
              </p:grpSpPr>
              <p:sp>
                <p:nvSpPr>
                  <p:cNvPr id="407" name="타원 406">
                    <a:extLst>
                      <a:ext uri="{FF2B5EF4-FFF2-40B4-BE49-F238E27FC236}">
                        <a16:creationId xmlns:a16="http://schemas.microsoft.com/office/drawing/2014/main" id="{098AC537-94C0-7CD3-880F-09E142705350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751053" y="1364627"/>
                    <a:ext cx="75125" cy="65268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sp>
                <p:nvSpPr>
                  <p:cNvPr id="408" name="직사각형 407">
                    <a:extLst>
                      <a:ext uri="{FF2B5EF4-FFF2-40B4-BE49-F238E27FC236}">
                        <a16:creationId xmlns:a16="http://schemas.microsoft.com/office/drawing/2014/main" id="{7CE10CB7-B968-B80D-7896-0470BD7EAECE}"/>
                      </a:ext>
                    </a:extLst>
                  </p:cNvPr>
                  <p:cNvSpPr/>
                  <p:nvPr/>
                </p:nvSpPr>
                <p:spPr>
                  <a:xfrm>
                    <a:off x="5773903" y="1319143"/>
                    <a:ext cx="26140" cy="85090"/>
                  </a:xfrm>
                  <a:prstGeom prst="rect">
                    <a:avLst/>
                  </a:prstGeom>
                  <a:grpFill/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cxnSp>
              <p:nvCxnSpPr>
                <p:cNvPr id="256" name="직선 연결선 255">
                  <a:extLst>
                    <a:ext uri="{FF2B5EF4-FFF2-40B4-BE49-F238E27FC236}">
                      <a16:creationId xmlns:a16="http://schemas.microsoft.com/office/drawing/2014/main" id="{E7AFDD63-2E6D-B8C8-B350-4C92B136161C}"/>
                    </a:ext>
                  </a:extLst>
                </p:cNvPr>
                <p:cNvCxnSpPr>
                  <a:stCxn id="257" idx="4"/>
                  <a:endCxn id="407" idx="0"/>
                </p:cNvCxnSpPr>
                <p:nvPr/>
              </p:nvCxnSpPr>
              <p:spPr>
                <a:xfrm flipH="1">
                  <a:off x="5702607" y="1838785"/>
                  <a:ext cx="108201" cy="33369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7" name="타원 256">
                  <a:extLst>
                    <a:ext uri="{FF2B5EF4-FFF2-40B4-BE49-F238E27FC236}">
                      <a16:creationId xmlns:a16="http://schemas.microsoft.com/office/drawing/2014/main" id="{D58C7EF7-9507-FEA1-DD1B-06D7AF774CCB}"/>
                    </a:ext>
                  </a:extLst>
                </p:cNvPr>
                <p:cNvSpPr/>
                <p:nvPr/>
              </p:nvSpPr>
              <p:spPr bwMode="auto">
                <a:xfrm rot="10800000">
                  <a:off x="5773246" y="1838785"/>
                  <a:ext cx="75125" cy="78975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cxnSp>
              <p:nvCxnSpPr>
                <p:cNvPr id="258" name="직선 연결선 257">
                  <a:extLst>
                    <a:ext uri="{FF2B5EF4-FFF2-40B4-BE49-F238E27FC236}">
                      <a16:creationId xmlns:a16="http://schemas.microsoft.com/office/drawing/2014/main" id="{E7C7A9CE-F1A6-EB9A-E02B-587E27414BD4}"/>
                    </a:ext>
                  </a:extLst>
                </p:cNvPr>
                <p:cNvCxnSpPr>
                  <a:endCxn id="257" idx="4"/>
                </p:cNvCxnSpPr>
                <p:nvPr/>
              </p:nvCxnSpPr>
              <p:spPr>
                <a:xfrm flipH="1">
                  <a:off x="5810808" y="1834374"/>
                  <a:ext cx="610958" cy="4411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59" name="그룹 258">
                  <a:extLst>
                    <a:ext uri="{FF2B5EF4-FFF2-40B4-BE49-F238E27FC236}">
                      <a16:creationId xmlns:a16="http://schemas.microsoft.com/office/drawing/2014/main" id="{DFD87DFB-D037-88DD-8547-FE94386C3031}"/>
                    </a:ext>
                  </a:extLst>
                </p:cNvPr>
                <p:cNvGrpSpPr/>
                <p:nvPr/>
              </p:nvGrpSpPr>
              <p:grpSpPr>
                <a:xfrm>
                  <a:off x="6031192" y="1745285"/>
                  <a:ext cx="298996" cy="190354"/>
                  <a:chOff x="2958968" y="1434817"/>
                  <a:chExt cx="298996" cy="190354"/>
                </a:xfrm>
                <a:grpFill/>
              </p:grpSpPr>
              <p:grpSp>
                <p:nvGrpSpPr>
                  <p:cNvPr id="383" name="그룹 382">
                    <a:extLst>
                      <a:ext uri="{FF2B5EF4-FFF2-40B4-BE49-F238E27FC236}">
                        <a16:creationId xmlns:a16="http://schemas.microsoft.com/office/drawing/2014/main" id="{0C64B431-4E66-8661-79B0-AF05BA39288C}"/>
                      </a:ext>
                    </a:extLst>
                  </p:cNvPr>
                  <p:cNvGrpSpPr/>
                  <p:nvPr/>
                </p:nvGrpSpPr>
                <p:grpSpPr>
                  <a:xfrm>
                    <a:off x="2958968" y="1434817"/>
                    <a:ext cx="297787" cy="81044"/>
                    <a:chOff x="3048022" y="503839"/>
                    <a:chExt cx="644795" cy="183621"/>
                  </a:xfrm>
                  <a:grpFill/>
                </p:grpSpPr>
                <p:grpSp>
                  <p:nvGrpSpPr>
                    <p:cNvPr id="396" name="그룹 395">
                      <a:extLst>
                        <a:ext uri="{FF2B5EF4-FFF2-40B4-BE49-F238E27FC236}">
                          <a16:creationId xmlns:a16="http://schemas.microsoft.com/office/drawing/2014/main" id="{F67B5FC7-3C4E-F7B5-0E6F-37197217F77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048022" y="503839"/>
                      <a:ext cx="644795" cy="183621"/>
                      <a:chOff x="6291754" y="3833223"/>
                      <a:chExt cx="1069547" cy="304581"/>
                    </a:xfrm>
                    <a:grpFill/>
                  </p:grpSpPr>
                  <p:sp>
                    <p:nvSpPr>
                      <p:cNvPr id="400" name="타원 399">
                        <a:extLst>
                          <a:ext uri="{FF2B5EF4-FFF2-40B4-BE49-F238E27FC236}">
                            <a16:creationId xmlns:a16="http://schemas.microsoft.com/office/drawing/2014/main" id="{55922987-9D77-5809-BBC8-7A60D0800BAC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6291754" y="4017537"/>
                        <a:ext cx="119430" cy="119432"/>
                      </a:xfrm>
                      <a:prstGeom prst="ellips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vert="horz" wrap="square" lIns="91440" tIns="45720" rIns="91440" bIns="45720" numCol="1" rtlCol="0" anchor="ctr" anchorCtr="0" compatLnSpc="1">
                        <a:prstTxWarp prst="textNoShape">
                          <a:avLst/>
                        </a:prstTxWarp>
                        <a:spAutoFit/>
                      </a:bodyPr>
                      <a:lstStyle/>
                      <a:p>
                        <a:pPr marL="0" marR="0" indent="0" algn="ctr" defTabSz="914400" rtl="0" eaLnBrk="1" fontAlgn="base" latinLnBrk="1" hangingPunct="1">
                          <a:lnSpc>
                            <a:spcPct val="100000"/>
                          </a:lnSpc>
                          <a:spcBef>
                            <a:spcPct val="5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돋움" pitchFamily="50" charset="-127"/>
                        </a:endParaRPr>
                      </a:p>
                    </p:txBody>
                  </p:sp>
                  <p:sp>
                    <p:nvSpPr>
                      <p:cNvPr id="401" name="타원 400">
                        <a:extLst>
                          <a:ext uri="{FF2B5EF4-FFF2-40B4-BE49-F238E27FC236}">
                            <a16:creationId xmlns:a16="http://schemas.microsoft.com/office/drawing/2014/main" id="{058B84CC-51CA-F049-FD8A-0AB61C8C77A7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7241868" y="4018371"/>
                        <a:ext cx="119433" cy="119432"/>
                      </a:xfrm>
                      <a:prstGeom prst="ellips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vert="horz" wrap="square" lIns="91440" tIns="45720" rIns="91440" bIns="45720" numCol="1" rtlCol="0" anchor="ctr" anchorCtr="0" compatLnSpc="1">
                        <a:prstTxWarp prst="textNoShape">
                          <a:avLst/>
                        </a:prstTxWarp>
                        <a:spAutoFit/>
                      </a:bodyPr>
                      <a:lstStyle/>
                      <a:p>
                        <a:pPr marL="0" marR="0" indent="0" algn="ctr" defTabSz="914400" rtl="0" eaLnBrk="1" fontAlgn="base" latinLnBrk="1" hangingPunct="1">
                          <a:lnSpc>
                            <a:spcPct val="100000"/>
                          </a:lnSpc>
                          <a:spcBef>
                            <a:spcPct val="5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돋움" pitchFamily="50" charset="-127"/>
                        </a:endParaRPr>
                      </a:p>
                    </p:txBody>
                  </p:sp>
                  <p:sp>
                    <p:nvSpPr>
                      <p:cNvPr id="402" name="타원 401">
                        <a:extLst>
                          <a:ext uri="{FF2B5EF4-FFF2-40B4-BE49-F238E27FC236}">
                            <a16:creationId xmlns:a16="http://schemas.microsoft.com/office/drawing/2014/main" id="{17DDD133-740E-CC38-E57F-0B89F0C8D161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6746651" y="3833223"/>
                        <a:ext cx="162303" cy="162302"/>
                      </a:xfrm>
                      <a:prstGeom prst="ellips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vert="horz" wrap="square" lIns="91440" tIns="45720" rIns="91440" bIns="45720" numCol="1" rtlCol="0" anchor="ctr" anchorCtr="0" compatLnSpc="1">
                        <a:prstTxWarp prst="textNoShape">
                          <a:avLst/>
                        </a:prstTxWarp>
                        <a:spAutoFit/>
                      </a:bodyPr>
                      <a:lstStyle/>
                      <a:p>
                        <a:pPr marL="0" marR="0" indent="0" algn="ctr" defTabSz="914400" rtl="0" eaLnBrk="1" fontAlgn="base" latinLnBrk="1" hangingPunct="1">
                          <a:lnSpc>
                            <a:spcPct val="100000"/>
                          </a:lnSpc>
                          <a:spcBef>
                            <a:spcPct val="5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돋움" pitchFamily="50" charset="-127"/>
                        </a:endParaRPr>
                      </a:p>
                    </p:txBody>
                  </p:sp>
                  <p:cxnSp>
                    <p:nvCxnSpPr>
                      <p:cNvPr id="403" name="직선 연결선 402">
                        <a:extLst>
                          <a:ext uri="{FF2B5EF4-FFF2-40B4-BE49-F238E27FC236}">
                            <a16:creationId xmlns:a16="http://schemas.microsoft.com/office/drawing/2014/main" id="{9E341C6C-BAFB-60CE-766F-F52687E79AED}"/>
                          </a:ext>
                        </a:extLst>
                      </p:cNvPr>
                      <p:cNvCxnSpPr>
                        <a:stCxn id="400" idx="0"/>
                        <a:endCxn id="397" idx="4"/>
                      </p:cNvCxnSpPr>
                      <p:nvPr/>
                    </p:nvCxnSpPr>
                    <p:spPr bwMode="auto">
                      <a:xfrm flipV="1">
                        <a:off x="6351469" y="4007962"/>
                        <a:ext cx="270652" cy="9576"/>
                      </a:xfrm>
                      <a:prstGeom prst="lin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  <p:cxnSp>
                    <p:nvCxnSpPr>
                      <p:cNvPr id="404" name="직선 연결선 403">
                        <a:extLst>
                          <a:ext uri="{FF2B5EF4-FFF2-40B4-BE49-F238E27FC236}">
                            <a16:creationId xmlns:a16="http://schemas.microsoft.com/office/drawing/2014/main" id="{5B013CBF-70E1-291D-858A-93F40DF08DD2}"/>
                          </a:ext>
                        </a:extLst>
                      </p:cNvPr>
                      <p:cNvCxnSpPr>
                        <a:stCxn id="399" idx="4"/>
                        <a:endCxn id="401" idx="0"/>
                      </p:cNvCxnSpPr>
                      <p:nvPr/>
                    </p:nvCxnSpPr>
                    <p:spPr bwMode="auto">
                      <a:xfrm>
                        <a:off x="7056460" y="4007962"/>
                        <a:ext cx="245127" cy="10410"/>
                      </a:xfrm>
                      <a:prstGeom prst="lin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  <p:cxnSp>
                    <p:nvCxnSpPr>
                      <p:cNvPr id="405" name="직선 연결선 404">
                        <a:extLst>
                          <a:ext uri="{FF2B5EF4-FFF2-40B4-BE49-F238E27FC236}">
                            <a16:creationId xmlns:a16="http://schemas.microsoft.com/office/drawing/2014/main" id="{1C41F3BA-FF3C-CCBC-5663-4EAD6757DBA0}"/>
                          </a:ext>
                        </a:extLst>
                      </p:cNvPr>
                      <p:cNvCxnSpPr>
                        <a:stCxn id="400" idx="4"/>
                        <a:endCxn id="401" idx="4"/>
                      </p:cNvCxnSpPr>
                      <p:nvPr/>
                    </p:nvCxnSpPr>
                    <p:spPr bwMode="auto">
                      <a:xfrm>
                        <a:off x="6351469" y="4136970"/>
                        <a:ext cx="950117" cy="834"/>
                      </a:xfrm>
                      <a:prstGeom prst="lin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  <p:cxnSp>
                    <p:nvCxnSpPr>
                      <p:cNvPr id="406" name="직선 연결선 405">
                        <a:extLst>
                          <a:ext uri="{FF2B5EF4-FFF2-40B4-BE49-F238E27FC236}">
                            <a16:creationId xmlns:a16="http://schemas.microsoft.com/office/drawing/2014/main" id="{46BCB509-2D82-124C-31B3-32D3806CAA73}"/>
                          </a:ext>
                        </a:extLst>
                      </p:cNvPr>
                      <p:cNvCxnSpPr>
                        <a:stCxn id="402" idx="7"/>
                        <a:endCxn id="399" idx="2"/>
                      </p:cNvCxnSpPr>
                      <p:nvPr/>
                    </p:nvCxnSpPr>
                    <p:spPr bwMode="auto">
                      <a:xfrm>
                        <a:off x="6885185" y="3856991"/>
                        <a:ext cx="111560" cy="91257"/>
                      </a:xfrm>
                      <a:prstGeom prst="lin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</p:grpSp>
                <p:sp>
                  <p:nvSpPr>
                    <p:cNvPr id="397" name="타원 396">
                      <a:extLst>
                        <a:ext uri="{FF2B5EF4-FFF2-40B4-BE49-F238E27FC236}">
                          <a16:creationId xmlns:a16="http://schemas.microsoft.com/office/drawing/2014/main" id="{68F577CD-7CAE-06FF-3684-11D82F7AE50A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211190" y="537177"/>
                      <a:ext cx="72000" cy="72001"/>
                    </a:xfrm>
                    <a:prstGeom prst="ellipse">
                      <a:avLst/>
                    </a:prstGeom>
                    <a:grpFill/>
                    <a:ln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ctr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돋움" pitchFamily="50" charset="-127"/>
                      </a:endParaRPr>
                    </a:p>
                  </p:txBody>
                </p:sp>
                <p:cxnSp>
                  <p:nvCxnSpPr>
                    <p:cNvPr id="398" name="직선 연결선 397">
                      <a:extLst>
                        <a:ext uri="{FF2B5EF4-FFF2-40B4-BE49-F238E27FC236}">
                          <a16:creationId xmlns:a16="http://schemas.microsoft.com/office/drawing/2014/main" id="{C5A404B1-4684-5CFA-2B5F-C6344B8758AB}"/>
                        </a:ext>
                      </a:extLst>
                    </p:cNvPr>
                    <p:cNvCxnSpPr>
                      <a:stCxn id="397" idx="5"/>
                      <a:endCxn id="402" idx="1"/>
                    </p:cNvCxnSpPr>
                    <p:nvPr/>
                  </p:nvCxnSpPr>
                  <p:spPr bwMode="auto">
                    <a:xfrm flipV="1">
                      <a:off x="3272645" y="518163"/>
                      <a:ext cx="63950" cy="80470"/>
                    </a:xfrm>
                    <a:prstGeom prst="line">
                      <a:avLst/>
                    </a:prstGeom>
                    <a:grpFill/>
                    <a:ln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sp>
                  <p:nvSpPr>
                    <p:cNvPr id="399" name="타원 398">
                      <a:extLst>
                        <a:ext uri="{FF2B5EF4-FFF2-40B4-BE49-F238E27FC236}">
                          <a16:creationId xmlns:a16="http://schemas.microsoft.com/office/drawing/2014/main" id="{77DCDBB3-71A4-241A-0685-23D775E03422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473038" y="537177"/>
                      <a:ext cx="72000" cy="72001"/>
                    </a:xfrm>
                    <a:prstGeom prst="ellipse">
                      <a:avLst/>
                    </a:prstGeom>
                    <a:grpFill/>
                    <a:ln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ctr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돋움" pitchFamily="50" charset="-127"/>
                      </a:endParaRPr>
                    </a:p>
                  </p:txBody>
                </p:sp>
              </p:grpSp>
              <p:grpSp>
                <p:nvGrpSpPr>
                  <p:cNvPr id="384" name="그룹 383">
                    <a:extLst>
                      <a:ext uri="{FF2B5EF4-FFF2-40B4-BE49-F238E27FC236}">
                        <a16:creationId xmlns:a16="http://schemas.microsoft.com/office/drawing/2014/main" id="{4EBAD3FA-5F1F-A493-38C6-2351A85EEACD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2960177" y="1537266"/>
                    <a:ext cx="297787" cy="87905"/>
                    <a:chOff x="3048022" y="503838"/>
                    <a:chExt cx="644795" cy="183622"/>
                  </a:xfrm>
                  <a:grpFill/>
                </p:grpSpPr>
                <p:grpSp>
                  <p:nvGrpSpPr>
                    <p:cNvPr id="385" name="그룹 384">
                      <a:extLst>
                        <a:ext uri="{FF2B5EF4-FFF2-40B4-BE49-F238E27FC236}">
                          <a16:creationId xmlns:a16="http://schemas.microsoft.com/office/drawing/2014/main" id="{7338AF7D-F889-BF9B-AC9B-90B65AE879D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048022" y="503838"/>
                      <a:ext cx="644795" cy="183622"/>
                      <a:chOff x="6291754" y="3833225"/>
                      <a:chExt cx="1069547" cy="304583"/>
                    </a:xfrm>
                    <a:grpFill/>
                  </p:grpSpPr>
                  <p:sp>
                    <p:nvSpPr>
                      <p:cNvPr id="389" name="타원 388">
                        <a:extLst>
                          <a:ext uri="{FF2B5EF4-FFF2-40B4-BE49-F238E27FC236}">
                            <a16:creationId xmlns:a16="http://schemas.microsoft.com/office/drawing/2014/main" id="{C2DE4F7F-820C-0F2E-ACD5-C2DA7F66CCCB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6291754" y="4017537"/>
                        <a:ext cx="119430" cy="119432"/>
                      </a:xfrm>
                      <a:prstGeom prst="ellips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vert="horz" wrap="square" lIns="91440" tIns="45720" rIns="91440" bIns="45720" numCol="1" rtlCol="0" anchor="ctr" anchorCtr="0" compatLnSpc="1">
                        <a:prstTxWarp prst="textNoShape">
                          <a:avLst/>
                        </a:prstTxWarp>
                        <a:spAutoFit/>
                      </a:bodyPr>
                      <a:lstStyle/>
                      <a:p>
                        <a:pPr marL="0" marR="0" indent="0" algn="ctr" defTabSz="914400" rtl="0" eaLnBrk="1" fontAlgn="base" latinLnBrk="1" hangingPunct="1">
                          <a:lnSpc>
                            <a:spcPct val="100000"/>
                          </a:lnSpc>
                          <a:spcBef>
                            <a:spcPct val="5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돋움" pitchFamily="50" charset="-127"/>
                        </a:endParaRPr>
                      </a:p>
                    </p:txBody>
                  </p:sp>
                  <p:sp>
                    <p:nvSpPr>
                      <p:cNvPr id="390" name="타원 389">
                        <a:extLst>
                          <a:ext uri="{FF2B5EF4-FFF2-40B4-BE49-F238E27FC236}">
                            <a16:creationId xmlns:a16="http://schemas.microsoft.com/office/drawing/2014/main" id="{A274B507-7314-CA41-8A65-66164C016A8E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7241868" y="4018376"/>
                        <a:ext cx="119433" cy="119432"/>
                      </a:xfrm>
                      <a:prstGeom prst="ellips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vert="horz" wrap="square" lIns="91440" tIns="45720" rIns="91440" bIns="45720" numCol="1" rtlCol="0" anchor="ctr" anchorCtr="0" compatLnSpc="1">
                        <a:prstTxWarp prst="textNoShape">
                          <a:avLst/>
                        </a:prstTxWarp>
                        <a:spAutoFit/>
                      </a:bodyPr>
                      <a:lstStyle/>
                      <a:p>
                        <a:pPr marL="0" marR="0" indent="0" algn="ctr" defTabSz="914400" rtl="0" eaLnBrk="1" fontAlgn="base" latinLnBrk="1" hangingPunct="1">
                          <a:lnSpc>
                            <a:spcPct val="100000"/>
                          </a:lnSpc>
                          <a:spcBef>
                            <a:spcPct val="5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돋움" pitchFamily="50" charset="-127"/>
                        </a:endParaRPr>
                      </a:p>
                    </p:txBody>
                  </p:sp>
                  <p:sp>
                    <p:nvSpPr>
                      <p:cNvPr id="391" name="타원 390">
                        <a:extLst>
                          <a:ext uri="{FF2B5EF4-FFF2-40B4-BE49-F238E27FC236}">
                            <a16:creationId xmlns:a16="http://schemas.microsoft.com/office/drawing/2014/main" id="{B0775C94-A636-1433-1D1F-F477EDA9C294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6746651" y="3833225"/>
                        <a:ext cx="162303" cy="162304"/>
                      </a:xfrm>
                      <a:prstGeom prst="ellips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vert="horz" wrap="square" lIns="91440" tIns="45720" rIns="91440" bIns="45720" numCol="1" rtlCol="0" anchor="ctr" anchorCtr="0" compatLnSpc="1">
                        <a:prstTxWarp prst="textNoShape">
                          <a:avLst/>
                        </a:prstTxWarp>
                        <a:spAutoFit/>
                      </a:bodyPr>
                      <a:lstStyle/>
                      <a:p>
                        <a:pPr marL="0" marR="0" indent="0" algn="ctr" defTabSz="914400" rtl="0" eaLnBrk="1" fontAlgn="base" latinLnBrk="1" hangingPunct="1">
                          <a:lnSpc>
                            <a:spcPct val="100000"/>
                          </a:lnSpc>
                          <a:spcBef>
                            <a:spcPct val="5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돋움" pitchFamily="50" charset="-127"/>
                        </a:endParaRPr>
                      </a:p>
                    </p:txBody>
                  </p:sp>
                  <p:cxnSp>
                    <p:nvCxnSpPr>
                      <p:cNvPr id="392" name="직선 연결선 391">
                        <a:extLst>
                          <a:ext uri="{FF2B5EF4-FFF2-40B4-BE49-F238E27FC236}">
                            <a16:creationId xmlns:a16="http://schemas.microsoft.com/office/drawing/2014/main" id="{E5FECD77-B3DA-1383-1820-3839DC7694E4}"/>
                          </a:ext>
                        </a:extLst>
                      </p:cNvPr>
                      <p:cNvCxnSpPr>
                        <a:stCxn id="389" idx="0"/>
                        <a:endCxn id="386" idx="4"/>
                      </p:cNvCxnSpPr>
                      <p:nvPr/>
                    </p:nvCxnSpPr>
                    <p:spPr bwMode="auto">
                      <a:xfrm flipV="1">
                        <a:off x="6351469" y="4007962"/>
                        <a:ext cx="270652" cy="9576"/>
                      </a:xfrm>
                      <a:prstGeom prst="lin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  <p:cxnSp>
                    <p:nvCxnSpPr>
                      <p:cNvPr id="393" name="직선 연결선 392">
                        <a:extLst>
                          <a:ext uri="{FF2B5EF4-FFF2-40B4-BE49-F238E27FC236}">
                            <a16:creationId xmlns:a16="http://schemas.microsoft.com/office/drawing/2014/main" id="{7C322C42-1246-24A1-F8E2-ADE229A7B2AE}"/>
                          </a:ext>
                        </a:extLst>
                      </p:cNvPr>
                      <p:cNvCxnSpPr>
                        <a:stCxn id="388" idx="4"/>
                        <a:endCxn id="390" idx="0"/>
                      </p:cNvCxnSpPr>
                      <p:nvPr/>
                    </p:nvCxnSpPr>
                    <p:spPr bwMode="auto">
                      <a:xfrm>
                        <a:off x="7056460" y="4007962"/>
                        <a:ext cx="245127" cy="10410"/>
                      </a:xfrm>
                      <a:prstGeom prst="lin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  <p:cxnSp>
                    <p:nvCxnSpPr>
                      <p:cNvPr id="394" name="직선 연결선 393">
                        <a:extLst>
                          <a:ext uri="{FF2B5EF4-FFF2-40B4-BE49-F238E27FC236}">
                            <a16:creationId xmlns:a16="http://schemas.microsoft.com/office/drawing/2014/main" id="{99AA3F83-F747-9F5A-4966-EB758D468A26}"/>
                          </a:ext>
                        </a:extLst>
                      </p:cNvPr>
                      <p:cNvCxnSpPr>
                        <a:stCxn id="389" idx="4"/>
                        <a:endCxn id="390" idx="4"/>
                      </p:cNvCxnSpPr>
                      <p:nvPr/>
                    </p:nvCxnSpPr>
                    <p:spPr bwMode="auto">
                      <a:xfrm>
                        <a:off x="6351469" y="4136970"/>
                        <a:ext cx="950117" cy="834"/>
                      </a:xfrm>
                      <a:prstGeom prst="lin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  <p:cxnSp>
                    <p:nvCxnSpPr>
                      <p:cNvPr id="395" name="직선 연결선 394">
                        <a:extLst>
                          <a:ext uri="{FF2B5EF4-FFF2-40B4-BE49-F238E27FC236}">
                            <a16:creationId xmlns:a16="http://schemas.microsoft.com/office/drawing/2014/main" id="{5B997326-FD79-3527-E496-4291136D72E8}"/>
                          </a:ext>
                        </a:extLst>
                      </p:cNvPr>
                      <p:cNvCxnSpPr>
                        <a:stCxn id="391" idx="7"/>
                        <a:endCxn id="388" idx="2"/>
                      </p:cNvCxnSpPr>
                      <p:nvPr/>
                    </p:nvCxnSpPr>
                    <p:spPr bwMode="auto">
                      <a:xfrm>
                        <a:off x="6885185" y="3856991"/>
                        <a:ext cx="111560" cy="91257"/>
                      </a:xfrm>
                      <a:prstGeom prst="line">
                        <a:avLst/>
                      </a:prstGeom>
                      <a:grpFill/>
                      <a:ln w="9525" cap="flat" cmpd="sng" algn="ctr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</p:grpSp>
                <p:sp>
                  <p:nvSpPr>
                    <p:cNvPr id="386" name="타원 385">
                      <a:extLst>
                        <a:ext uri="{FF2B5EF4-FFF2-40B4-BE49-F238E27FC236}">
                          <a16:creationId xmlns:a16="http://schemas.microsoft.com/office/drawing/2014/main" id="{D6E21281-4009-CEEF-D74D-78F904366564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211190" y="537176"/>
                      <a:ext cx="72000" cy="72001"/>
                    </a:xfrm>
                    <a:prstGeom prst="ellipse">
                      <a:avLst/>
                    </a:prstGeom>
                    <a:grpFill/>
                    <a:ln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ctr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돋움" pitchFamily="50" charset="-127"/>
                      </a:endParaRPr>
                    </a:p>
                  </p:txBody>
                </p:sp>
                <p:cxnSp>
                  <p:nvCxnSpPr>
                    <p:cNvPr id="387" name="직선 연결선 386">
                      <a:extLst>
                        <a:ext uri="{FF2B5EF4-FFF2-40B4-BE49-F238E27FC236}">
                          <a16:creationId xmlns:a16="http://schemas.microsoft.com/office/drawing/2014/main" id="{56BA4AC8-AC3A-B937-2BA8-CFD5D3AEAC33}"/>
                        </a:ext>
                      </a:extLst>
                    </p:cNvPr>
                    <p:cNvCxnSpPr>
                      <a:stCxn id="386" idx="5"/>
                      <a:endCxn id="391" idx="1"/>
                    </p:cNvCxnSpPr>
                    <p:nvPr/>
                  </p:nvCxnSpPr>
                  <p:spPr bwMode="auto">
                    <a:xfrm flipV="1">
                      <a:off x="3272645" y="518163"/>
                      <a:ext cx="63950" cy="80470"/>
                    </a:xfrm>
                    <a:prstGeom prst="line">
                      <a:avLst/>
                    </a:prstGeom>
                    <a:grpFill/>
                    <a:ln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sp>
                  <p:nvSpPr>
                    <p:cNvPr id="388" name="타원 387">
                      <a:extLst>
                        <a:ext uri="{FF2B5EF4-FFF2-40B4-BE49-F238E27FC236}">
                          <a16:creationId xmlns:a16="http://schemas.microsoft.com/office/drawing/2014/main" id="{574DA3E7-C634-8976-3549-9C72B794949A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473038" y="537176"/>
                      <a:ext cx="72000" cy="72001"/>
                    </a:xfrm>
                    <a:prstGeom prst="ellipse">
                      <a:avLst/>
                    </a:prstGeom>
                    <a:grpFill/>
                    <a:ln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ctr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돋움" pitchFamily="50" charset="-127"/>
                      </a:endParaRPr>
                    </a:p>
                  </p:txBody>
                </p:sp>
              </p:grpSp>
            </p:grpSp>
            <p:grpSp>
              <p:nvGrpSpPr>
                <p:cNvPr id="260" name="그룹 259">
                  <a:extLst>
                    <a:ext uri="{FF2B5EF4-FFF2-40B4-BE49-F238E27FC236}">
                      <a16:creationId xmlns:a16="http://schemas.microsoft.com/office/drawing/2014/main" id="{95F51B32-EE68-E112-8336-A5E1EC24F80C}"/>
                    </a:ext>
                  </a:extLst>
                </p:cNvPr>
                <p:cNvGrpSpPr/>
                <p:nvPr/>
              </p:nvGrpSpPr>
              <p:grpSpPr>
                <a:xfrm>
                  <a:off x="6480878" y="1737717"/>
                  <a:ext cx="487854" cy="87245"/>
                  <a:chOff x="3682928" y="1420897"/>
                  <a:chExt cx="487854" cy="87245"/>
                </a:xfrm>
                <a:grpFill/>
              </p:grpSpPr>
              <p:sp>
                <p:nvSpPr>
                  <p:cNvPr id="373" name="타원 372">
                    <a:extLst>
                      <a:ext uri="{FF2B5EF4-FFF2-40B4-BE49-F238E27FC236}">
                        <a16:creationId xmlns:a16="http://schemas.microsoft.com/office/drawing/2014/main" id="{942DFF22-EC60-6800-E458-36D723F8FE4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682928" y="1472941"/>
                    <a:ext cx="33891" cy="34957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sp>
                <p:nvSpPr>
                  <p:cNvPr id="374" name="타원 373">
                    <a:extLst>
                      <a:ext uri="{FF2B5EF4-FFF2-40B4-BE49-F238E27FC236}">
                        <a16:creationId xmlns:a16="http://schemas.microsoft.com/office/drawing/2014/main" id="{4325ECDB-E712-4135-54C0-9AB86177218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136891" y="1473185"/>
                    <a:ext cx="33891" cy="34957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sp>
                <p:nvSpPr>
                  <p:cNvPr id="375" name="타원 374">
                    <a:extLst>
                      <a:ext uri="{FF2B5EF4-FFF2-40B4-BE49-F238E27FC236}">
                        <a16:creationId xmlns:a16="http://schemas.microsoft.com/office/drawing/2014/main" id="{E00459E6-5CC9-E928-5D6B-B4C2971BE44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4619" y="1420897"/>
                    <a:ext cx="46057" cy="47505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cxnSp>
                <p:nvCxnSpPr>
                  <p:cNvPr id="376" name="직선 연결선 375">
                    <a:extLst>
                      <a:ext uri="{FF2B5EF4-FFF2-40B4-BE49-F238E27FC236}">
                        <a16:creationId xmlns:a16="http://schemas.microsoft.com/office/drawing/2014/main" id="{535023AD-19B3-E702-CEE9-3847621BE0A8}"/>
                      </a:ext>
                    </a:extLst>
                  </p:cNvPr>
                  <p:cNvCxnSpPr>
                    <a:stCxn id="373" idx="0"/>
                    <a:endCxn id="380" idx="4"/>
                  </p:cNvCxnSpPr>
                  <p:nvPr/>
                </p:nvCxnSpPr>
                <p:spPr bwMode="auto">
                  <a:xfrm flipV="1">
                    <a:off x="3699874" y="1472047"/>
                    <a:ext cx="152287" cy="894"/>
                  </a:xfrm>
                  <a:prstGeom prst="lin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77" name="직선 연결선 376">
                    <a:extLst>
                      <a:ext uri="{FF2B5EF4-FFF2-40B4-BE49-F238E27FC236}">
                        <a16:creationId xmlns:a16="http://schemas.microsoft.com/office/drawing/2014/main" id="{0161E030-DB06-2DCD-F5AE-612D7B909041}"/>
                      </a:ext>
                    </a:extLst>
                  </p:cNvPr>
                  <p:cNvCxnSpPr>
                    <a:stCxn id="382" idx="4"/>
                    <a:endCxn id="374" idx="0"/>
                  </p:cNvCxnSpPr>
                  <p:nvPr/>
                </p:nvCxnSpPr>
                <p:spPr bwMode="auto">
                  <a:xfrm>
                    <a:off x="3982560" y="1472047"/>
                    <a:ext cx="171277" cy="1138"/>
                  </a:xfrm>
                  <a:prstGeom prst="lin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78" name="직선 연결선 377">
                    <a:extLst>
                      <a:ext uri="{FF2B5EF4-FFF2-40B4-BE49-F238E27FC236}">
                        <a16:creationId xmlns:a16="http://schemas.microsoft.com/office/drawing/2014/main" id="{BC779C28-09BC-431A-4574-8EF5A7C843A8}"/>
                      </a:ext>
                    </a:extLst>
                  </p:cNvPr>
                  <p:cNvCxnSpPr>
                    <a:stCxn id="373" idx="4"/>
                    <a:endCxn id="374" idx="4"/>
                  </p:cNvCxnSpPr>
                  <p:nvPr/>
                </p:nvCxnSpPr>
                <p:spPr bwMode="auto">
                  <a:xfrm>
                    <a:off x="3699874" y="1507898"/>
                    <a:ext cx="453963" cy="244"/>
                  </a:xfrm>
                  <a:prstGeom prst="lin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79" name="직선 연결선 378">
                    <a:extLst>
                      <a:ext uri="{FF2B5EF4-FFF2-40B4-BE49-F238E27FC236}">
                        <a16:creationId xmlns:a16="http://schemas.microsoft.com/office/drawing/2014/main" id="{CE31548F-C9D8-3CF3-C8D3-06E7BA130F5C}"/>
                      </a:ext>
                    </a:extLst>
                  </p:cNvPr>
                  <p:cNvCxnSpPr>
                    <a:stCxn id="375" idx="7"/>
                    <a:endCxn id="382" idx="2"/>
                  </p:cNvCxnSpPr>
                  <p:nvPr/>
                </p:nvCxnSpPr>
                <p:spPr bwMode="auto">
                  <a:xfrm>
                    <a:off x="3933931" y="1427854"/>
                    <a:ext cx="31683" cy="26715"/>
                  </a:xfrm>
                  <a:prstGeom prst="lin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380" name="타원 379">
                    <a:extLst>
                      <a:ext uri="{FF2B5EF4-FFF2-40B4-BE49-F238E27FC236}">
                        <a16:creationId xmlns:a16="http://schemas.microsoft.com/office/drawing/2014/main" id="{03B02012-EF1E-0251-4D6A-7C578676EB4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35215" y="1437090"/>
                    <a:ext cx="33891" cy="34957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cxnSp>
                <p:nvCxnSpPr>
                  <p:cNvPr id="381" name="직선 연결선 380">
                    <a:extLst>
                      <a:ext uri="{FF2B5EF4-FFF2-40B4-BE49-F238E27FC236}">
                        <a16:creationId xmlns:a16="http://schemas.microsoft.com/office/drawing/2014/main" id="{9EFD7DE2-82EC-47D6-FC7F-DF4518A9A5B4}"/>
                      </a:ext>
                    </a:extLst>
                  </p:cNvPr>
                  <p:cNvCxnSpPr>
                    <a:stCxn id="380" idx="5"/>
                    <a:endCxn id="375" idx="1"/>
                  </p:cNvCxnSpPr>
                  <p:nvPr/>
                </p:nvCxnSpPr>
                <p:spPr bwMode="auto">
                  <a:xfrm flipV="1">
                    <a:off x="3864143" y="1427854"/>
                    <a:ext cx="37221" cy="39074"/>
                  </a:xfrm>
                  <a:prstGeom prst="lin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382" name="타원 381">
                    <a:extLst>
                      <a:ext uri="{FF2B5EF4-FFF2-40B4-BE49-F238E27FC236}">
                        <a16:creationId xmlns:a16="http://schemas.microsoft.com/office/drawing/2014/main" id="{AD7EC88D-D056-BEB8-94A8-2A59089CAB0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965614" y="1437090"/>
                    <a:ext cx="33891" cy="34957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</p:grpSp>
            <p:grpSp>
              <p:nvGrpSpPr>
                <p:cNvPr id="261" name="그룹 260">
                  <a:extLst>
                    <a:ext uri="{FF2B5EF4-FFF2-40B4-BE49-F238E27FC236}">
                      <a16:creationId xmlns:a16="http://schemas.microsoft.com/office/drawing/2014/main" id="{19CB3AEA-E54B-F707-6403-6E256916E4D4}"/>
                    </a:ext>
                  </a:extLst>
                </p:cNvPr>
                <p:cNvGrpSpPr/>
                <p:nvPr/>
              </p:nvGrpSpPr>
              <p:grpSpPr>
                <a:xfrm flipV="1">
                  <a:off x="6480878" y="1844814"/>
                  <a:ext cx="487854" cy="81680"/>
                  <a:chOff x="3682928" y="1420895"/>
                  <a:chExt cx="487854" cy="87252"/>
                </a:xfrm>
                <a:grpFill/>
              </p:grpSpPr>
              <p:sp>
                <p:nvSpPr>
                  <p:cNvPr id="363" name="타원 362">
                    <a:extLst>
                      <a:ext uri="{FF2B5EF4-FFF2-40B4-BE49-F238E27FC236}">
                        <a16:creationId xmlns:a16="http://schemas.microsoft.com/office/drawing/2014/main" id="{5BDF22EE-8106-37C8-3E01-B26A3242E93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682928" y="1472943"/>
                    <a:ext cx="33891" cy="34958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sp>
                <p:nvSpPr>
                  <p:cNvPr id="364" name="타원 363">
                    <a:extLst>
                      <a:ext uri="{FF2B5EF4-FFF2-40B4-BE49-F238E27FC236}">
                        <a16:creationId xmlns:a16="http://schemas.microsoft.com/office/drawing/2014/main" id="{51280D2D-B6F8-6E00-E189-55C33C12D75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136891" y="1473189"/>
                    <a:ext cx="33891" cy="34958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sp>
                <p:nvSpPr>
                  <p:cNvPr id="365" name="타원 364">
                    <a:extLst>
                      <a:ext uri="{FF2B5EF4-FFF2-40B4-BE49-F238E27FC236}">
                        <a16:creationId xmlns:a16="http://schemas.microsoft.com/office/drawing/2014/main" id="{AB36F6C4-99CD-C87E-F763-0E274B1B9A3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4619" y="1420895"/>
                    <a:ext cx="46057" cy="47505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cxnSp>
                <p:nvCxnSpPr>
                  <p:cNvPr id="366" name="직선 연결선 365">
                    <a:extLst>
                      <a:ext uri="{FF2B5EF4-FFF2-40B4-BE49-F238E27FC236}">
                        <a16:creationId xmlns:a16="http://schemas.microsoft.com/office/drawing/2014/main" id="{655C8190-6864-B6BB-86C0-18360DA5CB1A}"/>
                      </a:ext>
                    </a:extLst>
                  </p:cNvPr>
                  <p:cNvCxnSpPr>
                    <a:stCxn id="363" idx="0"/>
                    <a:endCxn id="370" idx="4"/>
                  </p:cNvCxnSpPr>
                  <p:nvPr/>
                </p:nvCxnSpPr>
                <p:spPr bwMode="auto">
                  <a:xfrm flipV="1">
                    <a:off x="3699874" y="1472047"/>
                    <a:ext cx="152287" cy="894"/>
                  </a:xfrm>
                  <a:prstGeom prst="lin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67" name="직선 연결선 366">
                    <a:extLst>
                      <a:ext uri="{FF2B5EF4-FFF2-40B4-BE49-F238E27FC236}">
                        <a16:creationId xmlns:a16="http://schemas.microsoft.com/office/drawing/2014/main" id="{39EF8801-801B-267C-1890-32BFD1E7481E}"/>
                      </a:ext>
                    </a:extLst>
                  </p:cNvPr>
                  <p:cNvCxnSpPr>
                    <a:stCxn id="372" idx="4"/>
                    <a:endCxn id="364" idx="0"/>
                  </p:cNvCxnSpPr>
                  <p:nvPr/>
                </p:nvCxnSpPr>
                <p:spPr bwMode="auto">
                  <a:xfrm>
                    <a:off x="3982560" y="1472047"/>
                    <a:ext cx="171277" cy="1138"/>
                  </a:xfrm>
                  <a:prstGeom prst="lin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68" name="직선 연결선 367">
                    <a:extLst>
                      <a:ext uri="{FF2B5EF4-FFF2-40B4-BE49-F238E27FC236}">
                        <a16:creationId xmlns:a16="http://schemas.microsoft.com/office/drawing/2014/main" id="{50C9834B-52A5-F5BE-8306-DD27C62F7CF5}"/>
                      </a:ext>
                    </a:extLst>
                  </p:cNvPr>
                  <p:cNvCxnSpPr>
                    <a:stCxn id="363" idx="4"/>
                    <a:endCxn id="364" idx="4"/>
                  </p:cNvCxnSpPr>
                  <p:nvPr/>
                </p:nvCxnSpPr>
                <p:spPr bwMode="auto">
                  <a:xfrm>
                    <a:off x="3699874" y="1507898"/>
                    <a:ext cx="453963" cy="244"/>
                  </a:xfrm>
                  <a:prstGeom prst="lin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69" name="직선 연결선 368">
                    <a:extLst>
                      <a:ext uri="{FF2B5EF4-FFF2-40B4-BE49-F238E27FC236}">
                        <a16:creationId xmlns:a16="http://schemas.microsoft.com/office/drawing/2014/main" id="{A36F249A-5A8F-73C6-ED83-2519A480C51E}"/>
                      </a:ext>
                    </a:extLst>
                  </p:cNvPr>
                  <p:cNvCxnSpPr>
                    <a:stCxn id="365" idx="7"/>
                    <a:endCxn id="372" idx="2"/>
                  </p:cNvCxnSpPr>
                  <p:nvPr/>
                </p:nvCxnSpPr>
                <p:spPr bwMode="auto">
                  <a:xfrm>
                    <a:off x="3933931" y="1427854"/>
                    <a:ext cx="31683" cy="26715"/>
                  </a:xfrm>
                  <a:prstGeom prst="lin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370" name="타원 369">
                    <a:extLst>
                      <a:ext uri="{FF2B5EF4-FFF2-40B4-BE49-F238E27FC236}">
                        <a16:creationId xmlns:a16="http://schemas.microsoft.com/office/drawing/2014/main" id="{8DAA5B6C-DB3F-9485-ADED-8D57023D44D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35215" y="1437091"/>
                    <a:ext cx="33891" cy="34956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cxnSp>
                <p:nvCxnSpPr>
                  <p:cNvPr id="371" name="직선 연결선 370">
                    <a:extLst>
                      <a:ext uri="{FF2B5EF4-FFF2-40B4-BE49-F238E27FC236}">
                        <a16:creationId xmlns:a16="http://schemas.microsoft.com/office/drawing/2014/main" id="{C81CEEA8-B980-FE83-4314-9C8D4F04A75C}"/>
                      </a:ext>
                    </a:extLst>
                  </p:cNvPr>
                  <p:cNvCxnSpPr>
                    <a:stCxn id="370" idx="5"/>
                    <a:endCxn id="365" idx="1"/>
                  </p:cNvCxnSpPr>
                  <p:nvPr/>
                </p:nvCxnSpPr>
                <p:spPr bwMode="auto">
                  <a:xfrm flipV="1">
                    <a:off x="3864143" y="1427854"/>
                    <a:ext cx="37221" cy="39074"/>
                  </a:xfrm>
                  <a:prstGeom prst="lin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372" name="타원 371">
                    <a:extLst>
                      <a:ext uri="{FF2B5EF4-FFF2-40B4-BE49-F238E27FC236}">
                        <a16:creationId xmlns:a16="http://schemas.microsoft.com/office/drawing/2014/main" id="{91153484-7780-335E-1CA9-5956ED8BA44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965614" y="1437091"/>
                    <a:ext cx="33891" cy="34956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</p:grpSp>
            <p:grpSp>
              <p:nvGrpSpPr>
                <p:cNvPr id="262" name="그룹 261">
                  <a:extLst>
                    <a:ext uri="{FF2B5EF4-FFF2-40B4-BE49-F238E27FC236}">
                      <a16:creationId xmlns:a16="http://schemas.microsoft.com/office/drawing/2014/main" id="{F409D01F-AEBC-9C9D-5971-140813A7129A}"/>
                    </a:ext>
                  </a:extLst>
                </p:cNvPr>
                <p:cNvGrpSpPr/>
                <p:nvPr/>
              </p:nvGrpSpPr>
              <p:grpSpPr>
                <a:xfrm>
                  <a:off x="6985707" y="1735336"/>
                  <a:ext cx="487854" cy="87245"/>
                  <a:chOff x="3682928" y="1420897"/>
                  <a:chExt cx="487854" cy="87245"/>
                </a:xfrm>
                <a:grpFill/>
              </p:grpSpPr>
              <p:sp>
                <p:nvSpPr>
                  <p:cNvPr id="353" name="타원 352">
                    <a:extLst>
                      <a:ext uri="{FF2B5EF4-FFF2-40B4-BE49-F238E27FC236}">
                        <a16:creationId xmlns:a16="http://schemas.microsoft.com/office/drawing/2014/main" id="{D5386199-37CC-FB7D-4530-DF6DD719C56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682928" y="1472941"/>
                    <a:ext cx="33891" cy="34957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sp>
                <p:nvSpPr>
                  <p:cNvPr id="354" name="타원 353">
                    <a:extLst>
                      <a:ext uri="{FF2B5EF4-FFF2-40B4-BE49-F238E27FC236}">
                        <a16:creationId xmlns:a16="http://schemas.microsoft.com/office/drawing/2014/main" id="{34B8DDD6-CF80-91F7-DD08-3C060110562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136891" y="1473185"/>
                    <a:ext cx="33891" cy="34957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sp>
                <p:nvSpPr>
                  <p:cNvPr id="355" name="타원 354">
                    <a:extLst>
                      <a:ext uri="{FF2B5EF4-FFF2-40B4-BE49-F238E27FC236}">
                        <a16:creationId xmlns:a16="http://schemas.microsoft.com/office/drawing/2014/main" id="{8E56D6E9-1B71-B1F7-A9D0-77F7270F862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4619" y="1420897"/>
                    <a:ext cx="46057" cy="47505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cxnSp>
                <p:nvCxnSpPr>
                  <p:cNvPr id="356" name="직선 연결선 355">
                    <a:extLst>
                      <a:ext uri="{FF2B5EF4-FFF2-40B4-BE49-F238E27FC236}">
                        <a16:creationId xmlns:a16="http://schemas.microsoft.com/office/drawing/2014/main" id="{F3F4BC1B-D711-E93D-4C54-F487535CC26B}"/>
                      </a:ext>
                    </a:extLst>
                  </p:cNvPr>
                  <p:cNvCxnSpPr>
                    <a:stCxn id="353" idx="0"/>
                    <a:endCxn id="360" idx="4"/>
                  </p:cNvCxnSpPr>
                  <p:nvPr/>
                </p:nvCxnSpPr>
                <p:spPr bwMode="auto">
                  <a:xfrm flipV="1">
                    <a:off x="3699874" y="1472047"/>
                    <a:ext cx="152287" cy="894"/>
                  </a:xfrm>
                  <a:prstGeom prst="lin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57" name="직선 연결선 356">
                    <a:extLst>
                      <a:ext uri="{FF2B5EF4-FFF2-40B4-BE49-F238E27FC236}">
                        <a16:creationId xmlns:a16="http://schemas.microsoft.com/office/drawing/2014/main" id="{43AB7579-7DBE-2B9C-516E-4121CCF8B2B3}"/>
                      </a:ext>
                    </a:extLst>
                  </p:cNvPr>
                  <p:cNvCxnSpPr>
                    <a:stCxn id="362" idx="4"/>
                    <a:endCxn id="354" idx="0"/>
                  </p:cNvCxnSpPr>
                  <p:nvPr/>
                </p:nvCxnSpPr>
                <p:spPr bwMode="auto">
                  <a:xfrm>
                    <a:off x="3982560" y="1472047"/>
                    <a:ext cx="171277" cy="1138"/>
                  </a:xfrm>
                  <a:prstGeom prst="lin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58" name="직선 연결선 357">
                    <a:extLst>
                      <a:ext uri="{FF2B5EF4-FFF2-40B4-BE49-F238E27FC236}">
                        <a16:creationId xmlns:a16="http://schemas.microsoft.com/office/drawing/2014/main" id="{21A29DC6-DC3F-103F-8922-348D3B86E4F5}"/>
                      </a:ext>
                    </a:extLst>
                  </p:cNvPr>
                  <p:cNvCxnSpPr>
                    <a:stCxn id="353" idx="4"/>
                    <a:endCxn id="354" idx="4"/>
                  </p:cNvCxnSpPr>
                  <p:nvPr/>
                </p:nvCxnSpPr>
                <p:spPr bwMode="auto">
                  <a:xfrm>
                    <a:off x="3699874" y="1507898"/>
                    <a:ext cx="453963" cy="244"/>
                  </a:xfrm>
                  <a:prstGeom prst="lin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59" name="직선 연결선 358">
                    <a:extLst>
                      <a:ext uri="{FF2B5EF4-FFF2-40B4-BE49-F238E27FC236}">
                        <a16:creationId xmlns:a16="http://schemas.microsoft.com/office/drawing/2014/main" id="{C76DDE09-4A0B-EE50-381B-D15B5181A4AF}"/>
                      </a:ext>
                    </a:extLst>
                  </p:cNvPr>
                  <p:cNvCxnSpPr>
                    <a:stCxn id="355" idx="7"/>
                    <a:endCxn id="362" idx="2"/>
                  </p:cNvCxnSpPr>
                  <p:nvPr/>
                </p:nvCxnSpPr>
                <p:spPr bwMode="auto">
                  <a:xfrm>
                    <a:off x="3933931" y="1427854"/>
                    <a:ext cx="31683" cy="26715"/>
                  </a:xfrm>
                  <a:prstGeom prst="lin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360" name="타원 359">
                    <a:extLst>
                      <a:ext uri="{FF2B5EF4-FFF2-40B4-BE49-F238E27FC236}">
                        <a16:creationId xmlns:a16="http://schemas.microsoft.com/office/drawing/2014/main" id="{609FC001-7ED6-2848-237B-40F63B0600C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35215" y="1437090"/>
                    <a:ext cx="33891" cy="34957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cxnSp>
                <p:nvCxnSpPr>
                  <p:cNvPr id="361" name="직선 연결선 360">
                    <a:extLst>
                      <a:ext uri="{FF2B5EF4-FFF2-40B4-BE49-F238E27FC236}">
                        <a16:creationId xmlns:a16="http://schemas.microsoft.com/office/drawing/2014/main" id="{FF8DF94C-E744-1E83-BFCE-FA9B23418AEE}"/>
                      </a:ext>
                    </a:extLst>
                  </p:cNvPr>
                  <p:cNvCxnSpPr>
                    <a:stCxn id="360" idx="5"/>
                    <a:endCxn id="355" idx="1"/>
                  </p:cNvCxnSpPr>
                  <p:nvPr/>
                </p:nvCxnSpPr>
                <p:spPr bwMode="auto">
                  <a:xfrm flipV="1">
                    <a:off x="3864143" y="1427854"/>
                    <a:ext cx="37221" cy="39074"/>
                  </a:xfrm>
                  <a:prstGeom prst="lin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362" name="타원 361">
                    <a:extLst>
                      <a:ext uri="{FF2B5EF4-FFF2-40B4-BE49-F238E27FC236}">
                        <a16:creationId xmlns:a16="http://schemas.microsoft.com/office/drawing/2014/main" id="{B4F6642C-4489-E7FF-0DF3-7843D3A596C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965614" y="1437090"/>
                    <a:ext cx="33891" cy="34957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</p:grpSp>
            <p:grpSp>
              <p:nvGrpSpPr>
                <p:cNvPr id="263" name="그룹 262">
                  <a:extLst>
                    <a:ext uri="{FF2B5EF4-FFF2-40B4-BE49-F238E27FC236}">
                      <a16:creationId xmlns:a16="http://schemas.microsoft.com/office/drawing/2014/main" id="{C1DB5C48-589A-73F7-7530-FE0466774C4D}"/>
                    </a:ext>
                  </a:extLst>
                </p:cNvPr>
                <p:cNvGrpSpPr/>
                <p:nvPr/>
              </p:nvGrpSpPr>
              <p:grpSpPr>
                <a:xfrm flipV="1">
                  <a:off x="6985707" y="1842433"/>
                  <a:ext cx="487854" cy="81680"/>
                  <a:chOff x="3682928" y="1420895"/>
                  <a:chExt cx="487854" cy="87252"/>
                </a:xfrm>
                <a:grpFill/>
              </p:grpSpPr>
              <p:sp>
                <p:nvSpPr>
                  <p:cNvPr id="343" name="타원 342">
                    <a:extLst>
                      <a:ext uri="{FF2B5EF4-FFF2-40B4-BE49-F238E27FC236}">
                        <a16:creationId xmlns:a16="http://schemas.microsoft.com/office/drawing/2014/main" id="{F9EC14E3-69B6-58F6-4085-5C7799DD5FB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682928" y="1472943"/>
                    <a:ext cx="33891" cy="34958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sp>
                <p:nvSpPr>
                  <p:cNvPr id="344" name="타원 343">
                    <a:extLst>
                      <a:ext uri="{FF2B5EF4-FFF2-40B4-BE49-F238E27FC236}">
                        <a16:creationId xmlns:a16="http://schemas.microsoft.com/office/drawing/2014/main" id="{1D88A3FB-F6A6-DFB6-10B5-5DCDF11F817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136891" y="1473189"/>
                    <a:ext cx="33891" cy="34958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sp>
                <p:nvSpPr>
                  <p:cNvPr id="345" name="타원 344">
                    <a:extLst>
                      <a:ext uri="{FF2B5EF4-FFF2-40B4-BE49-F238E27FC236}">
                        <a16:creationId xmlns:a16="http://schemas.microsoft.com/office/drawing/2014/main" id="{150A4A4F-7A5F-F097-BE8B-7A8DC5CC9F2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4619" y="1420895"/>
                    <a:ext cx="46057" cy="47505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cxnSp>
                <p:nvCxnSpPr>
                  <p:cNvPr id="346" name="직선 연결선 345">
                    <a:extLst>
                      <a:ext uri="{FF2B5EF4-FFF2-40B4-BE49-F238E27FC236}">
                        <a16:creationId xmlns:a16="http://schemas.microsoft.com/office/drawing/2014/main" id="{02434624-7121-12E2-8237-627BC235AF4F}"/>
                      </a:ext>
                    </a:extLst>
                  </p:cNvPr>
                  <p:cNvCxnSpPr>
                    <a:stCxn id="343" idx="0"/>
                    <a:endCxn id="350" idx="4"/>
                  </p:cNvCxnSpPr>
                  <p:nvPr/>
                </p:nvCxnSpPr>
                <p:spPr bwMode="auto">
                  <a:xfrm flipV="1">
                    <a:off x="3699874" y="1472047"/>
                    <a:ext cx="152287" cy="894"/>
                  </a:xfrm>
                  <a:prstGeom prst="lin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47" name="직선 연결선 346">
                    <a:extLst>
                      <a:ext uri="{FF2B5EF4-FFF2-40B4-BE49-F238E27FC236}">
                        <a16:creationId xmlns:a16="http://schemas.microsoft.com/office/drawing/2014/main" id="{0491A9B8-0869-D135-1F7C-6FFC3183FCBB}"/>
                      </a:ext>
                    </a:extLst>
                  </p:cNvPr>
                  <p:cNvCxnSpPr>
                    <a:stCxn id="352" idx="4"/>
                    <a:endCxn id="344" idx="0"/>
                  </p:cNvCxnSpPr>
                  <p:nvPr/>
                </p:nvCxnSpPr>
                <p:spPr bwMode="auto">
                  <a:xfrm>
                    <a:off x="3982560" y="1472047"/>
                    <a:ext cx="171277" cy="1138"/>
                  </a:xfrm>
                  <a:prstGeom prst="lin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48" name="직선 연결선 347">
                    <a:extLst>
                      <a:ext uri="{FF2B5EF4-FFF2-40B4-BE49-F238E27FC236}">
                        <a16:creationId xmlns:a16="http://schemas.microsoft.com/office/drawing/2014/main" id="{589EC0E4-18DE-0A1B-29ED-70712A39E796}"/>
                      </a:ext>
                    </a:extLst>
                  </p:cNvPr>
                  <p:cNvCxnSpPr>
                    <a:stCxn id="343" idx="4"/>
                    <a:endCxn id="344" idx="4"/>
                  </p:cNvCxnSpPr>
                  <p:nvPr/>
                </p:nvCxnSpPr>
                <p:spPr bwMode="auto">
                  <a:xfrm>
                    <a:off x="3699874" y="1507898"/>
                    <a:ext cx="453963" cy="244"/>
                  </a:xfrm>
                  <a:prstGeom prst="lin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49" name="직선 연결선 348">
                    <a:extLst>
                      <a:ext uri="{FF2B5EF4-FFF2-40B4-BE49-F238E27FC236}">
                        <a16:creationId xmlns:a16="http://schemas.microsoft.com/office/drawing/2014/main" id="{5DEBF0B7-4094-C5E6-F706-D3F6C001A1C4}"/>
                      </a:ext>
                    </a:extLst>
                  </p:cNvPr>
                  <p:cNvCxnSpPr>
                    <a:stCxn id="345" idx="7"/>
                    <a:endCxn id="352" idx="2"/>
                  </p:cNvCxnSpPr>
                  <p:nvPr/>
                </p:nvCxnSpPr>
                <p:spPr bwMode="auto">
                  <a:xfrm>
                    <a:off x="3933931" y="1427854"/>
                    <a:ext cx="31683" cy="26715"/>
                  </a:xfrm>
                  <a:prstGeom prst="lin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350" name="타원 349">
                    <a:extLst>
                      <a:ext uri="{FF2B5EF4-FFF2-40B4-BE49-F238E27FC236}">
                        <a16:creationId xmlns:a16="http://schemas.microsoft.com/office/drawing/2014/main" id="{6FD4A4CD-6BDD-6444-4FC5-F0CB605E6AA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35215" y="1437091"/>
                    <a:ext cx="33891" cy="34956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cxnSp>
                <p:nvCxnSpPr>
                  <p:cNvPr id="351" name="직선 연결선 350">
                    <a:extLst>
                      <a:ext uri="{FF2B5EF4-FFF2-40B4-BE49-F238E27FC236}">
                        <a16:creationId xmlns:a16="http://schemas.microsoft.com/office/drawing/2014/main" id="{8444196B-7F5E-ACEB-5158-04A185B8B828}"/>
                      </a:ext>
                    </a:extLst>
                  </p:cNvPr>
                  <p:cNvCxnSpPr>
                    <a:stCxn id="350" idx="5"/>
                    <a:endCxn id="345" idx="1"/>
                  </p:cNvCxnSpPr>
                  <p:nvPr/>
                </p:nvCxnSpPr>
                <p:spPr bwMode="auto">
                  <a:xfrm flipV="1">
                    <a:off x="3864143" y="1427854"/>
                    <a:ext cx="37221" cy="39074"/>
                  </a:xfrm>
                  <a:prstGeom prst="lin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352" name="타원 351">
                    <a:extLst>
                      <a:ext uri="{FF2B5EF4-FFF2-40B4-BE49-F238E27FC236}">
                        <a16:creationId xmlns:a16="http://schemas.microsoft.com/office/drawing/2014/main" id="{E1FDE8CF-F672-D101-F5C4-817F032F592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965614" y="1437091"/>
                    <a:ext cx="33891" cy="34956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</p:grpSp>
            <p:sp>
              <p:nvSpPr>
                <p:cNvPr id="264" name="직사각형 263">
                  <a:extLst>
                    <a:ext uri="{FF2B5EF4-FFF2-40B4-BE49-F238E27FC236}">
                      <a16:creationId xmlns:a16="http://schemas.microsoft.com/office/drawing/2014/main" id="{7E8C4D45-74DF-51D3-9228-D31465C5DAB0}"/>
                    </a:ext>
                  </a:extLst>
                </p:cNvPr>
                <p:cNvSpPr/>
                <p:nvPr/>
              </p:nvSpPr>
              <p:spPr>
                <a:xfrm>
                  <a:off x="7070601" y="1933791"/>
                  <a:ext cx="253596" cy="153888"/>
                </a:xfrm>
                <a:prstGeom prst="rect">
                  <a:avLst/>
                </a:prstGeom>
                <a:grpFill/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Vision</a:t>
                  </a:r>
                </a:p>
                <a:p>
                  <a:pPr algn="ctr" fontAlgn="ctr"/>
                  <a:r>
                    <a:rPr lang="en-US" altLang="ko-KR" sz="200" b="0" dirty="0">
                      <a:solidFill>
                        <a:srgbClr val="00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Belt</a:t>
                  </a:r>
                </a:p>
              </p:txBody>
            </p:sp>
            <p:grpSp>
              <p:nvGrpSpPr>
                <p:cNvPr id="265" name="그룹 264">
                  <a:extLst>
                    <a:ext uri="{FF2B5EF4-FFF2-40B4-BE49-F238E27FC236}">
                      <a16:creationId xmlns:a16="http://schemas.microsoft.com/office/drawing/2014/main" id="{667E69C5-C133-494D-8A03-ADF7919E0DBC}"/>
                    </a:ext>
                  </a:extLst>
                </p:cNvPr>
                <p:cNvGrpSpPr/>
                <p:nvPr/>
              </p:nvGrpSpPr>
              <p:grpSpPr>
                <a:xfrm flipH="1">
                  <a:off x="4797504" y="915538"/>
                  <a:ext cx="256478" cy="272584"/>
                  <a:chOff x="3467120" y="715556"/>
                  <a:chExt cx="291002" cy="291002"/>
                </a:xfrm>
                <a:grpFill/>
              </p:grpSpPr>
              <p:sp>
                <p:nvSpPr>
                  <p:cNvPr id="341" name="타원 340">
                    <a:extLst>
                      <a:ext uri="{FF2B5EF4-FFF2-40B4-BE49-F238E27FC236}">
                        <a16:creationId xmlns:a16="http://schemas.microsoft.com/office/drawing/2014/main" id="{AC35F19B-6762-8B53-2424-05D10F48AE07}"/>
                      </a:ext>
                    </a:extLst>
                  </p:cNvPr>
                  <p:cNvSpPr/>
                  <p:nvPr/>
                </p:nvSpPr>
                <p:spPr>
                  <a:xfrm>
                    <a:off x="3467120" y="715556"/>
                    <a:ext cx="291002" cy="291002"/>
                  </a:xfrm>
                  <a:prstGeom prst="ellipse">
                    <a:avLst/>
                  </a:prstGeom>
                  <a:grpFill/>
                  <a:ln w="1270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42" name="타원 341">
                    <a:extLst>
                      <a:ext uri="{FF2B5EF4-FFF2-40B4-BE49-F238E27FC236}">
                        <a16:creationId xmlns:a16="http://schemas.microsoft.com/office/drawing/2014/main" id="{881821A4-C6EA-B82D-4C2B-76116F97E810}"/>
                      </a:ext>
                    </a:extLst>
                  </p:cNvPr>
                  <p:cNvSpPr/>
                  <p:nvPr/>
                </p:nvSpPr>
                <p:spPr>
                  <a:xfrm>
                    <a:off x="3543962" y="792398"/>
                    <a:ext cx="137318" cy="137318"/>
                  </a:xfrm>
                  <a:prstGeom prst="ellipse">
                    <a:avLst/>
                  </a:prstGeom>
                  <a:grpFill/>
                  <a:ln w="1270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/>
                  </a:p>
                </p:txBody>
              </p:sp>
            </p:grpSp>
            <p:cxnSp>
              <p:nvCxnSpPr>
                <p:cNvPr id="266" name="직선 연결선 265">
                  <a:extLst>
                    <a:ext uri="{FF2B5EF4-FFF2-40B4-BE49-F238E27FC236}">
                      <a16:creationId xmlns:a16="http://schemas.microsoft.com/office/drawing/2014/main" id="{63D43323-BA29-EBED-6C31-9FF89DA36ED4}"/>
                    </a:ext>
                  </a:extLst>
                </p:cNvPr>
                <p:cNvCxnSpPr>
                  <a:stCxn id="267" idx="0"/>
                </p:cNvCxnSpPr>
                <p:nvPr/>
              </p:nvCxnSpPr>
              <p:spPr>
                <a:xfrm flipV="1">
                  <a:off x="4643619" y="959062"/>
                  <a:ext cx="188626" cy="196836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7" name="타원 266">
                  <a:extLst>
                    <a:ext uri="{FF2B5EF4-FFF2-40B4-BE49-F238E27FC236}">
                      <a16:creationId xmlns:a16="http://schemas.microsoft.com/office/drawing/2014/main" id="{69145D1F-B3F5-E37A-3B07-063988E79B5D}"/>
                    </a:ext>
                  </a:extLst>
                </p:cNvPr>
                <p:cNvSpPr/>
                <p:nvPr/>
              </p:nvSpPr>
              <p:spPr bwMode="auto">
                <a:xfrm rot="10800000" flipH="1">
                  <a:off x="4612102" y="1090630"/>
                  <a:ext cx="63034" cy="65268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sp>
              <p:nvSpPr>
                <p:cNvPr id="268" name="타원 267">
                  <a:extLst>
                    <a:ext uri="{FF2B5EF4-FFF2-40B4-BE49-F238E27FC236}">
                      <a16:creationId xmlns:a16="http://schemas.microsoft.com/office/drawing/2014/main" id="{ACE824BA-D34D-D991-1EA6-D86092F9F6EC}"/>
                    </a:ext>
                  </a:extLst>
                </p:cNvPr>
                <p:cNvSpPr/>
                <p:nvPr/>
              </p:nvSpPr>
              <p:spPr bwMode="auto">
                <a:xfrm rot="10800000" flipH="1">
                  <a:off x="4453134" y="1090913"/>
                  <a:ext cx="63034" cy="65268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cxnSp>
              <p:nvCxnSpPr>
                <p:cNvPr id="269" name="직선 연결선 268">
                  <a:extLst>
                    <a:ext uri="{FF2B5EF4-FFF2-40B4-BE49-F238E27FC236}">
                      <a16:creationId xmlns:a16="http://schemas.microsoft.com/office/drawing/2014/main" id="{070D7CAD-59C0-3877-3BDB-68304288B125}"/>
                    </a:ext>
                  </a:extLst>
                </p:cNvPr>
                <p:cNvCxnSpPr>
                  <a:stCxn id="270" idx="4"/>
                  <a:endCxn id="271" idx="0"/>
                </p:cNvCxnSpPr>
                <p:nvPr/>
              </p:nvCxnSpPr>
              <p:spPr>
                <a:xfrm flipV="1">
                  <a:off x="4408008" y="980025"/>
                  <a:ext cx="100167" cy="4582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0" name="타원 269">
                  <a:extLst>
                    <a:ext uri="{FF2B5EF4-FFF2-40B4-BE49-F238E27FC236}">
                      <a16:creationId xmlns:a16="http://schemas.microsoft.com/office/drawing/2014/main" id="{3846554B-FA14-1E55-234E-9AFF4025730F}"/>
                    </a:ext>
                  </a:extLst>
                </p:cNvPr>
                <p:cNvSpPr/>
                <p:nvPr/>
              </p:nvSpPr>
              <p:spPr bwMode="auto">
                <a:xfrm rot="10800000" flipH="1">
                  <a:off x="4376490" y="984607"/>
                  <a:ext cx="63034" cy="65268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sp>
              <p:nvSpPr>
                <p:cNvPr id="271" name="타원 270">
                  <a:extLst>
                    <a:ext uri="{FF2B5EF4-FFF2-40B4-BE49-F238E27FC236}">
                      <a16:creationId xmlns:a16="http://schemas.microsoft.com/office/drawing/2014/main" id="{133A4EA5-0FEA-CBD2-597A-B11D01F87146}"/>
                    </a:ext>
                  </a:extLst>
                </p:cNvPr>
                <p:cNvSpPr/>
                <p:nvPr/>
              </p:nvSpPr>
              <p:spPr bwMode="auto">
                <a:xfrm rot="10800000" flipH="1">
                  <a:off x="4476657" y="914757"/>
                  <a:ext cx="63034" cy="65268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cxnSp>
              <p:nvCxnSpPr>
                <p:cNvPr id="272" name="직선 연결선 271">
                  <a:extLst>
                    <a:ext uri="{FF2B5EF4-FFF2-40B4-BE49-F238E27FC236}">
                      <a16:creationId xmlns:a16="http://schemas.microsoft.com/office/drawing/2014/main" id="{3F63EB70-A8A4-08A5-D183-1E1284DE999D}"/>
                    </a:ext>
                  </a:extLst>
                </p:cNvPr>
                <p:cNvCxnSpPr>
                  <a:stCxn id="268" idx="0"/>
                  <a:endCxn id="267" idx="0"/>
                </p:cNvCxnSpPr>
                <p:nvPr/>
              </p:nvCxnSpPr>
              <p:spPr>
                <a:xfrm flipV="1">
                  <a:off x="4484652" y="1155898"/>
                  <a:ext cx="158967" cy="283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3" name="직선 연결선 272">
                  <a:extLst>
                    <a:ext uri="{FF2B5EF4-FFF2-40B4-BE49-F238E27FC236}">
                      <a16:creationId xmlns:a16="http://schemas.microsoft.com/office/drawing/2014/main" id="{5626B1EC-7897-E0A1-2499-CB0BFF717568}"/>
                    </a:ext>
                  </a:extLst>
                </p:cNvPr>
                <p:cNvCxnSpPr>
                  <a:stCxn id="270" idx="1"/>
                  <a:endCxn id="268" idx="2"/>
                </p:cNvCxnSpPr>
                <p:nvPr/>
              </p:nvCxnSpPr>
              <p:spPr>
                <a:xfrm>
                  <a:off x="4385722" y="1040317"/>
                  <a:ext cx="67413" cy="83230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직선 연결선 273">
                  <a:extLst>
                    <a:ext uri="{FF2B5EF4-FFF2-40B4-BE49-F238E27FC236}">
                      <a16:creationId xmlns:a16="http://schemas.microsoft.com/office/drawing/2014/main" id="{F8C5144C-BD22-AA59-1F9D-EDBB3E7A52A0}"/>
                    </a:ext>
                  </a:extLst>
                </p:cNvPr>
                <p:cNvCxnSpPr>
                  <a:stCxn id="276" idx="4"/>
                  <a:endCxn id="271" idx="4"/>
                </p:cNvCxnSpPr>
                <p:nvPr/>
              </p:nvCxnSpPr>
              <p:spPr>
                <a:xfrm flipV="1">
                  <a:off x="4249406" y="914757"/>
                  <a:ext cx="258768" cy="3839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5" name="직사각형 274">
                  <a:extLst>
                    <a:ext uri="{FF2B5EF4-FFF2-40B4-BE49-F238E27FC236}">
                      <a16:creationId xmlns:a16="http://schemas.microsoft.com/office/drawing/2014/main" id="{DC09F92E-821A-C8E8-227C-411F7567FDED}"/>
                    </a:ext>
                  </a:extLst>
                </p:cNvPr>
                <p:cNvSpPr/>
                <p:nvPr/>
              </p:nvSpPr>
              <p:spPr>
                <a:xfrm flipH="1">
                  <a:off x="4498586" y="869273"/>
                  <a:ext cx="21933" cy="8509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76" name="타원 275">
                  <a:extLst>
                    <a:ext uri="{FF2B5EF4-FFF2-40B4-BE49-F238E27FC236}">
                      <a16:creationId xmlns:a16="http://schemas.microsoft.com/office/drawing/2014/main" id="{2DB1CAC0-9394-B649-9F7E-1AD3CC2385D4}"/>
                    </a:ext>
                  </a:extLst>
                </p:cNvPr>
                <p:cNvSpPr/>
                <p:nvPr/>
              </p:nvSpPr>
              <p:spPr bwMode="auto">
                <a:xfrm rot="10800000" flipH="1">
                  <a:off x="4217889" y="918596"/>
                  <a:ext cx="63034" cy="65268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grpSp>
              <p:nvGrpSpPr>
                <p:cNvPr id="277" name="그룹 276">
                  <a:extLst>
                    <a:ext uri="{FF2B5EF4-FFF2-40B4-BE49-F238E27FC236}">
                      <a16:creationId xmlns:a16="http://schemas.microsoft.com/office/drawing/2014/main" id="{474D89C9-32B3-9C74-BE81-CAE2E905A341}"/>
                    </a:ext>
                  </a:extLst>
                </p:cNvPr>
                <p:cNvGrpSpPr/>
                <p:nvPr/>
              </p:nvGrpSpPr>
              <p:grpSpPr>
                <a:xfrm flipH="1">
                  <a:off x="4791154" y="2359987"/>
                  <a:ext cx="256478" cy="272584"/>
                  <a:chOff x="3467120" y="715556"/>
                  <a:chExt cx="291002" cy="291002"/>
                </a:xfrm>
                <a:grpFill/>
              </p:grpSpPr>
              <p:sp>
                <p:nvSpPr>
                  <p:cNvPr id="339" name="타원 338">
                    <a:extLst>
                      <a:ext uri="{FF2B5EF4-FFF2-40B4-BE49-F238E27FC236}">
                        <a16:creationId xmlns:a16="http://schemas.microsoft.com/office/drawing/2014/main" id="{365149F7-4383-BE9A-FD2A-D63F3E0BD6BC}"/>
                      </a:ext>
                    </a:extLst>
                  </p:cNvPr>
                  <p:cNvSpPr/>
                  <p:nvPr/>
                </p:nvSpPr>
                <p:spPr>
                  <a:xfrm>
                    <a:off x="3467120" y="715556"/>
                    <a:ext cx="291002" cy="291002"/>
                  </a:xfrm>
                  <a:prstGeom prst="ellipse">
                    <a:avLst/>
                  </a:prstGeom>
                  <a:grpFill/>
                  <a:ln w="1270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40" name="타원 339">
                    <a:extLst>
                      <a:ext uri="{FF2B5EF4-FFF2-40B4-BE49-F238E27FC236}">
                        <a16:creationId xmlns:a16="http://schemas.microsoft.com/office/drawing/2014/main" id="{CAD6D011-DE3E-AA94-DA75-617B01803A89}"/>
                      </a:ext>
                    </a:extLst>
                  </p:cNvPr>
                  <p:cNvSpPr/>
                  <p:nvPr/>
                </p:nvSpPr>
                <p:spPr>
                  <a:xfrm>
                    <a:off x="3543962" y="792398"/>
                    <a:ext cx="137318" cy="137318"/>
                  </a:xfrm>
                  <a:prstGeom prst="ellipse">
                    <a:avLst/>
                  </a:prstGeom>
                  <a:grpFill/>
                  <a:ln w="1270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cxnSp>
              <p:nvCxnSpPr>
                <p:cNvPr id="278" name="직선 연결선 277">
                  <a:extLst>
                    <a:ext uri="{FF2B5EF4-FFF2-40B4-BE49-F238E27FC236}">
                      <a16:creationId xmlns:a16="http://schemas.microsoft.com/office/drawing/2014/main" id="{CDFC94B6-9919-4D1D-D568-3E8EA28BA39A}"/>
                    </a:ext>
                  </a:extLst>
                </p:cNvPr>
                <p:cNvCxnSpPr>
                  <a:stCxn id="335" idx="2"/>
                  <a:endCxn id="291" idx="2"/>
                </p:cNvCxnSpPr>
                <p:nvPr/>
              </p:nvCxnSpPr>
              <p:spPr>
                <a:xfrm flipH="1" flipV="1">
                  <a:off x="5597239" y="1897342"/>
                  <a:ext cx="4994" cy="426291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9" name="타원 278">
                  <a:extLst>
                    <a:ext uri="{FF2B5EF4-FFF2-40B4-BE49-F238E27FC236}">
                      <a16:creationId xmlns:a16="http://schemas.microsoft.com/office/drawing/2014/main" id="{3B80F608-2874-4BAE-9499-4E0479854E76}"/>
                    </a:ext>
                  </a:extLst>
                </p:cNvPr>
                <p:cNvSpPr/>
                <p:nvPr/>
              </p:nvSpPr>
              <p:spPr bwMode="auto">
                <a:xfrm rot="10800000" flipH="1">
                  <a:off x="4605752" y="2535079"/>
                  <a:ext cx="63034" cy="65268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sp>
              <p:nvSpPr>
                <p:cNvPr id="280" name="타원 279">
                  <a:extLst>
                    <a:ext uri="{FF2B5EF4-FFF2-40B4-BE49-F238E27FC236}">
                      <a16:creationId xmlns:a16="http://schemas.microsoft.com/office/drawing/2014/main" id="{CC5A8209-1138-A431-ADD6-A680251B7B3F}"/>
                    </a:ext>
                  </a:extLst>
                </p:cNvPr>
                <p:cNvSpPr/>
                <p:nvPr/>
              </p:nvSpPr>
              <p:spPr bwMode="auto">
                <a:xfrm rot="10800000" flipH="1">
                  <a:off x="4446784" y="2535362"/>
                  <a:ext cx="63034" cy="65268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cxnSp>
              <p:nvCxnSpPr>
                <p:cNvPr id="281" name="직선 연결선 280">
                  <a:extLst>
                    <a:ext uri="{FF2B5EF4-FFF2-40B4-BE49-F238E27FC236}">
                      <a16:creationId xmlns:a16="http://schemas.microsoft.com/office/drawing/2014/main" id="{5AE4F557-3663-CF26-0375-6B568FB3C1AA}"/>
                    </a:ext>
                  </a:extLst>
                </p:cNvPr>
                <p:cNvCxnSpPr>
                  <a:stCxn id="282" idx="4"/>
                  <a:endCxn id="283" idx="0"/>
                </p:cNvCxnSpPr>
                <p:nvPr/>
              </p:nvCxnSpPr>
              <p:spPr>
                <a:xfrm flipV="1">
                  <a:off x="4401658" y="2424474"/>
                  <a:ext cx="100167" cy="4582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2" name="타원 281">
                  <a:extLst>
                    <a:ext uri="{FF2B5EF4-FFF2-40B4-BE49-F238E27FC236}">
                      <a16:creationId xmlns:a16="http://schemas.microsoft.com/office/drawing/2014/main" id="{EC89C17F-DEF2-3927-F20C-3A944A266F30}"/>
                    </a:ext>
                  </a:extLst>
                </p:cNvPr>
                <p:cNvSpPr/>
                <p:nvPr/>
              </p:nvSpPr>
              <p:spPr bwMode="auto">
                <a:xfrm rot="10800000" flipH="1">
                  <a:off x="4370140" y="2429056"/>
                  <a:ext cx="63034" cy="65268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sp>
              <p:nvSpPr>
                <p:cNvPr id="283" name="타원 282">
                  <a:extLst>
                    <a:ext uri="{FF2B5EF4-FFF2-40B4-BE49-F238E27FC236}">
                      <a16:creationId xmlns:a16="http://schemas.microsoft.com/office/drawing/2014/main" id="{FCE75681-2784-99F0-495E-7F979CB1019F}"/>
                    </a:ext>
                  </a:extLst>
                </p:cNvPr>
                <p:cNvSpPr/>
                <p:nvPr/>
              </p:nvSpPr>
              <p:spPr bwMode="auto">
                <a:xfrm rot="10800000" flipH="1">
                  <a:off x="4470307" y="2359206"/>
                  <a:ext cx="63034" cy="65268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cxnSp>
              <p:nvCxnSpPr>
                <p:cNvPr id="284" name="직선 연결선 283">
                  <a:extLst>
                    <a:ext uri="{FF2B5EF4-FFF2-40B4-BE49-F238E27FC236}">
                      <a16:creationId xmlns:a16="http://schemas.microsoft.com/office/drawing/2014/main" id="{0F113220-184E-DB49-4C0A-C90E41287BB2}"/>
                    </a:ext>
                  </a:extLst>
                </p:cNvPr>
                <p:cNvCxnSpPr>
                  <a:stCxn id="280" idx="0"/>
                  <a:endCxn id="279" idx="0"/>
                </p:cNvCxnSpPr>
                <p:nvPr/>
              </p:nvCxnSpPr>
              <p:spPr>
                <a:xfrm flipV="1">
                  <a:off x="4478302" y="2600347"/>
                  <a:ext cx="158967" cy="283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5" name="직선 연결선 284">
                  <a:extLst>
                    <a:ext uri="{FF2B5EF4-FFF2-40B4-BE49-F238E27FC236}">
                      <a16:creationId xmlns:a16="http://schemas.microsoft.com/office/drawing/2014/main" id="{04406966-DA25-E3A6-4079-6793050EF43B}"/>
                    </a:ext>
                  </a:extLst>
                </p:cNvPr>
                <p:cNvCxnSpPr>
                  <a:stCxn id="282" idx="1"/>
                  <a:endCxn id="280" idx="2"/>
                </p:cNvCxnSpPr>
                <p:nvPr/>
              </p:nvCxnSpPr>
              <p:spPr>
                <a:xfrm>
                  <a:off x="4379372" y="2484766"/>
                  <a:ext cx="67413" cy="83230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직선 연결선 285">
                  <a:extLst>
                    <a:ext uri="{FF2B5EF4-FFF2-40B4-BE49-F238E27FC236}">
                      <a16:creationId xmlns:a16="http://schemas.microsoft.com/office/drawing/2014/main" id="{E93B41EE-1487-CE38-E58A-18B5DCDC46FD}"/>
                    </a:ext>
                  </a:extLst>
                </p:cNvPr>
                <p:cNvCxnSpPr>
                  <a:stCxn id="288" idx="0"/>
                  <a:endCxn id="283" idx="4"/>
                </p:cNvCxnSpPr>
                <p:nvPr/>
              </p:nvCxnSpPr>
              <p:spPr>
                <a:xfrm flipV="1">
                  <a:off x="4243056" y="2359206"/>
                  <a:ext cx="258768" cy="8545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7" name="직사각형 286">
                  <a:extLst>
                    <a:ext uri="{FF2B5EF4-FFF2-40B4-BE49-F238E27FC236}">
                      <a16:creationId xmlns:a16="http://schemas.microsoft.com/office/drawing/2014/main" id="{85B28B70-835D-E22E-7757-48090281F2C3}"/>
                    </a:ext>
                  </a:extLst>
                </p:cNvPr>
                <p:cNvSpPr/>
                <p:nvPr/>
              </p:nvSpPr>
              <p:spPr>
                <a:xfrm flipH="1">
                  <a:off x="4492236" y="2313722"/>
                  <a:ext cx="21933" cy="8509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88" name="타원 287">
                  <a:extLst>
                    <a:ext uri="{FF2B5EF4-FFF2-40B4-BE49-F238E27FC236}">
                      <a16:creationId xmlns:a16="http://schemas.microsoft.com/office/drawing/2014/main" id="{56E76438-AD29-3689-5A6F-FD199297210E}"/>
                    </a:ext>
                  </a:extLst>
                </p:cNvPr>
                <p:cNvSpPr/>
                <p:nvPr/>
              </p:nvSpPr>
              <p:spPr bwMode="auto">
                <a:xfrm rot="10800000" flipH="1">
                  <a:off x="4211539" y="2302483"/>
                  <a:ext cx="63034" cy="65268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cxnSp>
              <p:nvCxnSpPr>
                <p:cNvPr id="289" name="직선 연결선 288">
                  <a:extLst>
                    <a:ext uri="{FF2B5EF4-FFF2-40B4-BE49-F238E27FC236}">
                      <a16:creationId xmlns:a16="http://schemas.microsoft.com/office/drawing/2014/main" id="{7E2CCFFD-2950-A003-514C-CA54525EE163}"/>
                    </a:ext>
                  </a:extLst>
                </p:cNvPr>
                <p:cNvCxnSpPr>
                  <a:stCxn id="146" idx="6"/>
                  <a:endCxn id="288" idx="2"/>
                </p:cNvCxnSpPr>
                <p:nvPr/>
              </p:nvCxnSpPr>
              <p:spPr>
                <a:xfrm flipH="1">
                  <a:off x="4211539" y="1887070"/>
                  <a:ext cx="499" cy="448047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0" name="타원 289">
                  <a:extLst>
                    <a:ext uri="{FF2B5EF4-FFF2-40B4-BE49-F238E27FC236}">
                      <a16:creationId xmlns:a16="http://schemas.microsoft.com/office/drawing/2014/main" id="{C20891B3-7652-EEF3-ABA4-39ABFE7C3D0A}"/>
                    </a:ext>
                  </a:extLst>
                </p:cNvPr>
                <p:cNvSpPr/>
                <p:nvPr/>
              </p:nvSpPr>
              <p:spPr bwMode="auto">
                <a:xfrm rot="10800000">
                  <a:off x="5522114" y="1759423"/>
                  <a:ext cx="75125" cy="78975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sp>
              <p:nvSpPr>
                <p:cNvPr id="291" name="타원 290">
                  <a:extLst>
                    <a:ext uri="{FF2B5EF4-FFF2-40B4-BE49-F238E27FC236}">
                      <a16:creationId xmlns:a16="http://schemas.microsoft.com/office/drawing/2014/main" id="{EC592D08-E01D-CEDB-193C-C52AB9231AA9}"/>
                    </a:ext>
                  </a:extLst>
                </p:cNvPr>
                <p:cNvSpPr/>
                <p:nvPr/>
              </p:nvSpPr>
              <p:spPr bwMode="auto">
                <a:xfrm rot="10800000">
                  <a:off x="5522114" y="1857855"/>
                  <a:ext cx="75125" cy="78975"/>
                </a:xfrm>
                <a:prstGeom prst="ellipse">
                  <a:avLst/>
                </a:prstGeom>
                <a:grpFill/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2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endParaRPr>
                </a:p>
              </p:txBody>
            </p:sp>
            <p:cxnSp>
              <p:nvCxnSpPr>
                <p:cNvPr id="292" name="직선 연결선 291">
                  <a:extLst>
                    <a:ext uri="{FF2B5EF4-FFF2-40B4-BE49-F238E27FC236}">
                      <a16:creationId xmlns:a16="http://schemas.microsoft.com/office/drawing/2014/main" id="{3EE15E9E-0141-DA0B-8413-D1223BA41437}"/>
                    </a:ext>
                  </a:extLst>
                </p:cNvPr>
                <p:cNvCxnSpPr>
                  <a:stCxn id="276" idx="2"/>
                  <a:endCxn id="145" idx="6"/>
                </p:cNvCxnSpPr>
                <p:nvPr/>
              </p:nvCxnSpPr>
              <p:spPr>
                <a:xfrm flipH="1">
                  <a:off x="4211643" y="951230"/>
                  <a:ext cx="6246" cy="860082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93" name="그룹 292">
                  <a:extLst>
                    <a:ext uri="{FF2B5EF4-FFF2-40B4-BE49-F238E27FC236}">
                      <a16:creationId xmlns:a16="http://schemas.microsoft.com/office/drawing/2014/main" id="{72FB3757-9F92-633A-3985-E9A8006EFB60}"/>
                    </a:ext>
                  </a:extLst>
                </p:cNvPr>
                <p:cNvGrpSpPr/>
                <p:nvPr/>
              </p:nvGrpSpPr>
              <p:grpSpPr>
                <a:xfrm flipH="1">
                  <a:off x="5143312" y="2290999"/>
                  <a:ext cx="458948" cy="309631"/>
                  <a:chOff x="5308293" y="1993229"/>
                  <a:chExt cx="430921" cy="309631"/>
                </a:xfrm>
                <a:grpFill/>
              </p:grpSpPr>
              <p:grpSp>
                <p:nvGrpSpPr>
                  <p:cNvPr id="327" name="그룹 326">
                    <a:extLst>
                      <a:ext uri="{FF2B5EF4-FFF2-40B4-BE49-F238E27FC236}">
                        <a16:creationId xmlns:a16="http://schemas.microsoft.com/office/drawing/2014/main" id="{CF7CA531-FD22-B8C9-8166-936FEA3DC0E8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5564035" y="2105419"/>
                    <a:ext cx="175179" cy="186178"/>
                    <a:chOff x="3721271" y="761678"/>
                    <a:chExt cx="198759" cy="198758"/>
                  </a:xfrm>
                  <a:grpFill/>
                </p:grpSpPr>
                <p:sp>
                  <p:nvSpPr>
                    <p:cNvPr id="337" name="타원 336">
                      <a:extLst>
                        <a:ext uri="{FF2B5EF4-FFF2-40B4-BE49-F238E27FC236}">
                          <a16:creationId xmlns:a16="http://schemas.microsoft.com/office/drawing/2014/main" id="{27BD91AF-2FC6-5229-C35E-FAC39B5EEC0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21271" y="761678"/>
                      <a:ext cx="198759" cy="198758"/>
                    </a:xfrm>
                    <a:prstGeom prst="ellipse">
                      <a:avLst/>
                    </a:prstGeom>
                    <a:grpFill/>
                    <a:ln w="1270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338" name="타원 337">
                      <a:extLst>
                        <a:ext uri="{FF2B5EF4-FFF2-40B4-BE49-F238E27FC236}">
                          <a16:creationId xmlns:a16="http://schemas.microsoft.com/office/drawing/2014/main" id="{08058E4E-9CBF-210E-AA94-1DC609AE70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51991" y="792398"/>
                      <a:ext cx="137318" cy="137318"/>
                    </a:xfrm>
                    <a:prstGeom prst="ellipse">
                      <a:avLst/>
                    </a:prstGeom>
                    <a:grpFill/>
                    <a:ln w="1270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</p:grpSp>
              <p:cxnSp>
                <p:nvCxnSpPr>
                  <p:cNvPr id="328" name="직선 연결선 327">
                    <a:extLst>
                      <a:ext uri="{FF2B5EF4-FFF2-40B4-BE49-F238E27FC236}">
                        <a16:creationId xmlns:a16="http://schemas.microsoft.com/office/drawing/2014/main" id="{14A70871-7D35-334B-2130-91C660329F6D}"/>
                      </a:ext>
                    </a:extLst>
                  </p:cNvPr>
                  <p:cNvCxnSpPr>
                    <a:stCxn id="329" idx="7"/>
                    <a:endCxn id="337" idx="7"/>
                  </p:cNvCxnSpPr>
                  <p:nvPr/>
                </p:nvCxnSpPr>
                <p:spPr>
                  <a:xfrm flipV="1">
                    <a:off x="5463872" y="2132684"/>
                    <a:ext cx="125818" cy="160618"/>
                  </a:xfrm>
                  <a:prstGeom prst="line">
                    <a:avLst/>
                  </a:prstGeom>
                  <a:grpFill/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9" name="타원 328">
                    <a:extLst>
                      <a:ext uri="{FF2B5EF4-FFF2-40B4-BE49-F238E27FC236}">
                        <a16:creationId xmlns:a16="http://schemas.microsoft.com/office/drawing/2014/main" id="{D1754C5B-53C6-3D42-BCB8-1A7A6AF36020}"/>
                      </a:ext>
                    </a:extLst>
                  </p:cNvPr>
                  <p:cNvSpPr/>
                  <p:nvPr/>
                </p:nvSpPr>
                <p:spPr bwMode="auto">
                  <a:xfrm rot="10800000" flipH="1">
                    <a:off x="5410069" y="2237592"/>
                    <a:ext cx="63034" cy="65268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cxnSp>
                <p:nvCxnSpPr>
                  <p:cNvPr id="330" name="직선 연결선 329">
                    <a:extLst>
                      <a:ext uri="{FF2B5EF4-FFF2-40B4-BE49-F238E27FC236}">
                        <a16:creationId xmlns:a16="http://schemas.microsoft.com/office/drawing/2014/main" id="{40031C38-25CA-049D-F102-53744EEE84B2}"/>
                      </a:ext>
                    </a:extLst>
                  </p:cNvPr>
                  <p:cNvCxnSpPr>
                    <a:stCxn id="331" idx="4"/>
                    <a:endCxn id="332" idx="0"/>
                  </p:cNvCxnSpPr>
                  <p:nvPr/>
                </p:nvCxnSpPr>
                <p:spPr>
                  <a:xfrm flipV="1">
                    <a:off x="5379865" y="2126704"/>
                    <a:ext cx="85256" cy="4582"/>
                  </a:xfrm>
                  <a:prstGeom prst="line">
                    <a:avLst/>
                  </a:prstGeom>
                  <a:grpFill/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31" name="타원 330">
                    <a:extLst>
                      <a:ext uri="{FF2B5EF4-FFF2-40B4-BE49-F238E27FC236}">
                        <a16:creationId xmlns:a16="http://schemas.microsoft.com/office/drawing/2014/main" id="{C7DDE32D-9789-C4DD-39F0-570EA7740FC7}"/>
                      </a:ext>
                    </a:extLst>
                  </p:cNvPr>
                  <p:cNvSpPr/>
                  <p:nvPr/>
                </p:nvSpPr>
                <p:spPr bwMode="auto">
                  <a:xfrm rot="10800000" flipH="1">
                    <a:off x="5348347" y="2131286"/>
                    <a:ext cx="63035" cy="65268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sp>
                <p:nvSpPr>
                  <p:cNvPr id="332" name="타원 331">
                    <a:extLst>
                      <a:ext uri="{FF2B5EF4-FFF2-40B4-BE49-F238E27FC236}">
                        <a16:creationId xmlns:a16="http://schemas.microsoft.com/office/drawing/2014/main" id="{4BB17713-E928-EB90-4D2D-E60B6BDBF9B5}"/>
                      </a:ext>
                    </a:extLst>
                  </p:cNvPr>
                  <p:cNvSpPr/>
                  <p:nvPr/>
                </p:nvSpPr>
                <p:spPr bwMode="auto">
                  <a:xfrm rot="10800000" flipH="1">
                    <a:off x="5433604" y="2061436"/>
                    <a:ext cx="63034" cy="65268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cxnSp>
                <p:nvCxnSpPr>
                  <p:cNvPr id="333" name="직선 연결선 332">
                    <a:extLst>
                      <a:ext uri="{FF2B5EF4-FFF2-40B4-BE49-F238E27FC236}">
                        <a16:creationId xmlns:a16="http://schemas.microsoft.com/office/drawing/2014/main" id="{A142E90D-576A-2C3B-F13E-C8C7797ED2B2}"/>
                      </a:ext>
                    </a:extLst>
                  </p:cNvPr>
                  <p:cNvCxnSpPr>
                    <a:stCxn id="331" idx="1"/>
                    <a:endCxn id="329" idx="2"/>
                  </p:cNvCxnSpPr>
                  <p:nvPr/>
                </p:nvCxnSpPr>
                <p:spPr>
                  <a:xfrm>
                    <a:off x="5357579" y="2186996"/>
                    <a:ext cx="52491" cy="83230"/>
                  </a:xfrm>
                  <a:prstGeom prst="line">
                    <a:avLst/>
                  </a:prstGeom>
                  <a:grpFill/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34" name="직사각형 333">
                    <a:extLst>
                      <a:ext uri="{FF2B5EF4-FFF2-40B4-BE49-F238E27FC236}">
                        <a16:creationId xmlns:a16="http://schemas.microsoft.com/office/drawing/2014/main" id="{D35AA921-EC9E-282B-12F1-AF1D17A70406}"/>
                      </a:ext>
                    </a:extLst>
                  </p:cNvPr>
                  <p:cNvSpPr/>
                  <p:nvPr/>
                </p:nvSpPr>
                <p:spPr>
                  <a:xfrm flipH="1">
                    <a:off x="5455498" y="2015952"/>
                    <a:ext cx="21933" cy="85090"/>
                  </a:xfrm>
                  <a:prstGeom prst="rect">
                    <a:avLst/>
                  </a:prstGeom>
                  <a:grpFill/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35" name="타원 334">
                    <a:extLst>
                      <a:ext uri="{FF2B5EF4-FFF2-40B4-BE49-F238E27FC236}">
                        <a16:creationId xmlns:a16="http://schemas.microsoft.com/office/drawing/2014/main" id="{0993C296-5CEE-7A3E-67F7-EE3871383E48}"/>
                      </a:ext>
                    </a:extLst>
                  </p:cNvPr>
                  <p:cNvSpPr/>
                  <p:nvPr/>
                </p:nvSpPr>
                <p:spPr bwMode="auto">
                  <a:xfrm rot="10800000" flipH="1">
                    <a:off x="5308293" y="1993229"/>
                    <a:ext cx="63034" cy="65268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cxnSp>
                <p:nvCxnSpPr>
                  <p:cNvPr id="336" name="직선 연결선 335">
                    <a:extLst>
                      <a:ext uri="{FF2B5EF4-FFF2-40B4-BE49-F238E27FC236}">
                        <a16:creationId xmlns:a16="http://schemas.microsoft.com/office/drawing/2014/main" id="{66853A23-380F-53AE-5538-5E0F4FCC91BE}"/>
                      </a:ext>
                    </a:extLst>
                  </p:cNvPr>
                  <p:cNvCxnSpPr>
                    <a:stCxn id="335" idx="0"/>
                    <a:endCxn id="334" idx="1"/>
                  </p:cNvCxnSpPr>
                  <p:nvPr/>
                </p:nvCxnSpPr>
                <p:spPr>
                  <a:xfrm>
                    <a:off x="5339814" y="2058497"/>
                    <a:ext cx="137617" cy="0"/>
                  </a:xfrm>
                  <a:prstGeom prst="line">
                    <a:avLst/>
                  </a:prstGeom>
                  <a:grpFill/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94" name="직선 연결선 293">
                  <a:extLst>
                    <a:ext uri="{FF2B5EF4-FFF2-40B4-BE49-F238E27FC236}">
                      <a16:creationId xmlns:a16="http://schemas.microsoft.com/office/drawing/2014/main" id="{C7750A19-2BD6-6D3F-1EC1-84970FE240B2}"/>
                    </a:ext>
                  </a:extLst>
                </p:cNvPr>
                <p:cNvCxnSpPr>
                  <a:stCxn id="279" idx="7"/>
                  <a:endCxn id="339" idx="7"/>
                </p:cNvCxnSpPr>
                <p:nvPr/>
              </p:nvCxnSpPr>
              <p:spPr>
                <a:xfrm flipV="1">
                  <a:off x="4659555" y="2399906"/>
                  <a:ext cx="169159" cy="190883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5" name="직선 연결선 294">
                  <a:extLst>
                    <a:ext uri="{FF2B5EF4-FFF2-40B4-BE49-F238E27FC236}">
                      <a16:creationId xmlns:a16="http://schemas.microsoft.com/office/drawing/2014/main" id="{387BE080-CB55-3298-5495-97DA6A9F7F1F}"/>
                    </a:ext>
                  </a:extLst>
                </p:cNvPr>
                <p:cNvCxnSpPr>
                  <a:endCxn id="323" idx="2"/>
                </p:cNvCxnSpPr>
                <p:nvPr/>
              </p:nvCxnSpPr>
              <p:spPr>
                <a:xfrm flipV="1">
                  <a:off x="5602233" y="925288"/>
                  <a:ext cx="27" cy="868147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96" name="그룹 295">
                  <a:extLst>
                    <a:ext uri="{FF2B5EF4-FFF2-40B4-BE49-F238E27FC236}">
                      <a16:creationId xmlns:a16="http://schemas.microsoft.com/office/drawing/2014/main" id="{638A49A8-9A19-3E01-07B7-685428E4365B}"/>
                    </a:ext>
                  </a:extLst>
                </p:cNvPr>
                <p:cNvGrpSpPr/>
                <p:nvPr/>
              </p:nvGrpSpPr>
              <p:grpSpPr>
                <a:xfrm flipH="1">
                  <a:off x="5143312" y="855424"/>
                  <a:ext cx="458948" cy="286908"/>
                  <a:chOff x="5308293" y="2015952"/>
                  <a:chExt cx="430921" cy="286908"/>
                </a:xfrm>
                <a:grpFill/>
              </p:grpSpPr>
              <p:grpSp>
                <p:nvGrpSpPr>
                  <p:cNvPr id="315" name="그룹 314">
                    <a:extLst>
                      <a:ext uri="{FF2B5EF4-FFF2-40B4-BE49-F238E27FC236}">
                        <a16:creationId xmlns:a16="http://schemas.microsoft.com/office/drawing/2014/main" id="{0A0B7450-71C8-75FC-5C7B-B74ADAA2548A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5564035" y="2105419"/>
                    <a:ext cx="175179" cy="186178"/>
                    <a:chOff x="3721271" y="761678"/>
                    <a:chExt cx="198759" cy="198758"/>
                  </a:xfrm>
                  <a:grpFill/>
                </p:grpSpPr>
                <p:sp>
                  <p:nvSpPr>
                    <p:cNvPr id="325" name="타원 324">
                      <a:extLst>
                        <a:ext uri="{FF2B5EF4-FFF2-40B4-BE49-F238E27FC236}">
                          <a16:creationId xmlns:a16="http://schemas.microsoft.com/office/drawing/2014/main" id="{2BAEF473-4890-D9C1-8109-94D9755299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21271" y="761678"/>
                      <a:ext cx="198759" cy="198758"/>
                    </a:xfrm>
                    <a:prstGeom prst="ellipse">
                      <a:avLst/>
                    </a:prstGeom>
                    <a:grpFill/>
                    <a:ln w="1270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326" name="타원 325">
                      <a:extLst>
                        <a:ext uri="{FF2B5EF4-FFF2-40B4-BE49-F238E27FC236}">
                          <a16:creationId xmlns:a16="http://schemas.microsoft.com/office/drawing/2014/main" id="{8C1FB163-42CC-B03A-9B2C-7EEF6DB5F1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51991" y="792398"/>
                      <a:ext cx="137318" cy="137318"/>
                    </a:xfrm>
                    <a:prstGeom prst="ellipse">
                      <a:avLst/>
                    </a:prstGeom>
                    <a:grpFill/>
                    <a:ln w="1270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</p:grpSp>
              <p:cxnSp>
                <p:nvCxnSpPr>
                  <p:cNvPr id="316" name="직선 연결선 315">
                    <a:extLst>
                      <a:ext uri="{FF2B5EF4-FFF2-40B4-BE49-F238E27FC236}">
                        <a16:creationId xmlns:a16="http://schemas.microsoft.com/office/drawing/2014/main" id="{94FE316F-6437-94A8-FC19-E852BDA5F033}"/>
                      </a:ext>
                    </a:extLst>
                  </p:cNvPr>
                  <p:cNvCxnSpPr>
                    <a:stCxn id="317" idx="7"/>
                    <a:endCxn id="325" idx="7"/>
                  </p:cNvCxnSpPr>
                  <p:nvPr/>
                </p:nvCxnSpPr>
                <p:spPr>
                  <a:xfrm flipV="1">
                    <a:off x="5463872" y="2132684"/>
                    <a:ext cx="125818" cy="160618"/>
                  </a:xfrm>
                  <a:prstGeom prst="line">
                    <a:avLst/>
                  </a:prstGeom>
                  <a:grpFill/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17" name="타원 316">
                    <a:extLst>
                      <a:ext uri="{FF2B5EF4-FFF2-40B4-BE49-F238E27FC236}">
                        <a16:creationId xmlns:a16="http://schemas.microsoft.com/office/drawing/2014/main" id="{C72E0830-EB82-B8B5-65B6-887560F0FC6C}"/>
                      </a:ext>
                    </a:extLst>
                  </p:cNvPr>
                  <p:cNvSpPr/>
                  <p:nvPr/>
                </p:nvSpPr>
                <p:spPr bwMode="auto">
                  <a:xfrm rot="10800000" flipH="1">
                    <a:off x="5410069" y="2237592"/>
                    <a:ext cx="63034" cy="65268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cxnSp>
                <p:nvCxnSpPr>
                  <p:cNvPr id="318" name="직선 연결선 317">
                    <a:extLst>
                      <a:ext uri="{FF2B5EF4-FFF2-40B4-BE49-F238E27FC236}">
                        <a16:creationId xmlns:a16="http://schemas.microsoft.com/office/drawing/2014/main" id="{9C512230-B0C2-FAEC-68D6-B0B4DECC1CCC}"/>
                      </a:ext>
                    </a:extLst>
                  </p:cNvPr>
                  <p:cNvCxnSpPr>
                    <a:stCxn id="319" idx="4"/>
                    <a:endCxn id="320" idx="0"/>
                  </p:cNvCxnSpPr>
                  <p:nvPr/>
                </p:nvCxnSpPr>
                <p:spPr>
                  <a:xfrm flipV="1">
                    <a:off x="5379865" y="2126704"/>
                    <a:ext cx="85256" cy="4582"/>
                  </a:xfrm>
                  <a:prstGeom prst="line">
                    <a:avLst/>
                  </a:prstGeom>
                  <a:grpFill/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19" name="타원 318">
                    <a:extLst>
                      <a:ext uri="{FF2B5EF4-FFF2-40B4-BE49-F238E27FC236}">
                        <a16:creationId xmlns:a16="http://schemas.microsoft.com/office/drawing/2014/main" id="{682E2CE7-3A94-68A8-7728-C32A72CB2FB9}"/>
                      </a:ext>
                    </a:extLst>
                  </p:cNvPr>
                  <p:cNvSpPr/>
                  <p:nvPr/>
                </p:nvSpPr>
                <p:spPr bwMode="auto">
                  <a:xfrm rot="10800000" flipH="1">
                    <a:off x="5348347" y="2131286"/>
                    <a:ext cx="63035" cy="65268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sp>
                <p:nvSpPr>
                  <p:cNvPr id="320" name="타원 319">
                    <a:extLst>
                      <a:ext uri="{FF2B5EF4-FFF2-40B4-BE49-F238E27FC236}">
                        <a16:creationId xmlns:a16="http://schemas.microsoft.com/office/drawing/2014/main" id="{B5786A3E-757C-9EC4-3D6D-4E869EE42D01}"/>
                      </a:ext>
                    </a:extLst>
                  </p:cNvPr>
                  <p:cNvSpPr/>
                  <p:nvPr/>
                </p:nvSpPr>
                <p:spPr bwMode="auto">
                  <a:xfrm rot="10800000" flipH="1">
                    <a:off x="5433604" y="2061436"/>
                    <a:ext cx="63034" cy="65268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cxnSp>
                <p:nvCxnSpPr>
                  <p:cNvPr id="321" name="직선 연결선 320">
                    <a:extLst>
                      <a:ext uri="{FF2B5EF4-FFF2-40B4-BE49-F238E27FC236}">
                        <a16:creationId xmlns:a16="http://schemas.microsoft.com/office/drawing/2014/main" id="{F302559B-B2D0-33C3-47DE-E968B1509B3D}"/>
                      </a:ext>
                    </a:extLst>
                  </p:cNvPr>
                  <p:cNvCxnSpPr>
                    <a:stCxn id="319" idx="1"/>
                    <a:endCxn id="317" idx="2"/>
                  </p:cNvCxnSpPr>
                  <p:nvPr/>
                </p:nvCxnSpPr>
                <p:spPr>
                  <a:xfrm>
                    <a:off x="5357579" y="2186996"/>
                    <a:ext cx="52491" cy="83230"/>
                  </a:xfrm>
                  <a:prstGeom prst="line">
                    <a:avLst/>
                  </a:prstGeom>
                  <a:grpFill/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2" name="직사각형 321">
                    <a:extLst>
                      <a:ext uri="{FF2B5EF4-FFF2-40B4-BE49-F238E27FC236}">
                        <a16:creationId xmlns:a16="http://schemas.microsoft.com/office/drawing/2014/main" id="{1786F3E3-12E7-1272-4176-65AEB8F755B3}"/>
                      </a:ext>
                    </a:extLst>
                  </p:cNvPr>
                  <p:cNvSpPr/>
                  <p:nvPr/>
                </p:nvSpPr>
                <p:spPr>
                  <a:xfrm flipH="1">
                    <a:off x="5455498" y="2015952"/>
                    <a:ext cx="21933" cy="85090"/>
                  </a:xfrm>
                  <a:prstGeom prst="rect">
                    <a:avLst/>
                  </a:prstGeom>
                  <a:grpFill/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23" name="타원 322">
                    <a:extLst>
                      <a:ext uri="{FF2B5EF4-FFF2-40B4-BE49-F238E27FC236}">
                        <a16:creationId xmlns:a16="http://schemas.microsoft.com/office/drawing/2014/main" id="{DF15A567-21CE-5F4A-EF06-DCD597F340E5}"/>
                      </a:ext>
                    </a:extLst>
                  </p:cNvPr>
                  <p:cNvSpPr/>
                  <p:nvPr/>
                </p:nvSpPr>
                <p:spPr bwMode="auto">
                  <a:xfrm rot="10800000" flipH="1">
                    <a:off x="5308293" y="2053182"/>
                    <a:ext cx="63034" cy="65268"/>
                  </a:xfrm>
                  <a:prstGeom prst="ellipse">
                    <a:avLst/>
                  </a:prstGeom>
                  <a:grpFill/>
                  <a:ln w="9525" cap="flat" cmpd="sng" algn="ctr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1" fontAlgn="base" latinLnBrk="1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200" b="1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돋움" pitchFamily="50" charset="-127"/>
                    </a:endParaRPr>
                  </a:p>
                </p:txBody>
              </p:sp>
              <p:cxnSp>
                <p:nvCxnSpPr>
                  <p:cNvPr id="324" name="직선 연결선 323">
                    <a:extLst>
                      <a:ext uri="{FF2B5EF4-FFF2-40B4-BE49-F238E27FC236}">
                        <a16:creationId xmlns:a16="http://schemas.microsoft.com/office/drawing/2014/main" id="{84BB4350-8D4F-FC70-6F5B-32B474BEC9F1}"/>
                      </a:ext>
                    </a:extLst>
                  </p:cNvPr>
                  <p:cNvCxnSpPr>
                    <a:stCxn id="323" idx="4"/>
                    <a:endCxn id="322" idx="1"/>
                  </p:cNvCxnSpPr>
                  <p:nvPr/>
                </p:nvCxnSpPr>
                <p:spPr>
                  <a:xfrm>
                    <a:off x="5339810" y="2053182"/>
                    <a:ext cx="137621" cy="5315"/>
                  </a:xfrm>
                  <a:prstGeom prst="line">
                    <a:avLst/>
                  </a:prstGeom>
                  <a:grpFill/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97" name="직선 연결선 296">
                  <a:extLst>
                    <a:ext uri="{FF2B5EF4-FFF2-40B4-BE49-F238E27FC236}">
                      <a16:creationId xmlns:a16="http://schemas.microsoft.com/office/drawing/2014/main" id="{A9D722F5-EE2B-1382-BF89-9E7F25B8E705}"/>
                    </a:ext>
                  </a:extLst>
                </p:cNvPr>
                <p:cNvCxnSpPr/>
                <p:nvPr/>
              </p:nvCxnSpPr>
              <p:spPr>
                <a:xfrm>
                  <a:off x="3102382" y="703671"/>
                  <a:ext cx="0" cy="2159997"/>
                </a:xfrm>
                <a:prstGeom prst="line">
                  <a:avLst/>
                </a:prstGeom>
                <a:solidFill>
                  <a:srgbClr val="FF0000"/>
                </a:solidFill>
                <a:ln w="12700">
                  <a:solidFill>
                    <a:srgbClr val="FF0000"/>
                  </a:solidFill>
                  <a:prstDash val="lgDash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직선 연결선 297">
                  <a:extLst>
                    <a:ext uri="{FF2B5EF4-FFF2-40B4-BE49-F238E27FC236}">
                      <a16:creationId xmlns:a16="http://schemas.microsoft.com/office/drawing/2014/main" id="{9B73CAED-C847-5E4A-827D-A585A7DEC013}"/>
                    </a:ext>
                  </a:extLst>
                </p:cNvPr>
                <p:cNvCxnSpPr/>
                <p:nvPr/>
              </p:nvCxnSpPr>
              <p:spPr>
                <a:xfrm>
                  <a:off x="4033967" y="711549"/>
                  <a:ext cx="0" cy="2159999"/>
                </a:xfrm>
                <a:prstGeom prst="line">
                  <a:avLst/>
                </a:prstGeom>
                <a:solidFill>
                  <a:srgbClr val="FF0000"/>
                </a:solidFill>
                <a:ln w="12700">
                  <a:solidFill>
                    <a:srgbClr val="FF0000"/>
                  </a:solidFill>
                  <a:prstDash val="lgDash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9" name="직선 연결선 298">
                  <a:extLst>
                    <a:ext uri="{FF2B5EF4-FFF2-40B4-BE49-F238E27FC236}">
                      <a16:creationId xmlns:a16="http://schemas.microsoft.com/office/drawing/2014/main" id="{9B2A7542-2EFC-4DD6-2E9D-298B86BA0340}"/>
                    </a:ext>
                  </a:extLst>
                </p:cNvPr>
                <p:cNvCxnSpPr/>
                <p:nvPr/>
              </p:nvCxnSpPr>
              <p:spPr>
                <a:xfrm>
                  <a:off x="8667149" y="548640"/>
                  <a:ext cx="0" cy="2160000"/>
                </a:xfrm>
                <a:prstGeom prst="line">
                  <a:avLst/>
                </a:prstGeom>
                <a:grpFill/>
                <a:ln w="6350">
                  <a:solidFill>
                    <a:schemeClr val="bg1">
                      <a:lumMod val="85000"/>
                    </a:schemeClr>
                  </a:solidFill>
                  <a:prstDash val="lgDash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00" name="그룹 299">
                  <a:extLst>
                    <a:ext uri="{FF2B5EF4-FFF2-40B4-BE49-F238E27FC236}">
                      <a16:creationId xmlns:a16="http://schemas.microsoft.com/office/drawing/2014/main" id="{578F3540-3037-54F3-2787-2F60738AA271}"/>
                    </a:ext>
                  </a:extLst>
                </p:cNvPr>
                <p:cNvGrpSpPr/>
                <p:nvPr/>
              </p:nvGrpSpPr>
              <p:grpSpPr>
                <a:xfrm>
                  <a:off x="7697077" y="1965097"/>
                  <a:ext cx="195061" cy="89328"/>
                  <a:chOff x="7630217" y="1997465"/>
                  <a:chExt cx="195061" cy="89328"/>
                </a:xfrm>
                <a:grpFill/>
              </p:grpSpPr>
              <p:cxnSp>
                <p:nvCxnSpPr>
                  <p:cNvPr id="312" name="직선 연결선 311">
                    <a:extLst>
                      <a:ext uri="{FF2B5EF4-FFF2-40B4-BE49-F238E27FC236}">
                        <a16:creationId xmlns:a16="http://schemas.microsoft.com/office/drawing/2014/main" id="{D1525191-DC42-F8FC-5D05-14C1B1A383A8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7639707" y="1997465"/>
                    <a:ext cx="0" cy="82970"/>
                  </a:xfrm>
                  <a:prstGeom prst="line">
                    <a:avLst/>
                  </a:prstGeom>
                  <a:grpFill/>
                  <a:ln w="1905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3" name="직선 연결선 312">
                    <a:extLst>
                      <a:ext uri="{FF2B5EF4-FFF2-40B4-BE49-F238E27FC236}">
                        <a16:creationId xmlns:a16="http://schemas.microsoft.com/office/drawing/2014/main" id="{53833CBA-0488-19E6-99E4-5FA84184A895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7815943" y="1997465"/>
                    <a:ext cx="0" cy="82970"/>
                  </a:xfrm>
                  <a:prstGeom prst="line">
                    <a:avLst/>
                  </a:prstGeom>
                  <a:grpFill/>
                  <a:ln w="1905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4" name="직선 연결선 313">
                    <a:extLst>
                      <a:ext uri="{FF2B5EF4-FFF2-40B4-BE49-F238E27FC236}">
                        <a16:creationId xmlns:a16="http://schemas.microsoft.com/office/drawing/2014/main" id="{DF77BE3C-B397-B387-1E8C-9C480620D2CA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7630217" y="2086793"/>
                    <a:ext cx="195061" cy="0"/>
                  </a:xfrm>
                  <a:prstGeom prst="line">
                    <a:avLst/>
                  </a:prstGeom>
                  <a:grpFill/>
                  <a:ln w="1905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01" name="그룹 300">
                  <a:extLst>
                    <a:ext uri="{FF2B5EF4-FFF2-40B4-BE49-F238E27FC236}">
                      <a16:creationId xmlns:a16="http://schemas.microsoft.com/office/drawing/2014/main" id="{1BFE14A2-8121-9894-0E7B-6E9F2F81A923}"/>
                    </a:ext>
                  </a:extLst>
                </p:cNvPr>
                <p:cNvGrpSpPr/>
                <p:nvPr/>
              </p:nvGrpSpPr>
              <p:grpSpPr>
                <a:xfrm>
                  <a:off x="7900250" y="1965097"/>
                  <a:ext cx="195061" cy="89328"/>
                  <a:chOff x="7630217" y="1997465"/>
                  <a:chExt cx="195061" cy="89328"/>
                </a:xfrm>
                <a:grpFill/>
              </p:grpSpPr>
              <p:cxnSp>
                <p:nvCxnSpPr>
                  <p:cNvPr id="309" name="직선 연결선 308">
                    <a:extLst>
                      <a:ext uri="{FF2B5EF4-FFF2-40B4-BE49-F238E27FC236}">
                        <a16:creationId xmlns:a16="http://schemas.microsoft.com/office/drawing/2014/main" id="{8FE552A2-3848-09BC-8F51-8DFEF856A27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7639707" y="1997465"/>
                    <a:ext cx="0" cy="82970"/>
                  </a:xfrm>
                  <a:prstGeom prst="line">
                    <a:avLst/>
                  </a:prstGeom>
                  <a:grpFill/>
                  <a:ln w="1905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0" name="직선 연결선 309">
                    <a:extLst>
                      <a:ext uri="{FF2B5EF4-FFF2-40B4-BE49-F238E27FC236}">
                        <a16:creationId xmlns:a16="http://schemas.microsoft.com/office/drawing/2014/main" id="{5E325F20-ED7A-B864-E00E-164D08D215A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7815943" y="1997465"/>
                    <a:ext cx="0" cy="82970"/>
                  </a:xfrm>
                  <a:prstGeom prst="line">
                    <a:avLst/>
                  </a:prstGeom>
                  <a:grpFill/>
                  <a:ln w="1905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1" name="직선 연결선 310">
                    <a:extLst>
                      <a:ext uri="{FF2B5EF4-FFF2-40B4-BE49-F238E27FC236}">
                        <a16:creationId xmlns:a16="http://schemas.microsoft.com/office/drawing/2014/main" id="{9B96BB60-36E8-C1FF-4DD4-164E021EF6FF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7630217" y="2086793"/>
                    <a:ext cx="195061" cy="0"/>
                  </a:xfrm>
                  <a:prstGeom prst="line">
                    <a:avLst/>
                  </a:prstGeom>
                  <a:grpFill/>
                  <a:ln w="1905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02" name="그룹 301">
                  <a:extLst>
                    <a:ext uri="{FF2B5EF4-FFF2-40B4-BE49-F238E27FC236}">
                      <a16:creationId xmlns:a16="http://schemas.microsoft.com/office/drawing/2014/main" id="{689A503A-16FF-2999-9442-DC4FB8B9DBB1}"/>
                    </a:ext>
                  </a:extLst>
                </p:cNvPr>
                <p:cNvGrpSpPr/>
                <p:nvPr/>
              </p:nvGrpSpPr>
              <p:grpSpPr>
                <a:xfrm>
                  <a:off x="3221204" y="1736750"/>
                  <a:ext cx="188133" cy="159195"/>
                  <a:chOff x="295527" y="4867717"/>
                  <a:chExt cx="1126676" cy="787908"/>
                </a:xfrm>
                <a:grpFill/>
              </p:grpSpPr>
              <p:sp>
                <p:nvSpPr>
                  <p:cNvPr id="303" name="자유형 2051">
                    <a:extLst>
                      <a:ext uri="{FF2B5EF4-FFF2-40B4-BE49-F238E27FC236}">
                        <a16:creationId xmlns:a16="http://schemas.microsoft.com/office/drawing/2014/main" id="{4B9470EF-70F6-83F0-C2C8-D5F389DDF729}"/>
                      </a:ext>
                    </a:extLst>
                  </p:cNvPr>
                  <p:cNvSpPr/>
                  <p:nvPr/>
                </p:nvSpPr>
                <p:spPr>
                  <a:xfrm>
                    <a:off x="295527" y="5305105"/>
                    <a:ext cx="1121093" cy="350520"/>
                  </a:xfrm>
                  <a:custGeom>
                    <a:avLst/>
                    <a:gdLst>
                      <a:gd name="connsiteX0" fmla="*/ 342900 w 1120140"/>
                      <a:gd name="connsiteY0" fmla="*/ 38100 h 350520"/>
                      <a:gd name="connsiteX1" fmla="*/ 472440 w 1120140"/>
                      <a:gd name="connsiteY1" fmla="*/ 22860 h 350520"/>
                      <a:gd name="connsiteX2" fmla="*/ 457200 w 1120140"/>
                      <a:gd name="connsiteY2" fmla="*/ 114300 h 350520"/>
                      <a:gd name="connsiteX3" fmla="*/ 1120140 w 1120140"/>
                      <a:gd name="connsiteY3" fmla="*/ 121920 h 350520"/>
                      <a:gd name="connsiteX4" fmla="*/ 472440 w 1120140"/>
                      <a:gd name="connsiteY4" fmla="*/ 350520 h 350520"/>
                      <a:gd name="connsiteX5" fmla="*/ 0 w 1120140"/>
                      <a:gd name="connsiteY5" fmla="*/ 342900 h 350520"/>
                      <a:gd name="connsiteX6" fmla="*/ 0 w 1120140"/>
                      <a:gd name="connsiteY6" fmla="*/ 0 h 350520"/>
                      <a:gd name="connsiteX7" fmla="*/ 480060 w 1120140"/>
                      <a:gd name="connsiteY7" fmla="*/ 0 h 350520"/>
                      <a:gd name="connsiteX8" fmla="*/ 480060 w 1120140"/>
                      <a:gd name="connsiteY8" fmla="*/ 121920 h 350520"/>
                      <a:gd name="connsiteX9" fmla="*/ 1021080 w 1120140"/>
                      <a:gd name="connsiteY9" fmla="*/ 114300 h 350520"/>
                      <a:gd name="connsiteX0" fmla="*/ 472440 w 1120140"/>
                      <a:gd name="connsiteY0" fmla="*/ 22860 h 350520"/>
                      <a:gd name="connsiteX1" fmla="*/ 457200 w 1120140"/>
                      <a:gd name="connsiteY1" fmla="*/ 114300 h 350520"/>
                      <a:gd name="connsiteX2" fmla="*/ 1120140 w 1120140"/>
                      <a:gd name="connsiteY2" fmla="*/ 121920 h 350520"/>
                      <a:gd name="connsiteX3" fmla="*/ 472440 w 1120140"/>
                      <a:gd name="connsiteY3" fmla="*/ 350520 h 350520"/>
                      <a:gd name="connsiteX4" fmla="*/ 0 w 1120140"/>
                      <a:gd name="connsiteY4" fmla="*/ 342900 h 350520"/>
                      <a:gd name="connsiteX5" fmla="*/ 0 w 1120140"/>
                      <a:gd name="connsiteY5" fmla="*/ 0 h 350520"/>
                      <a:gd name="connsiteX6" fmla="*/ 480060 w 1120140"/>
                      <a:gd name="connsiteY6" fmla="*/ 0 h 350520"/>
                      <a:gd name="connsiteX7" fmla="*/ 480060 w 1120140"/>
                      <a:gd name="connsiteY7" fmla="*/ 121920 h 350520"/>
                      <a:gd name="connsiteX8" fmla="*/ 1021080 w 1120140"/>
                      <a:gd name="connsiteY8" fmla="*/ 114300 h 350520"/>
                      <a:gd name="connsiteX0" fmla="*/ 457200 w 1120140"/>
                      <a:gd name="connsiteY0" fmla="*/ 114300 h 350520"/>
                      <a:gd name="connsiteX1" fmla="*/ 1120140 w 1120140"/>
                      <a:gd name="connsiteY1" fmla="*/ 121920 h 350520"/>
                      <a:gd name="connsiteX2" fmla="*/ 472440 w 1120140"/>
                      <a:gd name="connsiteY2" fmla="*/ 350520 h 350520"/>
                      <a:gd name="connsiteX3" fmla="*/ 0 w 1120140"/>
                      <a:gd name="connsiteY3" fmla="*/ 342900 h 350520"/>
                      <a:gd name="connsiteX4" fmla="*/ 0 w 1120140"/>
                      <a:gd name="connsiteY4" fmla="*/ 0 h 350520"/>
                      <a:gd name="connsiteX5" fmla="*/ 480060 w 1120140"/>
                      <a:gd name="connsiteY5" fmla="*/ 0 h 350520"/>
                      <a:gd name="connsiteX6" fmla="*/ 480060 w 1120140"/>
                      <a:gd name="connsiteY6" fmla="*/ 121920 h 350520"/>
                      <a:gd name="connsiteX7" fmla="*/ 1021080 w 1120140"/>
                      <a:gd name="connsiteY7" fmla="*/ 114300 h 350520"/>
                      <a:gd name="connsiteX0" fmla="*/ 1120140 w 1120140"/>
                      <a:gd name="connsiteY0" fmla="*/ 121920 h 350520"/>
                      <a:gd name="connsiteX1" fmla="*/ 472440 w 1120140"/>
                      <a:gd name="connsiteY1" fmla="*/ 350520 h 350520"/>
                      <a:gd name="connsiteX2" fmla="*/ 0 w 1120140"/>
                      <a:gd name="connsiteY2" fmla="*/ 342900 h 350520"/>
                      <a:gd name="connsiteX3" fmla="*/ 0 w 1120140"/>
                      <a:gd name="connsiteY3" fmla="*/ 0 h 350520"/>
                      <a:gd name="connsiteX4" fmla="*/ 480060 w 1120140"/>
                      <a:gd name="connsiteY4" fmla="*/ 0 h 350520"/>
                      <a:gd name="connsiteX5" fmla="*/ 480060 w 1120140"/>
                      <a:gd name="connsiteY5" fmla="*/ 121920 h 350520"/>
                      <a:gd name="connsiteX6" fmla="*/ 1021080 w 1120140"/>
                      <a:gd name="connsiteY6" fmla="*/ 114300 h 350520"/>
                      <a:gd name="connsiteX0" fmla="*/ 1120140 w 1120140"/>
                      <a:gd name="connsiteY0" fmla="*/ 121920 h 350520"/>
                      <a:gd name="connsiteX1" fmla="*/ 472440 w 1120140"/>
                      <a:gd name="connsiteY1" fmla="*/ 350520 h 350520"/>
                      <a:gd name="connsiteX2" fmla="*/ 0 w 1120140"/>
                      <a:gd name="connsiteY2" fmla="*/ 342900 h 350520"/>
                      <a:gd name="connsiteX3" fmla="*/ 0 w 1120140"/>
                      <a:gd name="connsiteY3" fmla="*/ 0 h 350520"/>
                      <a:gd name="connsiteX4" fmla="*/ 480060 w 1120140"/>
                      <a:gd name="connsiteY4" fmla="*/ 0 h 350520"/>
                      <a:gd name="connsiteX5" fmla="*/ 480060 w 1120140"/>
                      <a:gd name="connsiteY5" fmla="*/ 121920 h 350520"/>
                      <a:gd name="connsiteX6" fmla="*/ 1116330 w 1120140"/>
                      <a:gd name="connsiteY6" fmla="*/ 119063 h 350520"/>
                      <a:gd name="connsiteX0" fmla="*/ 1120140 w 1120140"/>
                      <a:gd name="connsiteY0" fmla="*/ 121920 h 350520"/>
                      <a:gd name="connsiteX1" fmla="*/ 472440 w 1120140"/>
                      <a:gd name="connsiteY1" fmla="*/ 350520 h 350520"/>
                      <a:gd name="connsiteX2" fmla="*/ 0 w 1120140"/>
                      <a:gd name="connsiteY2" fmla="*/ 342900 h 350520"/>
                      <a:gd name="connsiteX3" fmla="*/ 0 w 1120140"/>
                      <a:gd name="connsiteY3" fmla="*/ 0 h 350520"/>
                      <a:gd name="connsiteX4" fmla="*/ 480060 w 1120140"/>
                      <a:gd name="connsiteY4" fmla="*/ 0 h 350520"/>
                      <a:gd name="connsiteX5" fmla="*/ 480060 w 1120140"/>
                      <a:gd name="connsiteY5" fmla="*/ 121920 h 350520"/>
                      <a:gd name="connsiteX6" fmla="*/ 1118712 w 1120140"/>
                      <a:gd name="connsiteY6" fmla="*/ 126207 h 350520"/>
                      <a:gd name="connsiteX0" fmla="*/ 1120140 w 1121093"/>
                      <a:gd name="connsiteY0" fmla="*/ 121920 h 350520"/>
                      <a:gd name="connsiteX1" fmla="*/ 472440 w 1121093"/>
                      <a:gd name="connsiteY1" fmla="*/ 350520 h 350520"/>
                      <a:gd name="connsiteX2" fmla="*/ 0 w 1121093"/>
                      <a:gd name="connsiteY2" fmla="*/ 342900 h 350520"/>
                      <a:gd name="connsiteX3" fmla="*/ 0 w 1121093"/>
                      <a:gd name="connsiteY3" fmla="*/ 0 h 350520"/>
                      <a:gd name="connsiteX4" fmla="*/ 480060 w 1121093"/>
                      <a:gd name="connsiteY4" fmla="*/ 0 h 350520"/>
                      <a:gd name="connsiteX5" fmla="*/ 480060 w 1121093"/>
                      <a:gd name="connsiteY5" fmla="*/ 121920 h 350520"/>
                      <a:gd name="connsiteX6" fmla="*/ 1121093 w 1121093"/>
                      <a:gd name="connsiteY6" fmla="*/ 123826 h 3505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121093" h="350520">
                        <a:moveTo>
                          <a:pt x="1120140" y="121920"/>
                        </a:moveTo>
                        <a:lnTo>
                          <a:pt x="472440" y="350520"/>
                        </a:lnTo>
                        <a:lnTo>
                          <a:pt x="0" y="342900"/>
                        </a:lnTo>
                        <a:lnTo>
                          <a:pt x="0" y="0"/>
                        </a:lnTo>
                        <a:lnTo>
                          <a:pt x="480060" y="0"/>
                        </a:lnTo>
                        <a:lnTo>
                          <a:pt x="480060" y="121920"/>
                        </a:lnTo>
                        <a:lnTo>
                          <a:pt x="1121093" y="123826"/>
                        </a:lnTo>
                      </a:path>
                    </a:pathLst>
                  </a:custGeom>
                  <a:grpFill/>
                  <a:ln w="635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04" name="직사각형 303">
                    <a:extLst>
                      <a:ext uri="{FF2B5EF4-FFF2-40B4-BE49-F238E27FC236}">
                        <a16:creationId xmlns:a16="http://schemas.microsoft.com/office/drawing/2014/main" id="{67275AD6-5683-C4F7-82A7-1BD844873824}"/>
                      </a:ext>
                    </a:extLst>
                  </p:cNvPr>
                  <p:cNvSpPr/>
                  <p:nvPr/>
                </p:nvSpPr>
                <p:spPr>
                  <a:xfrm>
                    <a:off x="619510" y="5305105"/>
                    <a:ext cx="117205" cy="249038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05" name="자유형 2053">
                    <a:extLst>
                      <a:ext uri="{FF2B5EF4-FFF2-40B4-BE49-F238E27FC236}">
                        <a16:creationId xmlns:a16="http://schemas.microsoft.com/office/drawing/2014/main" id="{67E81EFF-6E0E-F6D0-9E79-4DDD28B80C6E}"/>
                      </a:ext>
                    </a:extLst>
                  </p:cNvPr>
                  <p:cNvSpPr/>
                  <p:nvPr/>
                </p:nvSpPr>
                <p:spPr>
                  <a:xfrm>
                    <a:off x="815200" y="5331792"/>
                    <a:ext cx="607003" cy="59372"/>
                  </a:xfrm>
                  <a:custGeom>
                    <a:avLst/>
                    <a:gdLst>
                      <a:gd name="connsiteX0" fmla="*/ 0 w 662940"/>
                      <a:gd name="connsiteY0" fmla="*/ 7620 h 60960"/>
                      <a:gd name="connsiteX1" fmla="*/ 579120 w 662940"/>
                      <a:gd name="connsiteY1" fmla="*/ 0 h 60960"/>
                      <a:gd name="connsiteX2" fmla="*/ 662940 w 662940"/>
                      <a:gd name="connsiteY2" fmla="*/ 53340 h 60960"/>
                      <a:gd name="connsiteX3" fmla="*/ 45720 w 662940"/>
                      <a:gd name="connsiteY3" fmla="*/ 60960 h 60960"/>
                      <a:gd name="connsiteX4" fmla="*/ 0 w 662940"/>
                      <a:gd name="connsiteY4" fmla="*/ 7620 h 60960"/>
                      <a:gd name="connsiteX0" fmla="*/ 0 w 667703"/>
                      <a:gd name="connsiteY0" fmla="*/ 7620 h 65246"/>
                      <a:gd name="connsiteX1" fmla="*/ 579120 w 667703"/>
                      <a:gd name="connsiteY1" fmla="*/ 0 h 65246"/>
                      <a:gd name="connsiteX2" fmla="*/ 667703 w 667703"/>
                      <a:gd name="connsiteY2" fmla="*/ 65246 h 65246"/>
                      <a:gd name="connsiteX3" fmla="*/ 45720 w 667703"/>
                      <a:gd name="connsiteY3" fmla="*/ 60960 h 65246"/>
                      <a:gd name="connsiteX4" fmla="*/ 0 w 667703"/>
                      <a:gd name="connsiteY4" fmla="*/ 7620 h 65246"/>
                      <a:gd name="connsiteX0" fmla="*/ 0 w 667703"/>
                      <a:gd name="connsiteY0" fmla="*/ 0 h 57626"/>
                      <a:gd name="connsiteX1" fmla="*/ 583882 w 667703"/>
                      <a:gd name="connsiteY1" fmla="*/ 13811 h 57626"/>
                      <a:gd name="connsiteX2" fmla="*/ 667703 w 667703"/>
                      <a:gd name="connsiteY2" fmla="*/ 57626 h 57626"/>
                      <a:gd name="connsiteX3" fmla="*/ 45720 w 667703"/>
                      <a:gd name="connsiteY3" fmla="*/ 53340 h 57626"/>
                      <a:gd name="connsiteX4" fmla="*/ 0 w 667703"/>
                      <a:gd name="connsiteY4" fmla="*/ 0 h 57626"/>
                      <a:gd name="connsiteX0" fmla="*/ 0 w 667703"/>
                      <a:gd name="connsiteY0" fmla="*/ 0 h 57626"/>
                      <a:gd name="connsiteX1" fmla="*/ 583882 w 667703"/>
                      <a:gd name="connsiteY1" fmla="*/ 4286 h 57626"/>
                      <a:gd name="connsiteX2" fmla="*/ 667703 w 667703"/>
                      <a:gd name="connsiteY2" fmla="*/ 57626 h 57626"/>
                      <a:gd name="connsiteX3" fmla="*/ 45720 w 667703"/>
                      <a:gd name="connsiteY3" fmla="*/ 53340 h 57626"/>
                      <a:gd name="connsiteX4" fmla="*/ 0 w 667703"/>
                      <a:gd name="connsiteY4" fmla="*/ 0 h 576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67703" h="57626">
                        <a:moveTo>
                          <a:pt x="0" y="0"/>
                        </a:moveTo>
                        <a:lnTo>
                          <a:pt x="583882" y="4286"/>
                        </a:lnTo>
                        <a:lnTo>
                          <a:pt x="667703" y="57626"/>
                        </a:lnTo>
                        <a:lnTo>
                          <a:pt x="45720" y="5334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635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grpSp>
                <p:nvGrpSpPr>
                  <p:cNvPr id="306" name="그룹 305">
                    <a:extLst>
                      <a:ext uri="{FF2B5EF4-FFF2-40B4-BE49-F238E27FC236}">
                        <a16:creationId xmlns:a16="http://schemas.microsoft.com/office/drawing/2014/main" id="{81B09118-3B31-E344-7E85-43D5C8EE59E1}"/>
                      </a:ext>
                    </a:extLst>
                  </p:cNvPr>
                  <p:cNvGrpSpPr/>
                  <p:nvPr/>
                </p:nvGrpSpPr>
                <p:grpSpPr>
                  <a:xfrm>
                    <a:off x="612792" y="4867717"/>
                    <a:ext cx="200013" cy="468604"/>
                    <a:chOff x="195086" y="4730857"/>
                    <a:chExt cx="1010958" cy="1957472"/>
                  </a:xfrm>
                  <a:grpFill/>
                </p:grpSpPr>
                <p:sp>
                  <p:nvSpPr>
                    <p:cNvPr id="307" name="자유형 2055">
                      <a:extLst>
                        <a:ext uri="{FF2B5EF4-FFF2-40B4-BE49-F238E27FC236}">
                          <a16:creationId xmlns:a16="http://schemas.microsoft.com/office/drawing/2014/main" id="{67654C9D-2B98-B749-53DF-21FC0E98D4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5086" y="4730857"/>
                      <a:ext cx="773625" cy="1032431"/>
                    </a:xfrm>
                    <a:custGeom>
                      <a:avLst/>
                      <a:gdLst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8118 w 214312"/>
                        <a:gd name="connsiteY2" fmla="*/ 283369 h 285750"/>
                        <a:gd name="connsiteX3" fmla="*/ 188118 w 214312"/>
                        <a:gd name="connsiteY3" fmla="*/ 242888 h 285750"/>
                        <a:gd name="connsiteX4" fmla="*/ 211931 w 214312"/>
                        <a:gd name="connsiteY4" fmla="*/ 245269 h 285750"/>
                        <a:gd name="connsiteX5" fmla="*/ 214312 w 214312"/>
                        <a:gd name="connsiteY5" fmla="*/ 185738 h 285750"/>
                        <a:gd name="connsiteX6" fmla="*/ 183356 w 214312"/>
                        <a:gd name="connsiteY6" fmla="*/ 188119 h 285750"/>
                        <a:gd name="connsiteX7" fmla="*/ 183356 w 214312"/>
                        <a:gd name="connsiteY7" fmla="*/ 7144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8118 w 214312"/>
                        <a:gd name="connsiteY2" fmla="*/ 283369 h 285750"/>
                        <a:gd name="connsiteX3" fmla="*/ 188118 w 214312"/>
                        <a:gd name="connsiteY3" fmla="*/ 242888 h 285750"/>
                        <a:gd name="connsiteX4" fmla="*/ 211931 w 214312"/>
                        <a:gd name="connsiteY4" fmla="*/ 245269 h 285750"/>
                        <a:gd name="connsiteX5" fmla="*/ 214312 w 214312"/>
                        <a:gd name="connsiteY5" fmla="*/ 185738 h 285750"/>
                        <a:gd name="connsiteX6" fmla="*/ 183356 w 214312"/>
                        <a:gd name="connsiteY6" fmla="*/ 188119 h 285750"/>
                        <a:gd name="connsiteX7" fmla="*/ 180975 w 214312"/>
                        <a:gd name="connsiteY7" fmla="*/ 1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8118 w 214312"/>
                        <a:gd name="connsiteY2" fmla="*/ 283369 h 285750"/>
                        <a:gd name="connsiteX3" fmla="*/ 188118 w 214312"/>
                        <a:gd name="connsiteY3" fmla="*/ 242888 h 285750"/>
                        <a:gd name="connsiteX4" fmla="*/ 211931 w 214312"/>
                        <a:gd name="connsiteY4" fmla="*/ 24526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0975 w 214312"/>
                        <a:gd name="connsiteY7" fmla="*/ 1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8118 w 214312"/>
                        <a:gd name="connsiteY2" fmla="*/ 283369 h 285750"/>
                        <a:gd name="connsiteX3" fmla="*/ 188118 w 214312"/>
                        <a:gd name="connsiteY3" fmla="*/ 242888 h 285750"/>
                        <a:gd name="connsiteX4" fmla="*/ 212591 w 214312"/>
                        <a:gd name="connsiteY4" fmla="*/ 242630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0975 w 214312"/>
                        <a:gd name="connsiteY7" fmla="*/ 1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8118 w 214312"/>
                        <a:gd name="connsiteY2" fmla="*/ 283369 h 285750"/>
                        <a:gd name="connsiteX3" fmla="*/ 188118 w 214312"/>
                        <a:gd name="connsiteY3" fmla="*/ 242888 h 285750"/>
                        <a:gd name="connsiteX4" fmla="*/ 213251 w 214312"/>
                        <a:gd name="connsiteY4" fmla="*/ 24526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0975 w 214312"/>
                        <a:gd name="connsiteY7" fmla="*/ 1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8118 w 214312"/>
                        <a:gd name="connsiteY2" fmla="*/ 283369 h 285750"/>
                        <a:gd name="connsiteX3" fmla="*/ 188118 w 214312"/>
                        <a:gd name="connsiteY3" fmla="*/ 242888 h 285750"/>
                        <a:gd name="connsiteX4" fmla="*/ 213251 w 214312"/>
                        <a:gd name="connsiteY4" fmla="*/ 242630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0975 w 214312"/>
                        <a:gd name="connsiteY7" fmla="*/ 1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8118 w 214312"/>
                        <a:gd name="connsiteY2" fmla="*/ 283369 h 285750"/>
                        <a:gd name="connsiteX3" fmla="*/ 188118 w 214312"/>
                        <a:gd name="connsiteY3" fmla="*/ 242888 h 285750"/>
                        <a:gd name="connsiteX4" fmla="*/ 213911 w 214312"/>
                        <a:gd name="connsiteY4" fmla="*/ 24394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0975 w 214312"/>
                        <a:gd name="connsiteY7" fmla="*/ 1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8118 w 214312"/>
                        <a:gd name="connsiteY2" fmla="*/ 283369 h 285750"/>
                        <a:gd name="connsiteX3" fmla="*/ 188118 w 214312"/>
                        <a:gd name="connsiteY3" fmla="*/ 242888 h 285750"/>
                        <a:gd name="connsiteX4" fmla="*/ 213911 w 214312"/>
                        <a:gd name="connsiteY4" fmla="*/ 24328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0975 w 214312"/>
                        <a:gd name="connsiteY7" fmla="*/ 1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8118 w 214312"/>
                        <a:gd name="connsiteY2" fmla="*/ 283369 h 285750"/>
                        <a:gd name="connsiteX3" fmla="*/ 188118 w 214312"/>
                        <a:gd name="connsiteY3" fmla="*/ 242888 h 285750"/>
                        <a:gd name="connsiteX4" fmla="*/ 213911 w 214312"/>
                        <a:gd name="connsiteY4" fmla="*/ 24328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3614 w 214312"/>
                        <a:gd name="connsiteY7" fmla="*/ 1321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8118 w 214312"/>
                        <a:gd name="connsiteY2" fmla="*/ 283369 h 285750"/>
                        <a:gd name="connsiteX3" fmla="*/ 188118 w 214312"/>
                        <a:gd name="connsiteY3" fmla="*/ 242888 h 285750"/>
                        <a:gd name="connsiteX4" fmla="*/ 213911 w 214312"/>
                        <a:gd name="connsiteY4" fmla="*/ 24328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1635 w 214312"/>
                        <a:gd name="connsiteY7" fmla="*/ 662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8118 w 214312"/>
                        <a:gd name="connsiteY2" fmla="*/ 283369 h 285750"/>
                        <a:gd name="connsiteX3" fmla="*/ 188118 w 214312"/>
                        <a:gd name="connsiteY3" fmla="*/ 242888 h 285750"/>
                        <a:gd name="connsiteX4" fmla="*/ 213911 w 214312"/>
                        <a:gd name="connsiteY4" fmla="*/ 24328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2954 w 214312"/>
                        <a:gd name="connsiteY7" fmla="*/ 662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8118 w 214312"/>
                        <a:gd name="connsiteY2" fmla="*/ 283369 h 285750"/>
                        <a:gd name="connsiteX3" fmla="*/ 184820 w 214312"/>
                        <a:gd name="connsiteY3" fmla="*/ 242888 h 285750"/>
                        <a:gd name="connsiteX4" fmla="*/ 213911 w 214312"/>
                        <a:gd name="connsiteY4" fmla="*/ 24328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2954 w 214312"/>
                        <a:gd name="connsiteY7" fmla="*/ 662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4820 w 214312"/>
                        <a:gd name="connsiteY2" fmla="*/ 283369 h 285750"/>
                        <a:gd name="connsiteX3" fmla="*/ 184820 w 214312"/>
                        <a:gd name="connsiteY3" fmla="*/ 242888 h 285750"/>
                        <a:gd name="connsiteX4" fmla="*/ 213911 w 214312"/>
                        <a:gd name="connsiteY4" fmla="*/ 24328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2954 w 214312"/>
                        <a:gd name="connsiteY7" fmla="*/ 662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4820 w 214312"/>
                        <a:gd name="connsiteY2" fmla="*/ 284688 h 285750"/>
                        <a:gd name="connsiteX3" fmla="*/ 184820 w 214312"/>
                        <a:gd name="connsiteY3" fmla="*/ 242888 h 285750"/>
                        <a:gd name="connsiteX4" fmla="*/ 213911 w 214312"/>
                        <a:gd name="connsiteY4" fmla="*/ 24328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2954 w 214312"/>
                        <a:gd name="connsiteY7" fmla="*/ 662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4820 w 214312"/>
                        <a:gd name="connsiteY2" fmla="*/ 284688 h 285750"/>
                        <a:gd name="connsiteX3" fmla="*/ 184820 w 214312"/>
                        <a:gd name="connsiteY3" fmla="*/ 244207 h 285750"/>
                        <a:gd name="connsiteX4" fmla="*/ 213911 w 214312"/>
                        <a:gd name="connsiteY4" fmla="*/ 24328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2954 w 214312"/>
                        <a:gd name="connsiteY7" fmla="*/ 662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4820 w 214312"/>
                        <a:gd name="connsiteY2" fmla="*/ 284688 h 285750"/>
                        <a:gd name="connsiteX3" fmla="*/ 185480 w 214312"/>
                        <a:gd name="connsiteY3" fmla="*/ 242888 h 285750"/>
                        <a:gd name="connsiteX4" fmla="*/ 213911 w 214312"/>
                        <a:gd name="connsiteY4" fmla="*/ 24328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2954 w 214312"/>
                        <a:gd name="connsiteY7" fmla="*/ 662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4820 w 214312"/>
                        <a:gd name="connsiteY2" fmla="*/ 284688 h 285750"/>
                        <a:gd name="connsiteX3" fmla="*/ 185480 w 214312"/>
                        <a:gd name="connsiteY3" fmla="*/ 244207 h 285750"/>
                        <a:gd name="connsiteX4" fmla="*/ 213911 w 214312"/>
                        <a:gd name="connsiteY4" fmla="*/ 24328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2954 w 214312"/>
                        <a:gd name="connsiteY7" fmla="*/ 662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3501 w 214312"/>
                        <a:gd name="connsiteY2" fmla="*/ 284688 h 285750"/>
                        <a:gd name="connsiteX3" fmla="*/ 185480 w 214312"/>
                        <a:gd name="connsiteY3" fmla="*/ 244207 h 285750"/>
                        <a:gd name="connsiteX4" fmla="*/ 213911 w 214312"/>
                        <a:gd name="connsiteY4" fmla="*/ 24328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2954 w 214312"/>
                        <a:gd name="connsiteY7" fmla="*/ 662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5750"/>
                        <a:gd name="connsiteX1" fmla="*/ 0 w 214312"/>
                        <a:gd name="connsiteY1" fmla="*/ 285750 h 285750"/>
                        <a:gd name="connsiteX2" fmla="*/ 183501 w 214312"/>
                        <a:gd name="connsiteY2" fmla="*/ 284688 h 285750"/>
                        <a:gd name="connsiteX3" fmla="*/ 184161 w 214312"/>
                        <a:gd name="connsiteY3" fmla="*/ 244207 h 285750"/>
                        <a:gd name="connsiteX4" fmla="*/ 213911 w 214312"/>
                        <a:gd name="connsiteY4" fmla="*/ 243289 h 285750"/>
                        <a:gd name="connsiteX5" fmla="*/ 214312 w 214312"/>
                        <a:gd name="connsiteY5" fmla="*/ 188120 h 285750"/>
                        <a:gd name="connsiteX6" fmla="*/ 183356 w 214312"/>
                        <a:gd name="connsiteY6" fmla="*/ 188119 h 285750"/>
                        <a:gd name="connsiteX7" fmla="*/ 182954 w 214312"/>
                        <a:gd name="connsiteY7" fmla="*/ 662 h 285750"/>
                        <a:gd name="connsiteX8" fmla="*/ 0 w 214312"/>
                        <a:gd name="connsiteY8" fmla="*/ 0 h 285750"/>
                        <a:gd name="connsiteX0" fmla="*/ 0 w 214312"/>
                        <a:gd name="connsiteY0" fmla="*/ 0 h 286007"/>
                        <a:gd name="connsiteX1" fmla="*/ 0 w 214312"/>
                        <a:gd name="connsiteY1" fmla="*/ 285750 h 286007"/>
                        <a:gd name="connsiteX2" fmla="*/ 184820 w 214312"/>
                        <a:gd name="connsiteY2" fmla="*/ 286007 h 286007"/>
                        <a:gd name="connsiteX3" fmla="*/ 184161 w 214312"/>
                        <a:gd name="connsiteY3" fmla="*/ 244207 h 286007"/>
                        <a:gd name="connsiteX4" fmla="*/ 213911 w 214312"/>
                        <a:gd name="connsiteY4" fmla="*/ 243289 h 286007"/>
                        <a:gd name="connsiteX5" fmla="*/ 214312 w 214312"/>
                        <a:gd name="connsiteY5" fmla="*/ 188120 h 286007"/>
                        <a:gd name="connsiteX6" fmla="*/ 183356 w 214312"/>
                        <a:gd name="connsiteY6" fmla="*/ 188119 h 286007"/>
                        <a:gd name="connsiteX7" fmla="*/ 182954 w 214312"/>
                        <a:gd name="connsiteY7" fmla="*/ 662 h 286007"/>
                        <a:gd name="connsiteX8" fmla="*/ 0 w 214312"/>
                        <a:gd name="connsiteY8" fmla="*/ 0 h 286007"/>
                        <a:gd name="connsiteX0" fmla="*/ 0 w 214773"/>
                        <a:gd name="connsiteY0" fmla="*/ 0 h 286007"/>
                        <a:gd name="connsiteX1" fmla="*/ 0 w 214773"/>
                        <a:gd name="connsiteY1" fmla="*/ 285750 h 286007"/>
                        <a:gd name="connsiteX2" fmla="*/ 184820 w 214773"/>
                        <a:gd name="connsiteY2" fmla="*/ 286007 h 286007"/>
                        <a:gd name="connsiteX3" fmla="*/ 184161 w 214773"/>
                        <a:gd name="connsiteY3" fmla="*/ 244207 h 286007"/>
                        <a:gd name="connsiteX4" fmla="*/ 214571 w 214773"/>
                        <a:gd name="connsiteY4" fmla="*/ 243949 h 286007"/>
                        <a:gd name="connsiteX5" fmla="*/ 214312 w 214773"/>
                        <a:gd name="connsiteY5" fmla="*/ 188120 h 286007"/>
                        <a:gd name="connsiteX6" fmla="*/ 183356 w 214773"/>
                        <a:gd name="connsiteY6" fmla="*/ 188119 h 286007"/>
                        <a:gd name="connsiteX7" fmla="*/ 182954 w 214773"/>
                        <a:gd name="connsiteY7" fmla="*/ 662 h 286007"/>
                        <a:gd name="connsiteX8" fmla="*/ 0 w 214773"/>
                        <a:gd name="connsiteY8" fmla="*/ 0 h 286007"/>
                        <a:gd name="connsiteX0" fmla="*/ 0 w 214312"/>
                        <a:gd name="connsiteY0" fmla="*/ 0 h 286007"/>
                        <a:gd name="connsiteX1" fmla="*/ 0 w 214312"/>
                        <a:gd name="connsiteY1" fmla="*/ 285750 h 286007"/>
                        <a:gd name="connsiteX2" fmla="*/ 184820 w 214312"/>
                        <a:gd name="connsiteY2" fmla="*/ 286007 h 286007"/>
                        <a:gd name="connsiteX3" fmla="*/ 184161 w 214312"/>
                        <a:gd name="connsiteY3" fmla="*/ 244207 h 286007"/>
                        <a:gd name="connsiteX4" fmla="*/ 213252 w 214312"/>
                        <a:gd name="connsiteY4" fmla="*/ 244609 h 286007"/>
                        <a:gd name="connsiteX5" fmla="*/ 214312 w 214312"/>
                        <a:gd name="connsiteY5" fmla="*/ 188120 h 286007"/>
                        <a:gd name="connsiteX6" fmla="*/ 183356 w 214312"/>
                        <a:gd name="connsiteY6" fmla="*/ 188119 h 286007"/>
                        <a:gd name="connsiteX7" fmla="*/ 182954 w 214312"/>
                        <a:gd name="connsiteY7" fmla="*/ 662 h 286007"/>
                        <a:gd name="connsiteX8" fmla="*/ 0 w 214312"/>
                        <a:gd name="connsiteY8" fmla="*/ 0 h 28600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14312" h="286007">
                          <a:moveTo>
                            <a:pt x="0" y="0"/>
                          </a:moveTo>
                          <a:lnTo>
                            <a:pt x="0" y="285750"/>
                          </a:lnTo>
                          <a:lnTo>
                            <a:pt x="184820" y="286007"/>
                          </a:lnTo>
                          <a:cubicBezTo>
                            <a:pt x="184600" y="272074"/>
                            <a:pt x="184381" y="258140"/>
                            <a:pt x="184161" y="244207"/>
                          </a:cubicBezTo>
                          <a:lnTo>
                            <a:pt x="213252" y="244609"/>
                          </a:lnTo>
                          <a:cubicBezTo>
                            <a:pt x="214046" y="224765"/>
                            <a:pt x="213518" y="207964"/>
                            <a:pt x="214312" y="188120"/>
                          </a:cubicBezTo>
                          <a:lnTo>
                            <a:pt x="183356" y="188119"/>
                          </a:lnTo>
                          <a:cubicBezTo>
                            <a:pt x="182562" y="125413"/>
                            <a:pt x="183748" y="63368"/>
                            <a:pt x="182954" y="662"/>
                          </a:cubicBez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308" name="자유형 2056">
                      <a:extLst>
                        <a:ext uri="{FF2B5EF4-FFF2-40B4-BE49-F238E27FC236}">
                          <a16:creationId xmlns:a16="http://schemas.microsoft.com/office/drawing/2014/main" id="{79768EC3-525A-E4E8-CA63-F3FB2A95B8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7494" y="5160652"/>
                      <a:ext cx="338550" cy="1527677"/>
                    </a:xfrm>
                    <a:custGeom>
                      <a:avLst/>
                      <a:gdLst>
                        <a:gd name="connsiteX0" fmla="*/ 0 w 97631"/>
                        <a:gd name="connsiteY0" fmla="*/ 66675 h 423862"/>
                        <a:gd name="connsiteX1" fmla="*/ 0 w 97631"/>
                        <a:gd name="connsiteY1" fmla="*/ 0 h 423862"/>
                        <a:gd name="connsiteX2" fmla="*/ 19050 w 97631"/>
                        <a:gd name="connsiteY2" fmla="*/ 4762 h 423862"/>
                        <a:gd name="connsiteX3" fmla="*/ 97631 w 97631"/>
                        <a:gd name="connsiteY3" fmla="*/ 11906 h 423862"/>
                        <a:gd name="connsiteX4" fmla="*/ 90488 w 97631"/>
                        <a:gd name="connsiteY4" fmla="*/ 235743 h 423862"/>
                        <a:gd name="connsiteX5" fmla="*/ 35719 w 97631"/>
                        <a:gd name="connsiteY5" fmla="*/ 423862 h 423862"/>
                        <a:gd name="connsiteX6" fmla="*/ 2381 w 97631"/>
                        <a:gd name="connsiteY6" fmla="*/ 423862 h 423862"/>
                        <a:gd name="connsiteX7" fmla="*/ 2381 w 97631"/>
                        <a:gd name="connsiteY7" fmla="*/ 133350 h 423862"/>
                        <a:gd name="connsiteX8" fmla="*/ 26194 w 97631"/>
                        <a:gd name="connsiteY8" fmla="*/ 133350 h 423862"/>
                        <a:gd name="connsiteX9" fmla="*/ 0 w 97631"/>
                        <a:gd name="connsiteY9" fmla="*/ 66675 h 423862"/>
                        <a:gd name="connsiteX0" fmla="*/ 0 w 97631"/>
                        <a:gd name="connsiteY0" fmla="*/ 66675 h 423862"/>
                        <a:gd name="connsiteX1" fmla="*/ 0 w 97631"/>
                        <a:gd name="connsiteY1" fmla="*/ 0 h 423862"/>
                        <a:gd name="connsiteX2" fmla="*/ 19050 w 97631"/>
                        <a:gd name="connsiteY2" fmla="*/ 4762 h 423862"/>
                        <a:gd name="connsiteX3" fmla="*/ 97631 w 97631"/>
                        <a:gd name="connsiteY3" fmla="*/ 11906 h 423862"/>
                        <a:gd name="connsiteX4" fmla="*/ 90488 w 97631"/>
                        <a:gd name="connsiteY4" fmla="*/ 235743 h 423862"/>
                        <a:gd name="connsiteX5" fmla="*/ 35719 w 97631"/>
                        <a:gd name="connsiteY5" fmla="*/ 423862 h 423862"/>
                        <a:gd name="connsiteX6" fmla="*/ 2381 w 97631"/>
                        <a:gd name="connsiteY6" fmla="*/ 423862 h 423862"/>
                        <a:gd name="connsiteX7" fmla="*/ 2381 w 97631"/>
                        <a:gd name="connsiteY7" fmla="*/ 133350 h 423862"/>
                        <a:gd name="connsiteX8" fmla="*/ 26194 w 97631"/>
                        <a:gd name="connsiteY8" fmla="*/ 133350 h 423862"/>
                        <a:gd name="connsiteX9" fmla="*/ 9525 w 97631"/>
                        <a:gd name="connsiteY9" fmla="*/ 88106 h 423862"/>
                        <a:gd name="connsiteX10" fmla="*/ 0 w 97631"/>
                        <a:gd name="connsiteY10" fmla="*/ 66675 h 423862"/>
                        <a:gd name="connsiteX0" fmla="*/ 0 w 97631"/>
                        <a:gd name="connsiteY0" fmla="*/ 66675 h 423862"/>
                        <a:gd name="connsiteX1" fmla="*/ 0 w 97631"/>
                        <a:gd name="connsiteY1" fmla="*/ 0 h 423862"/>
                        <a:gd name="connsiteX2" fmla="*/ 19050 w 97631"/>
                        <a:gd name="connsiteY2" fmla="*/ 4762 h 423862"/>
                        <a:gd name="connsiteX3" fmla="*/ 97631 w 97631"/>
                        <a:gd name="connsiteY3" fmla="*/ 11906 h 423862"/>
                        <a:gd name="connsiteX4" fmla="*/ 90488 w 97631"/>
                        <a:gd name="connsiteY4" fmla="*/ 235743 h 423862"/>
                        <a:gd name="connsiteX5" fmla="*/ 35719 w 97631"/>
                        <a:gd name="connsiteY5" fmla="*/ 423862 h 423862"/>
                        <a:gd name="connsiteX6" fmla="*/ 2381 w 97631"/>
                        <a:gd name="connsiteY6" fmla="*/ 423862 h 423862"/>
                        <a:gd name="connsiteX7" fmla="*/ 2381 w 97631"/>
                        <a:gd name="connsiteY7" fmla="*/ 133350 h 423862"/>
                        <a:gd name="connsiteX8" fmla="*/ 26194 w 97631"/>
                        <a:gd name="connsiteY8" fmla="*/ 133350 h 423862"/>
                        <a:gd name="connsiteX9" fmla="*/ 26194 w 97631"/>
                        <a:gd name="connsiteY9" fmla="*/ 88106 h 423862"/>
                        <a:gd name="connsiteX10" fmla="*/ 0 w 97631"/>
                        <a:gd name="connsiteY10" fmla="*/ 66675 h 423862"/>
                        <a:gd name="connsiteX0" fmla="*/ 0 w 97631"/>
                        <a:gd name="connsiteY0" fmla="*/ 66675 h 423862"/>
                        <a:gd name="connsiteX1" fmla="*/ 0 w 97631"/>
                        <a:gd name="connsiteY1" fmla="*/ 0 h 423862"/>
                        <a:gd name="connsiteX2" fmla="*/ 19050 w 97631"/>
                        <a:gd name="connsiteY2" fmla="*/ 4762 h 423862"/>
                        <a:gd name="connsiteX3" fmla="*/ 97631 w 97631"/>
                        <a:gd name="connsiteY3" fmla="*/ 11906 h 423862"/>
                        <a:gd name="connsiteX4" fmla="*/ 90488 w 97631"/>
                        <a:gd name="connsiteY4" fmla="*/ 235743 h 423862"/>
                        <a:gd name="connsiteX5" fmla="*/ 35719 w 97631"/>
                        <a:gd name="connsiteY5" fmla="*/ 423862 h 423862"/>
                        <a:gd name="connsiteX6" fmla="*/ 2381 w 97631"/>
                        <a:gd name="connsiteY6" fmla="*/ 423862 h 423862"/>
                        <a:gd name="connsiteX7" fmla="*/ 2381 w 97631"/>
                        <a:gd name="connsiteY7" fmla="*/ 133350 h 423862"/>
                        <a:gd name="connsiteX8" fmla="*/ 26194 w 97631"/>
                        <a:gd name="connsiteY8" fmla="*/ 133350 h 423862"/>
                        <a:gd name="connsiteX9" fmla="*/ 28173 w 97631"/>
                        <a:gd name="connsiteY9" fmla="*/ 69636 h 423862"/>
                        <a:gd name="connsiteX10" fmla="*/ 0 w 97631"/>
                        <a:gd name="connsiteY10" fmla="*/ 66675 h 423862"/>
                        <a:gd name="connsiteX0" fmla="*/ 0 w 97631"/>
                        <a:gd name="connsiteY0" fmla="*/ 66675 h 423862"/>
                        <a:gd name="connsiteX1" fmla="*/ 0 w 97631"/>
                        <a:gd name="connsiteY1" fmla="*/ 0 h 423862"/>
                        <a:gd name="connsiteX2" fmla="*/ 97631 w 97631"/>
                        <a:gd name="connsiteY2" fmla="*/ 11906 h 423862"/>
                        <a:gd name="connsiteX3" fmla="*/ 90488 w 97631"/>
                        <a:gd name="connsiteY3" fmla="*/ 235743 h 423862"/>
                        <a:gd name="connsiteX4" fmla="*/ 35719 w 97631"/>
                        <a:gd name="connsiteY4" fmla="*/ 423862 h 423862"/>
                        <a:gd name="connsiteX5" fmla="*/ 2381 w 97631"/>
                        <a:gd name="connsiteY5" fmla="*/ 423862 h 423862"/>
                        <a:gd name="connsiteX6" fmla="*/ 2381 w 97631"/>
                        <a:gd name="connsiteY6" fmla="*/ 133350 h 423862"/>
                        <a:gd name="connsiteX7" fmla="*/ 26194 w 97631"/>
                        <a:gd name="connsiteY7" fmla="*/ 133350 h 423862"/>
                        <a:gd name="connsiteX8" fmla="*/ 28173 w 97631"/>
                        <a:gd name="connsiteY8" fmla="*/ 69636 h 423862"/>
                        <a:gd name="connsiteX9" fmla="*/ 0 w 97631"/>
                        <a:gd name="connsiteY9" fmla="*/ 66675 h 423862"/>
                        <a:gd name="connsiteX0" fmla="*/ 0 w 96312"/>
                        <a:gd name="connsiteY0" fmla="*/ 67962 h 425149"/>
                        <a:gd name="connsiteX1" fmla="*/ 0 w 96312"/>
                        <a:gd name="connsiteY1" fmla="*/ 1287 h 425149"/>
                        <a:gd name="connsiteX2" fmla="*/ 96312 w 96312"/>
                        <a:gd name="connsiteY2" fmla="*/ 0 h 425149"/>
                        <a:gd name="connsiteX3" fmla="*/ 90488 w 96312"/>
                        <a:gd name="connsiteY3" fmla="*/ 237030 h 425149"/>
                        <a:gd name="connsiteX4" fmla="*/ 35719 w 96312"/>
                        <a:gd name="connsiteY4" fmla="*/ 425149 h 425149"/>
                        <a:gd name="connsiteX5" fmla="*/ 2381 w 96312"/>
                        <a:gd name="connsiteY5" fmla="*/ 425149 h 425149"/>
                        <a:gd name="connsiteX6" fmla="*/ 2381 w 96312"/>
                        <a:gd name="connsiteY6" fmla="*/ 134637 h 425149"/>
                        <a:gd name="connsiteX7" fmla="*/ 26194 w 96312"/>
                        <a:gd name="connsiteY7" fmla="*/ 134637 h 425149"/>
                        <a:gd name="connsiteX8" fmla="*/ 28173 w 96312"/>
                        <a:gd name="connsiteY8" fmla="*/ 70923 h 425149"/>
                        <a:gd name="connsiteX9" fmla="*/ 0 w 96312"/>
                        <a:gd name="connsiteY9" fmla="*/ 67962 h 425149"/>
                        <a:gd name="connsiteX0" fmla="*/ 0 w 95652"/>
                        <a:gd name="connsiteY0" fmla="*/ 66675 h 423862"/>
                        <a:gd name="connsiteX1" fmla="*/ 0 w 95652"/>
                        <a:gd name="connsiteY1" fmla="*/ 0 h 423862"/>
                        <a:gd name="connsiteX2" fmla="*/ 95652 w 95652"/>
                        <a:gd name="connsiteY2" fmla="*/ 1352 h 423862"/>
                        <a:gd name="connsiteX3" fmla="*/ 90488 w 95652"/>
                        <a:gd name="connsiteY3" fmla="*/ 235743 h 423862"/>
                        <a:gd name="connsiteX4" fmla="*/ 35719 w 95652"/>
                        <a:gd name="connsiteY4" fmla="*/ 423862 h 423862"/>
                        <a:gd name="connsiteX5" fmla="*/ 2381 w 95652"/>
                        <a:gd name="connsiteY5" fmla="*/ 423862 h 423862"/>
                        <a:gd name="connsiteX6" fmla="*/ 2381 w 95652"/>
                        <a:gd name="connsiteY6" fmla="*/ 133350 h 423862"/>
                        <a:gd name="connsiteX7" fmla="*/ 26194 w 95652"/>
                        <a:gd name="connsiteY7" fmla="*/ 133350 h 423862"/>
                        <a:gd name="connsiteX8" fmla="*/ 28173 w 95652"/>
                        <a:gd name="connsiteY8" fmla="*/ 69636 h 423862"/>
                        <a:gd name="connsiteX9" fmla="*/ 0 w 95652"/>
                        <a:gd name="connsiteY9" fmla="*/ 66675 h 423862"/>
                        <a:gd name="connsiteX0" fmla="*/ 0 w 95652"/>
                        <a:gd name="connsiteY0" fmla="*/ 66675 h 423862"/>
                        <a:gd name="connsiteX1" fmla="*/ 0 w 95652"/>
                        <a:gd name="connsiteY1" fmla="*/ 0 h 423862"/>
                        <a:gd name="connsiteX2" fmla="*/ 95652 w 95652"/>
                        <a:gd name="connsiteY2" fmla="*/ 1352 h 423862"/>
                        <a:gd name="connsiteX3" fmla="*/ 93786 w 95652"/>
                        <a:gd name="connsiteY3" fmla="*/ 231785 h 423862"/>
                        <a:gd name="connsiteX4" fmla="*/ 35719 w 95652"/>
                        <a:gd name="connsiteY4" fmla="*/ 423862 h 423862"/>
                        <a:gd name="connsiteX5" fmla="*/ 2381 w 95652"/>
                        <a:gd name="connsiteY5" fmla="*/ 423862 h 423862"/>
                        <a:gd name="connsiteX6" fmla="*/ 2381 w 95652"/>
                        <a:gd name="connsiteY6" fmla="*/ 133350 h 423862"/>
                        <a:gd name="connsiteX7" fmla="*/ 26194 w 95652"/>
                        <a:gd name="connsiteY7" fmla="*/ 133350 h 423862"/>
                        <a:gd name="connsiteX8" fmla="*/ 28173 w 95652"/>
                        <a:gd name="connsiteY8" fmla="*/ 69636 h 423862"/>
                        <a:gd name="connsiteX9" fmla="*/ 0 w 95652"/>
                        <a:gd name="connsiteY9" fmla="*/ 66675 h 423862"/>
                        <a:gd name="connsiteX0" fmla="*/ 0 w 93786"/>
                        <a:gd name="connsiteY0" fmla="*/ 66675 h 423862"/>
                        <a:gd name="connsiteX1" fmla="*/ 0 w 93786"/>
                        <a:gd name="connsiteY1" fmla="*/ 0 h 423862"/>
                        <a:gd name="connsiteX2" fmla="*/ 93673 w 93786"/>
                        <a:gd name="connsiteY2" fmla="*/ 1352 h 423862"/>
                        <a:gd name="connsiteX3" fmla="*/ 93786 w 93786"/>
                        <a:gd name="connsiteY3" fmla="*/ 231785 h 423862"/>
                        <a:gd name="connsiteX4" fmla="*/ 35719 w 93786"/>
                        <a:gd name="connsiteY4" fmla="*/ 423862 h 423862"/>
                        <a:gd name="connsiteX5" fmla="*/ 2381 w 93786"/>
                        <a:gd name="connsiteY5" fmla="*/ 423862 h 423862"/>
                        <a:gd name="connsiteX6" fmla="*/ 2381 w 93786"/>
                        <a:gd name="connsiteY6" fmla="*/ 133350 h 423862"/>
                        <a:gd name="connsiteX7" fmla="*/ 26194 w 93786"/>
                        <a:gd name="connsiteY7" fmla="*/ 133350 h 423862"/>
                        <a:gd name="connsiteX8" fmla="*/ 28173 w 93786"/>
                        <a:gd name="connsiteY8" fmla="*/ 69636 h 423862"/>
                        <a:gd name="connsiteX9" fmla="*/ 0 w 93786"/>
                        <a:gd name="connsiteY9" fmla="*/ 66675 h 423862"/>
                        <a:gd name="connsiteX0" fmla="*/ 0 w 93786"/>
                        <a:gd name="connsiteY0" fmla="*/ 66675 h 423862"/>
                        <a:gd name="connsiteX1" fmla="*/ 0 w 93786"/>
                        <a:gd name="connsiteY1" fmla="*/ 0 h 423862"/>
                        <a:gd name="connsiteX2" fmla="*/ 93673 w 93786"/>
                        <a:gd name="connsiteY2" fmla="*/ 1352 h 423862"/>
                        <a:gd name="connsiteX3" fmla="*/ 93786 w 93786"/>
                        <a:gd name="connsiteY3" fmla="*/ 231785 h 423862"/>
                        <a:gd name="connsiteX4" fmla="*/ 35719 w 93786"/>
                        <a:gd name="connsiteY4" fmla="*/ 423862 h 423862"/>
                        <a:gd name="connsiteX5" fmla="*/ 2381 w 93786"/>
                        <a:gd name="connsiteY5" fmla="*/ 423862 h 423862"/>
                        <a:gd name="connsiteX6" fmla="*/ 2381 w 93786"/>
                        <a:gd name="connsiteY6" fmla="*/ 133350 h 423862"/>
                        <a:gd name="connsiteX7" fmla="*/ 26194 w 93786"/>
                        <a:gd name="connsiteY7" fmla="*/ 133350 h 423862"/>
                        <a:gd name="connsiteX8" fmla="*/ 28173 w 93786"/>
                        <a:gd name="connsiteY8" fmla="*/ 65678 h 423862"/>
                        <a:gd name="connsiteX9" fmla="*/ 0 w 93786"/>
                        <a:gd name="connsiteY9" fmla="*/ 66675 h 423862"/>
                        <a:gd name="connsiteX0" fmla="*/ 0 w 93786"/>
                        <a:gd name="connsiteY0" fmla="*/ 66675 h 423862"/>
                        <a:gd name="connsiteX1" fmla="*/ 0 w 93786"/>
                        <a:gd name="connsiteY1" fmla="*/ 0 h 423862"/>
                        <a:gd name="connsiteX2" fmla="*/ 93673 w 93786"/>
                        <a:gd name="connsiteY2" fmla="*/ 1352 h 423862"/>
                        <a:gd name="connsiteX3" fmla="*/ 93786 w 93786"/>
                        <a:gd name="connsiteY3" fmla="*/ 231785 h 423862"/>
                        <a:gd name="connsiteX4" fmla="*/ 35719 w 93786"/>
                        <a:gd name="connsiteY4" fmla="*/ 423862 h 423862"/>
                        <a:gd name="connsiteX5" fmla="*/ 2381 w 93786"/>
                        <a:gd name="connsiteY5" fmla="*/ 423862 h 423862"/>
                        <a:gd name="connsiteX6" fmla="*/ 2381 w 93786"/>
                        <a:gd name="connsiteY6" fmla="*/ 133350 h 423862"/>
                        <a:gd name="connsiteX7" fmla="*/ 26194 w 93786"/>
                        <a:gd name="connsiteY7" fmla="*/ 133350 h 423862"/>
                        <a:gd name="connsiteX8" fmla="*/ 28833 w 93786"/>
                        <a:gd name="connsiteY8" fmla="*/ 66997 h 423862"/>
                        <a:gd name="connsiteX9" fmla="*/ 0 w 93786"/>
                        <a:gd name="connsiteY9" fmla="*/ 66675 h 423862"/>
                        <a:gd name="connsiteX0" fmla="*/ 0 w 93786"/>
                        <a:gd name="connsiteY0" fmla="*/ 66675 h 423862"/>
                        <a:gd name="connsiteX1" fmla="*/ 0 w 93786"/>
                        <a:gd name="connsiteY1" fmla="*/ 0 h 423862"/>
                        <a:gd name="connsiteX2" fmla="*/ 93673 w 93786"/>
                        <a:gd name="connsiteY2" fmla="*/ 1352 h 423862"/>
                        <a:gd name="connsiteX3" fmla="*/ 93786 w 93786"/>
                        <a:gd name="connsiteY3" fmla="*/ 231785 h 423862"/>
                        <a:gd name="connsiteX4" fmla="*/ 35719 w 93786"/>
                        <a:gd name="connsiteY4" fmla="*/ 423862 h 423862"/>
                        <a:gd name="connsiteX5" fmla="*/ 2381 w 93786"/>
                        <a:gd name="connsiteY5" fmla="*/ 423862 h 423862"/>
                        <a:gd name="connsiteX6" fmla="*/ 2381 w 93786"/>
                        <a:gd name="connsiteY6" fmla="*/ 133350 h 423862"/>
                        <a:gd name="connsiteX7" fmla="*/ 28833 w 93786"/>
                        <a:gd name="connsiteY7" fmla="*/ 128073 h 423862"/>
                        <a:gd name="connsiteX8" fmla="*/ 28833 w 93786"/>
                        <a:gd name="connsiteY8" fmla="*/ 66997 h 423862"/>
                        <a:gd name="connsiteX9" fmla="*/ 0 w 93786"/>
                        <a:gd name="connsiteY9" fmla="*/ 66675 h 423862"/>
                        <a:gd name="connsiteX0" fmla="*/ 0 w 93786"/>
                        <a:gd name="connsiteY0" fmla="*/ 66675 h 423862"/>
                        <a:gd name="connsiteX1" fmla="*/ 0 w 93786"/>
                        <a:gd name="connsiteY1" fmla="*/ 0 h 423862"/>
                        <a:gd name="connsiteX2" fmla="*/ 93673 w 93786"/>
                        <a:gd name="connsiteY2" fmla="*/ 1352 h 423862"/>
                        <a:gd name="connsiteX3" fmla="*/ 93786 w 93786"/>
                        <a:gd name="connsiteY3" fmla="*/ 231785 h 423862"/>
                        <a:gd name="connsiteX4" fmla="*/ 35719 w 93786"/>
                        <a:gd name="connsiteY4" fmla="*/ 423862 h 423862"/>
                        <a:gd name="connsiteX5" fmla="*/ 2381 w 93786"/>
                        <a:gd name="connsiteY5" fmla="*/ 423862 h 423862"/>
                        <a:gd name="connsiteX6" fmla="*/ 1062 w 93786"/>
                        <a:gd name="connsiteY6" fmla="*/ 126754 h 423862"/>
                        <a:gd name="connsiteX7" fmla="*/ 28833 w 93786"/>
                        <a:gd name="connsiteY7" fmla="*/ 128073 h 423862"/>
                        <a:gd name="connsiteX8" fmla="*/ 28833 w 93786"/>
                        <a:gd name="connsiteY8" fmla="*/ 66997 h 423862"/>
                        <a:gd name="connsiteX9" fmla="*/ 0 w 93786"/>
                        <a:gd name="connsiteY9" fmla="*/ 66675 h 423862"/>
                        <a:gd name="connsiteX0" fmla="*/ 0 w 93786"/>
                        <a:gd name="connsiteY0" fmla="*/ 66675 h 423862"/>
                        <a:gd name="connsiteX1" fmla="*/ 0 w 93786"/>
                        <a:gd name="connsiteY1" fmla="*/ 0 h 423862"/>
                        <a:gd name="connsiteX2" fmla="*/ 93673 w 93786"/>
                        <a:gd name="connsiteY2" fmla="*/ 1352 h 423862"/>
                        <a:gd name="connsiteX3" fmla="*/ 93786 w 93786"/>
                        <a:gd name="connsiteY3" fmla="*/ 231785 h 423862"/>
                        <a:gd name="connsiteX4" fmla="*/ 35719 w 93786"/>
                        <a:gd name="connsiteY4" fmla="*/ 423862 h 423862"/>
                        <a:gd name="connsiteX5" fmla="*/ 2381 w 93786"/>
                        <a:gd name="connsiteY5" fmla="*/ 423862 h 423862"/>
                        <a:gd name="connsiteX6" fmla="*/ 3701 w 93786"/>
                        <a:gd name="connsiteY6" fmla="*/ 130712 h 423862"/>
                        <a:gd name="connsiteX7" fmla="*/ 28833 w 93786"/>
                        <a:gd name="connsiteY7" fmla="*/ 128073 h 423862"/>
                        <a:gd name="connsiteX8" fmla="*/ 28833 w 93786"/>
                        <a:gd name="connsiteY8" fmla="*/ 66997 h 423862"/>
                        <a:gd name="connsiteX9" fmla="*/ 0 w 93786"/>
                        <a:gd name="connsiteY9" fmla="*/ 66675 h 423862"/>
                        <a:gd name="connsiteX0" fmla="*/ 0 w 93786"/>
                        <a:gd name="connsiteY0" fmla="*/ 66675 h 423862"/>
                        <a:gd name="connsiteX1" fmla="*/ 0 w 93786"/>
                        <a:gd name="connsiteY1" fmla="*/ 0 h 423862"/>
                        <a:gd name="connsiteX2" fmla="*/ 93673 w 93786"/>
                        <a:gd name="connsiteY2" fmla="*/ 1352 h 423862"/>
                        <a:gd name="connsiteX3" fmla="*/ 93786 w 93786"/>
                        <a:gd name="connsiteY3" fmla="*/ 231785 h 423862"/>
                        <a:gd name="connsiteX4" fmla="*/ 35719 w 93786"/>
                        <a:gd name="connsiteY4" fmla="*/ 423862 h 423862"/>
                        <a:gd name="connsiteX5" fmla="*/ 2381 w 93786"/>
                        <a:gd name="connsiteY5" fmla="*/ 423862 h 423862"/>
                        <a:gd name="connsiteX6" fmla="*/ 1062 w 93786"/>
                        <a:gd name="connsiteY6" fmla="*/ 128073 h 423862"/>
                        <a:gd name="connsiteX7" fmla="*/ 28833 w 93786"/>
                        <a:gd name="connsiteY7" fmla="*/ 128073 h 423862"/>
                        <a:gd name="connsiteX8" fmla="*/ 28833 w 93786"/>
                        <a:gd name="connsiteY8" fmla="*/ 66997 h 423862"/>
                        <a:gd name="connsiteX9" fmla="*/ 0 w 93786"/>
                        <a:gd name="connsiteY9" fmla="*/ 66675 h 423862"/>
                        <a:gd name="connsiteX0" fmla="*/ 963 w 94749"/>
                        <a:gd name="connsiteY0" fmla="*/ 66675 h 423862"/>
                        <a:gd name="connsiteX1" fmla="*/ 963 w 94749"/>
                        <a:gd name="connsiteY1" fmla="*/ 0 h 423862"/>
                        <a:gd name="connsiteX2" fmla="*/ 94636 w 94749"/>
                        <a:gd name="connsiteY2" fmla="*/ 1352 h 423862"/>
                        <a:gd name="connsiteX3" fmla="*/ 94749 w 94749"/>
                        <a:gd name="connsiteY3" fmla="*/ 231785 h 423862"/>
                        <a:gd name="connsiteX4" fmla="*/ 36682 w 94749"/>
                        <a:gd name="connsiteY4" fmla="*/ 423862 h 423862"/>
                        <a:gd name="connsiteX5" fmla="*/ 46 w 94749"/>
                        <a:gd name="connsiteY5" fmla="*/ 423862 h 423862"/>
                        <a:gd name="connsiteX6" fmla="*/ 2025 w 94749"/>
                        <a:gd name="connsiteY6" fmla="*/ 128073 h 423862"/>
                        <a:gd name="connsiteX7" fmla="*/ 29796 w 94749"/>
                        <a:gd name="connsiteY7" fmla="*/ 128073 h 423862"/>
                        <a:gd name="connsiteX8" fmla="*/ 29796 w 94749"/>
                        <a:gd name="connsiteY8" fmla="*/ 66997 h 423862"/>
                        <a:gd name="connsiteX9" fmla="*/ 963 w 94749"/>
                        <a:gd name="connsiteY9" fmla="*/ 66675 h 423862"/>
                        <a:gd name="connsiteX0" fmla="*/ 0 w 93786"/>
                        <a:gd name="connsiteY0" fmla="*/ 66675 h 423862"/>
                        <a:gd name="connsiteX1" fmla="*/ 0 w 93786"/>
                        <a:gd name="connsiteY1" fmla="*/ 0 h 423862"/>
                        <a:gd name="connsiteX2" fmla="*/ 93673 w 93786"/>
                        <a:gd name="connsiteY2" fmla="*/ 1352 h 423862"/>
                        <a:gd name="connsiteX3" fmla="*/ 93786 w 93786"/>
                        <a:gd name="connsiteY3" fmla="*/ 231785 h 423862"/>
                        <a:gd name="connsiteX4" fmla="*/ 35719 w 93786"/>
                        <a:gd name="connsiteY4" fmla="*/ 423862 h 423862"/>
                        <a:gd name="connsiteX5" fmla="*/ 2381 w 93786"/>
                        <a:gd name="connsiteY5" fmla="*/ 423862 h 423862"/>
                        <a:gd name="connsiteX6" fmla="*/ 1062 w 93786"/>
                        <a:gd name="connsiteY6" fmla="*/ 128073 h 423862"/>
                        <a:gd name="connsiteX7" fmla="*/ 28833 w 93786"/>
                        <a:gd name="connsiteY7" fmla="*/ 128073 h 423862"/>
                        <a:gd name="connsiteX8" fmla="*/ 28833 w 93786"/>
                        <a:gd name="connsiteY8" fmla="*/ 66997 h 423862"/>
                        <a:gd name="connsiteX9" fmla="*/ 0 w 93786"/>
                        <a:gd name="connsiteY9" fmla="*/ 66675 h 423862"/>
                        <a:gd name="connsiteX0" fmla="*/ 0 w 93786"/>
                        <a:gd name="connsiteY0" fmla="*/ 66675 h 423862"/>
                        <a:gd name="connsiteX1" fmla="*/ 0 w 93786"/>
                        <a:gd name="connsiteY1" fmla="*/ 0 h 423862"/>
                        <a:gd name="connsiteX2" fmla="*/ 93673 w 93786"/>
                        <a:gd name="connsiteY2" fmla="*/ 1352 h 423862"/>
                        <a:gd name="connsiteX3" fmla="*/ 93786 w 93786"/>
                        <a:gd name="connsiteY3" fmla="*/ 231785 h 423862"/>
                        <a:gd name="connsiteX4" fmla="*/ 35719 w 93786"/>
                        <a:gd name="connsiteY4" fmla="*/ 423862 h 423862"/>
                        <a:gd name="connsiteX5" fmla="*/ 1721 w 93786"/>
                        <a:gd name="connsiteY5" fmla="*/ 423202 h 423862"/>
                        <a:gd name="connsiteX6" fmla="*/ 1062 w 93786"/>
                        <a:gd name="connsiteY6" fmla="*/ 128073 h 423862"/>
                        <a:gd name="connsiteX7" fmla="*/ 28833 w 93786"/>
                        <a:gd name="connsiteY7" fmla="*/ 128073 h 423862"/>
                        <a:gd name="connsiteX8" fmla="*/ 28833 w 93786"/>
                        <a:gd name="connsiteY8" fmla="*/ 66997 h 423862"/>
                        <a:gd name="connsiteX9" fmla="*/ 0 w 93786"/>
                        <a:gd name="connsiteY9" fmla="*/ 66675 h 423862"/>
                        <a:gd name="connsiteX0" fmla="*/ 0 w 93786"/>
                        <a:gd name="connsiteY0" fmla="*/ 66675 h 425181"/>
                        <a:gd name="connsiteX1" fmla="*/ 0 w 93786"/>
                        <a:gd name="connsiteY1" fmla="*/ 0 h 425181"/>
                        <a:gd name="connsiteX2" fmla="*/ 93673 w 93786"/>
                        <a:gd name="connsiteY2" fmla="*/ 1352 h 425181"/>
                        <a:gd name="connsiteX3" fmla="*/ 93786 w 93786"/>
                        <a:gd name="connsiteY3" fmla="*/ 231785 h 425181"/>
                        <a:gd name="connsiteX4" fmla="*/ 29782 w 93786"/>
                        <a:gd name="connsiteY4" fmla="*/ 425181 h 425181"/>
                        <a:gd name="connsiteX5" fmla="*/ 1721 w 93786"/>
                        <a:gd name="connsiteY5" fmla="*/ 423202 h 425181"/>
                        <a:gd name="connsiteX6" fmla="*/ 1062 w 93786"/>
                        <a:gd name="connsiteY6" fmla="*/ 128073 h 425181"/>
                        <a:gd name="connsiteX7" fmla="*/ 28833 w 93786"/>
                        <a:gd name="connsiteY7" fmla="*/ 128073 h 425181"/>
                        <a:gd name="connsiteX8" fmla="*/ 28833 w 93786"/>
                        <a:gd name="connsiteY8" fmla="*/ 66997 h 425181"/>
                        <a:gd name="connsiteX9" fmla="*/ 0 w 93786"/>
                        <a:gd name="connsiteY9" fmla="*/ 66675 h 425181"/>
                        <a:gd name="connsiteX0" fmla="*/ 0 w 93786"/>
                        <a:gd name="connsiteY0" fmla="*/ 66675 h 423202"/>
                        <a:gd name="connsiteX1" fmla="*/ 0 w 93786"/>
                        <a:gd name="connsiteY1" fmla="*/ 0 h 423202"/>
                        <a:gd name="connsiteX2" fmla="*/ 93673 w 93786"/>
                        <a:gd name="connsiteY2" fmla="*/ 1352 h 423202"/>
                        <a:gd name="connsiteX3" fmla="*/ 93786 w 93786"/>
                        <a:gd name="connsiteY3" fmla="*/ 231785 h 423202"/>
                        <a:gd name="connsiteX4" fmla="*/ 29782 w 93786"/>
                        <a:gd name="connsiteY4" fmla="*/ 423202 h 423202"/>
                        <a:gd name="connsiteX5" fmla="*/ 1721 w 93786"/>
                        <a:gd name="connsiteY5" fmla="*/ 423202 h 423202"/>
                        <a:gd name="connsiteX6" fmla="*/ 1062 w 93786"/>
                        <a:gd name="connsiteY6" fmla="*/ 128073 h 423202"/>
                        <a:gd name="connsiteX7" fmla="*/ 28833 w 93786"/>
                        <a:gd name="connsiteY7" fmla="*/ 128073 h 423202"/>
                        <a:gd name="connsiteX8" fmla="*/ 28833 w 93786"/>
                        <a:gd name="connsiteY8" fmla="*/ 66997 h 423202"/>
                        <a:gd name="connsiteX9" fmla="*/ 0 w 93786"/>
                        <a:gd name="connsiteY9" fmla="*/ 66675 h 42320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93786" h="423202">
                          <a:moveTo>
                            <a:pt x="0" y="66675"/>
                          </a:moveTo>
                          <a:lnTo>
                            <a:pt x="0" y="0"/>
                          </a:lnTo>
                          <a:lnTo>
                            <a:pt x="93673" y="1352"/>
                          </a:lnTo>
                          <a:cubicBezTo>
                            <a:pt x="93711" y="78163"/>
                            <a:pt x="93748" y="154974"/>
                            <a:pt x="93786" y="231785"/>
                          </a:cubicBezTo>
                          <a:lnTo>
                            <a:pt x="29782" y="423202"/>
                          </a:lnTo>
                          <a:lnTo>
                            <a:pt x="1721" y="423202"/>
                          </a:lnTo>
                          <a:cubicBezTo>
                            <a:pt x="1281" y="324166"/>
                            <a:pt x="1502" y="227109"/>
                            <a:pt x="1062" y="128073"/>
                          </a:cubicBezTo>
                          <a:lnTo>
                            <a:pt x="28833" y="128073"/>
                          </a:lnTo>
                          <a:cubicBezTo>
                            <a:pt x="29493" y="106835"/>
                            <a:pt x="28173" y="88235"/>
                            <a:pt x="28833" y="66997"/>
                          </a:cubicBezTo>
                          <a:lnTo>
                            <a:pt x="0" y="66675"/>
                          </a:lnTo>
                          <a:close/>
                        </a:path>
                      </a:pathLst>
                    </a:custGeom>
                    <a:grpFill/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</p:grpSp>
            </p:grpSp>
          </p:grpSp>
          <p:cxnSp>
            <p:nvCxnSpPr>
              <p:cNvPr id="82" name="직선 화살표 연결선 81">
                <a:extLst>
                  <a:ext uri="{FF2B5EF4-FFF2-40B4-BE49-F238E27FC236}">
                    <a16:creationId xmlns:a16="http://schemas.microsoft.com/office/drawing/2014/main" id="{C50E0919-E3DA-60F3-7A1F-E0F71B5BDE4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5797" y="3081313"/>
                <a:ext cx="1044939" cy="1910"/>
              </a:xfrm>
              <a:prstGeom prst="straightConnector1">
                <a:avLst/>
              </a:prstGeom>
              <a:ln w="12700">
                <a:solidFill>
                  <a:srgbClr val="234DFD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직선 화살표 연결선 82">
                <a:extLst>
                  <a:ext uri="{FF2B5EF4-FFF2-40B4-BE49-F238E27FC236}">
                    <a16:creationId xmlns:a16="http://schemas.microsoft.com/office/drawing/2014/main" id="{BA70EF6E-7DED-03BE-9D28-F4EFC03D33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63321" y="3078950"/>
                <a:ext cx="2389269" cy="7254"/>
              </a:xfrm>
              <a:prstGeom prst="straightConnector1">
                <a:avLst/>
              </a:prstGeom>
              <a:ln w="12700">
                <a:solidFill>
                  <a:srgbClr val="234DFD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Text Box 879">
                <a:extLst>
                  <a:ext uri="{FF2B5EF4-FFF2-40B4-BE49-F238E27FC236}">
                    <a16:creationId xmlns:a16="http://schemas.microsoft.com/office/drawing/2014/main" id="{5E72E3E5-4EA8-B1B5-64D5-FE1893EA42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7251" y="2415631"/>
                <a:ext cx="799053" cy="187359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  <a:buSzPct val="85000"/>
                </a:pPr>
                <a:r>
                  <a:rPr lang="en-US" altLang="ko-KR" sz="1100" b="1" dirty="0"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① Anode</a:t>
                </a:r>
              </a:p>
            </p:txBody>
          </p:sp>
          <p:cxnSp>
            <p:nvCxnSpPr>
              <p:cNvPr id="85" name="직선 화살표 연결선 84">
                <a:extLst>
                  <a:ext uri="{FF2B5EF4-FFF2-40B4-BE49-F238E27FC236}">
                    <a16:creationId xmlns:a16="http://schemas.microsoft.com/office/drawing/2014/main" id="{C3B88652-081F-E8EB-7C22-E9108CDF5F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37924" y="3079057"/>
                <a:ext cx="498450" cy="0"/>
              </a:xfrm>
              <a:prstGeom prst="straightConnector1">
                <a:avLst/>
              </a:prstGeom>
              <a:ln w="12700">
                <a:solidFill>
                  <a:srgbClr val="234DFD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Text Box 879">
                <a:extLst>
                  <a:ext uri="{FF2B5EF4-FFF2-40B4-BE49-F238E27FC236}">
                    <a16:creationId xmlns:a16="http://schemas.microsoft.com/office/drawing/2014/main" id="{2955965D-043E-CA8E-8F5E-27C4DD111F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2634" y="3010853"/>
                <a:ext cx="691264" cy="15324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buSzPct val="85000"/>
                </a:pPr>
                <a:r>
                  <a:rPr lang="ko-KR" altLang="en-US" sz="900" b="1" dirty="0">
                    <a:solidFill>
                      <a:srgbClr val="234DFD"/>
                    </a:solidFill>
                    <a:highlight>
                      <a:srgbClr val="C0C0C0"/>
                    </a:highlight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구간 </a:t>
                </a:r>
                <a:r>
                  <a:rPr lang="en-US" altLang="ko-KR" sz="900" b="1" dirty="0">
                    <a:solidFill>
                      <a:srgbClr val="234DFD"/>
                    </a:solidFill>
                    <a:highlight>
                      <a:srgbClr val="C0C0C0"/>
                    </a:highlight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1</a:t>
                </a:r>
                <a:endParaRPr lang="en-US" altLang="ko-KR" sz="900" dirty="0">
                  <a:solidFill>
                    <a:srgbClr val="234DFD"/>
                  </a:solidFill>
                  <a:highlight>
                    <a:srgbClr val="C0C0C0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  <a:sym typeface="Wingdings" panose="05000000000000000000" pitchFamily="2" charset="2"/>
                </a:endParaRPr>
              </a:p>
            </p:txBody>
          </p:sp>
          <p:sp>
            <p:nvSpPr>
              <p:cNvPr id="87" name="Text Box 879">
                <a:extLst>
                  <a:ext uri="{FF2B5EF4-FFF2-40B4-BE49-F238E27FC236}">
                    <a16:creationId xmlns:a16="http://schemas.microsoft.com/office/drawing/2014/main" id="{A0034DE7-6553-CEDC-FEF3-130D0068D8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28657" y="3010853"/>
                <a:ext cx="719423" cy="15324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buSzPct val="85000"/>
                </a:pPr>
                <a:r>
                  <a:rPr lang="ko-KR" altLang="en-US" sz="900" b="1" dirty="0">
                    <a:solidFill>
                      <a:srgbClr val="234DFD"/>
                    </a:solidFill>
                    <a:highlight>
                      <a:srgbClr val="C0C0C0"/>
                    </a:highlight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구간 </a:t>
                </a:r>
                <a:r>
                  <a:rPr lang="en-US" altLang="ko-KR" sz="900" b="1" dirty="0">
                    <a:solidFill>
                      <a:srgbClr val="234DFD"/>
                    </a:solidFill>
                    <a:highlight>
                      <a:srgbClr val="C0C0C0"/>
                    </a:highlight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2</a:t>
                </a:r>
                <a:endParaRPr lang="en-US" altLang="ko-KR" sz="900" dirty="0">
                  <a:solidFill>
                    <a:srgbClr val="234DFD"/>
                  </a:solidFill>
                  <a:highlight>
                    <a:srgbClr val="C0C0C0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  <a:sym typeface="Wingdings" panose="05000000000000000000" pitchFamily="2" charset="2"/>
                </a:endParaRPr>
              </a:p>
            </p:txBody>
          </p:sp>
          <p:sp>
            <p:nvSpPr>
              <p:cNvPr id="88" name="Text Box 879">
                <a:extLst>
                  <a:ext uri="{FF2B5EF4-FFF2-40B4-BE49-F238E27FC236}">
                    <a16:creationId xmlns:a16="http://schemas.microsoft.com/office/drawing/2014/main" id="{14AB343F-7623-0C7F-355D-8F8178E507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952" y="3010853"/>
                <a:ext cx="691264" cy="15324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buSzPct val="85000"/>
                </a:pPr>
                <a:r>
                  <a:rPr lang="ko-KR" altLang="en-US" sz="900" b="1" dirty="0">
                    <a:solidFill>
                      <a:srgbClr val="234DFD"/>
                    </a:solidFill>
                    <a:highlight>
                      <a:srgbClr val="C0C0C0"/>
                    </a:highlight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구간 </a:t>
                </a:r>
                <a:r>
                  <a:rPr lang="en-US" altLang="ko-KR" sz="900" b="1" dirty="0">
                    <a:solidFill>
                      <a:srgbClr val="234DFD"/>
                    </a:solidFill>
                    <a:highlight>
                      <a:srgbClr val="C0C0C0"/>
                    </a:highlight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3</a:t>
                </a:r>
                <a:endParaRPr lang="en-US" altLang="ko-KR" sz="900" dirty="0">
                  <a:solidFill>
                    <a:srgbClr val="234DFD"/>
                  </a:solidFill>
                  <a:highlight>
                    <a:srgbClr val="C0C0C0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  <a:sym typeface="Wingdings" panose="05000000000000000000" pitchFamily="2" charset="2"/>
                </a:endParaRPr>
              </a:p>
            </p:txBody>
          </p:sp>
          <p:sp>
            <p:nvSpPr>
              <p:cNvPr id="89" name="Text Box 879">
                <a:extLst>
                  <a:ext uri="{FF2B5EF4-FFF2-40B4-BE49-F238E27FC236}">
                    <a16:creationId xmlns:a16="http://schemas.microsoft.com/office/drawing/2014/main" id="{EFBB6822-C42F-7FA5-A5C8-335B1B9352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16855" y="3164755"/>
                <a:ext cx="1838058" cy="485646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  <a:buSzPct val="85000"/>
                </a:pPr>
                <a:r>
                  <a:rPr lang="ko-KR" altLang="en-US" sz="900" b="1" dirty="0">
                    <a:solidFill>
                      <a:srgbClr val="234DFD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구간 </a:t>
                </a:r>
                <a:r>
                  <a:rPr lang="en-US" altLang="ko-KR" sz="900" b="1" dirty="0">
                    <a:solidFill>
                      <a:srgbClr val="234DFD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1: </a:t>
                </a:r>
                <a:r>
                  <a:rPr lang="ko-KR" altLang="en-US" sz="900" b="1" dirty="0" err="1">
                    <a:solidFill>
                      <a:srgbClr val="234DFD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공급부</a:t>
                </a:r>
                <a:r>
                  <a:rPr lang="en-US" altLang="ko-KR" sz="900" b="1" dirty="0">
                    <a:solidFill>
                      <a:srgbClr val="234DFD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 ~ </a:t>
                </a:r>
                <a:r>
                  <a:rPr lang="ko-KR" altLang="en-US" sz="900" b="1" dirty="0">
                    <a:solidFill>
                      <a:srgbClr val="234DFD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커터</a:t>
                </a:r>
                <a:endParaRPr lang="en-US" altLang="ko-KR" sz="900" b="1" dirty="0">
                  <a:solidFill>
                    <a:srgbClr val="234DFD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  <a:sym typeface="Wingdings" panose="05000000000000000000" pitchFamily="2" charset="2"/>
                </a:endParaRP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buSzPct val="85000"/>
                </a:pPr>
                <a:r>
                  <a:rPr lang="ko-KR" altLang="en-US" sz="900" b="1" dirty="0">
                    <a:solidFill>
                      <a:srgbClr val="234DFD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구간 </a:t>
                </a:r>
                <a:r>
                  <a:rPr lang="en-US" altLang="ko-KR" sz="900" b="1" dirty="0">
                    <a:solidFill>
                      <a:srgbClr val="234DFD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2: </a:t>
                </a:r>
                <a:r>
                  <a:rPr lang="ko-KR" altLang="en-US" sz="900" b="1" dirty="0">
                    <a:solidFill>
                      <a:srgbClr val="234DFD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커터</a:t>
                </a:r>
                <a:r>
                  <a:rPr lang="en-US" altLang="ko-KR" sz="900" b="1" dirty="0">
                    <a:solidFill>
                      <a:srgbClr val="234DFD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~</a:t>
                </a:r>
                <a:r>
                  <a:rPr lang="ko-KR" altLang="en-US" sz="900" b="1" dirty="0" err="1">
                    <a:solidFill>
                      <a:srgbClr val="234DFD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합치부</a:t>
                </a:r>
                <a:endParaRPr lang="en-US" altLang="ko-KR" sz="900" b="1" dirty="0">
                  <a:solidFill>
                    <a:srgbClr val="234DFD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  <a:sym typeface="Wingdings" panose="05000000000000000000" pitchFamily="2" charset="2"/>
                </a:endParaRP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buSzPct val="85000"/>
                </a:pPr>
                <a:r>
                  <a:rPr lang="ko-KR" altLang="en-US" sz="900" b="1" dirty="0">
                    <a:solidFill>
                      <a:srgbClr val="234DFD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구간 </a:t>
                </a:r>
                <a:r>
                  <a:rPr lang="en-US" altLang="ko-KR" sz="900" b="1" dirty="0">
                    <a:solidFill>
                      <a:srgbClr val="234DFD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3: </a:t>
                </a:r>
                <a:r>
                  <a:rPr lang="ko-KR" altLang="en-US" sz="900" b="1" dirty="0" err="1">
                    <a:solidFill>
                      <a:srgbClr val="234DFD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합치부</a:t>
                </a:r>
                <a:r>
                  <a:rPr lang="en-US" altLang="ko-KR" sz="900" b="1" dirty="0">
                    <a:solidFill>
                      <a:srgbClr val="234DFD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~Final Vision</a:t>
                </a:r>
              </a:p>
            </p:txBody>
          </p:sp>
        </p:grpSp>
      </p:grpSp>
      <p:grpSp>
        <p:nvGrpSpPr>
          <p:cNvPr id="754" name="그룹 753">
            <a:extLst>
              <a:ext uri="{FF2B5EF4-FFF2-40B4-BE49-F238E27FC236}">
                <a16:creationId xmlns:a16="http://schemas.microsoft.com/office/drawing/2014/main" id="{B43A01A0-9EE9-FD2F-BB6D-E2D371D89610}"/>
              </a:ext>
            </a:extLst>
          </p:cNvPr>
          <p:cNvGrpSpPr/>
          <p:nvPr/>
        </p:nvGrpSpPr>
        <p:grpSpPr>
          <a:xfrm>
            <a:off x="4745955" y="1705854"/>
            <a:ext cx="4300539" cy="1414379"/>
            <a:chOff x="5559919" y="1705854"/>
            <a:chExt cx="4730593" cy="1414379"/>
          </a:xfrm>
        </p:grpSpPr>
        <p:sp>
          <p:nvSpPr>
            <p:cNvPr id="755" name="TextBox 754">
              <a:extLst>
                <a:ext uri="{FF2B5EF4-FFF2-40B4-BE49-F238E27FC236}">
                  <a16:creationId xmlns:a16="http://schemas.microsoft.com/office/drawing/2014/main" id="{58CA8C3B-F6A1-3866-9B22-77D3B5542A3D}"/>
                </a:ext>
              </a:extLst>
            </p:cNvPr>
            <p:cNvSpPr txBox="1"/>
            <p:nvPr/>
          </p:nvSpPr>
          <p:spPr>
            <a:xfrm>
              <a:off x="7319311" y="1709431"/>
              <a:ext cx="2971201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ko-KR" sz="900" dirty="0">
                  <a:solidFill>
                    <a:srgbClr val="33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※ </a:t>
              </a:r>
              <a:r>
                <a:rPr kumimoji="1" lang="ko-KR" altLang="en-US" sz="900" dirty="0">
                  <a:solidFill>
                    <a:srgbClr val="33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양극과 음극 모두 </a:t>
              </a:r>
              <a:r>
                <a:rPr kumimoji="1" lang="ko-KR" altLang="en-US" sz="900" dirty="0" err="1">
                  <a:solidFill>
                    <a:srgbClr val="33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탭접힘</a:t>
              </a:r>
              <a:r>
                <a:rPr kumimoji="1" lang="ko-KR" altLang="en-US" sz="900" dirty="0">
                  <a:solidFill>
                    <a:srgbClr val="33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발생 위치 경향성은 동일</a:t>
              </a:r>
            </a:p>
          </p:txBody>
        </p:sp>
        <p:pic>
          <p:nvPicPr>
            <p:cNvPr id="756" name="그림 755">
              <a:extLst>
                <a:ext uri="{FF2B5EF4-FFF2-40B4-BE49-F238E27FC236}">
                  <a16:creationId xmlns:a16="http://schemas.microsoft.com/office/drawing/2014/main" id="{A257BDB8-EEC8-6BCE-7A8B-C1FA599115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90379" y="1950882"/>
              <a:ext cx="3678762" cy="1169351"/>
            </a:xfrm>
            <a:prstGeom prst="rect">
              <a:avLst/>
            </a:prstGeom>
          </p:spPr>
        </p:pic>
        <p:sp>
          <p:nvSpPr>
            <p:cNvPr id="757" name="TextBox 756">
              <a:extLst>
                <a:ext uri="{FF2B5EF4-FFF2-40B4-BE49-F238E27FC236}">
                  <a16:creationId xmlns:a16="http://schemas.microsoft.com/office/drawing/2014/main" id="{D716ECE9-8069-5728-1C2F-79F8669EEABA}"/>
                </a:ext>
              </a:extLst>
            </p:cNvPr>
            <p:cNvSpPr txBox="1"/>
            <p:nvPr/>
          </p:nvSpPr>
          <p:spPr>
            <a:xfrm>
              <a:off x="5559919" y="1705854"/>
              <a:ext cx="179368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ko-KR" altLang="en-US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  <a:t>■ </a:t>
              </a:r>
              <a:r>
                <a:rPr lang="en-US" altLang="ko-KR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  <a:t>3/1 ~ 3/6 </a:t>
              </a:r>
              <a:r>
                <a:rPr lang="ko-KR" altLang="en-US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  <a:t>음극 </a:t>
              </a:r>
              <a:r>
                <a:rPr lang="ko-KR" altLang="en-US" sz="1000" dirty="0" err="1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  <a:t>탭접힘</a:t>
              </a:r>
              <a:r>
                <a:rPr lang="ko-KR" altLang="en-US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  <a:t> 위치</a:t>
              </a:r>
              <a:endPara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endParaRPr>
            </a:p>
          </p:txBody>
        </p:sp>
        <p:sp>
          <p:nvSpPr>
            <p:cNvPr id="758" name="TextBox 757">
              <a:extLst>
                <a:ext uri="{FF2B5EF4-FFF2-40B4-BE49-F238E27FC236}">
                  <a16:creationId xmlns:a16="http://schemas.microsoft.com/office/drawing/2014/main" id="{1A3A96E1-ACB8-1BDA-9A81-714628B5FC8C}"/>
                </a:ext>
              </a:extLst>
            </p:cNvPr>
            <p:cNvSpPr txBox="1"/>
            <p:nvPr/>
          </p:nvSpPr>
          <p:spPr>
            <a:xfrm>
              <a:off x="8431337" y="2020841"/>
              <a:ext cx="541091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ko-KR" sz="9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74.2%</a:t>
              </a:r>
              <a:endParaRPr kumimoji="1" lang="ko-KR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759" name="TextBox 758">
              <a:extLst>
                <a:ext uri="{FF2B5EF4-FFF2-40B4-BE49-F238E27FC236}">
                  <a16:creationId xmlns:a16="http://schemas.microsoft.com/office/drawing/2014/main" id="{97A25686-311F-BA68-AE13-F76132A5F4ED}"/>
                </a:ext>
              </a:extLst>
            </p:cNvPr>
            <p:cNvSpPr txBox="1"/>
            <p:nvPr/>
          </p:nvSpPr>
          <p:spPr>
            <a:xfrm>
              <a:off x="6888669" y="2337818"/>
              <a:ext cx="541091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ko-KR" sz="9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20.1%</a:t>
              </a:r>
              <a:endParaRPr kumimoji="1" lang="ko-KR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760" name="TextBox 759">
              <a:extLst>
                <a:ext uri="{FF2B5EF4-FFF2-40B4-BE49-F238E27FC236}">
                  <a16:creationId xmlns:a16="http://schemas.microsoft.com/office/drawing/2014/main" id="{EE3C1A06-794D-4CC7-AAE2-D535075B0395}"/>
                </a:ext>
              </a:extLst>
            </p:cNvPr>
            <p:cNvSpPr txBox="1"/>
            <p:nvPr/>
          </p:nvSpPr>
          <p:spPr>
            <a:xfrm>
              <a:off x="6605061" y="2647617"/>
              <a:ext cx="471607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ko-KR" sz="9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5.7%</a:t>
              </a:r>
              <a:endParaRPr kumimoji="1" lang="ko-KR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761" name="직사각형 760">
              <a:extLst>
                <a:ext uri="{FF2B5EF4-FFF2-40B4-BE49-F238E27FC236}">
                  <a16:creationId xmlns:a16="http://schemas.microsoft.com/office/drawing/2014/main" id="{898CCB27-B784-230E-4F9C-2918478CA1E7}"/>
                </a:ext>
              </a:extLst>
            </p:cNvPr>
            <p:cNvSpPr/>
            <p:nvPr/>
          </p:nvSpPr>
          <p:spPr>
            <a:xfrm>
              <a:off x="5660641" y="2636286"/>
              <a:ext cx="983618" cy="2441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ko-KR" altLang="en-US" sz="900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구간</a:t>
              </a:r>
              <a:r>
                <a:rPr lang="en-US" altLang="ko-KR" sz="900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</a:t>
              </a:r>
              <a:endParaRPr lang="ko-KR" altLang="en-US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762" name="직사각형 761">
              <a:extLst>
                <a:ext uri="{FF2B5EF4-FFF2-40B4-BE49-F238E27FC236}">
                  <a16:creationId xmlns:a16="http://schemas.microsoft.com/office/drawing/2014/main" id="{18052DD6-2644-2AD9-337D-D3EC15FBE521}"/>
                </a:ext>
              </a:extLst>
            </p:cNvPr>
            <p:cNvSpPr/>
            <p:nvPr/>
          </p:nvSpPr>
          <p:spPr>
            <a:xfrm>
              <a:off x="5660641" y="2360352"/>
              <a:ext cx="983618" cy="2441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ko-KR" altLang="en-US" sz="900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구간</a:t>
              </a:r>
              <a:r>
                <a:rPr lang="en-US" altLang="ko-KR" sz="900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2</a:t>
              </a:r>
              <a:endParaRPr lang="ko-KR" altLang="en-US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763" name="직사각형 762">
              <a:extLst>
                <a:ext uri="{FF2B5EF4-FFF2-40B4-BE49-F238E27FC236}">
                  <a16:creationId xmlns:a16="http://schemas.microsoft.com/office/drawing/2014/main" id="{1F398760-E47F-7CEC-B904-C6E4563E3ABC}"/>
                </a:ext>
              </a:extLst>
            </p:cNvPr>
            <p:cNvSpPr/>
            <p:nvPr/>
          </p:nvSpPr>
          <p:spPr>
            <a:xfrm>
              <a:off x="5660641" y="2016480"/>
              <a:ext cx="983618" cy="2441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ko-KR" altLang="en-US" sz="900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구간</a:t>
              </a:r>
              <a:r>
                <a:rPr lang="en-US" altLang="ko-KR" sz="900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3</a:t>
              </a:r>
              <a:endParaRPr lang="ko-KR" altLang="en-US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764" name="직사각형 763">
              <a:extLst>
                <a:ext uri="{FF2B5EF4-FFF2-40B4-BE49-F238E27FC236}">
                  <a16:creationId xmlns:a16="http://schemas.microsoft.com/office/drawing/2014/main" id="{31231779-14CF-88C3-5EBA-36AF6C67CCB7}"/>
                </a:ext>
              </a:extLst>
            </p:cNvPr>
            <p:cNvSpPr/>
            <p:nvPr/>
          </p:nvSpPr>
          <p:spPr>
            <a:xfrm>
              <a:off x="6003964" y="1979740"/>
              <a:ext cx="3142835" cy="330628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65" name="그룹 764">
            <a:extLst>
              <a:ext uri="{FF2B5EF4-FFF2-40B4-BE49-F238E27FC236}">
                <a16:creationId xmlns:a16="http://schemas.microsoft.com/office/drawing/2014/main" id="{BE0A038E-F82F-ABA5-AB32-3BF60B64C0E8}"/>
              </a:ext>
            </a:extLst>
          </p:cNvPr>
          <p:cNvGrpSpPr/>
          <p:nvPr/>
        </p:nvGrpSpPr>
        <p:grpSpPr>
          <a:xfrm>
            <a:off x="741218" y="3501958"/>
            <a:ext cx="8177602" cy="2318689"/>
            <a:chOff x="780282" y="3438350"/>
            <a:chExt cx="8995362" cy="2318689"/>
          </a:xfrm>
        </p:grpSpPr>
        <p:pic>
          <p:nvPicPr>
            <p:cNvPr id="766" name="그림 765">
              <a:extLst>
                <a:ext uri="{FF2B5EF4-FFF2-40B4-BE49-F238E27FC236}">
                  <a16:creationId xmlns:a16="http://schemas.microsoft.com/office/drawing/2014/main" id="{F9B080D5-8C6C-CC40-CC95-F6C5B9A563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683645" y="4134937"/>
              <a:ext cx="7091999" cy="1215201"/>
            </a:xfrm>
            <a:prstGeom prst="rect">
              <a:avLst/>
            </a:prstGeom>
          </p:spPr>
        </p:pic>
        <p:sp>
          <p:nvSpPr>
            <p:cNvPr id="767" name="사각형: 둥근 모서리 766">
              <a:extLst>
                <a:ext uri="{FF2B5EF4-FFF2-40B4-BE49-F238E27FC236}">
                  <a16:creationId xmlns:a16="http://schemas.microsoft.com/office/drawing/2014/main" id="{CBF1B77D-AFE9-1BB1-9FBE-CC6B9AF19403}"/>
                </a:ext>
              </a:extLst>
            </p:cNvPr>
            <p:cNvSpPr/>
            <p:nvPr/>
          </p:nvSpPr>
          <p:spPr>
            <a:xfrm>
              <a:off x="2716083" y="3796766"/>
              <a:ext cx="6951609" cy="161408"/>
            </a:xfrm>
            <a:prstGeom prst="round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Lamination</a:t>
              </a:r>
              <a:endPara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768" name="직사각형 767">
              <a:extLst>
                <a:ext uri="{FF2B5EF4-FFF2-40B4-BE49-F238E27FC236}">
                  <a16:creationId xmlns:a16="http://schemas.microsoft.com/office/drawing/2014/main" id="{780D62D8-FBA1-F9B9-0800-CAB681DCB0D6}"/>
                </a:ext>
              </a:extLst>
            </p:cNvPr>
            <p:cNvSpPr/>
            <p:nvPr/>
          </p:nvSpPr>
          <p:spPr>
            <a:xfrm>
              <a:off x="8251833" y="4487956"/>
              <a:ext cx="224909" cy="303747"/>
            </a:xfrm>
            <a:prstGeom prst="rect">
              <a:avLst/>
            </a:prstGeom>
            <a:noFill/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69" name="모서리가 둥근 직사각형 164">
              <a:extLst>
                <a:ext uri="{FF2B5EF4-FFF2-40B4-BE49-F238E27FC236}">
                  <a16:creationId xmlns:a16="http://schemas.microsoft.com/office/drawing/2014/main" id="{2CDC1863-5070-0D84-F4D5-562FC41F69EA}"/>
                </a:ext>
              </a:extLst>
            </p:cNvPr>
            <p:cNvSpPr/>
            <p:nvPr/>
          </p:nvSpPr>
          <p:spPr>
            <a:xfrm>
              <a:off x="7811586" y="4222384"/>
              <a:ext cx="845346" cy="236486"/>
            </a:xfrm>
            <a:prstGeom prst="roundRect">
              <a:avLst/>
            </a:prstGeom>
            <a:solidFill>
              <a:srgbClr val="FFFFCC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Final Cutter</a:t>
              </a:r>
              <a:endPara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770" name="직사각형 769">
              <a:extLst>
                <a:ext uri="{FF2B5EF4-FFF2-40B4-BE49-F238E27FC236}">
                  <a16:creationId xmlns:a16="http://schemas.microsoft.com/office/drawing/2014/main" id="{A5DC661D-456D-DE2E-94BC-AB6F38F0EB64}"/>
                </a:ext>
              </a:extLst>
            </p:cNvPr>
            <p:cNvSpPr/>
            <p:nvPr/>
          </p:nvSpPr>
          <p:spPr>
            <a:xfrm>
              <a:off x="5679867" y="4593069"/>
              <a:ext cx="253085" cy="348343"/>
            </a:xfrm>
            <a:prstGeom prst="rect">
              <a:avLst/>
            </a:prstGeom>
            <a:noFill/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71" name="모서리가 둥근 직사각형 168">
              <a:extLst>
                <a:ext uri="{FF2B5EF4-FFF2-40B4-BE49-F238E27FC236}">
                  <a16:creationId xmlns:a16="http://schemas.microsoft.com/office/drawing/2014/main" id="{D9828535-C06D-622E-5343-B01D388B0AE9}"/>
                </a:ext>
              </a:extLst>
            </p:cNvPr>
            <p:cNvSpPr/>
            <p:nvPr/>
          </p:nvSpPr>
          <p:spPr>
            <a:xfrm>
              <a:off x="5574726" y="4283418"/>
              <a:ext cx="517575" cy="261038"/>
            </a:xfrm>
            <a:prstGeom prst="roundRect">
              <a:avLst/>
            </a:prstGeom>
            <a:solidFill>
              <a:srgbClr val="FFFFCC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합치</a:t>
              </a:r>
              <a:endPara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</a:t>
              </a: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Vision</a:t>
              </a:r>
              <a:endPara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772" name="직사각형 771">
              <a:extLst>
                <a:ext uri="{FF2B5EF4-FFF2-40B4-BE49-F238E27FC236}">
                  <a16:creationId xmlns:a16="http://schemas.microsoft.com/office/drawing/2014/main" id="{216FF0AE-2B10-600C-6AE5-E9E4AF21A7F0}"/>
                </a:ext>
              </a:extLst>
            </p:cNvPr>
            <p:cNvSpPr/>
            <p:nvPr/>
          </p:nvSpPr>
          <p:spPr>
            <a:xfrm>
              <a:off x="7080491" y="4503880"/>
              <a:ext cx="201061" cy="450795"/>
            </a:xfrm>
            <a:prstGeom prst="rect">
              <a:avLst/>
            </a:prstGeom>
            <a:noFill/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73" name="모서리가 둥근 직사각형 182">
              <a:extLst>
                <a:ext uri="{FF2B5EF4-FFF2-40B4-BE49-F238E27FC236}">
                  <a16:creationId xmlns:a16="http://schemas.microsoft.com/office/drawing/2014/main" id="{C1384C1C-8976-6009-D1A0-EDBC7E7D0AA8}"/>
                </a:ext>
              </a:extLst>
            </p:cNvPr>
            <p:cNvSpPr/>
            <p:nvPr/>
          </p:nvSpPr>
          <p:spPr>
            <a:xfrm>
              <a:off x="6879664" y="5009327"/>
              <a:ext cx="648968" cy="274442"/>
            </a:xfrm>
            <a:prstGeom prst="roundRect">
              <a:avLst/>
            </a:prstGeom>
            <a:solidFill>
              <a:srgbClr val="FFFFCC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장변실링</a:t>
              </a:r>
              <a:r>
                <a:rPr kumimoji="0" lang="ko-KR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</a:t>
              </a:r>
              <a:endPara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Vision</a:t>
              </a:r>
              <a:endPara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774" name="직사각형 773">
              <a:extLst>
                <a:ext uri="{FF2B5EF4-FFF2-40B4-BE49-F238E27FC236}">
                  <a16:creationId xmlns:a16="http://schemas.microsoft.com/office/drawing/2014/main" id="{CA3E2B52-7AE9-2C89-6620-619542329F43}"/>
                </a:ext>
              </a:extLst>
            </p:cNvPr>
            <p:cNvSpPr/>
            <p:nvPr/>
          </p:nvSpPr>
          <p:spPr>
            <a:xfrm>
              <a:off x="7659339" y="4603597"/>
              <a:ext cx="565824" cy="315478"/>
            </a:xfrm>
            <a:prstGeom prst="rect">
              <a:avLst/>
            </a:prstGeom>
            <a:noFill/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75" name="직사각형 774">
              <a:extLst>
                <a:ext uri="{FF2B5EF4-FFF2-40B4-BE49-F238E27FC236}">
                  <a16:creationId xmlns:a16="http://schemas.microsoft.com/office/drawing/2014/main" id="{A7993421-7B32-C2CC-4D6C-831CEF9C2039}"/>
                </a:ext>
              </a:extLst>
            </p:cNvPr>
            <p:cNvSpPr/>
            <p:nvPr/>
          </p:nvSpPr>
          <p:spPr>
            <a:xfrm>
              <a:off x="8498952" y="4658888"/>
              <a:ext cx="407181" cy="420968"/>
            </a:xfrm>
            <a:prstGeom prst="rect">
              <a:avLst/>
            </a:prstGeom>
            <a:noFill/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76" name="직사각형 775">
              <a:extLst>
                <a:ext uri="{FF2B5EF4-FFF2-40B4-BE49-F238E27FC236}">
                  <a16:creationId xmlns:a16="http://schemas.microsoft.com/office/drawing/2014/main" id="{9082C0C8-6C19-5DD7-C000-66C875E3810B}"/>
                </a:ext>
              </a:extLst>
            </p:cNvPr>
            <p:cNvSpPr/>
            <p:nvPr/>
          </p:nvSpPr>
          <p:spPr>
            <a:xfrm>
              <a:off x="9010359" y="4588943"/>
              <a:ext cx="356112" cy="303747"/>
            </a:xfrm>
            <a:prstGeom prst="rect">
              <a:avLst/>
            </a:prstGeom>
            <a:noFill/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77" name="모서리가 둥근 직사각형 35">
              <a:extLst>
                <a:ext uri="{FF2B5EF4-FFF2-40B4-BE49-F238E27FC236}">
                  <a16:creationId xmlns:a16="http://schemas.microsoft.com/office/drawing/2014/main" id="{98B65DEE-0E57-C0C8-3D08-FED487C543CA}"/>
                </a:ext>
              </a:extLst>
            </p:cNvPr>
            <p:cNvSpPr/>
            <p:nvPr/>
          </p:nvSpPr>
          <p:spPr>
            <a:xfrm>
              <a:off x="8740268" y="4229180"/>
              <a:ext cx="519697" cy="281320"/>
            </a:xfrm>
            <a:prstGeom prst="roundRect">
              <a:avLst/>
            </a:prstGeom>
            <a:solidFill>
              <a:srgbClr val="FFFFCC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치수</a:t>
              </a:r>
              <a:endPara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Vision</a:t>
              </a:r>
              <a:endPara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grpSp>
          <p:nvGrpSpPr>
            <p:cNvPr id="778" name="그룹 777">
              <a:extLst>
                <a:ext uri="{FF2B5EF4-FFF2-40B4-BE49-F238E27FC236}">
                  <a16:creationId xmlns:a16="http://schemas.microsoft.com/office/drawing/2014/main" id="{68B0711A-D278-1F43-04B2-75E1A6E01808}"/>
                </a:ext>
              </a:extLst>
            </p:cNvPr>
            <p:cNvGrpSpPr/>
            <p:nvPr/>
          </p:nvGrpSpPr>
          <p:grpSpPr>
            <a:xfrm>
              <a:off x="780282" y="3796766"/>
              <a:ext cx="1903363" cy="1553372"/>
              <a:chOff x="262266" y="3212976"/>
              <a:chExt cx="2303069" cy="1553372"/>
            </a:xfrm>
          </p:grpSpPr>
          <p:pic>
            <p:nvPicPr>
              <p:cNvPr id="814" name="그림 813">
                <a:extLst>
                  <a:ext uri="{FF2B5EF4-FFF2-40B4-BE49-F238E27FC236}">
                    <a16:creationId xmlns:a16="http://schemas.microsoft.com/office/drawing/2014/main" id="{DA4AC68E-394B-F62B-FEE6-9810A2A6867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screen">
                <a:grayscl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347893" y="3551148"/>
                <a:ext cx="2200703" cy="1215200"/>
              </a:xfrm>
              <a:prstGeom prst="rect">
                <a:avLst/>
              </a:prstGeom>
            </p:spPr>
          </p:pic>
          <p:sp>
            <p:nvSpPr>
              <p:cNvPr id="815" name="직사각형 814">
                <a:extLst>
                  <a:ext uri="{FF2B5EF4-FFF2-40B4-BE49-F238E27FC236}">
                    <a16:creationId xmlns:a16="http://schemas.microsoft.com/office/drawing/2014/main" id="{F7B86E2D-89CE-9D98-2BB1-3D554F3C199F}"/>
                  </a:ext>
                </a:extLst>
              </p:cNvPr>
              <p:cNvSpPr/>
              <p:nvPr/>
            </p:nvSpPr>
            <p:spPr bwMode="auto">
              <a:xfrm>
                <a:off x="352877" y="3801828"/>
                <a:ext cx="1624396" cy="914704"/>
              </a:xfrm>
              <a:prstGeom prst="rect">
                <a:avLst/>
              </a:prstGeom>
              <a:noFill/>
              <a:ln w="12700" cap="flat" cmpd="sng" algn="ctr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vert="horz" wrap="square" lIns="18000" tIns="18000" rIns="18000" bIns="1800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endParaRPr>
              </a:p>
            </p:txBody>
          </p:sp>
          <p:sp>
            <p:nvSpPr>
              <p:cNvPr id="816" name="TextBox 815">
                <a:extLst>
                  <a:ext uri="{FF2B5EF4-FFF2-40B4-BE49-F238E27FC236}">
                    <a16:creationId xmlns:a16="http://schemas.microsoft.com/office/drawing/2014/main" id="{B62830C7-52E4-3CA2-DF6F-FA6FDEA1AC17}"/>
                  </a:ext>
                </a:extLst>
              </p:cNvPr>
              <p:cNvSpPr txBox="1"/>
              <p:nvPr/>
            </p:nvSpPr>
            <p:spPr>
              <a:xfrm>
                <a:off x="2138100" y="3600395"/>
                <a:ext cx="236635" cy="138499"/>
              </a:xfrm>
              <a:prstGeom prst="rect">
                <a:avLst/>
              </a:prstGeom>
              <a:solidFill>
                <a:srgbClr val="FFFFCC"/>
              </a:solidFill>
              <a:ln w="12700">
                <a:noFill/>
              </a:ln>
            </p:spPr>
            <p:txBody>
              <a:bodyPr wrap="none" lIns="0" tIns="0" rIns="0" bIns="0" rtlCol="0">
                <a:spAutoFit/>
              </a:bodyPr>
              <a:lstStyle>
                <a:defPPr>
                  <a:defRPr lang="ko-KR"/>
                </a:defPPr>
                <a:lvl1pPr>
                  <a:defRPr>
                    <a:latin typeface="LG스마트체 Regular" panose="020B0600000101010101" pitchFamily="50" charset="-127"/>
                    <a:ea typeface="LG스마트체 Regular" panose="020B0600000101010101" pitchFamily="50" charset="-127"/>
                  </a:defRPr>
                </a:lvl1pPr>
              </a:lstStyle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9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 panose="020B0600000101010101" pitchFamily="50" charset="-127"/>
                    <a:cs typeface="+mn-cs"/>
                  </a:rPr>
                  <a:t>ATR</a:t>
                </a:r>
                <a:endParaRPr kumimoji="1" 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endParaRPr>
              </a:p>
            </p:txBody>
          </p:sp>
          <p:sp>
            <p:nvSpPr>
              <p:cNvPr id="817" name="사각형: 둥근 모서리 816">
                <a:extLst>
                  <a:ext uri="{FF2B5EF4-FFF2-40B4-BE49-F238E27FC236}">
                    <a16:creationId xmlns:a16="http://schemas.microsoft.com/office/drawing/2014/main" id="{768720DE-CD69-4D2C-1A51-AFEF5F392968}"/>
                  </a:ext>
                </a:extLst>
              </p:cNvPr>
              <p:cNvSpPr/>
              <p:nvPr/>
            </p:nvSpPr>
            <p:spPr>
              <a:xfrm>
                <a:off x="262266" y="3212976"/>
                <a:ext cx="2303069" cy="161408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 panose="020B0600000101010101" pitchFamily="50" charset="-127"/>
                    <a:cs typeface="+mn-cs"/>
                  </a:rPr>
                  <a:t>Loader</a:t>
                </a:r>
                <a:endPara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endParaRPr>
              </a:p>
            </p:txBody>
          </p:sp>
          <p:sp>
            <p:nvSpPr>
              <p:cNvPr id="818" name="모서리가 둥근 직사각형 33">
                <a:extLst>
                  <a:ext uri="{FF2B5EF4-FFF2-40B4-BE49-F238E27FC236}">
                    <a16:creationId xmlns:a16="http://schemas.microsoft.com/office/drawing/2014/main" id="{0C436512-CFDC-2E46-C74D-31C99B60EA1B}"/>
                  </a:ext>
                </a:extLst>
              </p:cNvPr>
              <p:cNvSpPr/>
              <p:nvPr/>
            </p:nvSpPr>
            <p:spPr>
              <a:xfrm>
                <a:off x="378860" y="3819455"/>
                <a:ext cx="1517098" cy="144000"/>
              </a:xfrm>
              <a:prstGeom prst="roundRect">
                <a:avLst/>
              </a:prstGeom>
              <a:solidFill>
                <a:srgbClr val="FFFFCC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9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 panose="020B0600000101010101" pitchFamily="50" charset="-127"/>
                    <a:cs typeface="+mn-cs"/>
                  </a:rPr>
                  <a:t>Electrode Unwinder</a:t>
                </a:r>
                <a:endParaRPr kumimoji="0" lang="ko-KR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endParaRPr>
              </a:p>
            </p:txBody>
          </p:sp>
        </p:grpSp>
        <p:sp>
          <p:nvSpPr>
            <p:cNvPr id="779" name="모서리가 둥근 직사각형 164">
              <a:extLst>
                <a:ext uri="{FF2B5EF4-FFF2-40B4-BE49-F238E27FC236}">
                  <a16:creationId xmlns:a16="http://schemas.microsoft.com/office/drawing/2014/main" id="{655C320C-DD85-5D63-CA0B-B488FE81D219}"/>
                </a:ext>
              </a:extLst>
            </p:cNvPr>
            <p:cNvSpPr/>
            <p:nvPr/>
          </p:nvSpPr>
          <p:spPr>
            <a:xfrm>
              <a:off x="7542466" y="4939008"/>
              <a:ext cx="843708" cy="144000"/>
            </a:xfrm>
            <a:prstGeom prst="roundRect">
              <a:avLst/>
            </a:prstGeom>
            <a:solidFill>
              <a:srgbClr val="FFFFCC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Sepa</a:t>
              </a: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Sealer</a:t>
              </a:r>
              <a:endPara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780" name="모서리가 둥근 직사각형 33">
              <a:extLst>
                <a:ext uri="{FF2B5EF4-FFF2-40B4-BE49-F238E27FC236}">
                  <a16:creationId xmlns:a16="http://schemas.microsoft.com/office/drawing/2014/main" id="{04A2B1EB-69BC-F57D-12AC-01A602F03C58}"/>
                </a:ext>
              </a:extLst>
            </p:cNvPr>
            <p:cNvSpPr/>
            <p:nvPr/>
          </p:nvSpPr>
          <p:spPr>
            <a:xfrm>
              <a:off x="8248166" y="5095955"/>
              <a:ext cx="1045170" cy="144000"/>
            </a:xfrm>
            <a:prstGeom prst="roundRect">
              <a:avLst/>
            </a:prstGeom>
            <a:solidFill>
              <a:srgbClr val="FFFFCC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Short Checker</a:t>
              </a:r>
              <a:endPara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781" name="직사각형 780">
              <a:extLst>
                <a:ext uri="{FF2B5EF4-FFF2-40B4-BE49-F238E27FC236}">
                  <a16:creationId xmlns:a16="http://schemas.microsoft.com/office/drawing/2014/main" id="{BD5DD1C6-6A19-24C3-AA4D-59F8082A16B8}"/>
                </a:ext>
              </a:extLst>
            </p:cNvPr>
            <p:cNvSpPr/>
            <p:nvPr/>
          </p:nvSpPr>
          <p:spPr>
            <a:xfrm rot="2109123">
              <a:off x="5119739" y="4435539"/>
              <a:ext cx="393492" cy="180672"/>
            </a:xfrm>
            <a:prstGeom prst="rect">
              <a:avLst/>
            </a:prstGeom>
            <a:noFill/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82" name="직사각형 781">
              <a:extLst>
                <a:ext uri="{FF2B5EF4-FFF2-40B4-BE49-F238E27FC236}">
                  <a16:creationId xmlns:a16="http://schemas.microsoft.com/office/drawing/2014/main" id="{F752FD3E-6CC1-47A4-D13E-186ADD77BA16}"/>
                </a:ext>
              </a:extLst>
            </p:cNvPr>
            <p:cNvSpPr/>
            <p:nvPr/>
          </p:nvSpPr>
          <p:spPr>
            <a:xfrm>
              <a:off x="4483845" y="4520334"/>
              <a:ext cx="498925" cy="332096"/>
            </a:xfrm>
            <a:prstGeom prst="rect">
              <a:avLst/>
            </a:prstGeom>
            <a:noFill/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83" name="직사각형 782">
              <a:extLst>
                <a:ext uri="{FF2B5EF4-FFF2-40B4-BE49-F238E27FC236}">
                  <a16:creationId xmlns:a16="http://schemas.microsoft.com/office/drawing/2014/main" id="{8C9E9272-B067-C87A-09D3-0B4018D3EC5F}"/>
                </a:ext>
              </a:extLst>
            </p:cNvPr>
            <p:cNvSpPr/>
            <p:nvPr/>
          </p:nvSpPr>
          <p:spPr>
            <a:xfrm>
              <a:off x="5217607" y="4677049"/>
              <a:ext cx="162345" cy="81021"/>
            </a:xfrm>
            <a:prstGeom prst="rect">
              <a:avLst/>
            </a:prstGeom>
            <a:noFill/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84" name="TextBox 783">
              <a:extLst>
                <a:ext uri="{FF2B5EF4-FFF2-40B4-BE49-F238E27FC236}">
                  <a16:creationId xmlns:a16="http://schemas.microsoft.com/office/drawing/2014/main" id="{E6B60D7B-41FA-99A0-B665-3FBD3BEC3602}"/>
                </a:ext>
              </a:extLst>
            </p:cNvPr>
            <p:cNvSpPr txBox="1"/>
            <p:nvPr/>
          </p:nvSpPr>
          <p:spPr>
            <a:xfrm>
              <a:off x="5070972" y="4071418"/>
              <a:ext cx="280526" cy="276999"/>
            </a:xfrm>
            <a:prstGeom prst="rect">
              <a:avLst/>
            </a:prstGeom>
            <a:solidFill>
              <a:srgbClr val="FFFFCC"/>
            </a:solidFill>
            <a:ln w="12700">
              <a:noFill/>
            </a:ln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>
                <a:defRPr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양극</a:t>
              </a:r>
              <a:endPara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Cutter</a:t>
              </a:r>
              <a:endParaRPr kumimoji="1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785" name="TextBox 784">
              <a:extLst>
                <a:ext uri="{FF2B5EF4-FFF2-40B4-BE49-F238E27FC236}">
                  <a16:creationId xmlns:a16="http://schemas.microsoft.com/office/drawing/2014/main" id="{39A81F6A-7BF2-2645-C716-CE7BDA35BE00}"/>
                </a:ext>
              </a:extLst>
            </p:cNvPr>
            <p:cNvSpPr txBox="1"/>
            <p:nvPr/>
          </p:nvSpPr>
          <p:spPr>
            <a:xfrm>
              <a:off x="4559294" y="4541095"/>
              <a:ext cx="280526" cy="276999"/>
            </a:xfrm>
            <a:prstGeom prst="rect">
              <a:avLst/>
            </a:prstGeom>
            <a:solidFill>
              <a:srgbClr val="FFFFCC"/>
            </a:solidFill>
            <a:ln w="12700">
              <a:noFill/>
            </a:ln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>
                <a:defRPr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음극</a:t>
              </a:r>
              <a:endPara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Cutter</a:t>
              </a:r>
              <a:endParaRPr kumimoji="1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786" name="모서리가 둥근 직사각형 35">
              <a:extLst>
                <a:ext uri="{FF2B5EF4-FFF2-40B4-BE49-F238E27FC236}">
                  <a16:creationId xmlns:a16="http://schemas.microsoft.com/office/drawing/2014/main" id="{7863E60D-1F0D-C798-1AB6-54505F6BCDEF}"/>
                </a:ext>
              </a:extLst>
            </p:cNvPr>
            <p:cNvSpPr/>
            <p:nvPr/>
          </p:nvSpPr>
          <p:spPr>
            <a:xfrm>
              <a:off x="9245671" y="4141701"/>
              <a:ext cx="519697" cy="396340"/>
            </a:xfrm>
            <a:prstGeom prst="roundRect">
              <a:avLst/>
            </a:prstGeom>
            <a:solidFill>
              <a:srgbClr val="FFFFCC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NG mark Vision</a:t>
              </a:r>
              <a:endPara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787" name="직사각형 786">
              <a:extLst>
                <a:ext uri="{FF2B5EF4-FFF2-40B4-BE49-F238E27FC236}">
                  <a16:creationId xmlns:a16="http://schemas.microsoft.com/office/drawing/2014/main" id="{9115BB10-CCE6-6FB4-2DFF-8516D5A12E5F}"/>
                </a:ext>
              </a:extLst>
            </p:cNvPr>
            <p:cNvSpPr/>
            <p:nvPr/>
          </p:nvSpPr>
          <p:spPr>
            <a:xfrm>
              <a:off x="1348894" y="5084333"/>
              <a:ext cx="97915" cy="112183"/>
            </a:xfrm>
            <a:prstGeom prst="rect">
              <a:avLst/>
            </a:prstGeom>
            <a:noFill/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88" name="직사각형 787">
              <a:extLst>
                <a:ext uri="{FF2B5EF4-FFF2-40B4-BE49-F238E27FC236}">
                  <a16:creationId xmlns:a16="http://schemas.microsoft.com/office/drawing/2014/main" id="{A67DAB31-61A0-9AE3-5BEC-061ECFC79ACD}"/>
                </a:ext>
              </a:extLst>
            </p:cNvPr>
            <p:cNvSpPr/>
            <p:nvPr/>
          </p:nvSpPr>
          <p:spPr>
            <a:xfrm>
              <a:off x="1964111" y="5084333"/>
              <a:ext cx="97915" cy="112183"/>
            </a:xfrm>
            <a:prstGeom prst="rect">
              <a:avLst/>
            </a:prstGeom>
            <a:noFill/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89" name="모서리가 둥근 직사각형 96">
              <a:extLst>
                <a:ext uri="{FF2B5EF4-FFF2-40B4-BE49-F238E27FC236}">
                  <a16:creationId xmlns:a16="http://schemas.microsoft.com/office/drawing/2014/main" id="{06BA74D9-8148-E0FE-3725-186D79446712}"/>
                </a:ext>
              </a:extLst>
            </p:cNvPr>
            <p:cNvSpPr/>
            <p:nvPr/>
          </p:nvSpPr>
          <p:spPr>
            <a:xfrm>
              <a:off x="4691755" y="4880755"/>
              <a:ext cx="333181" cy="147999"/>
            </a:xfrm>
            <a:prstGeom prst="roundRect">
              <a:avLst/>
            </a:prstGeom>
            <a:solidFill>
              <a:srgbClr val="33CC33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latinLnBrk="1"/>
              <a:r>
                <a:rPr lang="en-US" altLang="ko-KR" sz="700" b="1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2</a:t>
              </a:r>
              <a:endParaRPr lang="ko-KR" altLang="en-US" sz="7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790" name="모서리가 둥근 직사각형 96">
              <a:extLst>
                <a:ext uri="{FF2B5EF4-FFF2-40B4-BE49-F238E27FC236}">
                  <a16:creationId xmlns:a16="http://schemas.microsoft.com/office/drawing/2014/main" id="{E237869C-8F4E-D675-C23B-EBEB395C58DB}"/>
                </a:ext>
              </a:extLst>
            </p:cNvPr>
            <p:cNvSpPr/>
            <p:nvPr/>
          </p:nvSpPr>
          <p:spPr>
            <a:xfrm>
              <a:off x="5069542" y="4722981"/>
              <a:ext cx="333181" cy="147999"/>
            </a:xfrm>
            <a:prstGeom prst="roundRect">
              <a:avLst/>
            </a:prstGeom>
            <a:solidFill>
              <a:srgbClr val="33CC33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latinLnBrk="1"/>
              <a:r>
                <a:rPr lang="en-US" altLang="ko-KR" sz="700" b="1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3</a:t>
              </a:r>
              <a:endParaRPr lang="ko-KR" altLang="en-US" sz="7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791" name="모서리가 둥근 직사각형 96">
              <a:extLst>
                <a:ext uri="{FF2B5EF4-FFF2-40B4-BE49-F238E27FC236}">
                  <a16:creationId xmlns:a16="http://schemas.microsoft.com/office/drawing/2014/main" id="{8201612A-101B-C645-4DC7-B95991671802}"/>
                </a:ext>
              </a:extLst>
            </p:cNvPr>
            <p:cNvSpPr/>
            <p:nvPr/>
          </p:nvSpPr>
          <p:spPr>
            <a:xfrm>
              <a:off x="5246468" y="4897292"/>
              <a:ext cx="333181" cy="147999"/>
            </a:xfrm>
            <a:prstGeom prst="roundRect">
              <a:avLst/>
            </a:prstGeom>
            <a:solidFill>
              <a:srgbClr val="33CC33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latinLnBrk="1"/>
              <a:r>
                <a:rPr lang="en-US" altLang="ko-KR" sz="700" b="1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4</a:t>
              </a:r>
              <a:endParaRPr lang="ko-KR" altLang="en-US" sz="7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792" name="직사각형 791">
              <a:extLst>
                <a:ext uri="{FF2B5EF4-FFF2-40B4-BE49-F238E27FC236}">
                  <a16:creationId xmlns:a16="http://schemas.microsoft.com/office/drawing/2014/main" id="{6FBC77E4-9289-BAA7-3F9C-B31110C17A57}"/>
                </a:ext>
              </a:extLst>
            </p:cNvPr>
            <p:cNvSpPr/>
            <p:nvPr/>
          </p:nvSpPr>
          <p:spPr>
            <a:xfrm>
              <a:off x="5607016" y="4713012"/>
              <a:ext cx="63341" cy="12597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93" name="직사각형 792">
              <a:extLst>
                <a:ext uri="{FF2B5EF4-FFF2-40B4-BE49-F238E27FC236}">
                  <a16:creationId xmlns:a16="http://schemas.microsoft.com/office/drawing/2014/main" id="{285BBCDF-CEFB-80D6-53A2-588BE138BFBE}"/>
                </a:ext>
              </a:extLst>
            </p:cNvPr>
            <p:cNvSpPr/>
            <p:nvPr/>
          </p:nvSpPr>
          <p:spPr>
            <a:xfrm>
              <a:off x="4806657" y="4775859"/>
              <a:ext cx="162345" cy="8102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94" name="직사각형 793">
              <a:extLst>
                <a:ext uri="{FF2B5EF4-FFF2-40B4-BE49-F238E27FC236}">
                  <a16:creationId xmlns:a16="http://schemas.microsoft.com/office/drawing/2014/main" id="{D894FA13-CDB4-05D4-FF23-B6AD5DA77C13}"/>
                </a:ext>
              </a:extLst>
            </p:cNvPr>
            <p:cNvSpPr/>
            <p:nvPr/>
          </p:nvSpPr>
          <p:spPr>
            <a:xfrm>
              <a:off x="5454537" y="4713012"/>
              <a:ext cx="63341" cy="12597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95" name="모서리가 둥근 직사각형 96">
              <a:extLst>
                <a:ext uri="{FF2B5EF4-FFF2-40B4-BE49-F238E27FC236}">
                  <a16:creationId xmlns:a16="http://schemas.microsoft.com/office/drawing/2014/main" id="{E9B83716-716C-B9E3-9810-62F4312F64F6}"/>
                </a:ext>
              </a:extLst>
            </p:cNvPr>
            <p:cNvSpPr/>
            <p:nvPr/>
          </p:nvSpPr>
          <p:spPr>
            <a:xfrm>
              <a:off x="8771646" y="3470328"/>
              <a:ext cx="333181" cy="107279"/>
            </a:xfrm>
            <a:prstGeom prst="roundRect">
              <a:avLst/>
            </a:prstGeom>
            <a:solidFill>
              <a:srgbClr val="33CC33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796" name="TextBox 795">
              <a:extLst>
                <a:ext uri="{FF2B5EF4-FFF2-40B4-BE49-F238E27FC236}">
                  <a16:creationId xmlns:a16="http://schemas.microsoft.com/office/drawing/2014/main" id="{1377E6AE-ED9B-ADA6-3276-74B713EC5423}"/>
                </a:ext>
              </a:extLst>
            </p:cNvPr>
            <p:cNvSpPr txBox="1"/>
            <p:nvPr/>
          </p:nvSpPr>
          <p:spPr>
            <a:xfrm>
              <a:off x="9123341" y="3475177"/>
              <a:ext cx="602729" cy="10772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>
                <a:defRPr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pPr marL="0" marR="0" lvl="0" indent="0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현재 사용 데이터</a:t>
              </a:r>
              <a:endParaRPr kumimoji="1" lang="en-US" sz="7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797" name="모서리가 둥근 직사각형 96">
              <a:extLst>
                <a:ext uri="{FF2B5EF4-FFF2-40B4-BE49-F238E27FC236}">
                  <a16:creationId xmlns:a16="http://schemas.microsoft.com/office/drawing/2014/main" id="{1740A27D-5810-4561-7B09-7ED4247408F0}"/>
                </a:ext>
              </a:extLst>
            </p:cNvPr>
            <p:cNvSpPr/>
            <p:nvPr/>
          </p:nvSpPr>
          <p:spPr>
            <a:xfrm>
              <a:off x="8771646" y="3642932"/>
              <a:ext cx="333181" cy="107279"/>
            </a:xfrm>
            <a:prstGeom prst="round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latinLnBrk="1"/>
              <a:endParaRPr lang="ko-KR" altLang="en-US" sz="7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798" name="TextBox 797">
              <a:extLst>
                <a:ext uri="{FF2B5EF4-FFF2-40B4-BE49-F238E27FC236}">
                  <a16:creationId xmlns:a16="http://schemas.microsoft.com/office/drawing/2014/main" id="{3E3E419C-8E59-18D6-1817-A887B242CF9C}"/>
                </a:ext>
              </a:extLst>
            </p:cNvPr>
            <p:cNvSpPr txBox="1"/>
            <p:nvPr/>
          </p:nvSpPr>
          <p:spPr>
            <a:xfrm>
              <a:off x="9123341" y="3647781"/>
              <a:ext cx="602729" cy="10772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>
                <a:defRPr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pPr marL="0" marR="0" lvl="0" indent="0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kern="0" dirty="0">
                  <a:solidFill>
                    <a:srgbClr val="000000"/>
                  </a:solidFill>
                  <a:latin typeface="Arial Narrow" panose="020B0606020202030204" pitchFamily="34" charset="0"/>
                </a:rPr>
                <a:t>추가 수집 데이터</a:t>
              </a:r>
              <a:endParaRPr kumimoji="1" lang="en-US" sz="7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799" name="모서리가 둥근 직사각형 96">
              <a:extLst>
                <a:ext uri="{FF2B5EF4-FFF2-40B4-BE49-F238E27FC236}">
                  <a16:creationId xmlns:a16="http://schemas.microsoft.com/office/drawing/2014/main" id="{501C3D58-0EF8-20FF-0D78-C99903D1A580}"/>
                </a:ext>
              </a:extLst>
            </p:cNvPr>
            <p:cNvSpPr/>
            <p:nvPr/>
          </p:nvSpPr>
          <p:spPr>
            <a:xfrm>
              <a:off x="7693505" y="4758070"/>
              <a:ext cx="333181" cy="147999"/>
            </a:xfrm>
            <a:prstGeom prst="round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latinLnBrk="1"/>
              <a:r>
                <a:rPr lang="en-US" altLang="ko-KR" sz="700" b="1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D</a:t>
              </a:r>
              <a:endParaRPr lang="ko-KR" altLang="en-US" sz="7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800" name="모서리가 둥근 직사각형 96">
              <a:extLst>
                <a:ext uri="{FF2B5EF4-FFF2-40B4-BE49-F238E27FC236}">
                  <a16:creationId xmlns:a16="http://schemas.microsoft.com/office/drawing/2014/main" id="{EF353AE3-CD2D-0071-7278-EEE60B3A0729}"/>
                </a:ext>
              </a:extLst>
            </p:cNvPr>
            <p:cNvSpPr/>
            <p:nvPr/>
          </p:nvSpPr>
          <p:spPr>
            <a:xfrm>
              <a:off x="8323985" y="4750983"/>
              <a:ext cx="333181" cy="147999"/>
            </a:xfrm>
            <a:prstGeom prst="round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latinLnBrk="1"/>
              <a:r>
                <a:rPr lang="en-US" altLang="ko-KR" sz="700" b="1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D</a:t>
              </a:r>
              <a:endParaRPr lang="ko-KR" altLang="en-US" sz="7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801" name="TextBox 800">
              <a:extLst>
                <a:ext uri="{FF2B5EF4-FFF2-40B4-BE49-F238E27FC236}">
                  <a16:creationId xmlns:a16="http://schemas.microsoft.com/office/drawing/2014/main" id="{DEEA8B75-3E04-1551-D04F-332A6B66B02F}"/>
                </a:ext>
              </a:extLst>
            </p:cNvPr>
            <p:cNvSpPr txBox="1"/>
            <p:nvPr/>
          </p:nvSpPr>
          <p:spPr>
            <a:xfrm>
              <a:off x="799622" y="3456222"/>
              <a:ext cx="164698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r>
                <a:rPr kumimoji="1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</a:t>
              </a:r>
              <a:r>
                <a:rPr kumimoji="1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Tab</a:t>
              </a:r>
              <a:r>
                <a:rPr kumimoji="1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</a:t>
              </a:r>
              <a:r>
                <a:rPr kumimoji="1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Sensor</a:t>
              </a:r>
              <a:r>
                <a:rPr kumimoji="1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추가 설치</a:t>
              </a:r>
            </a:p>
          </p:txBody>
        </p:sp>
        <p:sp>
          <p:nvSpPr>
            <p:cNvPr id="802" name="TextBox 801">
              <a:extLst>
                <a:ext uri="{FF2B5EF4-FFF2-40B4-BE49-F238E27FC236}">
                  <a16:creationId xmlns:a16="http://schemas.microsoft.com/office/drawing/2014/main" id="{5AF1A421-1B41-193F-942A-3978566E7903}"/>
                </a:ext>
              </a:extLst>
            </p:cNvPr>
            <p:cNvSpPr txBox="1"/>
            <p:nvPr/>
          </p:nvSpPr>
          <p:spPr>
            <a:xfrm>
              <a:off x="2953274" y="3438350"/>
              <a:ext cx="570365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ko-KR" sz="900" dirty="0">
                  <a:solidFill>
                    <a:srgbClr val="33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1. </a:t>
              </a:r>
              <a:r>
                <a:rPr kumimoji="1" lang="ko-KR" altLang="en-US" sz="900" dirty="0">
                  <a:solidFill>
                    <a:srgbClr val="33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대표호기는 </a:t>
              </a:r>
              <a:r>
                <a:rPr kumimoji="1" lang="en-US" altLang="ko-KR" sz="900" dirty="0">
                  <a:solidFill>
                    <a:srgbClr val="33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Tab</a:t>
              </a:r>
              <a:r>
                <a:rPr kumimoji="1" lang="ko-KR" altLang="en-US" sz="900" dirty="0">
                  <a:solidFill>
                    <a:srgbClr val="33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불량률이 높은 </a:t>
              </a:r>
              <a:r>
                <a:rPr kumimoji="1" lang="en-US" altLang="ko-KR" sz="900" dirty="0">
                  <a:solidFill>
                    <a:srgbClr val="33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1-2</a:t>
              </a:r>
              <a:r>
                <a:rPr kumimoji="1" lang="ko-KR" altLang="en-US" sz="900" dirty="0">
                  <a:solidFill>
                    <a:srgbClr val="33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호기</a:t>
              </a:r>
              <a:r>
                <a:rPr kumimoji="1" lang="en-US" altLang="ko-KR" sz="900" dirty="0">
                  <a:solidFill>
                    <a:srgbClr val="33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(0.1%)</a:t>
              </a:r>
              <a:r>
                <a:rPr kumimoji="1" lang="ko-KR" altLang="en-US" sz="900" dirty="0">
                  <a:solidFill>
                    <a:srgbClr val="33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로 선정했으며</a:t>
              </a:r>
              <a:r>
                <a:rPr kumimoji="1" lang="en-US" altLang="ko-KR" sz="900" dirty="0">
                  <a:solidFill>
                    <a:srgbClr val="33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, </a:t>
              </a:r>
              <a:r>
                <a:rPr kumimoji="1" lang="ko-KR" altLang="en-US" sz="900" dirty="0">
                  <a:solidFill>
                    <a:srgbClr val="33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대표호기 데이터 검증 후 수평전개 예정</a:t>
              </a:r>
              <a:endParaRPr kumimoji="1" lang="en-US" altLang="ko-KR" sz="900" dirty="0">
                <a:solidFill>
                  <a:srgbClr val="33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r>
                <a:rPr kumimoji="1" lang="en-US" altLang="ko-KR" sz="900" dirty="0">
                  <a:solidFill>
                    <a:srgbClr val="33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2.  4/7 </a:t>
              </a:r>
              <a:r>
                <a:rPr kumimoji="1" lang="ko-KR" altLang="en-US" sz="900" dirty="0">
                  <a:solidFill>
                    <a:srgbClr val="33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기준 시스템 데이터 수집을 위한 작업 완료하여</a:t>
              </a:r>
              <a:r>
                <a:rPr kumimoji="1" lang="en-US" altLang="ko-KR" sz="900" dirty="0">
                  <a:solidFill>
                    <a:srgbClr val="33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,</a:t>
              </a:r>
              <a:r>
                <a:rPr kumimoji="1" lang="ko-KR" altLang="en-US" sz="900" dirty="0">
                  <a:solidFill>
                    <a:srgbClr val="33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데이터 검증 진행 中</a:t>
              </a:r>
              <a:r>
                <a:rPr kumimoji="1" lang="en-US" altLang="ko-KR" sz="900" dirty="0">
                  <a:solidFill>
                    <a:srgbClr val="33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(~4/12)</a:t>
              </a:r>
              <a:endParaRPr kumimoji="1" lang="ko-KR" altLang="en-US" sz="900" dirty="0">
                <a:solidFill>
                  <a:srgbClr val="33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grpSp>
          <p:nvGrpSpPr>
            <p:cNvPr id="803" name="그룹 802">
              <a:extLst>
                <a:ext uri="{FF2B5EF4-FFF2-40B4-BE49-F238E27FC236}">
                  <a16:creationId xmlns:a16="http://schemas.microsoft.com/office/drawing/2014/main" id="{BDF4BB69-5CA9-944B-C1BF-47A1670900B3}"/>
                </a:ext>
              </a:extLst>
            </p:cNvPr>
            <p:cNvGrpSpPr/>
            <p:nvPr/>
          </p:nvGrpSpPr>
          <p:grpSpPr>
            <a:xfrm>
              <a:off x="2681572" y="4398664"/>
              <a:ext cx="6611764" cy="1358375"/>
              <a:chOff x="1048359" y="4762555"/>
              <a:chExt cx="6611764" cy="1358375"/>
            </a:xfrm>
          </p:grpSpPr>
          <p:cxnSp>
            <p:nvCxnSpPr>
              <p:cNvPr id="804" name="직선 연결선 803">
                <a:extLst>
                  <a:ext uri="{FF2B5EF4-FFF2-40B4-BE49-F238E27FC236}">
                    <a16:creationId xmlns:a16="http://schemas.microsoft.com/office/drawing/2014/main" id="{31E61EDE-660D-223B-B211-9A5B72329928}"/>
                  </a:ext>
                </a:extLst>
              </p:cNvPr>
              <p:cNvCxnSpPr/>
              <p:nvPr/>
            </p:nvCxnSpPr>
            <p:spPr>
              <a:xfrm>
                <a:off x="1048359" y="4762555"/>
                <a:ext cx="0" cy="1174654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5" name="직선 연결선 804">
                <a:extLst>
                  <a:ext uri="{FF2B5EF4-FFF2-40B4-BE49-F238E27FC236}">
                    <a16:creationId xmlns:a16="http://schemas.microsoft.com/office/drawing/2014/main" id="{EDFB7CEB-4799-7B34-EFC6-31A97950049F}"/>
                  </a:ext>
                </a:extLst>
              </p:cNvPr>
              <p:cNvCxnSpPr/>
              <p:nvPr/>
            </p:nvCxnSpPr>
            <p:spPr>
              <a:xfrm>
                <a:off x="3937931" y="4762555"/>
                <a:ext cx="0" cy="1174654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6" name="직선 연결선 805">
                <a:extLst>
                  <a:ext uri="{FF2B5EF4-FFF2-40B4-BE49-F238E27FC236}">
                    <a16:creationId xmlns:a16="http://schemas.microsoft.com/office/drawing/2014/main" id="{C00C3836-478E-575F-53FA-32DE565E6803}"/>
                  </a:ext>
                </a:extLst>
              </p:cNvPr>
              <p:cNvCxnSpPr/>
              <p:nvPr/>
            </p:nvCxnSpPr>
            <p:spPr>
              <a:xfrm>
                <a:off x="7660123" y="4762555"/>
                <a:ext cx="0" cy="1174654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7" name="직선 화살표 연결선 806">
                <a:extLst>
                  <a:ext uri="{FF2B5EF4-FFF2-40B4-BE49-F238E27FC236}">
                    <a16:creationId xmlns:a16="http://schemas.microsoft.com/office/drawing/2014/main" id="{C83FC280-B351-8605-105B-A249FB344D75}"/>
                  </a:ext>
                </a:extLst>
              </p:cNvPr>
              <p:cNvCxnSpPr/>
              <p:nvPr/>
            </p:nvCxnSpPr>
            <p:spPr>
              <a:xfrm>
                <a:off x="1056310" y="5802274"/>
                <a:ext cx="9793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8" name="직선 화살표 연결선 807">
                <a:extLst>
                  <a:ext uri="{FF2B5EF4-FFF2-40B4-BE49-F238E27FC236}">
                    <a16:creationId xmlns:a16="http://schemas.microsoft.com/office/drawing/2014/main" id="{10791CD1-7A2F-D084-1CA7-3368806ACC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35674" y="5802274"/>
                <a:ext cx="1848991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9" name="직선 화살표 연결선 808">
                <a:extLst>
                  <a:ext uri="{FF2B5EF4-FFF2-40B4-BE49-F238E27FC236}">
                    <a16:creationId xmlns:a16="http://schemas.microsoft.com/office/drawing/2014/main" id="{373FAC62-AF4E-9C5E-2813-F678F1C349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46436" y="5802274"/>
                <a:ext cx="3713687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0" name="직사각형 809">
                <a:extLst>
                  <a:ext uri="{FF2B5EF4-FFF2-40B4-BE49-F238E27FC236}">
                    <a16:creationId xmlns:a16="http://schemas.microsoft.com/office/drawing/2014/main" id="{58C2DB7F-2CE5-42E9-B867-DBC5F09D8E50}"/>
                  </a:ext>
                </a:extLst>
              </p:cNvPr>
              <p:cNvSpPr/>
              <p:nvPr/>
            </p:nvSpPr>
            <p:spPr>
              <a:xfrm>
                <a:off x="1141367" y="5782376"/>
                <a:ext cx="767914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ko-KR" altLang="en-US" sz="800" dirty="0">
                    <a:solidFill>
                      <a:srgbClr val="000000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구간</a:t>
                </a:r>
                <a:r>
                  <a:rPr kumimoji="1" lang="en-US" altLang="ko-KR" sz="800" dirty="0">
                    <a:solidFill>
                      <a:srgbClr val="000000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1:</a:t>
                </a:r>
              </a:p>
              <a:p>
                <a:pPr algn="ctr"/>
                <a:r>
                  <a:rPr kumimoji="1" lang="ko-KR" altLang="en-US" sz="800" dirty="0" err="1">
                    <a:solidFill>
                      <a:srgbClr val="000000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공급부</a:t>
                </a:r>
                <a:r>
                  <a:rPr kumimoji="1" lang="en-US" altLang="ko-KR" sz="800" dirty="0">
                    <a:solidFill>
                      <a:srgbClr val="000000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~</a:t>
                </a:r>
                <a:r>
                  <a:rPr kumimoji="1" lang="ko-KR" altLang="en-US" sz="800" dirty="0" err="1">
                    <a:solidFill>
                      <a:srgbClr val="000000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컷터</a:t>
                </a:r>
                <a:endParaRPr kumimoji="1" lang="en-US" altLang="ko-KR" sz="800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811" name="직사각형 810">
                <a:extLst>
                  <a:ext uri="{FF2B5EF4-FFF2-40B4-BE49-F238E27FC236}">
                    <a16:creationId xmlns:a16="http://schemas.microsoft.com/office/drawing/2014/main" id="{ECE0A96D-E2A2-39AE-4535-BD2B367BB1C4}"/>
                  </a:ext>
                </a:extLst>
              </p:cNvPr>
              <p:cNvSpPr/>
              <p:nvPr/>
            </p:nvSpPr>
            <p:spPr>
              <a:xfrm>
                <a:off x="2514834" y="5782376"/>
                <a:ext cx="747581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ko-KR" altLang="en-US" sz="800" dirty="0">
                    <a:solidFill>
                      <a:srgbClr val="000000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구간</a:t>
                </a:r>
                <a:r>
                  <a:rPr kumimoji="1" lang="en-US" altLang="ko-KR" sz="800" dirty="0">
                    <a:solidFill>
                      <a:srgbClr val="000000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2:</a:t>
                </a:r>
              </a:p>
              <a:p>
                <a:pPr algn="ctr"/>
                <a:r>
                  <a:rPr kumimoji="1" lang="ko-KR" altLang="en-US" sz="800" dirty="0" err="1">
                    <a:solidFill>
                      <a:srgbClr val="000000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컷터</a:t>
                </a:r>
                <a:r>
                  <a:rPr kumimoji="1" lang="en-US" altLang="ko-KR" sz="800" dirty="0">
                    <a:solidFill>
                      <a:srgbClr val="000000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~</a:t>
                </a:r>
                <a:r>
                  <a:rPr kumimoji="1" lang="ko-KR" altLang="en-US" sz="800" dirty="0" err="1">
                    <a:solidFill>
                      <a:srgbClr val="000000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합치부</a:t>
                </a:r>
                <a:endParaRPr kumimoji="1" lang="en-US" altLang="ko-KR" sz="800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812" name="직사각형 811">
                <a:extLst>
                  <a:ext uri="{FF2B5EF4-FFF2-40B4-BE49-F238E27FC236}">
                    <a16:creationId xmlns:a16="http://schemas.microsoft.com/office/drawing/2014/main" id="{EA48C52A-4D3D-572E-1A85-D6E56E27C94C}"/>
                  </a:ext>
                </a:extLst>
              </p:cNvPr>
              <p:cNvSpPr/>
              <p:nvPr/>
            </p:nvSpPr>
            <p:spPr>
              <a:xfrm>
                <a:off x="5190190" y="5782376"/>
                <a:ext cx="1185032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ko-KR" altLang="en-US" sz="800" dirty="0">
                    <a:solidFill>
                      <a:srgbClr val="000000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구간</a:t>
                </a:r>
                <a:r>
                  <a:rPr kumimoji="1" lang="en-US" altLang="ko-KR" sz="800" dirty="0">
                    <a:solidFill>
                      <a:srgbClr val="000000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3:</a:t>
                </a:r>
              </a:p>
              <a:p>
                <a:pPr algn="ctr"/>
                <a:r>
                  <a:rPr kumimoji="1" lang="ko-KR" altLang="en-US" sz="800" dirty="0" err="1">
                    <a:solidFill>
                      <a:srgbClr val="000000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합치부</a:t>
                </a:r>
                <a:r>
                  <a:rPr kumimoji="1" lang="en-US" altLang="ko-KR" sz="800" dirty="0">
                    <a:solidFill>
                      <a:srgbClr val="000000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~Final Vision</a:t>
                </a:r>
              </a:p>
            </p:txBody>
          </p:sp>
          <p:cxnSp>
            <p:nvCxnSpPr>
              <p:cNvPr id="813" name="직선 연결선 812">
                <a:extLst>
                  <a:ext uri="{FF2B5EF4-FFF2-40B4-BE49-F238E27FC236}">
                    <a16:creationId xmlns:a16="http://schemas.microsoft.com/office/drawing/2014/main" id="{ADF519B6-2763-4665-8311-3FAC4DD0FBC8}"/>
                  </a:ext>
                </a:extLst>
              </p:cNvPr>
              <p:cNvCxnSpPr/>
              <p:nvPr/>
            </p:nvCxnSpPr>
            <p:spPr>
              <a:xfrm>
                <a:off x="2032142" y="4762555"/>
                <a:ext cx="0" cy="1174654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19" name="실행 단추: 홈으로 이동 818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8D64D10E-C32B-68D1-5DAC-91448C1EA772}"/>
              </a:ext>
            </a:extLst>
          </p:cNvPr>
          <p:cNvSpPr/>
          <p:nvPr/>
        </p:nvSpPr>
        <p:spPr>
          <a:xfrm>
            <a:off x="8847503" y="52358"/>
            <a:ext cx="214348" cy="231092"/>
          </a:xfrm>
          <a:prstGeom prst="actionButtonHome">
            <a:avLst/>
          </a:prstGeom>
          <a:solidFill>
            <a:sysClr val="window" lastClr="FFFFFF">
              <a:lumMod val="8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8736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맑은 고딕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맑은 고딕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0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1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C4F9DE716473D44B545BD6A4A765BD4" ma:contentTypeVersion="5" ma:contentTypeDescription="새 문서를 만듭니다." ma:contentTypeScope="" ma:versionID="d2409f337897ed67cc8105be452d67dc">
  <xsd:schema xmlns:xsd="http://www.w3.org/2001/XMLSchema" xmlns:xs="http://www.w3.org/2001/XMLSchema" xmlns:p="http://schemas.microsoft.com/office/2006/metadata/properties" xmlns:ns2="2618a0dc-1c5e-4249-8e3a-f92424630d33" targetNamespace="http://schemas.microsoft.com/office/2006/metadata/properties" ma:root="true" ma:fieldsID="c3f17a6d301897d3434aea26d56356ec" ns2:_="">
    <xsd:import namespace="2618a0dc-1c5e-4249-8e3a-f92424630d3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18a0dc-1c5e-4249-8e3a-f92424630d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1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429C58F-A964-4A0F-A127-636385D63470}"/>
</file>

<file path=customXml/itemProps2.xml><?xml version="1.0" encoding="utf-8"?>
<ds:datastoreItem xmlns:ds="http://schemas.openxmlformats.org/officeDocument/2006/customXml" ds:itemID="{A6EE63E7-3A79-4254-A32E-05AE5C5F96E3}"/>
</file>

<file path=customXml/itemProps3.xml><?xml version="1.0" encoding="utf-8"?>
<ds:datastoreItem xmlns:ds="http://schemas.openxmlformats.org/officeDocument/2006/customXml" ds:itemID="{0C9126A7-76FF-49DD-84DE-49EC2AA626AC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4121</TotalTime>
  <Words>11562</Words>
  <Application>Microsoft Office PowerPoint</Application>
  <PresentationFormat>화면 슬라이드 쇼(4:3)</PresentationFormat>
  <Paragraphs>2988</Paragraphs>
  <Slides>32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15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48" baseType="lpstr">
      <vt:lpstr>Arial Unicode MS</vt:lpstr>
      <vt:lpstr>LG스마트체 Light</vt:lpstr>
      <vt:lpstr>LG스마트체 Regular</vt:lpstr>
      <vt:lpstr>Malgun Gothic Semilight</vt:lpstr>
      <vt:lpstr>맑은 고딕</vt:lpstr>
      <vt:lpstr>Arial</vt:lpstr>
      <vt:lpstr>Arial narrow</vt:lpstr>
      <vt:lpstr>Arial narrow</vt:lpstr>
      <vt:lpstr>Arial narrow</vt:lpstr>
      <vt:lpstr>Arial Rounded MT Bold</vt:lpstr>
      <vt:lpstr>Bahnschrift SemiBold Condensed</vt:lpstr>
      <vt:lpstr>Calibri</vt:lpstr>
      <vt:lpstr>Calibri Light</vt:lpstr>
      <vt:lpstr>Montserrat Medium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최재민(Jaemin Choi)[justtrust]</dc:creator>
  <cp:lastModifiedBy>최재민(JAE MIN CHOI)[justtrust]/책임/LGESOT.생산기획팀(Production MGT P)</cp:lastModifiedBy>
  <cp:revision>265</cp:revision>
  <dcterms:created xsi:type="dcterms:W3CDTF">2025-12-02T19:24:01Z</dcterms:created>
  <dcterms:modified xsi:type="dcterms:W3CDTF">2026-04-10T14:47:33Z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0x010100AC4F9DE716473D44B545BD6A4A765BD4</vt:lpwstr>
  </property>
</Properties>
</file>