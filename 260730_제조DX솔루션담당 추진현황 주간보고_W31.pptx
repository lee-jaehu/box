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pptx" ContentType="application/vnd.openxmlformats-officedocument.presentationml.presentation"/>
  <Default Extension="wdp" ContentType="image/vnd.ms-photo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3.xml" ContentType="application/vnd.openxmlformats-officedocument.themeOverride+xml"/>
  <Override PartName="/ppt/charts/chartEx1.xml" ContentType="application/vnd.ms-office.chartex+xml"/>
  <Override PartName="/ppt/charts/style7.xml" ContentType="application/vnd.ms-office.chartstyle+xml"/>
  <Override PartName="/ppt/charts/colors7.xml" ContentType="application/vnd.ms-office.chartcolorstyle+xml"/>
  <Override PartName="/ppt/theme/themeOverride4.xml" ContentType="application/vnd.openxmlformats-officedocument.themeOverride+xml"/>
  <Override PartName="/ppt/charts/chartEx2.xml" ContentType="application/vnd.ms-office.chartex+xml"/>
  <Override PartName="/ppt/charts/style8.xml" ContentType="application/vnd.ms-office.chartstyle+xml"/>
  <Override PartName="/ppt/charts/colors8.xml" ContentType="application/vnd.ms-office.chartcolorstyle+xml"/>
  <Override PartName="/ppt/theme/themeOverride5.xml" ContentType="application/vnd.openxmlformats-officedocument.themeOverr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charts/chart7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drawings/drawing1.xml" ContentType="application/vnd.openxmlformats-officedocument.drawingml.chartshapes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926" r:id="rId4"/>
    <p:sldMasterId id="2147483930" r:id="rId5"/>
    <p:sldMasterId id="2147483948" r:id="rId6"/>
  </p:sldMasterIdLst>
  <p:notesMasterIdLst>
    <p:notesMasterId r:id="rId118"/>
  </p:notesMasterIdLst>
  <p:handoutMasterIdLst>
    <p:handoutMasterId r:id="rId119"/>
  </p:handoutMasterIdLst>
  <p:sldIdLst>
    <p:sldId id="746" r:id="rId7"/>
    <p:sldId id="267" r:id="rId8"/>
    <p:sldId id="2147482687" r:id="rId9"/>
    <p:sldId id="306" r:id="rId10"/>
    <p:sldId id="2147482700" r:id="rId11"/>
    <p:sldId id="2147481944" r:id="rId12"/>
    <p:sldId id="2147482183" r:id="rId13"/>
    <p:sldId id="2147482251" r:id="rId14"/>
    <p:sldId id="2147481882" r:id="rId15"/>
    <p:sldId id="2147481816" r:id="rId16"/>
    <p:sldId id="2147481935" r:id="rId17"/>
    <p:sldId id="279" r:id="rId18"/>
    <p:sldId id="331" r:id="rId19"/>
    <p:sldId id="2147482020" r:id="rId20"/>
    <p:sldId id="289" r:id="rId21"/>
    <p:sldId id="2147481730" r:id="rId22"/>
    <p:sldId id="284" r:id="rId23"/>
    <p:sldId id="2147481872" r:id="rId24"/>
    <p:sldId id="314" r:id="rId25"/>
    <p:sldId id="2147482698" r:id="rId26"/>
    <p:sldId id="269" r:id="rId27"/>
    <p:sldId id="318" r:id="rId28"/>
    <p:sldId id="2147482720" r:id="rId29"/>
    <p:sldId id="285" r:id="rId30"/>
    <p:sldId id="320" r:id="rId31"/>
    <p:sldId id="321" r:id="rId32"/>
    <p:sldId id="322" r:id="rId33"/>
    <p:sldId id="2147482699" r:id="rId34"/>
    <p:sldId id="260" r:id="rId35"/>
    <p:sldId id="264" r:id="rId36"/>
    <p:sldId id="280" r:id="rId37"/>
    <p:sldId id="281" r:id="rId38"/>
    <p:sldId id="2147482260" r:id="rId39"/>
    <p:sldId id="300" r:id="rId40"/>
    <p:sldId id="2147482683" r:id="rId41"/>
    <p:sldId id="2147483560" r:id="rId42"/>
    <p:sldId id="324" r:id="rId43"/>
    <p:sldId id="2147482686" r:id="rId44"/>
    <p:sldId id="2147483559" r:id="rId45"/>
    <p:sldId id="2147482704" r:id="rId46"/>
    <p:sldId id="283" r:id="rId47"/>
    <p:sldId id="2147482201" r:id="rId48"/>
    <p:sldId id="2147482258" r:id="rId49"/>
    <p:sldId id="2147482202" r:id="rId50"/>
    <p:sldId id="2147483549" r:id="rId51"/>
    <p:sldId id="2147482204" r:id="rId52"/>
    <p:sldId id="290" r:id="rId53"/>
    <p:sldId id="277" r:id="rId54"/>
    <p:sldId id="2147482231" r:id="rId55"/>
    <p:sldId id="316" r:id="rId56"/>
    <p:sldId id="319" r:id="rId57"/>
    <p:sldId id="287" r:id="rId58"/>
    <p:sldId id="310" r:id="rId59"/>
    <p:sldId id="323" r:id="rId60"/>
    <p:sldId id="328" r:id="rId61"/>
    <p:sldId id="329" r:id="rId62"/>
    <p:sldId id="312" r:id="rId63"/>
    <p:sldId id="276" r:id="rId64"/>
    <p:sldId id="271" r:id="rId65"/>
    <p:sldId id="282" r:id="rId66"/>
    <p:sldId id="2147482238" r:id="rId67"/>
    <p:sldId id="278" r:id="rId68"/>
    <p:sldId id="2147482257" r:id="rId69"/>
    <p:sldId id="317" r:id="rId70"/>
    <p:sldId id="2147482240" r:id="rId71"/>
    <p:sldId id="2147482207" r:id="rId72"/>
    <p:sldId id="273" r:id="rId73"/>
    <p:sldId id="2147482250" r:id="rId74"/>
    <p:sldId id="266" r:id="rId75"/>
    <p:sldId id="299" r:id="rId76"/>
    <p:sldId id="295" r:id="rId77"/>
    <p:sldId id="303" r:id="rId78"/>
    <p:sldId id="2147482685" r:id="rId79"/>
    <p:sldId id="291" r:id="rId80"/>
    <p:sldId id="2147482213" r:id="rId81"/>
    <p:sldId id="2147482228" r:id="rId82"/>
    <p:sldId id="2147482237" r:id="rId83"/>
    <p:sldId id="261" r:id="rId84"/>
    <p:sldId id="297" r:id="rId85"/>
    <p:sldId id="294" r:id="rId86"/>
    <p:sldId id="2147482198" r:id="rId87"/>
    <p:sldId id="2147482692" r:id="rId88"/>
    <p:sldId id="326" r:id="rId89"/>
    <p:sldId id="305" r:id="rId90"/>
    <p:sldId id="2147483554" r:id="rId91"/>
    <p:sldId id="2147483552" r:id="rId92"/>
    <p:sldId id="2147483553" r:id="rId93"/>
    <p:sldId id="2147482218" r:id="rId94"/>
    <p:sldId id="2147482219" r:id="rId95"/>
    <p:sldId id="2147482220" r:id="rId96"/>
    <p:sldId id="257" r:id="rId97"/>
    <p:sldId id="275" r:id="rId98"/>
    <p:sldId id="309" r:id="rId99"/>
    <p:sldId id="272" r:id="rId100"/>
    <p:sldId id="2147482223" r:id="rId101"/>
    <p:sldId id="2147482224" r:id="rId102"/>
    <p:sldId id="265" r:id="rId103"/>
    <p:sldId id="2147482703" r:id="rId104"/>
    <p:sldId id="2147482693" r:id="rId105"/>
    <p:sldId id="2147482239" r:id="rId106"/>
    <p:sldId id="274" r:id="rId107"/>
    <p:sldId id="2147482261" r:id="rId108"/>
    <p:sldId id="313" r:id="rId109"/>
    <p:sldId id="315" r:id="rId110"/>
    <p:sldId id="296" r:id="rId111"/>
    <p:sldId id="307" r:id="rId112"/>
    <p:sldId id="270" r:id="rId113"/>
    <p:sldId id="2147483550" r:id="rId114"/>
    <p:sldId id="2147482682" r:id="rId115"/>
    <p:sldId id="2147483570" r:id="rId116"/>
    <p:sldId id="2147483555" r:id="rId117"/>
  </p:sldIdLst>
  <p:sldSz cx="9906000" cy="6858000" type="A4"/>
  <p:notesSz cx="6735763" cy="9866313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제조지능화 추진 현황" id="{757319E2-B87E-41C3-A0CA-96E8E34394ED}">
          <p14:sldIdLst>
            <p14:sldId id="746"/>
          </p14:sldIdLst>
        </p14:section>
        <p14:section name="1. 과제 진행 현황_추적솔루션개발팀" id="{D4FE187F-709B-4059-A91F-B9FC7EB370CD}">
          <p14:sldIdLst>
            <p14:sldId id="267"/>
            <p14:sldId id="2147482687"/>
            <p14:sldId id="306"/>
            <p14:sldId id="2147482700"/>
            <p14:sldId id="2147481944"/>
            <p14:sldId id="2147482183"/>
            <p14:sldId id="2147482251"/>
            <p14:sldId id="2147481882"/>
            <p14:sldId id="2147481816"/>
            <p14:sldId id="2147481935"/>
            <p14:sldId id="279"/>
            <p14:sldId id="331"/>
            <p14:sldId id="2147482020"/>
            <p14:sldId id="289"/>
            <p14:sldId id="2147481730"/>
            <p14:sldId id="284"/>
            <p14:sldId id="2147481872"/>
            <p14:sldId id="314"/>
            <p14:sldId id="2147482698"/>
            <p14:sldId id="269"/>
            <p14:sldId id="318"/>
            <p14:sldId id="2147482720"/>
            <p14:sldId id="285"/>
            <p14:sldId id="320"/>
            <p14:sldId id="321"/>
            <p14:sldId id="322"/>
            <p14:sldId id="2147482699"/>
            <p14:sldId id="260"/>
            <p14:sldId id="264"/>
            <p14:sldId id="280"/>
            <p14:sldId id="281"/>
            <p14:sldId id="2147482260"/>
            <p14:sldId id="300"/>
            <p14:sldId id="2147482683"/>
            <p14:sldId id="2147483560"/>
            <p14:sldId id="324"/>
            <p14:sldId id="2147482686"/>
            <p14:sldId id="2147483559"/>
            <p14:sldId id="2147482704"/>
            <p14:sldId id="283"/>
          </p14:sldIdLst>
        </p14:section>
        <p14:section name="2. 과제 진행 현황_제조빅데이터분석1팀" id="{FE3C852B-9504-4B85-B18D-C0C284D185BE}">
          <p14:sldIdLst>
            <p14:sldId id="2147482201"/>
            <p14:sldId id="2147482258"/>
            <p14:sldId id="2147482202"/>
            <p14:sldId id="2147483549"/>
            <p14:sldId id="2147482204"/>
            <p14:sldId id="290"/>
            <p14:sldId id="277"/>
            <p14:sldId id="2147482231"/>
            <p14:sldId id="316"/>
            <p14:sldId id="319"/>
            <p14:sldId id="287"/>
            <p14:sldId id="310"/>
            <p14:sldId id="323"/>
            <p14:sldId id="328"/>
            <p14:sldId id="329"/>
            <p14:sldId id="312"/>
            <p14:sldId id="276"/>
            <p14:sldId id="271"/>
            <p14:sldId id="282"/>
            <p14:sldId id="2147482238"/>
            <p14:sldId id="278"/>
            <p14:sldId id="2147482257"/>
            <p14:sldId id="317"/>
            <p14:sldId id="2147482240"/>
            <p14:sldId id="2147482207"/>
            <p14:sldId id="273"/>
            <p14:sldId id="2147482250"/>
            <p14:sldId id="266"/>
            <p14:sldId id="299"/>
            <p14:sldId id="295"/>
            <p14:sldId id="303"/>
            <p14:sldId id="2147482685"/>
            <p14:sldId id="291"/>
            <p14:sldId id="2147482213"/>
            <p14:sldId id="2147482228"/>
            <p14:sldId id="2147482237"/>
            <p14:sldId id="261"/>
            <p14:sldId id="297"/>
            <p14:sldId id="294"/>
          </p14:sldIdLst>
        </p14:section>
        <p14:section name="3. 과제 진행 현황_제조빅데이터분석2팀" id="{2258BF1B-9040-4AD6-9CC2-CA5BCD8BE5DC}">
          <p14:sldIdLst>
            <p14:sldId id="2147482198"/>
            <p14:sldId id="2147482692"/>
            <p14:sldId id="326"/>
            <p14:sldId id="305"/>
            <p14:sldId id="2147483554"/>
            <p14:sldId id="2147483552"/>
            <p14:sldId id="2147483553"/>
            <p14:sldId id="2147482218"/>
            <p14:sldId id="2147482219"/>
            <p14:sldId id="2147482220"/>
            <p14:sldId id="257"/>
            <p14:sldId id="275"/>
            <p14:sldId id="309"/>
            <p14:sldId id="272"/>
            <p14:sldId id="2147482223"/>
            <p14:sldId id="2147482224"/>
            <p14:sldId id="265"/>
            <p14:sldId id="2147482703"/>
            <p14:sldId id="2147482693"/>
            <p14:sldId id="2147482239"/>
            <p14:sldId id="274"/>
            <p14:sldId id="2147482261"/>
            <p14:sldId id="313"/>
            <p14:sldId id="315"/>
            <p14:sldId id="296"/>
            <p14:sldId id="307"/>
            <p14:sldId id="270"/>
            <p14:sldId id="2147483550"/>
            <p14:sldId id="2147482682"/>
            <p14:sldId id="2147483570"/>
            <p14:sldId id="2147483555"/>
          </p14:sldIdLst>
        </p14:section>
        <p14:section name="CDO 주간보고" id="{034FCAEA-C817-4FC9-8419-485DBA52AF26}">
          <p14:sldIdLst/>
        </p14:section>
        <p14:section name="유첨." id="{62D9103E-6E41-4F62-83DF-235C34331D63}">
          <p14:sldIdLst/>
        </p14:section>
      </p14:sectionLst>
    </p:ext>
    <p:ext uri="{EFAFB233-063F-42B5-8137-9DF3F51BA10A}">
      <p15:sldGuideLst xmlns:p15="http://schemas.microsoft.com/office/powerpoint/2012/main">
        <p15:guide id="1" orient="horz" pos="618" userDrawn="1">
          <p15:clr>
            <a:srgbClr val="A4A3A4"/>
          </p15:clr>
        </p15:guide>
        <p15:guide id="2" pos="149" userDrawn="1">
          <p15:clr>
            <a:srgbClr val="A4A3A4"/>
          </p15:clr>
        </p15:guide>
        <p15:guide id="3" orient="horz" pos="4156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377" userDrawn="1">
          <p15:clr>
            <a:srgbClr val="A4A3A4"/>
          </p15:clr>
        </p15:guide>
        <p15:guide id="2" pos="2106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7" name="심민규(MinKyu Sim)[minkyu.sim]/책임/제조지능화.제조PI.지능화기반.기반기술팀" initials="심S" lastIdx="0" clrIdx="6">
    <p:extLst>
      <p:ext uri="{19B8F6BF-5375-455C-9EA6-DF929625EA0E}">
        <p15:presenceInfo xmlns:p15="http://schemas.microsoft.com/office/powerpoint/2012/main" userId="S-1-5-21-886851358-1450416589-2733106619-29210" providerId="AD"/>
      </p:ext>
    </p:extLst>
  </p:cmAuthor>
  <p:cmAuthor id="1" name=" " initials="" lastIdx="1" clrIdx="0">
    <p:extLst>
      <p:ext uri="{19B8F6BF-5375-455C-9EA6-DF929625EA0E}">
        <p15:presenceInfo xmlns:p15="http://schemas.microsoft.com/office/powerpoint/2012/main" userId=" " providerId="None"/>
      </p:ext>
    </p:extLst>
  </p:cmAuthor>
  <p:cmAuthor id="8" name="조현우(HYEONWOO CHO)[recoiner]/선임/제조DX.제조DX솔루션.셀추적기술팀" initials="조C" lastIdx="0" clrIdx="7">
    <p:extLst>
      <p:ext uri="{19B8F6BF-5375-455C-9EA6-DF929625EA0E}">
        <p15:presenceInfo xmlns:p15="http://schemas.microsoft.com/office/powerpoint/2012/main" userId="S-1-5-21-886851358-1450416589-2733106619-73651" providerId="AD"/>
      </p:ext>
    </p:extLst>
  </p:cmAuthor>
  <p:cmAuthor id="2" name="김설희 " initials="김" lastIdx="0" clrIdx="1">
    <p:extLst>
      <p:ext uri="{19B8F6BF-5375-455C-9EA6-DF929625EA0E}">
        <p15:presenceInfo xmlns:p15="http://schemas.microsoft.com/office/powerpoint/2012/main" userId="김설희 " providerId="None"/>
      </p:ext>
    </p:extLst>
  </p:cmAuthor>
  <p:cmAuthor id="9" name="김도원(DOWON KIM)[ehdnjs104]/사원/제조DX.제조DX솔루션.롤맵기술팀" initials="김K" lastIdx="1" clrIdx="8">
    <p:extLst>
      <p:ext uri="{19B8F6BF-5375-455C-9EA6-DF929625EA0E}">
        <p15:presenceInfo xmlns:p15="http://schemas.microsoft.com/office/powerpoint/2012/main" userId="S-1-5-21-886851358-1450416589-2733106619-107421" providerId="AD"/>
      </p:ext>
    </p:extLst>
  </p:cmAuthor>
  <p:cmAuthor id="3" name="최성민 " initials="최" lastIdx="1" clrIdx="2">
    <p:extLst>
      <p:ext uri="{19B8F6BF-5375-455C-9EA6-DF929625EA0E}">
        <p15:presenceInfo xmlns:p15="http://schemas.microsoft.com/office/powerpoint/2012/main" userId="최성민 " providerId="None"/>
      </p:ext>
    </p:extLst>
  </p:cmAuthor>
  <p:cmAuthor id="4" name="박동욱 " initials="박" lastIdx="3" clrIdx="3">
    <p:extLst>
      <p:ext uri="{19B8F6BF-5375-455C-9EA6-DF929625EA0E}">
        <p15:presenceInfo xmlns:p15="http://schemas.microsoft.com/office/powerpoint/2012/main" userId="박동욱 " providerId="None"/>
      </p:ext>
    </p:extLst>
  </p:cmAuthor>
  <p:cmAuthor id="5" name="임성묵(SungMook Lim)[muksung0084]/사원/제조지능화.제조PI.지능화기반.기반구축1팀" initials="임L" lastIdx="1" clrIdx="4">
    <p:extLst>
      <p:ext uri="{19B8F6BF-5375-455C-9EA6-DF929625EA0E}">
        <p15:presenceInfo xmlns:p15="http://schemas.microsoft.com/office/powerpoint/2012/main" userId="S-1-5-21-886851358-1450416589-2733106619-104108" providerId="AD"/>
      </p:ext>
    </p:extLst>
  </p:cmAuthor>
  <p:cmAuthor id="6" name="최성민(Seongmin Choi)[choi.sm]/책임/제조지능화.데이터솔루션.조립셀추적기술팀" initials="최C" lastIdx="1" clrIdx="5">
    <p:extLst>
      <p:ext uri="{19B8F6BF-5375-455C-9EA6-DF929625EA0E}">
        <p15:presenceInfo xmlns:p15="http://schemas.microsoft.com/office/powerpoint/2012/main" userId="S-1-5-21-886851358-1450416589-2733106619-80070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1414FE"/>
    <a:srgbClr val="006600"/>
    <a:srgbClr val="A6A6A6"/>
    <a:srgbClr val="FFEB84"/>
    <a:srgbClr val="008000"/>
    <a:srgbClr val="336600"/>
    <a:srgbClr val="009900"/>
    <a:srgbClr val="BE3B26"/>
    <a:srgbClr val="15141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30291B7F-AAB0-45F8-9615-61BC4916DB7D}" v="7" dt="2026-07-28T04:19:40.769"/>
    <p1510:client id="{80DBEFC9-6478-4E21-9FFE-F78F0FC6ACEA}" v="27" dt="2026-07-28T04:18:20.483"/>
    <p1510:client id="{E091F7ED-AB31-411A-8F3B-B6EF47EBA777}" v="552" dt="2026-07-28T02:29:52.608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D7AC3CCA-C797-4891-BE02-D94E43425B78}" styleName="보통 스타일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8EC20E35-A176-4012-BC5E-935CFFF8708E}" styleName="보통 스타일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E8034E78-7F5D-4C2E-B375-FC64B27BC917}" styleName="어두운 스타일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BDBED569-4797-4DF1-A0F4-6AAB3CD982D8}" styleName="밝은 스타일 3 - 강조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93D81CF-94F2-401A-BA57-92F5A7B2D0C5}" styleName="보통 스타일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21E4AEA4-8DFA-4A89-87EB-49C32662AFE0}" styleName="보통 스타일 2 - 강조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보통 스타일 2 - 강조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보통 스타일 2 - 강조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775DCB02-9BB8-47FD-8907-85C794F793BA}" styleName="테마 스타일 1 - 강조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9" d="100"/>
          <a:sy n="89" d="100"/>
        </p:scale>
        <p:origin x="2034" y="96"/>
      </p:cViewPr>
      <p:guideLst>
        <p:guide orient="horz" pos="618"/>
        <p:guide pos="149"/>
        <p:guide orient="horz" pos="4156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3377"/>
        <p:guide pos="2106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0.xml"/><Relationship Id="rId117" Type="http://schemas.openxmlformats.org/officeDocument/2006/relationships/slide" Target="slides/slide111.xml"/><Relationship Id="rId21" Type="http://schemas.openxmlformats.org/officeDocument/2006/relationships/slide" Target="slides/slide15.xml"/><Relationship Id="rId42" Type="http://schemas.openxmlformats.org/officeDocument/2006/relationships/slide" Target="slides/slide36.xml"/><Relationship Id="rId47" Type="http://schemas.openxmlformats.org/officeDocument/2006/relationships/slide" Target="slides/slide41.xml"/><Relationship Id="rId63" Type="http://schemas.openxmlformats.org/officeDocument/2006/relationships/slide" Target="slides/slide57.xml"/><Relationship Id="rId68" Type="http://schemas.openxmlformats.org/officeDocument/2006/relationships/slide" Target="slides/slide62.xml"/><Relationship Id="rId84" Type="http://schemas.openxmlformats.org/officeDocument/2006/relationships/slide" Target="slides/slide78.xml"/><Relationship Id="rId89" Type="http://schemas.openxmlformats.org/officeDocument/2006/relationships/slide" Target="slides/slide83.xml"/><Relationship Id="rId112" Type="http://schemas.openxmlformats.org/officeDocument/2006/relationships/slide" Target="slides/slide106.xml"/><Relationship Id="rId16" Type="http://schemas.openxmlformats.org/officeDocument/2006/relationships/slide" Target="slides/slide10.xml"/><Relationship Id="rId107" Type="http://schemas.openxmlformats.org/officeDocument/2006/relationships/slide" Target="slides/slide101.xml"/><Relationship Id="rId11" Type="http://schemas.openxmlformats.org/officeDocument/2006/relationships/slide" Target="slides/slide5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53" Type="http://schemas.openxmlformats.org/officeDocument/2006/relationships/slide" Target="slides/slide47.xml"/><Relationship Id="rId58" Type="http://schemas.openxmlformats.org/officeDocument/2006/relationships/slide" Target="slides/slide52.xml"/><Relationship Id="rId74" Type="http://schemas.openxmlformats.org/officeDocument/2006/relationships/slide" Target="slides/slide68.xml"/><Relationship Id="rId79" Type="http://schemas.openxmlformats.org/officeDocument/2006/relationships/slide" Target="slides/slide73.xml"/><Relationship Id="rId102" Type="http://schemas.openxmlformats.org/officeDocument/2006/relationships/slide" Target="slides/slide96.xml"/><Relationship Id="rId123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90" Type="http://schemas.openxmlformats.org/officeDocument/2006/relationships/slide" Target="slides/slide84.xml"/><Relationship Id="rId95" Type="http://schemas.openxmlformats.org/officeDocument/2006/relationships/slide" Target="slides/slide89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43" Type="http://schemas.openxmlformats.org/officeDocument/2006/relationships/slide" Target="slides/slide37.xml"/><Relationship Id="rId48" Type="http://schemas.openxmlformats.org/officeDocument/2006/relationships/slide" Target="slides/slide42.xml"/><Relationship Id="rId64" Type="http://schemas.openxmlformats.org/officeDocument/2006/relationships/slide" Target="slides/slide58.xml"/><Relationship Id="rId69" Type="http://schemas.openxmlformats.org/officeDocument/2006/relationships/slide" Target="slides/slide63.xml"/><Relationship Id="rId113" Type="http://schemas.openxmlformats.org/officeDocument/2006/relationships/slide" Target="slides/slide107.xml"/><Relationship Id="rId118" Type="http://schemas.openxmlformats.org/officeDocument/2006/relationships/notesMaster" Target="notesMasters/notesMaster1.xml"/><Relationship Id="rId80" Type="http://schemas.openxmlformats.org/officeDocument/2006/relationships/slide" Target="slides/slide74.xml"/><Relationship Id="rId85" Type="http://schemas.openxmlformats.org/officeDocument/2006/relationships/slide" Target="slides/slide79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59" Type="http://schemas.openxmlformats.org/officeDocument/2006/relationships/slide" Target="slides/slide53.xml"/><Relationship Id="rId103" Type="http://schemas.openxmlformats.org/officeDocument/2006/relationships/slide" Target="slides/slide97.xml"/><Relationship Id="rId108" Type="http://schemas.openxmlformats.org/officeDocument/2006/relationships/slide" Target="slides/slide102.xml"/><Relationship Id="rId124" Type="http://schemas.openxmlformats.org/officeDocument/2006/relationships/tableStyles" Target="tableStyles.xml"/><Relationship Id="rId54" Type="http://schemas.openxmlformats.org/officeDocument/2006/relationships/slide" Target="slides/slide48.xml"/><Relationship Id="rId70" Type="http://schemas.openxmlformats.org/officeDocument/2006/relationships/slide" Target="slides/slide64.xml"/><Relationship Id="rId75" Type="http://schemas.openxmlformats.org/officeDocument/2006/relationships/slide" Target="slides/slide69.xml"/><Relationship Id="rId91" Type="http://schemas.openxmlformats.org/officeDocument/2006/relationships/slide" Target="slides/slide85.xml"/><Relationship Id="rId96" Type="http://schemas.openxmlformats.org/officeDocument/2006/relationships/slide" Target="slides/slide90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49" Type="http://schemas.openxmlformats.org/officeDocument/2006/relationships/slide" Target="slides/slide43.xml"/><Relationship Id="rId114" Type="http://schemas.openxmlformats.org/officeDocument/2006/relationships/slide" Target="slides/slide108.xml"/><Relationship Id="rId119" Type="http://schemas.openxmlformats.org/officeDocument/2006/relationships/handoutMaster" Target="handoutMasters/handoutMaster1.xml"/><Relationship Id="rId44" Type="http://schemas.openxmlformats.org/officeDocument/2006/relationships/slide" Target="slides/slide38.xml"/><Relationship Id="rId60" Type="http://schemas.openxmlformats.org/officeDocument/2006/relationships/slide" Target="slides/slide54.xml"/><Relationship Id="rId65" Type="http://schemas.openxmlformats.org/officeDocument/2006/relationships/slide" Target="slides/slide59.xml"/><Relationship Id="rId81" Type="http://schemas.openxmlformats.org/officeDocument/2006/relationships/slide" Target="slides/slide75.xml"/><Relationship Id="rId86" Type="http://schemas.openxmlformats.org/officeDocument/2006/relationships/slide" Target="slides/slide80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9" Type="http://schemas.openxmlformats.org/officeDocument/2006/relationships/slide" Target="slides/slide33.xml"/><Relationship Id="rId109" Type="http://schemas.openxmlformats.org/officeDocument/2006/relationships/slide" Target="slides/slide103.xml"/><Relationship Id="rId34" Type="http://schemas.openxmlformats.org/officeDocument/2006/relationships/slide" Target="slides/slide28.xml"/><Relationship Id="rId50" Type="http://schemas.openxmlformats.org/officeDocument/2006/relationships/slide" Target="slides/slide44.xml"/><Relationship Id="rId55" Type="http://schemas.openxmlformats.org/officeDocument/2006/relationships/slide" Target="slides/slide49.xml"/><Relationship Id="rId76" Type="http://schemas.openxmlformats.org/officeDocument/2006/relationships/slide" Target="slides/slide70.xml"/><Relationship Id="rId97" Type="http://schemas.openxmlformats.org/officeDocument/2006/relationships/slide" Target="slides/slide91.xml"/><Relationship Id="rId104" Type="http://schemas.openxmlformats.org/officeDocument/2006/relationships/slide" Target="slides/slide98.xml"/><Relationship Id="rId120" Type="http://schemas.openxmlformats.org/officeDocument/2006/relationships/commentAuthors" Target="commentAuthors.xml"/><Relationship Id="rId125" Type="http://schemas.microsoft.com/office/2016/11/relationships/changesInfo" Target="changesInfos/changesInfo1.xml"/><Relationship Id="rId7" Type="http://schemas.openxmlformats.org/officeDocument/2006/relationships/slide" Target="slides/slide1.xml"/><Relationship Id="rId71" Type="http://schemas.openxmlformats.org/officeDocument/2006/relationships/slide" Target="slides/slide65.xml"/><Relationship Id="rId92" Type="http://schemas.openxmlformats.org/officeDocument/2006/relationships/slide" Target="slides/slide86.xml"/><Relationship Id="rId2" Type="http://schemas.openxmlformats.org/officeDocument/2006/relationships/customXml" Target="../customXml/item2.xml"/><Relationship Id="rId29" Type="http://schemas.openxmlformats.org/officeDocument/2006/relationships/slide" Target="slides/slide23.xml"/><Relationship Id="rId24" Type="http://schemas.openxmlformats.org/officeDocument/2006/relationships/slide" Target="slides/slide18.xml"/><Relationship Id="rId40" Type="http://schemas.openxmlformats.org/officeDocument/2006/relationships/slide" Target="slides/slide34.xml"/><Relationship Id="rId45" Type="http://schemas.openxmlformats.org/officeDocument/2006/relationships/slide" Target="slides/slide39.xml"/><Relationship Id="rId66" Type="http://schemas.openxmlformats.org/officeDocument/2006/relationships/slide" Target="slides/slide60.xml"/><Relationship Id="rId87" Type="http://schemas.openxmlformats.org/officeDocument/2006/relationships/slide" Target="slides/slide81.xml"/><Relationship Id="rId110" Type="http://schemas.openxmlformats.org/officeDocument/2006/relationships/slide" Target="slides/slide104.xml"/><Relationship Id="rId115" Type="http://schemas.openxmlformats.org/officeDocument/2006/relationships/slide" Target="slides/slide109.xml"/><Relationship Id="rId61" Type="http://schemas.openxmlformats.org/officeDocument/2006/relationships/slide" Target="slides/slide55.xml"/><Relationship Id="rId82" Type="http://schemas.openxmlformats.org/officeDocument/2006/relationships/slide" Target="slides/slide76.xml"/><Relationship Id="rId19" Type="http://schemas.openxmlformats.org/officeDocument/2006/relationships/slide" Target="slides/slide13.xml"/><Relationship Id="rId14" Type="http://schemas.openxmlformats.org/officeDocument/2006/relationships/slide" Target="slides/slide8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56" Type="http://schemas.openxmlformats.org/officeDocument/2006/relationships/slide" Target="slides/slide50.xml"/><Relationship Id="rId77" Type="http://schemas.openxmlformats.org/officeDocument/2006/relationships/slide" Target="slides/slide71.xml"/><Relationship Id="rId100" Type="http://schemas.openxmlformats.org/officeDocument/2006/relationships/slide" Target="slides/slide94.xml"/><Relationship Id="rId105" Type="http://schemas.openxmlformats.org/officeDocument/2006/relationships/slide" Target="slides/slide99.xml"/><Relationship Id="rId126" Type="http://schemas.microsoft.com/office/2015/10/relationships/revisionInfo" Target="revisionInfo.xml"/><Relationship Id="rId8" Type="http://schemas.openxmlformats.org/officeDocument/2006/relationships/slide" Target="slides/slide2.xml"/><Relationship Id="rId51" Type="http://schemas.openxmlformats.org/officeDocument/2006/relationships/slide" Target="slides/slide45.xml"/><Relationship Id="rId72" Type="http://schemas.openxmlformats.org/officeDocument/2006/relationships/slide" Target="slides/slide66.xml"/><Relationship Id="rId93" Type="http://schemas.openxmlformats.org/officeDocument/2006/relationships/slide" Target="slides/slide87.xml"/><Relationship Id="rId98" Type="http://schemas.openxmlformats.org/officeDocument/2006/relationships/slide" Target="slides/slide92.xml"/><Relationship Id="rId121" Type="http://schemas.openxmlformats.org/officeDocument/2006/relationships/presProps" Target="presProps.xml"/><Relationship Id="rId3" Type="http://schemas.openxmlformats.org/officeDocument/2006/relationships/customXml" Target="../customXml/item3.xml"/><Relationship Id="rId25" Type="http://schemas.openxmlformats.org/officeDocument/2006/relationships/slide" Target="slides/slide19.xml"/><Relationship Id="rId46" Type="http://schemas.openxmlformats.org/officeDocument/2006/relationships/slide" Target="slides/slide40.xml"/><Relationship Id="rId67" Type="http://schemas.openxmlformats.org/officeDocument/2006/relationships/slide" Target="slides/slide61.xml"/><Relationship Id="rId116" Type="http://schemas.openxmlformats.org/officeDocument/2006/relationships/slide" Target="slides/slide110.xml"/><Relationship Id="rId20" Type="http://schemas.openxmlformats.org/officeDocument/2006/relationships/slide" Target="slides/slide14.xml"/><Relationship Id="rId41" Type="http://schemas.openxmlformats.org/officeDocument/2006/relationships/slide" Target="slides/slide35.xml"/><Relationship Id="rId62" Type="http://schemas.openxmlformats.org/officeDocument/2006/relationships/slide" Target="slides/slide56.xml"/><Relationship Id="rId83" Type="http://schemas.openxmlformats.org/officeDocument/2006/relationships/slide" Target="slides/slide77.xml"/><Relationship Id="rId88" Type="http://schemas.openxmlformats.org/officeDocument/2006/relationships/slide" Target="slides/slide82.xml"/><Relationship Id="rId111" Type="http://schemas.openxmlformats.org/officeDocument/2006/relationships/slide" Target="slides/slide105.xml"/><Relationship Id="rId15" Type="http://schemas.openxmlformats.org/officeDocument/2006/relationships/slide" Target="slides/slide9.xml"/><Relationship Id="rId36" Type="http://schemas.openxmlformats.org/officeDocument/2006/relationships/slide" Target="slides/slide30.xml"/><Relationship Id="rId57" Type="http://schemas.openxmlformats.org/officeDocument/2006/relationships/slide" Target="slides/slide51.xml"/><Relationship Id="rId106" Type="http://schemas.openxmlformats.org/officeDocument/2006/relationships/slide" Target="slides/slide100.xml"/><Relationship Id="rId10" Type="http://schemas.openxmlformats.org/officeDocument/2006/relationships/slide" Target="slides/slide4.xml"/><Relationship Id="rId31" Type="http://schemas.openxmlformats.org/officeDocument/2006/relationships/slide" Target="slides/slide25.xml"/><Relationship Id="rId52" Type="http://schemas.openxmlformats.org/officeDocument/2006/relationships/slide" Target="slides/slide46.xml"/><Relationship Id="rId73" Type="http://schemas.openxmlformats.org/officeDocument/2006/relationships/slide" Target="slides/slide67.xml"/><Relationship Id="rId78" Type="http://schemas.openxmlformats.org/officeDocument/2006/relationships/slide" Target="slides/slide72.xml"/><Relationship Id="rId94" Type="http://schemas.openxmlformats.org/officeDocument/2006/relationships/slide" Target="slides/slide88.xml"/><Relationship Id="rId99" Type="http://schemas.openxmlformats.org/officeDocument/2006/relationships/slide" Target="slides/slide93.xml"/><Relationship Id="rId101" Type="http://schemas.openxmlformats.org/officeDocument/2006/relationships/slide" Target="slides/slide95.xml"/><Relationship Id="rId122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김종우(JONG WOO KIM)[jongwoo_kim]/선임/제조DX.제조DX솔루션.제조빅데이터분석1팀" userId="724af6f9-8cbb-4db2-a128-c90de53c6762" providerId="ADAL" clId="{9962A2D6-6FAD-4233-8198-FF50CD8C59E9}"/>
    <pc:docChg chg="custSel modSld">
      <pc:chgData name="김종우(JONG WOO KIM)[jongwoo_kim]/선임/제조DX.제조DX솔루션.제조빅데이터분석1팀" userId="724af6f9-8cbb-4db2-a128-c90de53c6762" providerId="ADAL" clId="{9962A2D6-6FAD-4233-8198-FF50CD8C59E9}" dt="2026-07-22T02:42:44.662" v="1835" actId="20577"/>
      <pc:docMkLst>
        <pc:docMk/>
      </pc:docMkLst>
      <pc:sldChg chg="addSp modSp mod">
        <pc:chgData name="김종우(JONG WOO KIM)[jongwoo_kim]/선임/제조DX.제조DX솔루션.제조빅데이터분석1팀" userId="724af6f9-8cbb-4db2-a128-c90de53c6762" providerId="ADAL" clId="{9962A2D6-6FAD-4233-8198-FF50CD8C59E9}" dt="2026-07-22T02:20:29.087" v="155" actId="1037"/>
        <pc:sldMkLst>
          <pc:docMk/>
          <pc:sldMk cId="1669129858" sldId="303"/>
        </pc:sldMkLst>
        <pc:spChg chg="add mod">
          <ac:chgData name="김종우(JONG WOO KIM)[jongwoo_kim]/선임/제조DX.제조DX솔루션.제조빅데이터분석1팀" userId="724af6f9-8cbb-4db2-a128-c90de53c6762" providerId="ADAL" clId="{9962A2D6-6FAD-4233-8198-FF50CD8C59E9}" dt="2026-07-22T02:20:29.087" v="155" actId="1037"/>
          <ac:spMkLst>
            <pc:docMk/>
            <pc:sldMk cId="1669129858" sldId="303"/>
            <ac:spMk id="4" creationId="{795A69F0-1CEE-2E03-10C4-6D6C07DAC471}"/>
          </ac:spMkLst>
        </pc:spChg>
        <pc:graphicFrameChg chg="mod modGraphic">
          <ac:chgData name="김종우(JONG WOO KIM)[jongwoo_kim]/선임/제조DX.제조DX솔루션.제조빅데이터분석1팀" userId="724af6f9-8cbb-4db2-a128-c90de53c6762" providerId="ADAL" clId="{9962A2D6-6FAD-4233-8198-FF50CD8C59E9}" dt="2026-07-22T02:20:11.984" v="154" actId="207"/>
          <ac:graphicFrameMkLst>
            <pc:docMk/>
            <pc:sldMk cId="1669129858" sldId="303"/>
            <ac:graphicFrameMk id="17" creationId="{FEEE26C9-750D-94F3-19C6-43DA55C81593}"/>
          </ac:graphicFrameMkLst>
        </pc:graphicFrameChg>
      </pc:sldChg>
      <pc:sldChg chg="addSp delSp modSp mod">
        <pc:chgData name="김종우(JONG WOO KIM)[jongwoo_kim]/선임/제조DX.제조DX솔루션.제조빅데이터분석1팀" userId="724af6f9-8cbb-4db2-a128-c90de53c6762" providerId="ADAL" clId="{9962A2D6-6FAD-4233-8198-FF50CD8C59E9}" dt="2026-07-22T02:33:41.281" v="1238" actId="20577"/>
        <pc:sldMkLst>
          <pc:docMk/>
          <pc:sldMk cId="1623153691" sldId="2147482240"/>
        </pc:sldMkLst>
        <pc:spChg chg="mod">
          <ac:chgData name="김종우(JONG WOO KIM)[jongwoo_kim]/선임/제조DX.제조DX솔루션.제조빅데이터분석1팀" userId="724af6f9-8cbb-4db2-a128-c90de53c6762" providerId="ADAL" clId="{9962A2D6-6FAD-4233-8198-FF50CD8C59E9}" dt="2026-07-22T02:33:41.281" v="1238" actId="20577"/>
          <ac:spMkLst>
            <pc:docMk/>
            <pc:sldMk cId="1623153691" sldId="2147482240"/>
            <ac:spMk id="3" creationId="{0CC39962-AED9-0FD6-7F0C-29A8FBE67A4F}"/>
          </ac:spMkLst>
        </pc:spChg>
        <pc:spChg chg="add mod">
          <ac:chgData name="김종우(JONG WOO KIM)[jongwoo_kim]/선임/제조DX.제조DX솔루션.제조빅데이터분석1팀" userId="724af6f9-8cbb-4db2-a128-c90de53c6762" providerId="ADAL" clId="{9962A2D6-6FAD-4233-8198-FF50CD8C59E9}" dt="2026-07-22T02:25:13.604" v="211" actId="1036"/>
          <ac:spMkLst>
            <pc:docMk/>
            <pc:sldMk cId="1623153691" sldId="2147482240"/>
            <ac:spMk id="5" creationId="{9718639E-1191-D067-BF1D-3AE58527E592}"/>
          </ac:spMkLst>
        </pc:spChg>
        <pc:spChg chg="mod">
          <ac:chgData name="김종우(JONG WOO KIM)[jongwoo_kim]/선임/제조DX.제조DX솔루션.제조빅데이터분석1팀" userId="724af6f9-8cbb-4db2-a128-c90de53c6762" providerId="ADAL" clId="{9962A2D6-6FAD-4233-8198-FF50CD8C59E9}" dt="2026-07-22T02:25:13.604" v="211" actId="1036"/>
          <ac:spMkLst>
            <pc:docMk/>
            <pc:sldMk cId="1623153691" sldId="2147482240"/>
            <ac:spMk id="8" creationId="{F98F3B13-8CE2-1133-82DC-436892F8AAFB}"/>
          </ac:spMkLst>
        </pc:spChg>
        <pc:spChg chg="mod">
          <ac:chgData name="김종우(JONG WOO KIM)[jongwoo_kim]/선임/제조DX.제조DX솔루션.제조빅데이터분석1팀" userId="724af6f9-8cbb-4db2-a128-c90de53c6762" providerId="ADAL" clId="{9962A2D6-6FAD-4233-8198-FF50CD8C59E9}" dt="2026-07-22T02:25:13.604" v="211" actId="1036"/>
          <ac:spMkLst>
            <pc:docMk/>
            <pc:sldMk cId="1623153691" sldId="2147482240"/>
            <ac:spMk id="9" creationId="{EB92C152-DD8D-36D5-BB27-8D99D9044F55}"/>
          </ac:spMkLst>
        </pc:spChg>
        <pc:spChg chg="mod">
          <ac:chgData name="김종우(JONG WOO KIM)[jongwoo_kim]/선임/제조DX.제조DX솔루션.제조빅데이터분석1팀" userId="724af6f9-8cbb-4db2-a128-c90de53c6762" providerId="ADAL" clId="{9962A2D6-6FAD-4233-8198-FF50CD8C59E9}" dt="2026-07-22T02:25:13.604" v="211" actId="1036"/>
          <ac:spMkLst>
            <pc:docMk/>
            <pc:sldMk cId="1623153691" sldId="2147482240"/>
            <ac:spMk id="12" creationId="{FDFFA24A-46B9-7023-74C9-D14AAA92267B}"/>
          </ac:spMkLst>
        </pc:spChg>
        <pc:spChg chg="mod">
          <ac:chgData name="김종우(JONG WOO KIM)[jongwoo_kim]/선임/제조DX.제조DX솔루션.제조빅데이터분석1팀" userId="724af6f9-8cbb-4db2-a128-c90de53c6762" providerId="ADAL" clId="{9962A2D6-6FAD-4233-8198-FF50CD8C59E9}" dt="2026-07-22T02:25:13.604" v="211" actId="1036"/>
          <ac:spMkLst>
            <pc:docMk/>
            <pc:sldMk cId="1623153691" sldId="2147482240"/>
            <ac:spMk id="13" creationId="{306CA175-236C-5F35-3615-93D15AFE7129}"/>
          </ac:spMkLst>
        </pc:spChg>
        <pc:spChg chg="mod">
          <ac:chgData name="김종우(JONG WOO KIM)[jongwoo_kim]/선임/제조DX.제조DX솔루션.제조빅데이터분석1팀" userId="724af6f9-8cbb-4db2-a128-c90de53c6762" providerId="ADAL" clId="{9962A2D6-6FAD-4233-8198-FF50CD8C59E9}" dt="2026-07-22T02:25:13.604" v="211" actId="1036"/>
          <ac:spMkLst>
            <pc:docMk/>
            <pc:sldMk cId="1623153691" sldId="2147482240"/>
            <ac:spMk id="14" creationId="{77BDD4D7-8EDF-5F40-FF3B-C925BF974F69}"/>
          </ac:spMkLst>
        </pc:spChg>
        <pc:graphicFrameChg chg="mod">
          <ac:chgData name="김종우(JONG WOO KIM)[jongwoo_kim]/선임/제조DX.제조DX솔루션.제조빅데이터분석1팀" userId="724af6f9-8cbb-4db2-a128-c90de53c6762" providerId="ADAL" clId="{9962A2D6-6FAD-4233-8198-FF50CD8C59E9}" dt="2026-07-22T02:31:56.280" v="770" actId="1035"/>
          <ac:graphicFrameMkLst>
            <pc:docMk/>
            <pc:sldMk cId="1623153691" sldId="2147482240"/>
            <ac:graphicFrameMk id="4" creationId="{6E341661-8CFF-FE0A-E491-0360534ED3B5}"/>
          </ac:graphicFrameMkLst>
        </pc:graphicFrameChg>
        <pc:graphicFrameChg chg="mod modGraphic">
          <ac:chgData name="김종우(JONG WOO KIM)[jongwoo_kim]/선임/제조DX.제조DX솔루션.제조빅데이터분석1팀" userId="724af6f9-8cbb-4db2-a128-c90de53c6762" providerId="ADAL" clId="{9962A2D6-6FAD-4233-8198-FF50CD8C59E9}" dt="2026-07-22T02:25:13.604" v="211" actId="1036"/>
          <ac:graphicFrameMkLst>
            <pc:docMk/>
            <pc:sldMk cId="1623153691" sldId="2147482240"/>
            <ac:graphicFrameMk id="6" creationId="{8C07CB4B-04C8-7684-2B82-F266641DB112}"/>
          </ac:graphicFrameMkLst>
        </pc:graphicFrameChg>
        <pc:graphicFrameChg chg="mod modGraphic">
          <ac:chgData name="김종우(JONG WOO KIM)[jongwoo_kim]/선임/제조DX.제조DX솔루션.제조빅데이터분석1팀" userId="724af6f9-8cbb-4db2-a128-c90de53c6762" providerId="ADAL" clId="{9962A2D6-6FAD-4233-8198-FF50CD8C59E9}" dt="2026-07-22T02:33:35.541" v="1236" actId="207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</pc:docChg>
  </pc:docChgLst>
  <pc:docChgLst>
    <pc:chgData name="김희재(HEEJAE KIM)[gameroo]/선임/제조DX.제조DX솔루션.제조빅데이터분석1팀" userId="4f6d47c6-2fc0-4972-901b-e4e5bc0c4fcd" providerId="ADAL" clId="{B81749EE-2B38-414C-BC11-1B2E2B6F5838}"/>
    <pc:docChg chg="undo custSel addSld modSld sldOrd modSection">
      <pc:chgData name="김희재(HEEJAE KIM)[gameroo]/선임/제조DX.제조DX솔루션.제조빅데이터분석1팀" userId="4f6d47c6-2fc0-4972-901b-e4e5bc0c4fcd" providerId="ADAL" clId="{B81749EE-2B38-414C-BC11-1B2E2B6F5838}" dt="2026-07-15T02:22:36.718" v="4219" actId="20577"/>
      <pc:docMkLst>
        <pc:docMk/>
      </pc:docMkLst>
      <pc:sldChg chg="modSp mod">
        <pc:chgData name="김희재(HEEJAE KIM)[gameroo]/선임/제조DX.제조DX솔루션.제조빅데이터분석1팀" userId="4f6d47c6-2fc0-4972-901b-e4e5bc0c4fcd" providerId="ADAL" clId="{B81749EE-2B38-414C-BC11-1B2E2B6F5838}" dt="2026-07-15T01:14:19.963" v="342" actId="207"/>
        <pc:sldMkLst>
          <pc:docMk/>
          <pc:sldMk cId="3821952864" sldId="287"/>
        </pc:sldMkLst>
        <pc:spChg chg="mod">
          <ac:chgData name="김희재(HEEJAE KIM)[gameroo]/선임/제조DX.제조DX솔루션.제조빅데이터분석1팀" userId="4f6d47c6-2fc0-4972-901b-e4e5bc0c4fcd" providerId="ADAL" clId="{B81749EE-2B38-414C-BC11-1B2E2B6F5838}" dt="2026-07-15T01:10:44.528" v="5" actId="20577"/>
          <ac:spMkLst>
            <pc:docMk/>
            <pc:sldMk cId="3821952864" sldId="287"/>
            <ac:spMk id="9" creationId="{00000000-0000-0000-0000-000000000000}"/>
          </ac:spMkLst>
        </pc:spChg>
        <pc:graphicFrameChg chg="mod modGraphic">
          <ac:chgData name="김희재(HEEJAE KIM)[gameroo]/선임/제조DX.제조DX솔루션.제조빅데이터분석1팀" userId="4f6d47c6-2fc0-4972-901b-e4e5bc0c4fcd" providerId="ADAL" clId="{B81749EE-2B38-414C-BC11-1B2E2B6F5838}" dt="2026-07-15T01:14:19.963" v="342" actId="207"/>
          <ac:graphicFrameMkLst>
            <pc:docMk/>
            <pc:sldMk cId="3821952864" sldId="287"/>
            <ac:graphicFrameMk id="19" creationId="{3E86696F-E35A-4B06-9B46-63A4A6A986C1}"/>
          </ac:graphicFrameMkLst>
        </pc:graphicFrameChg>
      </pc:sldChg>
      <pc:sldChg chg="addSp delSp modSp mod modShow">
        <pc:chgData name="김희재(HEEJAE KIM)[gameroo]/선임/제조DX.제조DX솔루션.제조빅데이터분석1팀" userId="4f6d47c6-2fc0-4972-901b-e4e5bc0c4fcd" providerId="ADAL" clId="{B81749EE-2B38-414C-BC11-1B2E2B6F5838}" dt="2026-07-15T01:22:26.866" v="346" actId="729"/>
        <pc:sldMkLst>
          <pc:docMk/>
          <pc:sldMk cId="1027075516" sldId="312"/>
        </pc:sldMkLst>
      </pc:sldChg>
    </pc:docChg>
  </pc:docChgLst>
  <pc:docChgLst>
    <pc:chgData name="박경찬(KYOUNGCHAN PARK)[park.kc]/팀장/제조DX.제조DX솔루션.추적솔루션개발팀" userId="e138e4af-6173-47cb-8422-ef183f7b2c63" providerId="ADAL" clId="{EFFD3EC1-18F0-4885-AFBE-137F1CC8DC93}"/>
    <pc:docChg chg="undo custSel modSld">
      <pc:chgData name="박경찬(KYOUNGCHAN PARK)[park.kc]/팀장/제조DX.제조DX솔루션.추적솔루션개발팀" userId="e138e4af-6173-47cb-8422-ef183f7b2c63" providerId="ADAL" clId="{EFFD3EC1-18F0-4885-AFBE-137F1CC8DC93}" dt="2026-07-22T12:09:43.917" v="12"/>
      <pc:docMkLst>
        <pc:docMk/>
      </pc:docMkLst>
      <pc:sldChg chg="modSp mod">
        <pc:chgData name="박경찬(KYOUNGCHAN PARK)[park.kc]/팀장/제조DX.제조DX솔루션.추적솔루션개발팀" userId="e138e4af-6173-47cb-8422-ef183f7b2c63" providerId="ADAL" clId="{EFFD3EC1-18F0-4885-AFBE-137F1CC8DC93}" dt="2026-07-22T12:04:31.011" v="2"/>
        <pc:sldMkLst>
          <pc:docMk/>
          <pc:sldMk cId="1777283650" sldId="263"/>
        </pc:sldMkLst>
        <pc:spChg chg="mod">
          <ac:chgData name="박경찬(KYOUNGCHAN PARK)[park.kc]/팀장/제조DX.제조DX솔루션.추적솔루션개발팀" userId="e138e4af-6173-47cb-8422-ef183f7b2c63" providerId="ADAL" clId="{EFFD3EC1-18F0-4885-AFBE-137F1CC8DC93}" dt="2026-07-22T12:04:31.011" v="2"/>
          <ac:spMkLst>
            <pc:docMk/>
            <pc:sldMk cId="1777283650" sldId="263"/>
            <ac:spMk id="8" creationId="{E59F3BFB-77B8-8253-338D-DDE700B6ABB3}"/>
          </ac:spMkLst>
        </pc:spChg>
      </pc:sldChg>
      <pc:sldChg chg="modSp mod">
        <pc:chgData name="박경찬(KYOUNGCHAN PARK)[park.kc]/팀장/제조DX.제조DX솔루션.추적솔루션개발팀" userId="e138e4af-6173-47cb-8422-ef183f7b2c63" providerId="ADAL" clId="{EFFD3EC1-18F0-4885-AFBE-137F1CC8DC93}" dt="2026-07-22T12:05:26.334" v="10" actId="6549"/>
        <pc:sldMkLst>
          <pc:docMk/>
          <pc:sldMk cId="593023446" sldId="2147482183"/>
        </pc:sldMkLst>
        <pc:spChg chg="mod">
          <ac:chgData name="박경찬(KYOUNGCHAN PARK)[park.kc]/팀장/제조DX.제조DX솔루션.추적솔루션개발팀" userId="e138e4af-6173-47cb-8422-ef183f7b2c63" providerId="ADAL" clId="{EFFD3EC1-18F0-4885-AFBE-137F1CC8DC93}" dt="2026-07-22T12:05:26.334" v="10" actId="6549"/>
          <ac:spMkLst>
            <pc:docMk/>
            <pc:sldMk cId="593023446" sldId="2147482183"/>
            <ac:spMk id="17" creationId="{3FCB8C80-2818-4DE5-8D06-0CBBB3D9AE54}"/>
          </ac:spMkLst>
        </pc:spChg>
      </pc:sldChg>
    </pc:docChg>
  </pc:docChgLst>
  <pc:docChgLst>
    <pc:chgData name="서준효(JUNHYO SU)[sujunhyo]/책임/제조DX.제조DX솔루션.제조빅데이터분석2팀" userId="d69e963c-cd7d-4842-a4a9-f0ce48daaa93" providerId="ADAL" clId="{17C5FFF4-C93E-4A8E-B96F-4F56103C8C56}"/>
    <pc:docChg chg="undo custSel addSld delSld modSld modSection">
      <pc:chgData name="서준효(JUNHYO SU)[sujunhyo]/책임/제조DX.제조DX솔루션.제조빅데이터분석2팀" userId="d69e963c-cd7d-4842-a4a9-f0ce48daaa93" providerId="ADAL" clId="{17C5FFF4-C93E-4A8E-B96F-4F56103C8C56}" dt="2026-07-22T08:33:13.859" v="30716" actId="1036"/>
      <pc:docMkLst>
        <pc:docMk/>
      </pc:docMkLst>
      <pc:sldChg chg="modSp mod">
        <pc:chgData name="서준효(JUNHYO SU)[sujunhyo]/책임/제조DX.제조DX솔루션.제조빅데이터분석2팀" userId="d69e963c-cd7d-4842-a4a9-f0ce48daaa93" providerId="ADAL" clId="{17C5FFF4-C93E-4A8E-B96F-4F56103C8C56}" dt="2026-07-15T06:41:01.230" v="23207"/>
        <pc:sldMkLst>
          <pc:docMk/>
          <pc:sldMk cId="2860801152" sldId="257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15T06:41:01.230" v="23207"/>
          <ac:spMkLst>
            <pc:docMk/>
            <pc:sldMk cId="2860801152" sldId="257"/>
            <ac:spMk id="8" creationId="{F84E89FE-FF98-3135-903C-46722CDE774B}"/>
          </ac:spMkLst>
        </pc:sp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49.942" v="14310" actId="207"/>
          <ac:graphicFrameMkLst>
            <pc:docMk/>
            <pc:sldMk cId="2860801152" sldId="257"/>
            <ac:graphicFrameMk id="4" creationId="{0472E171-D1D3-400C-B416-93D7B68E3795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54.150" v="14313" actId="207"/>
          <ac:graphicFrameMkLst>
            <pc:docMk/>
            <pc:sldMk cId="2860801152" sldId="257"/>
            <ac:graphicFrameMk id="14" creationId="{C3470D81-2A51-44B3-A6BB-CD8CA0F3C09D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52.816" v="14312" actId="207"/>
          <ac:graphicFrameMkLst>
            <pc:docMk/>
            <pc:sldMk cId="2860801152" sldId="257"/>
            <ac:graphicFrameMk id="17" creationId="{13E32185-611D-4FB9-A8E7-E49F2D59E1E0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51.471" v="14311" actId="207"/>
          <ac:graphicFrameMkLst>
            <pc:docMk/>
            <pc:sldMk cId="2860801152" sldId="257"/>
            <ac:graphicFrameMk id="19" creationId="{3E86696F-E35A-4B06-9B46-63A4A6A986C1}"/>
          </ac:graphicFrameMkLst>
        </pc:graphicFrameChg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22T07:39:53.523" v="27364" actId="207"/>
        <pc:sldMkLst>
          <pc:docMk/>
          <pc:sldMk cId="240573304" sldId="265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22T07:39:49.415" v="27363" actId="20577"/>
          <ac:spMkLst>
            <pc:docMk/>
            <pc:sldMk cId="240573304" sldId="265"/>
            <ac:spMk id="3" creationId="{4E684F98-40B7-F8DF-3ABC-F0B0054CB923}"/>
          </ac:spMkLst>
        </pc:spChg>
        <pc:spChg chg="mod">
          <ac:chgData name="서준효(JUNHYO SU)[sujunhyo]/책임/제조DX.제조DX솔루션.제조빅데이터분석2팀" userId="d69e963c-cd7d-4842-a4a9-f0ce48daaa93" providerId="ADAL" clId="{17C5FFF4-C93E-4A8E-B96F-4F56103C8C56}" dt="2026-07-22T07:28:17.779" v="27334" actId="20577"/>
          <ac:spMkLst>
            <pc:docMk/>
            <pc:sldMk cId="240573304" sldId="265"/>
            <ac:spMk id="18" creationId="{FAB358E4-FD29-4D49-9D33-AA939CEBFF40}"/>
          </ac:spMkLst>
        </pc:sp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22T07:39:53.523" v="27364" actId="207"/>
          <ac:graphicFrameMkLst>
            <pc:docMk/>
            <pc:sldMk cId="240573304" sldId="265"/>
            <ac:graphicFrameMk id="2" creationId="{4AD28A90-1C5E-B3ED-AFEA-E4E930343D47}"/>
          </ac:graphicFrameMkLst>
        </pc:graphicFrame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22T07:28:14.874" v="27333" actId="20577"/>
          <ac:graphicFrameMkLst>
            <pc:docMk/>
            <pc:sldMk cId="240573304" sldId="265"/>
            <ac:graphicFrameMk id="24" creationId="{F51285F9-8EF7-203F-DE5F-18902235DFA9}"/>
          </ac:graphicFrameMkLst>
        </pc:graphicFrameChg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07T10:01:55.718" v="21274" actId="207"/>
        <pc:sldMkLst>
          <pc:docMk/>
          <pc:sldMk cId="637397627" sldId="272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07T10:00:23.117" v="20961"/>
          <ac:spMkLst>
            <pc:docMk/>
            <pc:sldMk cId="637397627" sldId="272"/>
            <ac:spMk id="17" creationId="{F654CBE4-49F5-BBED-7521-E74E6C5E3F8A}"/>
          </ac:spMkLst>
        </pc:sp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07T10:01:55.718" v="21274" actId="207"/>
          <ac:graphicFrameMkLst>
            <pc:docMk/>
            <pc:sldMk cId="637397627" sldId="272"/>
            <ac:graphicFrameMk id="7" creationId="{8F4AC270-697A-3B2A-E267-84779B3435EA}"/>
          </ac:graphicFrameMkLst>
        </pc:graphicFrameChg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15T06:46:30.606" v="23246" actId="1076"/>
        <pc:sldMkLst>
          <pc:docMk/>
          <pc:sldMk cId="3652226273" sldId="275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15T06:41:05.040" v="23208"/>
          <ac:spMkLst>
            <pc:docMk/>
            <pc:sldMk cId="3652226273" sldId="275"/>
            <ac:spMk id="8" creationId="{F84E89FE-FF98-3135-903C-46722CDE774B}"/>
          </ac:spMkLst>
        </pc:sp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57.449" v="14314" actId="207"/>
          <ac:graphicFrameMkLst>
            <pc:docMk/>
            <pc:sldMk cId="3652226273" sldId="275"/>
            <ac:graphicFrameMk id="4" creationId="{0472E171-D1D3-400C-B416-93D7B68E3795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59.822" v="14316" actId="207"/>
          <ac:graphicFrameMkLst>
            <pc:docMk/>
            <pc:sldMk cId="3652226273" sldId="275"/>
            <ac:graphicFrameMk id="14" creationId="{C3470D81-2A51-44B3-A6BB-CD8CA0F3C09D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58.498" v="14315" actId="207"/>
          <ac:graphicFrameMkLst>
            <pc:docMk/>
            <pc:sldMk cId="3652226273" sldId="275"/>
            <ac:graphicFrameMk id="17" creationId="{13E32185-611D-4FB9-A8E7-E49F2D59E1E0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2:01.480" v="14317" actId="207"/>
          <ac:graphicFrameMkLst>
            <pc:docMk/>
            <pc:sldMk cId="3652226273" sldId="275"/>
            <ac:graphicFrameMk id="19" creationId="{3E86696F-E35A-4B06-9B46-63A4A6A986C1}"/>
          </ac:graphicFrameMkLst>
        </pc:graphicFrameChg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01T07:51:00.982" v="14305"/>
        <pc:sldMkLst>
          <pc:docMk/>
          <pc:sldMk cId="2316390563" sldId="305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01T07:51:00.982" v="14305"/>
          <ac:spMkLst>
            <pc:docMk/>
            <pc:sldMk cId="2316390563" sldId="305"/>
            <ac:spMk id="63" creationId="{F7E9B123-1E21-48F6-86C5-2777566B3419}"/>
          </ac:spMkLst>
        </pc:sp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01T07:49:51.870" v="14282" actId="207"/>
          <ac:graphicFrameMkLst>
            <pc:docMk/>
            <pc:sldMk cId="2316390563" sldId="305"/>
            <ac:graphicFrameMk id="7" creationId="{3E86696F-E35A-4B06-9B46-63A4A6A986C1}"/>
          </ac:graphicFrameMkLst>
        </pc:graphicFrameChg>
      </pc:sldChg>
      <pc:sldChg chg="modSp">
        <pc:chgData name="서준효(JUNHYO SU)[sujunhyo]/책임/제조DX.제조DX솔루션.제조빅데이터분석2팀" userId="d69e963c-cd7d-4842-a4a9-f0ce48daaa93" providerId="ADAL" clId="{17C5FFF4-C93E-4A8E-B96F-4F56103C8C56}" dt="2026-07-15T06:41:08.896" v="23209"/>
        <pc:sldMkLst>
          <pc:docMk/>
          <pc:sldMk cId="3548972596" sldId="309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15T06:41:08.896" v="23209"/>
          <ac:spMkLst>
            <pc:docMk/>
            <pc:sldMk cId="3548972596" sldId="309"/>
            <ac:spMk id="8" creationId="{C6029C3B-01D0-C1B0-7474-C58C2B32D9F1}"/>
          </ac:spMkLst>
        </pc:spChg>
      </pc:sldChg>
      <pc:sldChg chg="addSp delSp modSp mod">
        <pc:chgData name="서준효(JUNHYO SU)[sujunhyo]/책임/제조DX.제조DX솔루션.제조빅데이터분석2팀" userId="d69e963c-cd7d-4842-a4a9-f0ce48daaa93" providerId="ADAL" clId="{17C5FFF4-C93E-4A8E-B96F-4F56103C8C56}" dt="2026-07-22T08:33:13.859" v="30716" actId="1036"/>
        <pc:sldMkLst>
          <pc:docMk/>
          <pc:sldMk cId="383782190" sldId="2147482198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22T08:32:27.596" v="30700" actId="114"/>
          <ac:spMkLst>
            <pc:docMk/>
            <pc:sldMk cId="383782190" sldId="2147482198"/>
            <ac:spMk id="2" creationId="{8F7D21B9-04E2-7414-5CA5-2BEEAD1F17F8}"/>
          </ac:spMkLst>
        </pc:spChg>
        <pc:spChg chg="mod">
          <ac:chgData name="서준효(JUNHYO SU)[sujunhyo]/책임/제조DX.제조DX솔루션.제조빅데이터분석2팀" userId="d69e963c-cd7d-4842-a4a9-f0ce48daaa93" providerId="ADAL" clId="{17C5FFF4-C93E-4A8E-B96F-4F56103C8C56}" dt="2026-07-22T07:56:27.617" v="27516" actId="20577"/>
          <ac:spMkLst>
            <pc:docMk/>
            <pc:sldMk cId="383782190" sldId="2147482198"/>
            <ac:spMk id="5" creationId="{F5326513-1C72-7F5C-D001-BA1C6912280D}"/>
          </ac:spMkLst>
        </pc:spChg>
        <pc:spChg chg="add del mod ord">
          <ac:chgData name="서준효(JUNHYO SU)[sujunhyo]/책임/제조DX.제조DX솔루션.제조빅데이터분석2팀" userId="d69e963c-cd7d-4842-a4a9-f0ce48daaa93" providerId="ADAL" clId="{17C5FFF4-C93E-4A8E-B96F-4F56103C8C56}" dt="2026-07-22T08:32:33.840" v="30701" actId="14100"/>
          <ac:spMkLst>
            <pc:docMk/>
            <pc:sldMk cId="383782190" sldId="2147482198"/>
            <ac:spMk id="10" creationId="{E41185F6-09DD-D939-A664-6E8806D829A0}"/>
          </ac:spMkLst>
        </pc:spChg>
      </pc:sldChg>
      <pc:sldChg chg="addSp modSp mod">
        <pc:chgData name="서준효(JUNHYO SU)[sujunhyo]/책임/제조DX.제조DX솔루션.제조빅데이터분석2팀" userId="d69e963c-cd7d-4842-a4a9-f0ce48daaa93" providerId="ADAL" clId="{17C5FFF4-C93E-4A8E-B96F-4F56103C8C56}" dt="2026-07-22T06:44:55.676" v="27283" actId="207"/>
        <pc:sldMkLst>
          <pc:docMk/>
          <pc:sldMk cId="2140725847" sldId="2147482218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22T06:42:39.046" v="27076" actId="20577"/>
          <ac:spMkLst>
            <pc:docMk/>
            <pc:sldMk cId="2140725847" sldId="2147482218"/>
            <ac:spMk id="3" creationId="{0CC39962-AED9-0FD6-7F0C-29A8FBE67A4F}"/>
          </ac:spMkLst>
        </pc:spChg>
        <pc:graphicFrameChg chg="mod">
          <ac:chgData name="서준효(JUNHYO SU)[sujunhyo]/책임/제조DX.제조DX솔루션.제조빅데이터분석2팀" userId="d69e963c-cd7d-4842-a4a9-f0ce48daaa93" providerId="ADAL" clId="{17C5FFF4-C93E-4A8E-B96F-4F56103C8C56}" dt="2026-07-22T06:44:03.936" v="27212" actId="1035"/>
          <ac:graphicFrameMkLst>
            <pc:docMk/>
            <pc:sldMk cId="2140725847" sldId="2147482218"/>
            <ac:graphicFrameMk id="4" creationId="{DCAB8FD5-701E-AA35-D021-456DEC377D29}"/>
          </ac:graphicFrameMkLst>
        </pc:graphicFrameChg>
        <pc:graphicFrameChg chg="mod">
          <ac:chgData name="서준효(JUNHYO SU)[sujunhyo]/책임/제조DX.제조DX솔루션.제조빅데이터분석2팀" userId="d69e963c-cd7d-4842-a4a9-f0ce48daaa93" providerId="ADAL" clId="{17C5FFF4-C93E-4A8E-B96F-4F56103C8C56}" dt="2026-07-22T06:44:03.936" v="27212" actId="1035"/>
          <ac:graphicFrameMkLst>
            <pc:docMk/>
            <pc:sldMk cId="2140725847" sldId="2147482218"/>
            <ac:graphicFrameMk id="5" creationId="{82FF80D0-B068-2EC6-0869-A9A2414E2938}"/>
          </ac:graphicFrameMkLst>
        </pc:graphicFrameChg>
        <pc:graphicFrameChg chg="mod">
          <ac:chgData name="서준효(JUNHYO SU)[sujunhyo]/책임/제조DX.제조DX솔루션.제조빅데이터분석2팀" userId="d69e963c-cd7d-4842-a4a9-f0ce48daaa93" providerId="ADAL" clId="{17C5FFF4-C93E-4A8E-B96F-4F56103C8C56}" dt="2026-07-22T06:44:03.936" v="27212" actId="1035"/>
          <ac:graphicFrameMkLst>
            <pc:docMk/>
            <pc:sldMk cId="2140725847" sldId="2147482218"/>
            <ac:graphicFrameMk id="6" creationId="{D3EC4A90-05E2-33A7-68C7-23B6D03A6081}"/>
          </ac:graphicFrameMkLst>
        </pc:graphicFrameChg>
        <pc:graphicFrameChg chg="add mod modGraphic">
          <ac:chgData name="서준효(JUNHYO SU)[sujunhyo]/책임/제조DX.제조DX솔루션.제조빅데이터분석2팀" userId="d69e963c-cd7d-4842-a4a9-f0ce48daaa93" providerId="ADAL" clId="{17C5FFF4-C93E-4A8E-B96F-4F56103C8C56}" dt="2026-07-22T06:44:55.676" v="27283" actId="207"/>
          <ac:graphicFrameMkLst>
            <pc:docMk/>
            <pc:sldMk cId="2140725847" sldId="2147482218"/>
            <ac:graphicFrameMk id="7" creationId="{54255781-37DD-BFEA-C38F-FE89849F1936}"/>
          </ac:graphicFrameMkLst>
        </pc:graphicFrame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22T06:43:52.589" v="27202" actId="14100"/>
          <ac:graphicFrameMkLst>
            <pc:docMk/>
            <pc:sldMk cId="2140725847" sldId="2147482218"/>
            <ac:graphicFrameMk id="19" creationId="{3E86696F-E35A-4B06-9B46-63A4A6A986C1}"/>
          </ac:graphicFrameMkLst>
        </pc:graphicFrameChg>
      </pc:sldChg>
      <pc:sldChg chg="addSp delSp modSp mod">
        <pc:chgData name="서준효(JUNHYO SU)[sujunhyo]/책임/제조DX.제조DX솔루션.제조빅데이터분석2팀" userId="d69e963c-cd7d-4842-a4a9-f0ce48daaa93" providerId="ADAL" clId="{17C5FFF4-C93E-4A8E-B96F-4F56103C8C56}" dt="2026-07-07T09:55:57.553" v="20408" actId="22"/>
        <pc:sldMkLst>
          <pc:docMk/>
          <pc:sldMk cId="3803082211" sldId="2147482219"/>
        </pc:sldMkLst>
      </pc:sldChg>
      <pc:sldChg chg="addSp delSp modSp mod">
        <pc:chgData name="서준효(JUNHYO SU)[sujunhyo]/책임/제조DX.제조DX솔루션.제조빅데이터분석2팀" userId="d69e963c-cd7d-4842-a4a9-f0ce48daaa93" providerId="ADAL" clId="{17C5FFF4-C93E-4A8E-B96F-4F56103C8C56}" dt="2026-07-15T06:46:39.114" v="23248" actId="478"/>
        <pc:sldMkLst>
          <pc:docMk/>
          <pc:sldMk cId="1705482803" sldId="2147482220"/>
        </pc:sldMkLst>
        <pc:spChg chg="add">
          <ac:chgData name="서준효(JUNHYO SU)[sujunhyo]/책임/제조DX.제조DX솔루션.제조빅데이터분석2팀" userId="d69e963c-cd7d-4842-a4a9-f0ce48daaa93" providerId="ADAL" clId="{17C5FFF4-C93E-4A8E-B96F-4F56103C8C56}" dt="2026-07-15T06:46:35.877" v="23247" actId="22"/>
          <ac:spMkLst>
            <pc:docMk/>
            <pc:sldMk cId="1705482803" sldId="2147482220"/>
            <ac:spMk id="5" creationId="{F080ABDF-0CD7-4465-8723-431DABF7FF72}"/>
          </ac:spMkLst>
        </pc:spChg>
        <pc:spChg chg="mod">
          <ac:chgData name="서준효(JUNHYO SU)[sujunhyo]/책임/제조DX.제조DX솔루션.제조빅데이터분석2팀" userId="d69e963c-cd7d-4842-a4a9-f0ce48daaa93" providerId="ADAL" clId="{17C5FFF4-C93E-4A8E-B96F-4F56103C8C56}" dt="2026-07-15T06:40:56.849" v="23206" actId="20577"/>
          <ac:spMkLst>
            <pc:docMk/>
            <pc:sldMk cId="1705482803" sldId="2147482220"/>
            <ac:spMk id="9" creationId="{00000000-0000-0000-0000-000000000000}"/>
          </ac:spMkLst>
        </pc:sp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37.640" v="14306" actId="207"/>
          <ac:graphicFrameMkLst>
            <pc:docMk/>
            <pc:sldMk cId="1705482803" sldId="2147482220"/>
            <ac:graphicFrameMk id="4" creationId="{0472E171-D1D3-400C-B416-93D7B68E3795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46.465" v="14309" actId="207"/>
          <ac:graphicFrameMkLst>
            <pc:docMk/>
            <pc:sldMk cId="1705482803" sldId="2147482220"/>
            <ac:graphicFrameMk id="14" creationId="{C3470D81-2A51-44B3-A6BB-CD8CA0F3C09D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43.873" v="14308" actId="207"/>
          <ac:graphicFrameMkLst>
            <pc:docMk/>
            <pc:sldMk cId="1705482803" sldId="2147482220"/>
            <ac:graphicFrameMk id="17" creationId="{13E32185-611D-4FB9-A8E7-E49F2D59E1E0}"/>
          </ac:graphicFrameMkLst>
        </pc:graphicFrameChg>
        <pc:graphicFrameChg chg="modGraphic">
          <ac:chgData name="서준효(JUNHYO SU)[sujunhyo]/책임/제조DX.제조DX솔루션.제조빅데이터분석2팀" userId="d69e963c-cd7d-4842-a4a9-f0ce48daaa93" providerId="ADAL" clId="{17C5FFF4-C93E-4A8E-B96F-4F56103C8C56}" dt="2026-07-01T07:51:41.063" v="14307" actId="207"/>
          <ac:graphicFrameMkLst>
            <pc:docMk/>
            <pc:sldMk cId="1705482803" sldId="2147482220"/>
            <ac:graphicFrameMk id="19" creationId="{3E86696F-E35A-4B06-9B46-63A4A6A986C1}"/>
          </ac:graphicFrameMkLst>
        </pc:graphicFrameChg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07T10:04:37.860" v="21289" actId="207"/>
        <pc:sldMkLst>
          <pc:docMk/>
          <pc:sldMk cId="2470925023" sldId="2147482223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07T10:03:08.023" v="21281" actId="20577"/>
          <ac:spMkLst>
            <pc:docMk/>
            <pc:sldMk cId="2470925023" sldId="2147482223"/>
            <ac:spMk id="18" creationId="{CD6FE8C4-D3CA-4ACB-997B-147E1EDF00F6}"/>
          </ac:spMkLst>
        </pc:sp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07T10:04:37.860" v="21289" actId="207"/>
          <ac:graphicFrameMkLst>
            <pc:docMk/>
            <pc:sldMk cId="2470925023" sldId="2147482223"/>
            <ac:graphicFrameMk id="24" creationId="{CB1E1DE9-356B-4185-A911-636EBB599881}"/>
          </ac:graphicFrameMkLst>
        </pc:graphicFrameChg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07T10:04:32.531" v="21288" actId="207"/>
        <pc:sldMkLst>
          <pc:docMk/>
          <pc:sldMk cId="1583628032" sldId="2147482224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07T10:02:57.342" v="21278" actId="20577"/>
          <ac:spMkLst>
            <pc:docMk/>
            <pc:sldMk cId="1583628032" sldId="2147482224"/>
            <ac:spMk id="18" creationId="{CD6FE8C4-D3CA-4ACB-997B-147E1EDF00F6}"/>
          </ac:spMkLst>
        </pc:sp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07T10:04:32.531" v="21288" actId="207"/>
          <ac:graphicFrameMkLst>
            <pc:docMk/>
            <pc:sldMk cId="1583628032" sldId="2147482224"/>
            <ac:graphicFrameMk id="24" creationId="{CB1E1DE9-356B-4185-A911-636EBB599881}"/>
          </ac:graphicFrameMkLst>
        </pc:graphicFrameChg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01T07:50:57.781" v="14304"/>
        <pc:sldMkLst>
          <pc:docMk/>
          <pc:sldMk cId="2711025772" sldId="2147482692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01T07:50:57.781" v="14304"/>
          <ac:spMkLst>
            <pc:docMk/>
            <pc:sldMk cId="2711025772" sldId="2147482692"/>
            <ac:spMk id="63" creationId="{F7E9B123-1E21-48F6-86C5-2777566B3419}"/>
          </ac:spMkLst>
        </pc:sp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01T07:48:47.178" v="14247" actId="20577"/>
          <ac:graphicFrameMkLst>
            <pc:docMk/>
            <pc:sldMk cId="2711025772" sldId="2147482692"/>
            <ac:graphicFrameMk id="7" creationId="{3E86696F-E35A-4B06-9B46-63A4A6A986C1}"/>
          </ac:graphicFrameMkLst>
        </pc:graphicFrameChg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22T07:48:04.859" v="27512" actId="20577"/>
        <pc:sldMkLst>
          <pc:docMk/>
          <pc:sldMk cId="2600994211" sldId="2147482703"/>
        </pc:sldMkLst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22T07:48:04.859" v="27512" actId="20577"/>
          <ac:graphicFrameMkLst>
            <pc:docMk/>
            <pc:sldMk cId="2600994211" sldId="2147482703"/>
            <ac:graphicFrameMk id="24" creationId="{CB1E1DE9-356B-4185-A911-636EBB599881}"/>
          </ac:graphicFrameMkLst>
        </pc:graphicFrameChg>
      </pc:sldChg>
      <pc:sldChg chg="modSp mod modShow">
        <pc:chgData name="서준효(JUNHYO SU)[sujunhyo]/책임/제조DX.제조DX솔루션.제조빅데이터분석2팀" userId="d69e963c-cd7d-4842-a4a9-f0ce48daaa93" providerId="ADAL" clId="{17C5FFF4-C93E-4A8E-B96F-4F56103C8C56}" dt="2026-07-07T09:48:55.090" v="20168" actId="729"/>
        <pc:sldMkLst>
          <pc:docMk/>
          <pc:sldMk cId="214640671" sldId="2147483552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01T07:50:33.486" v="14302" actId="20577"/>
          <ac:spMkLst>
            <pc:docMk/>
            <pc:sldMk cId="214640671" sldId="2147483552"/>
            <ac:spMk id="3" creationId="{0CC39962-AED9-0FD6-7F0C-29A8FBE67A4F}"/>
          </ac:spMkLst>
        </pc:sp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01T07:50:20.265" v="14288" actId="20577"/>
          <ac:graphicFrameMkLst>
            <pc:docMk/>
            <pc:sldMk cId="214640671" sldId="2147483552"/>
            <ac:graphicFrameMk id="19" creationId="{3E86696F-E35A-4B06-9B46-63A4A6A986C1}"/>
          </ac:graphicFrameMkLst>
        </pc:graphicFrameChg>
      </pc:sldChg>
      <pc:sldChg chg="mod modShow">
        <pc:chgData name="서준효(JUNHYO SU)[sujunhyo]/책임/제조DX.제조DX솔루션.제조빅데이터분석2팀" userId="d69e963c-cd7d-4842-a4a9-f0ce48daaa93" providerId="ADAL" clId="{17C5FFF4-C93E-4A8E-B96F-4F56103C8C56}" dt="2026-07-07T09:49:08.833" v="20169" actId="729"/>
        <pc:sldMkLst>
          <pc:docMk/>
          <pc:sldMk cId="3770862717" sldId="2147483553"/>
        </pc:sldMkLst>
      </pc:sldChg>
      <pc:sldChg chg="modSp mod">
        <pc:chgData name="서준효(JUNHYO SU)[sujunhyo]/책임/제조DX.제조DX솔루션.제조빅데이터분석2팀" userId="d69e963c-cd7d-4842-a4a9-f0ce48daaa93" providerId="ADAL" clId="{17C5FFF4-C93E-4A8E-B96F-4F56103C8C56}" dt="2026-07-01T07:50:47.679" v="14303"/>
        <pc:sldMkLst>
          <pc:docMk/>
          <pc:sldMk cId="3807737962" sldId="2147483554"/>
        </pc:sldMkLst>
        <pc:spChg chg="mod">
          <ac:chgData name="서준효(JUNHYO SU)[sujunhyo]/책임/제조DX.제조DX솔루션.제조빅데이터분석2팀" userId="d69e963c-cd7d-4842-a4a9-f0ce48daaa93" providerId="ADAL" clId="{17C5FFF4-C93E-4A8E-B96F-4F56103C8C56}" dt="2026-07-01T07:50:47.679" v="14303"/>
          <ac:spMkLst>
            <pc:docMk/>
            <pc:sldMk cId="3807737962" sldId="2147483554"/>
            <ac:spMk id="8" creationId="{C8CCAF02-D384-A603-FBC7-3454494ED630}"/>
          </ac:spMkLst>
        </pc:spChg>
        <pc:graphicFrameChg chg="mod modGraphic">
          <ac:chgData name="서준효(JUNHYO SU)[sujunhyo]/책임/제조DX.제조DX솔루션.제조빅데이터분석2팀" userId="d69e963c-cd7d-4842-a4a9-f0ce48daaa93" providerId="ADAL" clId="{17C5FFF4-C93E-4A8E-B96F-4F56103C8C56}" dt="2026-07-01T07:49:54.954" v="14283" actId="207"/>
          <ac:graphicFrameMkLst>
            <pc:docMk/>
            <pc:sldMk cId="3807737962" sldId="2147483554"/>
            <ac:graphicFrameMk id="7" creationId="{3E86696F-E35A-4B06-9B46-63A4A6A986C1}"/>
          </ac:graphicFrameMkLst>
        </pc:graphicFrameChg>
      </pc:sldChg>
    </pc:docChg>
  </pc:docChgLst>
  <pc:docChgLst>
    <pc:chgData name="김종우(JONG WOO KIM)[jongwoo_kim]/선임/제조DX.제조DX솔루션.제조빅데이터분석1팀" userId="724af6f9-8cbb-4db2-a128-c90de53c6762" providerId="ADAL" clId="{DCE193BF-2E82-4CAA-8E4A-AB07214AB51A}"/>
    <pc:docChg chg="undo custSel modSld">
      <pc:chgData name="김종우(JONG WOO KIM)[jongwoo_kim]/선임/제조DX.제조DX솔루션.제조빅데이터분석1팀" userId="724af6f9-8cbb-4db2-a128-c90de53c6762" providerId="ADAL" clId="{DCE193BF-2E82-4CAA-8E4A-AB07214AB51A}" dt="2026-07-01T01:06:31.428" v="3511" actId="207"/>
      <pc:docMkLst>
        <pc:docMk/>
      </pc:docMkLst>
      <pc:sldChg chg="modSp mod">
        <pc:chgData name="김종우(JONG WOO KIM)[jongwoo_kim]/선임/제조DX.제조DX솔루션.제조빅데이터분석1팀" userId="724af6f9-8cbb-4db2-a128-c90de53c6762" providerId="ADAL" clId="{DCE193BF-2E82-4CAA-8E4A-AB07214AB51A}" dt="2026-07-01T01:06:31.428" v="3511" actId="207"/>
        <pc:sldMkLst>
          <pc:docMk/>
          <pc:sldMk cId="1623153691" sldId="2147482240"/>
        </pc:sldMkLst>
        <pc:spChg chg="mod">
          <ac:chgData name="김종우(JONG WOO KIM)[jongwoo_kim]/선임/제조DX.제조DX솔루션.제조빅데이터분석1팀" userId="724af6f9-8cbb-4db2-a128-c90de53c6762" providerId="ADAL" clId="{DCE193BF-2E82-4CAA-8E4A-AB07214AB51A}" dt="2026-07-01T00:43:04.401" v="2391" actId="20577"/>
          <ac:spMkLst>
            <pc:docMk/>
            <pc:sldMk cId="1623153691" sldId="2147482240"/>
            <ac:spMk id="3" creationId="{0CC39962-AED9-0FD6-7F0C-29A8FBE67A4F}"/>
          </ac:spMkLst>
        </pc:spChg>
        <pc:graphicFrameChg chg="mod">
          <ac:chgData name="김종우(JONG WOO KIM)[jongwoo_kim]/선임/제조DX.제조DX솔루션.제조빅데이터분석1팀" userId="724af6f9-8cbb-4db2-a128-c90de53c6762" providerId="ADAL" clId="{DCE193BF-2E82-4CAA-8E4A-AB07214AB51A}" dt="2026-07-01T00:52:26.598" v="2894" actId="1076"/>
          <ac:graphicFrameMkLst>
            <pc:docMk/>
            <pc:sldMk cId="1623153691" sldId="2147482240"/>
            <ac:graphicFrameMk id="4" creationId="{6E341661-8CFF-FE0A-E491-0360534ED3B5}"/>
          </ac:graphicFrameMkLst>
        </pc:graphicFrameChg>
        <pc:graphicFrameChg chg="mod modGraphic">
          <ac:chgData name="김종우(JONG WOO KIM)[jongwoo_kim]/선임/제조DX.제조DX솔루션.제조빅데이터분석1팀" userId="724af6f9-8cbb-4db2-a128-c90de53c6762" providerId="ADAL" clId="{DCE193BF-2E82-4CAA-8E4A-AB07214AB51A}" dt="2026-07-01T00:58:53.694" v="3489" actId="20577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  <pc:sldChg chg="modSp mod">
        <pc:chgData name="김종우(JONG WOO KIM)[jongwoo_kim]/선임/제조DX.제조DX솔루션.제조빅데이터분석1팀" userId="724af6f9-8cbb-4db2-a128-c90de53c6762" providerId="ADAL" clId="{DCE193BF-2E82-4CAA-8E4A-AB07214AB51A}" dt="2026-07-01T00:42:52.263" v="2381" actId="20577"/>
        <pc:sldMkLst>
          <pc:docMk/>
          <pc:sldMk cId="3433858500" sldId="2147482257"/>
        </pc:sldMkLst>
        <pc:spChg chg="mod">
          <ac:chgData name="김종우(JONG WOO KIM)[jongwoo_kim]/선임/제조DX.제조DX솔루션.제조빅데이터분석1팀" userId="724af6f9-8cbb-4db2-a128-c90de53c6762" providerId="ADAL" clId="{DCE193BF-2E82-4CAA-8E4A-AB07214AB51A}" dt="2026-07-01T00:42:07.441" v="2275" actId="20577"/>
          <ac:spMkLst>
            <pc:docMk/>
            <pc:sldMk cId="3433858500" sldId="2147482257"/>
            <ac:spMk id="3" creationId="{0CC39962-AED9-0FD6-7F0C-29A8FBE67A4F}"/>
          </ac:spMkLst>
        </pc:spChg>
        <pc:graphicFrameChg chg="mod modGraphic">
          <ac:chgData name="김종우(JONG WOO KIM)[jongwoo_kim]/선임/제조DX.제조DX솔루션.제조빅데이터분석1팀" userId="724af6f9-8cbb-4db2-a128-c90de53c6762" providerId="ADAL" clId="{DCE193BF-2E82-4CAA-8E4A-AB07214AB51A}" dt="2026-07-01T00:42:52.263" v="2381" actId="2057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  <pc:graphicFrameChg chg="modGraphic">
          <ac:chgData name="김종우(JONG WOO KIM)[jongwoo_kim]/선임/제조DX.제조DX솔루션.제조빅데이터분석1팀" userId="724af6f9-8cbb-4db2-a128-c90de53c6762" providerId="ADAL" clId="{DCE193BF-2E82-4CAA-8E4A-AB07214AB51A}" dt="2026-07-01T00:41:59.608" v="2266" actId="207"/>
          <ac:graphicFrameMkLst>
            <pc:docMk/>
            <pc:sldMk cId="3433858500" sldId="2147482257"/>
            <ac:graphicFrameMk id="19" creationId="{3E86696F-E35A-4B06-9B46-63A4A6A986C1}"/>
          </ac:graphicFrameMkLst>
        </pc:graphicFrameChg>
      </pc:sldChg>
    </pc:docChg>
  </pc:docChgLst>
  <pc:docChgLst>
    <pc:chgData name="임성묵(SUNGMOOK LIM)[muksung0084]/선임/제조DX.제조DX솔루션.제조빅데이터분석2팀" userId="caabadf1-d768-4a71-b809-79647c0ca9fa" providerId="ADAL" clId="{75CEEA5C-8E54-430A-9873-FDF41851C4D2}"/>
    <pc:docChg chg="undo custSel modSld">
      <pc:chgData name="임성묵(SUNGMOOK LIM)[muksung0084]/선임/제조DX.제조DX솔루션.제조빅데이터분석2팀" userId="caabadf1-d768-4a71-b809-79647c0ca9fa" providerId="ADAL" clId="{75CEEA5C-8E54-430A-9873-FDF41851C4D2}" dt="2026-07-14T08:46:34.880" v="2620" actId="20577"/>
      <pc:docMkLst>
        <pc:docMk/>
      </pc:docMkLst>
      <pc:sldChg chg="delSp modSp mod">
        <pc:chgData name="임성묵(SUNGMOOK LIM)[muksung0084]/선임/제조DX.제조DX솔루션.제조빅데이터분석2팀" userId="caabadf1-d768-4a71-b809-79647c0ca9fa" providerId="ADAL" clId="{75CEEA5C-8E54-430A-9873-FDF41851C4D2}" dt="2026-07-14T08:34:13.424" v="2618" actId="20577"/>
        <pc:sldMkLst>
          <pc:docMk/>
          <pc:sldMk cId="2470925023" sldId="2147482223"/>
        </pc:sldMkLst>
        <pc:spChg chg="mod">
          <ac:chgData name="임성묵(SUNGMOOK LIM)[muksung0084]/선임/제조DX.제조DX솔루션.제조빅데이터분석2팀" userId="caabadf1-d768-4a71-b809-79647c0ca9fa" providerId="ADAL" clId="{75CEEA5C-8E54-430A-9873-FDF41851C4D2}" dt="2026-07-14T02:21:57.512" v="50" actId="1076"/>
          <ac:spMkLst>
            <pc:docMk/>
            <pc:sldMk cId="2470925023" sldId="2147482223"/>
            <ac:spMk id="7" creationId="{9C727DE2-4F65-884D-0E0E-F6404E5270EA}"/>
          </ac:spMkLst>
        </pc:spChg>
        <pc:spChg chg="mod">
          <ac:chgData name="임성묵(SUNGMOOK LIM)[muksung0084]/선임/제조DX.제조DX솔루션.제조빅데이터분석2팀" userId="caabadf1-d768-4a71-b809-79647c0ca9fa" providerId="ADAL" clId="{75CEEA5C-8E54-430A-9873-FDF41851C4D2}" dt="2026-07-14T02:21:45.132" v="48" actId="20577"/>
          <ac:spMkLst>
            <pc:docMk/>
            <pc:sldMk cId="2470925023" sldId="2147482223"/>
            <ac:spMk id="11" creationId="{C2183B71-80F4-FA4C-0784-6BC7F12D1585}"/>
          </ac:spMkLst>
        </pc:spChg>
        <pc:spChg chg="mod">
          <ac:chgData name="임성묵(SUNGMOOK LIM)[muksung0084]/선임/제조DX.제조DX솔루션.제조빅데이터분석2팀" userId="caabadf1-d768-4a71-b809-79647c0ca9fa" providerId="ADAL" clId="{75CEEA5C-8E54-430A-9873-FDF41851C4D2}" dt="2026-07-14T02:17:58.212" v="7"/>
          <ac:spMkLst>
            <pc:docMk/>
            <pc:sldMk cId="2470925023" sldId="2147482223"/>
            <ac:spMk id="18" creationId="{CD6FE8C4-D3CA-4ACB-997B-147E1EDF00F6}"/>
          </ac:spMkLst>
        </pc:spChg>
        <pc:graphicFrameChg chg="mod modGraphic">
          <ac:chgData name="임성묵(SUNGMOOK LIM)[muksung0084]/선임/제조DX.제조DX솔루션.제조빅데이터분석2팀" userId="caabadf1-d768-4a71-b809-79647c0ca9fa" providerId="ADAL" clId="{75CEEA5C-8E54-430A-9873-FDF41851C4D2}" dt="2026-07-14T02:21:39.360" v="42" actId="207"/>
          <ac:graphicFrameMkLst>
            <pc:docMk/>
            <pc:sldMk cId="2470925023" sldId="2147482223"/>
            <ac:graphicFrameMk id="2" creationId="{5E211AA2-28C5-2BA3-AE11-A185334FC7F1}"/>
          </ac:graphicFrameMkLst>
        </pc:graphicFrameChg>
        <pc:graphicFrameChg chg="mod modGraphic">
          <ac:chgData name="임성묵(SUNGMOOK LIM)[muksung0084]/선임/제조DX.제조DX솔루션.제조빅데이터분석2팀" userId="caabadf1-d768-4a71-b809-79647c0ca9fa" providerId="ADAL" clId="{75CEEA5C-8E54-430A-9873-FDF41851C4D2}" dt="2026-07-14T08:34:13.424" v="2618" actId="20577"/>
          <ac:graphicFrameMkLst>
            <pc:docMk/>
            <pc:sldMk cId="2470925023" sldId="2147482223"/>
            <ac:graphicFrameMk id="24" creationId="{CB1E1DE9-356B-4185-A911-636EBB599881}"/>
          </ac:graphicFrameMkLst>
        </pc:graphicFrameChg>
      </pc:sldChg>
    </pc:docChg>
  </pc:docChgLst>
  <pc:docChgLst>
    <pc:chgData name="한기덕(KIDEOK HAN)[han_kd]/선임/제조DX.제조DX솔루션.추적솔루션개발팀" userId="564ce5a7-bb8d-4e22-b8bb-1b5e2f757267" providerId="ADAL" clId="{08892989-21A9-40A7-BA66-B7BAA8DAFFAF}"/>
    <pc:docChg chg="custSel modSld">
      <pc:chgData name="한기덕(KIDEOK HAN)[han_kd]/선임/제조DX.제조DX솔루션.추적솔루션개발팀" userId="564ce5a7-bb8d-4e22-b8bb-1b5e2f757267" providerId="ADAL" clId="{08892989-21A9-40A7-BA66-B7BAA8DAFFAF}" dt="2026-07-08T05:24:58.433" v="3645" actId="20577"/>
      <pc:docMkLst>
        <pc:docMk/>
      </pc:docMkLst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15:22.104" v="1642" actId="20577"/>
        <pc:sldMkLst>
          <pc:docMk/>
          <pc:sldMk cId="1383493917" sldId="260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15:22.104" v="1642" actId="20577"/>
          <ac:spMkLst>
            <pc:docMk/>
            <pc:sldMk cId="1383493917" sldId="260"/>
            <ac:spMk id="171" creationId="{7F1716BD-8506-1D73-06A6-DE1D63DEA73A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15:45.632" v="1664" actId="20577"/>
        <pc:sldMkLst>
          <pc:docMk/>
          <pc:sldMk cId="1575311981" sldId="264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15:45.632" v="1664" actId="20577"/>
          <ac:spMkLst>
            <pc:docMk/>
            <pc:sldMk cId="1575311981" sldId="264"/>
            <ac:spMk id="10" creationId="{0FAD8552-70AD-B147-A3E0-EBCD87A952D4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08892989-21A9-40A7-BA66-B7BAA8DAFFAF}" dt="2026-07-08T05:15:42.074" v="1654" actId="207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addSp modSp mod">
        <pc:chgData name="한기덕(KIDEOK HAN)[han_kd]/선임/제조DX.제조DX솔루션.추적솔루션개발팀" userId="564ce5a7-bb8d-4e22-b8bb-1b5e2f757267" providerId="ADAL" clId="{08892989-21A9-40A7-BA66-B7BAA8DAFFAF}" dt="2026-07-08T05:08:55.054" v="755" actId="113"/>
        <pc:sldMkLst>
          <pc:docMk/>
          <pc:sldMk cId="3077798272" sldId="269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08:11.615" v="725" actId="20577"/>
          <ac:spMkLst>
            <pc:docMk/>
            <pc:sldMk cId="3077798272" sldId="269"/>
            <ac:spMk id="2" creationId="{D3FF904E-E9E2-08F6-D30E-80862E458880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05:38.571" v="442" actId="207"/>
          <ac:graphicFrameMkLst>
            <pc:docMk/>
            <pc:sldMk cId="3077798272" sldId="269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15:50.635" v="1672" actId="20577"/>
        <pc:sldMkLst>
          <pc:docMk/>
          <pc:sldMk cId="3318036112" sldId="280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15:50.635" v="1672" actId="20577"/>
          <ac:spMkLst>
            <pc:docMk/>
            <pc:sldMk cId="3318036112" sldId="280"/>
            <ac:spMk id="2" creationId="{DEF5C5DA-C5D8-AE49-7924-993554693D5D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15:53.294" v="1676" actId="20577"/>
        <pc:sldMkLst>
          <pc:docMk/>
          <pc:sldMk cId="3015176440" sldId="281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15:53.294" v="1676" actId="20577"/>
          <ac:spMkLst>
            <pc:docMk/>
            <pc:sldMk cId="3015176440" sldId="281"/>
            <ac:spMk id="23" creationId="{0EB6457F-F650-AD10-8358-739E83DDD501}"/>
          </ac:spMkLst>
        </pc:spChg>
      </pc:sldChg>
      <pc:sldChg chg="addSp modSp mod">
        <pc:chgData name="한기덕(KIDEOK HAN)[han_kd]/선임/제조DX.제조DX솔루션.추적솔루션개발팀" userId="564ce5a7-bb8d-4e22-b8bb-1b5e2f757267" providerId="ADAL" clId="{08892989-21A9-40A7-BA66-B7BAA8DAFFAF}" dt="2026-07-08T05:13:53.962" v="1404" actId="20577"/>
        <pc:sldMkLst>
          <pc:docMk/>
          <pc:sldMk cId="2229533" sldId="285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13:34.878" v="1278" actId="20577"/>
          <ac:spMkLst>
            <pc:docMk/>
            <pc:sldMk cId="2229533" sldId="285"/>
            <ac:spMk id="9" creationId="{3FF9C18D-78C1-2734-686C-F2E22D2CCED3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13:53.962" v="1404" actId="20577"/>
          <ac:graphicFrameMkLst>
            <pc:docMk/>
            <pc:sldMk cId="2229533" sldId="285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24:58.433" v="3645" actId="20577"/>
        <pc:sldMkLst>
          <pc:docMk/>
          <pc:sldMk cId="3705966459" sldId="2147482683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21:50.689" v="3108" actId="20577"/>
          <ac:spMkLst>
            <pc:docMk/>
            <pc:sldMk cId="3705966459" sldId="2147482683"/>
            <ac:spMk id="37" creationId="{6D72F316-602B-48D7-851D-262E403B6ADD}"/>
          </ac:spMkLst>
        </pc:spChg>
        <pc:grpChg chg="mod">
          <ac:chgData name="한기덕(KIDEOK HAN)[han_kd]/선임/제조DX.제조DX솔루션.추적솔루션개발팀" userId="564ce5a7-bb8d-4e22-b8bb-1b5e2f757267" providerId="ADAL" clId="{08892989-21A9-40A7-BA66-B7BAA8DAFFAF}" dt="2026-07-08T05:23:22.409" v="3555" actId="1035"/>
          <ac:grpSpMkLst>
            <pc:docMk/>
            <pc:sldMk cId="3705966459" sldId="2147482683"/>
            <ac:grpSpMk id="5" creationId="{394F206A-F7C0-8EF0-0668-F8C34A38BD9D}"/>
          </ac:grpSpMkLst>
        </pc:grp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23:36.276" v="3560" actId="1036"/>
          <ac:graphicFrameMkLst>
            <pc:docMk/>
            <pc:sldMk cId="3705966459" sldId="2147482683"/>
            <ac:graphicFrameMk id="11" creationId="{176DB7DA-52D9-100B-3653-F4E7162206B1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24:58.433" v="3645" actId="20577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01:59.370" v="175" actId="207"/>
        <pc:sldMkLst>
          <pc:docMk/>
          <pc:sldMk cId="824667721" sldId="2147482687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01:24.606" v="1" actId="20577"/>
          <ac:spMkLst>
            <pc:docMk/>
            <pc:sldMk cId="824667721" sldId="2147482687"/>
            <ac:spMk id="63" creationId="{F7E9B123-1E21-48F6-86C5-2777566B3419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01:59.370" v="175" actId="207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07:05.903" v="716" actId="20577"/>
        <pc:sldMkLst>
          <pc:docMk/>
          <pc:sldMk cId="634528031" sldId="2147482698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07:05.903" v="716" actId="20577"/>
          <ac:spMkLst>
            <pc:docMk/>
            <pc:sldMk cId="634528031" sldId="2147482698"/>
            <ac:spMk id="28" creationId="{D2E7E9DF-3219-71D6-A475-FB74F108EF76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08892989-21A9-40A7-BA66-B7BAA8DAFFAF}" dt="2026-07-08T05:06:43.411" v="624" actId="20577"/>
          <ac:graphicFrameMkLst>
            <pc:docMk/>
            <pc:sldMk cId="634528031" sldId="2147482698"/>
            <ac:graphicFrameMk id="2" creationId="{E8F1B650-686C-6D56-A884-FC37B72679D2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07:03.944" v="714" actId="207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15:32.704" v="1651" actId="207"/>
        <pc:sldMkLst>
          <pc:docMk/>
          <pc:sldMk cId="1591452041" sldId="2147482699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15:19.178" v="1638" actId="20577"/>
          <ac:spMkLst>
            <pc:docMk/>
            <pc:sldMk cId="1591452041" sldId="2147482699"/>
            <ac:spMk id="171" creationId="{7F1716BD-8506-1D73-06A6-DE1D63DEA73A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08892989-21A9-40A7-BA66-B7BAA8DAFFAF}" dt="2026-07-08T05:15:30.288" v="1650" actId="20577"/>
          <ac:graphicFrameMkLst>
            <pc:docMk/>
            <pc:sldMk cId="1591452041" sldId="2147482699"/>
            <ac:graphicFrameMk id="2" creationId="{A5FB1D21-6494-151A-7FC1-6514A22B1B40}"/>
          </ac:graphicFrameMkLst>
        </pc:graphicFrameChg>
        <pc:graphicFrameChg chg="modGraphic">
          <ac:chgData name="한기덕(KIDEOK HAN)[han_kd]/선임/제조DX.제조DX솔루션.추적솔루션개발팀" userId="564ce5a7-bb8d-4e22-b8bb-1b5e2f757267" providerId="ADAL" clId="{08892989-21A9-40A7-BA66-B7BAA8DAFFAF}" dt="2026-07-08T05:15:32.704" v="1651" actId="207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03:30.255" v="199" actId="400"/>
        <pc:sldMkLst>
          <pc:docMk/>
          <pc:sldMk cId="1902114785" sldId="2147482700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02:36.724" v="180" actId="20577"/>
          <ac:spMkLst>
            <pc:docMk/>
            <pc:sldMk cId="1902114785" sldId="2147482700"/>
            <ac:spMk id="8" creationId="{73D5B63D-7573-426A-7209-DD6FF5A3BE8B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03:30.255" v="199" actId="400"/>
          <ac:graphicFrameMkLst>
            <pc:docMk/>
            <pc:sldMk cId="1902114785" sldId="2147482700"/>
            <ac:graphicFrameMk id="5" creationId="{AC4923AA-DA66-8734-EF49-6B23688F5314}"/>
          </ac:graphicFrameMkLst>
        </pc:graphicFrameChg>
        <pc:graphicFrameChg chg="modGraphic">
          <ac:chgData name="한기덕(KIDEOK HAN)[han_kd]/선임/제조DX.제조DX솔루션.추적솔루션개발팀" userId="564ce5a7-bb8d-4e22-b8bb-1b5e2f757267" providerId="ADAL" clId="{08892989-21A9-40A7-BA66-B7BAA8DAFFAF}" dt="2026-07-08T05:02:34.382" v="178" actId="207"/>
          <ac:graphicFrameMkLst>
            <pc:docMk/>
            <pc:sldMk cId="1902114785" sldId="2147482700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15:00.759" v="1634" actId="20577"/>
        <pc:sldMkLst>
          <pc:docMk/>
          <pc:sldMk cId="2351887343" sldId="2147482720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13:32.183" v="1274" actId="20577"/>
          <ac:spMkLst>
            <pc:docMk/>
            <pc:sldMk cId="2351887343" sldId="2147482720"/>
            <ac:spMk id="28" creationId="{D2E7E9DF-3219-71D6-A475-FB74F108EF76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15:00.759" v="1634" actId="20577"/>
          <ac:graphicFrameMkLst>
            <pc:docMk/>
            <pc:sldMk cId="2351887343" sldId="2147482720"/>
            <ac:graphicFrameMk id="2" creationId="{E8F1B650-686C-6D56-A884-FC37B72679D2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14:44.350" v="1605" actId="207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08892989-21A9-40A7-BA66-B7BAA8DAFFAF}" dt="2026-07-08T05:21:47.632" v="3102" actId="20577"/>
        <pc:sldMkLst>
          <pc:docMk/>
          <pc:sldMk cId="1136522401" sldId="2147483560"/>
        </pc:sldMkLst>
        <pc:spChg chg="mod">
          <ac:chgData name="한기덕(KIDEOK HAN)[han_kd]/선임/제조DX.제조DX솔루션.추적솔루션개발팀" userId="564ce5a7-bb8d-4e22-b8bb-1b5e2f757267" providerId="ADAL" clId="{08892989-21A9-40A7-BA66-B7BAA8DAFFAF}" dt="2026-07-08T05:16:45.888" v="1690" actId="1076"/>
          <ac:spMkLst>
            <pc:docMk/>
            <pc:sldMk cId="1136522401" sldId="2147483560"/>
            <ac:spMk id="4" creationId="{14F897C0-C7A7-88B8-F9DA-FB64D8CE916A}"/>
          </ac:spMkLst>
        </pc:spChg>
        <pc:spChg chg="mod">
          <ac:chgData name="한기덕(KIDEOK HAN)[han_kd]/선임/제조DX.제조DX솔루션.추적솔루션개발팀" userId="564ce5a7-bb8d-4e22-b8bb-1b5e2f757267" providerId="ADAL" clId="{08892989-21A9-40A7-BA66-B7BAA8DAFFAF}" dt="2026-07-08T05:18:49.235" v="2212" actId="1076"/>
          <ac:spMkLst>
            <pc:docMk/>
            <pc:sldMk cId="1136522401" sldId="2147483560"/>
            <ac:spMk id="5" creationId="{D9FEACD1-1AC0-E849-C55B-BFE3A57B6F28}"/>
          </ac:spMkLst>
        </pc:spChg>
        <pc:spChg chg="mod">
          <ac:chgData name="한기덕(KIDEOK HAN)[han_kd]/선임/제조DX.제조DX솔루션.추적솔루션개발팀" userId="564ce5a7-bb8d-4e22-b8bb-1b5e2f757267" providerId="ADAL" clId="{08892989-21A9-40A7-BA66-B7BAA8DAFFAF}" dt="2026-07-08T05:16:51.478" v="1693" actId="1036"/>
          <ac:spMkLst>
            <pc:docMk/>
            <pc:sldMk cId="1136522401" sldId="2147483560"/>
            <ac:spMk id="7" creationId="{49EEB6A3-E526-A8A7-D5B3-0AE1BE17E348}"/>
          </ac:spMkLst>
        </pc:spChg>
        <pc:spChg chg="mod">
          <ac:chgData name="한기덕(KIDEOK HAN)[han_kd]/선임/제조DX.제조DX솔루션.추적솔루션개발팀" userId="564ce5a7-bb8d-4e22-b8bb-1b5e2f757267" providerId="ADAL" clId="{08892989-21A9-40A7-BA66-B7BAA8DAFFAF}" dt="2026-07-08T05:21:47.632" v="3102" actId="20577"/>
          <ac:spMkLst>
            <pc:docMk/>
            <pc:sldMk cId="1136522401" sldId="2147483560"/>
            <ac:spMk id="37" creationId="{6D72F316-602B-48D7-851D-262E403B6ADD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18:46.170" v="2211" actId="2165"/>
          <ac:graphicFrameMkLst>
            <pc:docMk/>
            <pc:sldMk cId="1136522401" sldId="2147483560"/>
            <ac:graphicFrameMk id="2" creationId="{29B1D172-F1EC-21BC-42D0-D6DDAB0A68EA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18:37.115" v="2209" actId="403"/>
          <ac:graphicFrameMkLst>
            <pc:docMk/>
            <pc:sldMk cId="1136522401" sldId="2147483560"/>
            <ac:graphicFrameMk id="3" creationId="{EED6DA90-C286-9C48-5C04-4936F3D918BC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08892989-21A9-40A7-BA66-B7BAA8DAFFAF}" dt="2026-07-08T05:21:34.974" v="3096" actId="20577"/>
          <ac:graphicFrameMkLst>
            <pc:docMk/>
            <pc:sldMk cId="1136522401" sldId="2147483560"/>
            <ac:graphicFrameMk id="39" creationId="{36D09815-1974-4BCF-A55B-BBF74D36A8E4}"/>
          </ac:graphicFrameMkLst>
        </pc:graphicFrameChg>
      </pc:sldChg>
    </pc:docChg>
  </pc:docChgLst>
  <pc:docChgLst>
    <pc:chgData name="정환식(HWANSIK JUNG)[hwansjung01]/팀장/제조DX.제조DX솔루션.제조빅데이터분석2팀" userId="ae29b914-6f12-406b-82a0-9fb8559e41b2" providerId="ADAL" clId="{4428808F-2348-42D2-A862-22C50802583E}"/>
    <pc:docChg chg="custSel modSld">
      <pc:chgData name="정환식(HWANSIK JUNG)[hwansjung01]/팀장/제조DX.제조DX솔루션.제조빅데이터분석2팀" userId="ae29b914-6f12-406b-82a0-9fb8559e41b2" providerId="ADAL" clId="{4428808F-2348-42D2-A862-22C50802583E}" dt="2026-07-08T07:42:37.390" v="22" actId="20577"/>
      <pc:docMkLst>
        <pc:docMk/>
      </pc:docMkLst>
      <pc:sldChg chg="modSp mod">
        <pc:chgData name="정환식(HWANSIK JUNG)[hwansjung01]/팀장/제조DX.제조DX솔루션.제조빅데이터분석2팀" userId="ae29b914-6f12-406b-82a0-9fb8559e41b2" providerId="ADAL" clId="{4428808F-2348-42D2-A862-22C50802583E}" dt="2026-07-08T07:42:37.390" v="22" actId="20577"/>
        <pc:sldMkLst>
          <pc:docMk/>
          <pc:sldMk cId="2140725847" sldId="2147482218"/>
        </pc:sldMkLst>
        <pc:graphicFrameChg chg="mod modGraphic">
          <ac:chgData name="정환식(HWANSIK JUNG)[hwansjung01]/팀장/제조DX.제조DX솔루션.제조빅데이터분석2팀" userId="ae29b914-6f12-406b-82a0-9fb8559e41b2" providerId="ADAL" clId="{4428808F-2348-42D2-A862-22C50802583E}" dt="2026-07-08T07:42:37.390" v="22" actId="20577"/>
          <ac:graphicFrameMkLst>
            <pc:docMk/>
            <pc:sldMk cId="2140725847" sldId="2147482218"/>
            <ac:graphicFrameMk id="5" creationId="{82FF80D0-B068-2EC6-0869-A9A2414E2938}"/>
          </ac:graphicFrameMkLst>
        </pc:graphicFrameChg>
      </pc:sldChg>
    </pc:docChg>
  </pc:docChgLst>
  <pc:docChgLst>
    <pc:chgData name="김민희(MINHEE KIM)[kimminhee]/사원/제조DX.제조DX솔루션.제조빅데이터분석2팀" userId="d494d07f-6512-440f-b92e-289b650ee4e9" providerId="ADAL" clId="{D00C21C6-CCF2-460A-869D-92A6B382FF44}"/>
    <pc:docChg chg="undo custSel modSld">
      <pc:chgData name="김민희(MINHEE KIM)[kimminhee]/사원/제조DX.제조DX솔루션.제조빅데이터분석2팀" userId="d494d07f-6512-440f-b92e-289b650ee4e9" providerId="ADAL" clId="{D00C21C6-CCF2-460A-869D-92A6B382FF44}" dt="2026-06-30T04:27:20.687" v="11201"/>
      <pc:docMkLst>
        <pc:docMk/>
      </pc:docMkLst>
      <pc:sldChg chg="addSp delSp modSp mod">
        <pc:chgData name="김민희(MINHEE KIM)[kimminhee]/사원/제조DX.제조DX솔루션.제조빅데이터분석2팀" userId="d494d07f-6512-440f-b92e-289b650ee4e9" providerId="ADAL" clId="{D00C21C6-CCF2-460A-869D-92A6B382FF44}" dt="2026-06-30T04:27:20.687" v="11201"/>
        <pc:sldMkLst>
          <pc:docMk/>
          <pc:sldMk cId="637397627" sldId="272"/>
        </pc:sldMkLst>
        <pc:spChg chg="mod">
          <ac:chgData name="김민희(MINHEE KIM)[kimminhee]/사원/제조DX.제조DX솔루션.제조빅데이터분석2팀" userId="d494d07f-6512-440f-b92e-289b650ee4e9" providerId="ADAL" clId="{D00C21C6-CCF2-460A-869D-92A6B382FF44}" dt="2026-06-30T00:38:17.385" v="8941" actId="20577"/>
          <ac:spMkLst>
            <pc:docMk/>
            <pc:sldMk cId="637397627" sldId="272"/>
            <ac:spMk id="11" creationId="{23C9DFF1-95EA-AF56-08DD-180D6B6C604F}"/>
          </ac:spMkLst>
        </pc:spChg>
        <pc:spChg chg="mod">
          <ac:chgData name="김민희(MINHEE KIM)[kimminhee]/사원/제조DX.제조DX솔루션.제조빅데이터분석2팀" userId="d494d07f-6512-440f-b92e-289b650ee4e9" providerId="ADAL" clId="{D00C21C6-CCF2-460A-869D-92A6B382FF44}" dt="2026-06-30T00:37:43.994" v="8926" actId="20577"/>
          <ac:spMkLst>
            <pc:docMk/>
            <pc:sldMk cId="637397627" sldId="272"/>
            <ac:spMk id="15" creationId="{DADA68B7-7B33-C2BF-D42E-152AA11435F8}"/>
          </ac:spMkLst>
        </pc:spChg>
        <pc:spChg chg="mod">
          <ac:chgData name="김민희(MINHEE KIM)[kimminhee]/사원/제조DX.제조DX솔루션.제조빅데이터분석2팀" userId="d494d07f-6512-440f-b92e-289b650ee4e9" providerId="ADAL" clId="{D00C21C6-CCF2-460A-869D-92A6B382FF44}" dt="2026-06-30T00:38:51.371" v="8979" actId="20577"/>
          <ac:spMkLst>
            <pc:docMk/>
            <pc:sldMk cId="637397627" sldId="272"/>
            <ac:spMk id="17" creationId="{F654CBE4-49F5-BBED-7521-E74E6C5E3F8A}"/>
          </ac:spMkLst>
        </pc:spChg>
        <pc:graphicFrameChg chg="mod modGraphic">
          <ac:chgData name="김민희(MINHEE KIM)[kimminhee]/사원/제조DX.제조DX솔루션.제조빅데이터분석2팀" userId="d494d07f-6512-440f-b92e-289b650ee4e9" providerId="ADAL" clId="{D00C21C6-CCF2-460A-869D-92A6B382FF44}" dt="2026-06-30T00:41:22.839" v="9008" actId="20577"/>
          <ac:graphicFrameMkLst>
            <pc:docMk/>
            <pc:sldMk cId="637397627" sldId="272"/>
            <ac:graphicFrameMk id="2" creationId="{AC5B9146-E653-3420-3C27-002D839EC57B}"/>
          </ac:graphicFrameMkLst>
        </pc:graphicFrameChg>
        <pc:graphicFrameChg chg="mod modGraphic">
          <ac:chgData name="김민희(MINHEE KIM)[kimminhee]/사원/제조DX.제조DX솔루션.제조빅데이터분석2팀" userId="d494d07f-6512-440f-b92e-289b650ee4e9" providerId="ADAL" clId="{D00C21C6-CCF2-460A-869D-92A6B382FF44}" dt="2026-06-30T04:27:20.687" v="11201"/>
          <ac:graphicFrameMkLst>
            <pc:docMk/>
            <pc:sldMk cId="637397627" sldId="272"/>
            <ac:graphicFrameMk id="7" creationId="{8F4AC270-697A-3B2A-E267-84779B3435EA}"/>
          </ac:graphicFrameMkLst>
        </pc:graphicFrameChg>
      </pc:sldChg>
    </pc:docChg>
  </pc:docChgLst>
  <pc:docChgLst>
    <pc:chgData name="김석중(SUKJUNG KIM)[ksj_0420]/사원/제조DX.제조DX솔루션.제조빅데이터분석2팀" userId="4e10f057-622c-4bad-88ca-d96f01a66173" providerId="ADAL" clId="{A9DC00BC-2522-4E29-8884-8E0E95B10D75}"/>
    <pc:docChg chg="undo custSel modSld delMainMaster modMainMaster">
      <pc:chgData name="김석중(SUKJUNG KIM)[ksj_0420]/사원/제조DX.제조DX솔루션.제조빅데이터분석2팀" userId="4e10f057-622c-4bad-88ca-d96f01a66173" providerId="ADAL" clId="{A9DC00BC-2522-4E29-8884-8E0E95B10D75}" dt="2026-07-07T07:13:08.865" v="5016" actId="20577"/>
      <pc:docMkLst>
        <pc:docMk/>
      </pc:docMkLst>
      <pc:sldChg chg="addSp delSp modSp mod">
        <pc:chgData name="김석중(SUKJUNG KIM)[ksj_0420]/사원/제조DX.제조DX솔루션.제조빅데이터분석2팀" userId="4e10f057-622c-4bad-88ca-d96f01a66173" providerId="ADAL" clId="{A9DC00BC-2522-4E29-8884-8E0E95B10D75}" dt="2026-07-07T07:13:08.865" v="5016" actId="20577"/>
        <pc:sldMkLst>
          <pc:docMk/>
          <pc:sldMk cId="2600994211" sldId="2147482703"/>
        </pc:sldMkLst>
        <pc:spChg chg="mod">
          <ac:chgData name="김석중(SUKJUNG KIM)[ksj_0420]/사원/제조DX.제조DX솔루션.제조빅데이터분석2팀" userId="4e10f057-622c-4bad-88ca-d96f01a66173" providerId="ADAL" clId="{A9DC00BC-2522-4E29-8884-8E0E95B10D75}" dt="2026-07-07T07:04:02.129" v="4689" actId="20577"/>
          <ac:spMkLst>
            <pc:docMk/>
            <pc:sldMk cId="2600994211" sldId="2147482703"/>
            <ac:spMk id="2" creationId="{474F7B20-E525-5252-06A8-33122E4AA1B2}"/>
          </ac:spMkLst>
        </pc:spChg>
        <pc:spChg chg="mod">
          <ac:chgData name="김석중(SUKJUNG KIM)[ksj_0420]/사원/제조DX.제조DX솔루션.제조빅데이터분석2팀" userId="4e10f057-622c-4bad-88ca-d96f01a66173" providerId="ADAL" clId="{A9DC00BC-2522-4E29-8884-8E0E95B10D75}" dt="2026-07-07T07:03:57.736" v="4687" actId="20577"/>
          <ac:spMkLst>
            <pc:docMk/>
            <pc:sldMk cId="2600994211" sldId="2147482703"/>
            <ac:spMk id="9" creationId="{4076E1BC-B3CD-5791-2685-DE8FF8289A9F}"/>
          </ac:spMkLst>
        </pc:spChg>
        <pc:spChg chg="mod">
          <ac:chgData name="김석중(SUKJUNG KIM)[ksj_0420]/사원/제조DX.제조DX솔루션.제조빅데이터분석2팀" userId="4e10f057-622c-4bad-88ca-d96f01a66173" providerId="ADAL" clId="{A9DC00BC-2522-4E29-8884-8E0E95B10D75}" dt="2026-07-07T07:13:08.865" v="5016" actId="20577"/>
          <ac:spMkLst>
            <pc:docMk/>
            <pc:sldMk cId="2600994211" sldId="2147482703"/>
            <ac:spMk id="18" creationId="{CD6FE8C4-D3CA-4ACB-997B-147E1EDF00F6}"/>
          </ac:spMkLst>
        </pc:spChg>
        <pc:graphicFrameChg chg="mod modGraphic">
          <ac:chgData name="김석중(SUKJUNG KIM)[ksj_0420]/사원/제조DX.제조DX솔루션.제조빅데이터분석2팀" userId="4e10f057-622c-4bad-88ca-d96f01a66173" providerId="ADAL" clId="{A9DC00BC-2522-4E29-8884-8E0E95B10D75}" dt="2026-07-07T07:06:03.705" v="4708" actId="20577"/>
          <ac:graphicFrameMkLst>
            <pc:docMk/>
            <pc:sldMk cId="2600994211" sldId="2147482703"/>
            <ac:graphicFrameMk id="4" creationId="{339D7E23-5395-C397-C3B2-1E9BB9A73BF7}"/>
          </ac:graphicFrameMkLst>
        </pc:graphicFrameChg>
        <pc:graphicFrameChg chg="mod modGraphic">
          <ac:chgData name="김석중(SUKJUNG KIM)[ksj_0420]/사원/제조DX.제조DX솔루션.제조빅데이터분석2팀" userId="4e10f057-622c-4bad-88ca-d96f01a66173" providerId="ADAL" clId="{A9DC00BC-2522-4E29-8884-8E0E95B10D75}" dt="2026-07-07T07:13:03.775" v="5014" actId="207"/>
          <ac:graphicFrameMkLst>
            <pc:docMk/>
            <pc:sldMk cId="2600994211" sldId="2147482703"/>
            <ac:graphicFrameMk id="24" creationId="{CB1E1DE9-356B-4185-A911-636EBB599881}"/>
          </ac:graphicFrameMkLst>
        </pc:graphicFrameChg>
      </pc:sldChg>
    </pc:docChg>
  </pc:docChgLst>
  <pc:docChgLst>
    <pc:chgData name="오현석(HYUNSUK OH)[ohyunsuk]/책임/제조DX.제조DX솔루션.제조빅데이터분석2팀" userId="S::ohyunsuk@lgensol.com::dd3171de-802a-442b-af45-bf7ff1166235" providerId="AD" clId="Web-{4C282413-00FE-BEB1-F8A1-90324CD46CE1}"/>
    <pc:docChg chg="addSld modSld modSection">
      <pc:chgData name="오현석(HYUNSUK OH)[ohyunsuk]/책임/제조DX.제조DX솔루션.제조빅데이터분석2팀" userId="S::ohyunsuk@lgensol.com::dd3171de-802a-442b-af45-bf7ff1166235" providerId="AD" clId="Web-{4C282413-00FE-BEB1-F8A1-90324CD46CE1}" dt="2026-07-22T05:45:00.502" v="140" actId="20577"/>
      <pc:docMkLst>
        <pc:docMk/>
      </pc:docMkLst>
      <pc:sldChg chg="addSp delSp modSp add replId">
        <pc:chgData name="오현석(HYUNSUK OH)[ohyunsuk]/책임/제조DX.제조DX솔루션.제조빅데이터분석2팀" userId="S::ohyunsuk@lgensol.com::dd3171de-802a-442b-af45-bf7ff1166235" providerId="AD" clId="Web-{4C282413-00FE-BEB1-F8A1-90324CD46CE1}" dt="2026-07-22T05:41:10.480" v="126" actId="1076"/>
        <pc:sldMkLst>
          <pc:docMk/>
          <pc:sldMk cId="2570305160" sldId="296"/>
        </pc:sldMkLst>
        <pc:spChg chg="add del mod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37:23.052" v="102" actId="20577"/>
          <ac:spMkLst>
            <pc:docMk/>
            <pc:sldMk cId="2570305160" sldId="296"/>
            <ac:spMk id="4" creationId="{2F736777-B8A7-360D-C4E5-A60621B9C97F}"/>
          </ac:spMkLst>
        </pc:spChg>
        <pc:graphicFrameChg chg="add del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30:05.789" v="8"/>
          <ac:graphicFrameMkLst>
            <pc:docMk/>
            <pc:sldMk cId="2570305160" sldId="296"/>
            <ac:graphicFrameMk id="24" creationId="{9914592F-E2EF-51DB-16D5-8F1969B3DE96}"/>
          </ac:graphicFrameMkLst>
        </pc:graphicFrameChg>
        <pc:picChg chg="add mod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41:05.574" v="125" actId="1076"/>
          <ac:picMkLst>
            <pc:docMk/>
            <pc:sldMk cId="2570305160" sldId="296"/>
            <ac:picMk id="7" creationId="{4E1DA23F-4BDF-6B77-C202-A00326CE9DC2}"/>
          </ac:picMkLst>
        </pc:picChg>
        <pc:picChg chg="add mod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41:10.480" v="126" actId="1076"/>
          <ac:picMkLst>
            <pc:docMk/>
            <pc:sldMk cId="2570305160" sldId="296"/>
            <ac:picMk id="21" creationId="{8068731A-6E77-67EC-AC10-18BEB9678123}"/>
          </ac:picMkLst>
        </pc:picChg>
      </pc:sldChg>
      <pc:sldChg chg="addSp delSp modSp">
        <pc:chgData name="오현석(HYUNSUK OH)[ohyunsuk]/책임/제조DX.제조DX솔루션.제조빅데이터분석2팀" userId="S::ohyunsuk@lgensol.com::dd3171de-802a-442b-af45-bf7ff1166235" providerId="AD" clId="Web-{4C282413-00FE-BEB1-F8A1-90324CD46CE1}" dt="2026-07-22T05:45:00.502" v="140" actId="20577"/>
        <pc:sldMkLst>
          <pc:docMk/>
          <pc:sldMk cId="1174199180" sldId="307"/>
        </pc:sldMkLst>
        <pc:spChg chg="add mod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45:00.502" v="140" actId="20577"/>
          <ac:spMkLst>
            <pc:docMk/>
            <pc:sldMk cId="1174199180" sldId="307"/>
            <ac:spMk id="8" creationId="{8C3DDB84-95E4-E5E0-FA82-9905A3B24313}"/>
          </ac:spMkLst>
        </pc:spChg>
        <pc:spChg chg="mod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39:22.852" v="112" actId="1076"/>
          <ac:spMkLst>
            <pc:docMk/>
            <pc:sldMk cId="1174199180" sldId="307"/>
            <ac:spMk id="13" creationId="{9B74F298-263A-4E29-0256-030630869BDC}"/>
          </ac:spMkLst>
        </pc:spChg>
        <pc:graphicFrameChg chg="mod modGraphic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41:02.980" v="122"/>
          <ac:graphicFrameMkLst>
            <pc:docMk/>
            <pc:sldMk cId="1174199180" sldId="307"/>
            <ac:graphicFrameMk id="24" creationId="{1DAD0895-E430-C35B-1FC3-9C4AC422E60E}"/>
          </ac:graphicFrameMkLst>
        </pc:graphicFrameChg>
        <pc:picChg chg="add mod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42:53.670" v="133" actId="14100"/>
          <ac:picMkLst>
            <pc:docMk/>
            <pc:sldMk cId="1174199180" sldId="307"/>
            <ac:picMk id="7" creationId="{DA1E7FAE-FEBD-8225-9BAF-2D3F1B1BA08E}"/>
          </ac:picMkLst>
        </pc:picChg>
      </pc:sldChg>
      <pc:sldChg chg="modSp">
        <pc:chgData name="오현석(HYUNSUK OH)[ohyunsuk]/책임/제조DX.제조DX솔루션.제조빅데이터분석2팀" userId="S::ohyunsuk@lgensol.com::dd3171de-802a-442b-af45-bf7ff1166235" providerId="AD" clId="Web-{4C282413-00FE-BEB1-F8A1-90324CD46CE1}" dt="2026-07-22T05:29:19.570" v="1" actId="1076"/>
        <pc:sldMkLst>
          <pc:docMk/>
          <pc:sldMk cId="2509091926" sldId="315"/>
        </pc:sldMkLst>
        <pc:spChg chg="mod">
          <ac:chgData name="오현석(HYUNSUK OH)[ohyunsuk]/책임/제조DX.제조DX솔루션.제조빅데이터분석2팀" userId="S::ohyunsuk@lgensol.com::dd3171de-802a-442b-af45-bf7ff1166235" providerId="AD" clId="Web-{4C282413-00FE-BEB1-F8A1-90324CD46CE1}" dt="2026-07-22T05:29:19.570" v="1" actId="1076"/>
          <ac:spMkLst>
            <pc:docMk/>
            <pc:sldMk cId="2509091926" sldId="315"/>
            <ac:spMk id="4" creationId="{DA178755-E2EF-95BE-DBC6-D8BA04DD0CB9}"/>
          </ac:spMkLst>
        </pc:spChg>
      </pc:sldChg>
    </pc:docChg>
  </pc:docChgLst>
  <pc:docChgLst>
    <pc:chgData name="이충성(CHOONGSUNG LEE)[lcs00306]/사원/제조DX.제조DX솔루션.추적솔루션개발팀" userId="6833e862-c7ef-4111-aa6a-70e79937b5ee" providerId="ADAL" clId="{9A20269C-C598-4CB7-8110-468639A1EDC2}"/>
    <pc:docChg chg="undo custSel addSld modSld">
      <pc:chgData name="이충성(CHOONGSUNG LEE)[lcs00306]/사원/제조DX.제조DX솔루션.추적솔루션개발팀" userId="6833e862-c7ef-4111-aa6a-70e79937b5ee" providerId="ADAL" clId="{9A20269C-C598-4CB7-8110-468639A1EDC2}" dt="2026-07-22T02:39:15.931" v="6838" actId="20577"/>
      <pc:docMkLst>
        <pc:docMk/>
      </pc:docMkLst>
      <pc:sldChg chg="addSp delSp modSp add mod">
        <pc:chgData name="이충성(CHOONGSUNG LEE)[lcs00306]/사원/제조DX.제조DX솔루션.추적솔루션개발팀" userId="6833e862-c7ef-4111-aa6a-70e79937b5ee" providerId="ADAL" clId="{9A20269C-C598-4CB7-8110-468639A1EDC2}" dt="2026-07-22T02:39:15.931" v="6838" actId="20577"/>
        <pc:sldMkLst>
          <pc:docMk/>
          <pc:sldMk cId="1746399018" sldId="314"/>
        </pc:sldMkLst>
        <pc:spChg chg="mod">
          <ac:chgData name="이충성(CHOONGSUNG LEE)[lcs00306]/사원/제조DX.제조DX솔루션.추적솔루션개발팀" userId="6833e862-c7ef-4111-aa6a-70e79937b5ee" providerId="ADAL" clId="{9A20269C-C598-4CB7-8110-468639A1EDC2}" dt="2026-07-22T02:15:21.819" v="6145" actId="207"/>
          <ac:spMkLst>
            <pc:docMk/>
            <pc:sldMk cId="1746399018" sldId="314"/>
            <ac:spMk id="30" creationId="{4D63588F-D67B-0D89-BB7A-2E63D317189E}"/>
          </ac:spMkLst>
        </pc:spChg>
        <pc:spChg chg="mod">
          <ac:chgData name="이충성(CHOONGSUNG LEE)[lcs00306]/사원/제조DX.제조DX솔루션.추적솔루션개발팀" userId="6833e862-c7ef-4111-aa6a-70e79937b5ee" providerId="ADAL" clId="{9A20269C-C598-4CB7-8110-468639A1EDC2}" dt="2026-07-22T02:15:39.890" v="6152" actId="20577"/>
          <ac:spMkLst>
            <pc:docMk/>
            <pc:sldMk cId="1746399018" sldId="314"/>
            <ac:spMk id="33" creationId="{4CA45693-BEED-9C70-8D32-DC510D343E03}"/>
          </ac:spMkLst>
        </pc:spChg>
        <pc:grpChg chg="mod">
          <ac:chgData name="이충성(CHOONGSUNG LEE)[lcs00306]/사원/제조DX.제조DX솔루션.추적솔루션개발팀" userId="6833e862-c7ef-4111-aa6a-70e79937b5ee" providerId="ADAL" clId="{9A20269C-C598-4CB7-8110-468639A1EDC2}" dt="2026-07-22T02:08:57.511" v="5499" actId="1036"/>
          <ac:grpSpMkLst>
            <pc:docMk/>
            <pc:sldMk cId="1746399018" sldId="314"/>
            <ac:grpSpMk id="13" creationId="{A0314CA9-DA66-096E-C456-26E47B1A7067}"/>
          </ac:grpSpMkLst>
        </pc:grpChg>
        <pc:graphicFrameChg chg="mod modGraphic">
          <ac:chgData name="이충성(CHOONGSUNG LEE)[lcs00306]/사원/제조DX.제조DX솔루션.추적솔루션개발팀" userId="6833e862-c7ef-4111-aa6a-70e79937b5ee" providerId="ADAL" clId="{9A20269C-C598-4CB7-8110-468639A1EDC2}" dt="2026-07-22T02:39:15.931" v="6838" actId="20577"/>
          <ac:graphicFrameMkLst>
            <pc:docMk/>
            <pc:sldMk cId="1746399018" sldId="314"/>
            <ac:graphicFrameMk id="31" creationId="{AFA96B87-2DB7-6D71-1C23-B7CF21C4479D}"/>
          </ac:graphicFrameMkLst>
        </pc:graphicFrameChg>
        <pc:graphicFrameChg chg="mod modGraphic">
          <ac:chgData name="이충성(CHOONGSUNG LEE)[lcs00306]/사원/제조DX.제조DX솔루션.추적솔루션개발팀" userId="6833e862-c7ef-4111-aa6a-70e79937b5ee" providerId="ADAL" clId="{9A20269C-C598-4CB7-8110-468639A1EDC2}" dt="2026-07-22T02:12:00.989" v="5863" actId="20577"/>
          <ac:graphicFrameMkLst>
            <pc:docMk/>
            <pc:sldMk cId="1746399018" sldId="314"/>
            <ac:graphicFrameMk id="36" creationId="{3E65F9B7-449C-2AFE-2631-EC93A678C052}"/>
          </ac:graphicFrameMkLst>
        </pc:graphicFrameChg>
        <pc:picChg chg="add mod">
          <ac:chgData name="이충성(CHOONGSUNG LEE)[lcs00306]/사원/제조DX.제조DX솔루션.추적솔루션개발팀" userId="6833e862-c7ef-4111-aa6a-70e79937b5ee" providerId="ADAL" clId="{9A20269C-C598-4CB7-8110-468639A1EDC2}" dt="2026-07-22T02:32:58.199" v="6728" actId="1036"/>
          <ac:picMkLst>
            <pc:docMk/>
            <pc:sldMk cId="1746399018" sldId="314"/>
            <ac:picMk id="12" creationId="{470093ED-C7F7-720F-6EE8-0D9A64DD17A5}"/>
          </ac:picMkLst>
        </pc:picChg>
        <pc:picChg chg="add mod">
          <ac:chgData name="이충성(CHOONGSUNG LEE)[lcs00306]/사원/제조DX.제조DX솔루션.추적솔루션개발팀" userId="6833e862-c7ef-4111-aa6a-70e79937b5ee" providerId="ADAL" clId="{9A20269C-C598-4CB7-8110-468639A1EDC2}" dt="2026-07-22T02:32:50.722" v="6707" actId="1076"/>
          <ac:picMkLst>
            <pc:docMk/>
            <pc:sldMk cId="1746399018" sldId="314"/>
            <ac:picMk id="22" creationId="{A705D119-46DE-9404-74C0-468C56322BB1}"/>
          </ac:picMkLst>
        </pc:picChg>
      </pc:sldChg>
      <pc:sldChg chg="modSp mod">
        <pc:chgData name="이충성(CHOONGSUNG LEE)[lcs00306]/사원/제조DX.제조DX솔루션.추적솔루션개발팀" userId="6833e862-c7ef-4111-aa6a-70e79937b5ee" providerId="ADAL" clId="{9A20269C-C598-4CB7-8110-468639A1EDC2}" dt="2026-07-09T04:46:21.669" v="3405" actId="1076"/>
        <pc:sldMkLst>
          <pc:docMk/>
          <pc:sldMk cId="2751367990" sldId="746"/>
        </pc:sldMkLst>
        <pc:picChg chg="mod">
          <ac:chgData name="이충성(CHOONGSUNG LEE)[lcs00306]/사원/제조DX.제조DX솔루션.추적솔루션개발팀" userId="6833e862-c7ef-4111-aa6a-70e79937b5ee" providerId="ADAL" clId="{9A20269C-C598-4CB7-8110-468639A1EDC2}" dt="2026-07-09T04:46:21.669" v="3405" actId="1076"/>
          <ac:picMkLst>
            <pc:docMk/>
            <pc:sldMk cId="2751367990" sldId="746"/>
            <ac:picMk id="14" creationId="{00000000-0000-0000-0000-000000000000}"/>
          </ac:picMkLst>
        </pc:picChg>
      </pc:sldChg>
      <pc:sldChg chg="modSp mod">
        <pc:chgData name="이충성(CHOONGSUNG LEE)[lcs00306]/사원/제조DX.제조DX솔루션.추적솔루션개발팀" userId="6833e862-c7ef-4111-aa6a-70e79937b5ee" providerId="ADAL" clId="{9A20269C-C598-4CB7-8110-468639A1EDC2}" dt="2026-07-22T01:40:01.993" v="3860" actId="207"/>
        <pc:sldMkLst>
          <pc:docMk/>
          <pc:sldMk cId="3485727604" sldId="2147481872"/>
        </pc:sldMkLst>
        <pc:spChg chg="mod">
          <ac:chgData name="이충성(CHOONGSUNG LEE)[lcs00306]/사원/제조DX.제조DX솔루션.추적솔루션개발팀" userId="6833e862-c7ef-4111-aa6a-70e79937b5ee" providerId="ADAL" clId="{9A20269C-C598-4CB7-8110-468639A1EDC2}" dt="2026-07-22T01:39:48.455" v="3855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 modGraphic">
          <ac:chgData name="이충성(CHOONGSUNG LEE)[lcs00306]/사원/제조DX.제조DX솔루션.추적솔루션개발팀" userId="6833e862-c7ef-4111-aa6a-70e79937b5ee" providerId="ADAL" clId="{9A20269C-C598-4CB7-8110-468639A1EDC2}" dt="2026-07-22T01:40:01.993" v="3860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이충성(CHOONGSUNG LEE)[lcs00306]/사원/제조DX.제조DX솔루션.추적솔루션개발팀" userId="6833e862-c7ef-4111-aa6a-70e79937b5ee" providerId="ADAL" clId="{9A20269C-C598-4CB7-8110-468639A1EDC2}" dt="2026-07-22T01:37:32.323" v="3670" actId="20577"/>
        <pc:sldMkLst>
          <pc:docMk/>
          <pc:sldMk cId="1840780179" sldId="2147482020"/>
        </pc:sldMkLst>
        <pc:spChg chg="mod">
          <ac:chgData name="이충성(CHOONGSUNG LEE)[lcs00306]/사원/제조DX.제조DX솔루션.추적솔루션개발팀" userId="6833e862-c7ef-4111-aa6a-70e79937b5ee" providerId="ADAL" clId="{9A20269C-C598-4CB7-8110-468639A1EDC2}" dt="2026-07-22T01:37:26.909" v="3664" actId="207"/>
          <ac:spMkLst>
            <pc:docMk/>
            <pc:sldMk cId="1840780179" sldId="2147482020"/>
            <ac:spMk id="24" creationId="{9E88BCD6-65AC-474C-9E19-A37722C332DC}"/>
          </ac:spMkLst>
        </pc:spChg>
        <pc:spChg chg="mod">
          <ac:chgData name="이충성(CHOONGSUNG LEE)[lcs00306]/사원/제조DX.제조DX솔루션.추적솔루션개발팀" userId="6833e862-c7ef-4111-aa6a-70e79937b5ee" providerId="ADAL" clId="{9A20269C-C598-4CB7-8110-468639A1EDC2}" dt="2026-07-22T01:37:32.323" v="3670" actId="20577"/>
          <ac:spMkLst>
            <pc:docMk/>
            <pc:sldMk cId="1840780179" sldId="2147482020"/>
            <ac:spMk id="28" creationId="{EAE9226F-F722-4CEF-AF1A-BC8DF22E007D}"/>
          </ac:spMkLst>
        </pc:spChg>
      </pc:sldChg>
    </pc:docChg>
  </pc:docChgLst>
  <pc:docChgLst>
    <pc:chgData name="최재호(JAE HO CHOI)[jaeho_c]/선임/제조DX.제조DX솔루션.제조빅데이터분석1팀" userId="e6d80de8-376d-47c4-b6ee-7d3a37679110" providerId="ADAL" clId="{C0595B23-6CB5-41E5-9FA7-FFAFCCE7F185}"/>
    <pc:docChg chg="undo custSel modSld">
      <pc:chgData name="최재호(JAE HO CHOI)[jaeho_c]/선임/제조DX.제조DX솔루션.제조빅데이터분석1팀" userId="e6d80de8-376d-47c4-b6ee-7d3a37679110" providerId="ADAL" clId="{C0595B23-6CB5-41E5-9FA7-FFAFCCE7F185}" dt="2026-07-08T05:23:35.517" v="2398" actId="1076"/>
      <pc:docMkLst>
        <pc:docMk/>
      </pc:docMkLst>
      <pc:sldChg chg="addSp modSp mod">
        <pc:chgData name="최재호(JAE HO CHOI)[jaeho_c]/선임/제조DX.제조DX솔루션.제조빅데이터분석1팀" userId="e6d80de8-376d-47c4-b6ee-7d3a37679110" providerId="ADAL" clId="{C0595B23-6CB5-41E5-9FA7-FFAFCCE7F185}" dt="2026-07-08T05:23:35.517" v="2398" actId="1076"/>
        <pc:sldMkLst>
          <pc:docMk/>
          <pc:sldMk cId="1658368104" sldId="271"/>
        </pc:sldMkLst>
        <pc:spChg chg="mod">
          <ac:chgData name="최재호(JAE HO CHOI)[jaeho_c]/선임/제조DX.제조DX솔루션.제조빅데이터분석1팀" userId="e6d80de8-376d-47c4-b6ee-7d3a37679110" providerId="ADAL" clId="{C0595B23-6CB5-41E5-9FA7-FFAFCCE7F185}" dt="2026-07-08T00:19:44.488" v="50" actId="20577"/>
          <ac:spMkLst>
            <pc:docMk/>
            <pc:sldMk cId="1658368104" sldId="271"/>
            <ac:spMk id="3" creationId="{0CC39962-AED9-0FD6-7F0C-29A8FBE67A4F}"/>
          </ac:spMkLst>
        </pc:spChg>
        <pc:graphicFrameChg chg="mod">
          <ac:chgData name="최재호(JAE HO CHOI)[jaeho_c]/선임/제조DX.제조DX솔루션.제조빅데이터분석1팀" userId="e6d80de8-376d-47c4-b6ee-7d3a37679110" providerId="ADAL" clId="{C0595B23-6CB5-41E5-9FA7-FFAFCCE7F185}" dt="2026-07-08T05:22:38.350" v="2393"/>
          <ac:graphicFrameMkLst>
            <pc:docMk/>
            <pc:sldMk cId="1658368104" sldId="271"/>
            <ac:graphicFrameMk id="8" creationId="{20B06134-80A1-A70E-267B-F09712CB9EE0}"/>
          </ac:graphicFrameMkLst>
        </pc:graphicFrameChg>
        <pc:graphicFrameChg chg="mod modGraphic">
          <ac:chgData name="최재호(JAE HO CHOI)[jaeho_c]/선임/제조DX.제조DX솔루션.제조빅데이터분석1팀" userId="e6d80de8-376d-47c4-b6ee-7d3a37679110" providerId="ADAL" clId="{C0595B23-6CB5-41E5-9FA7-FFAFCCE7F185}" dt="2026-07-08T05:23:30.662" v="2396" actId="20577"/>
          <ac:graphicFrameMkLst>
            <pc:docMk/>
            <pc:sldMk cId="1658368104" sldId="271"/>
            <ac:graphicFrameMk id="19" creationId="{3E86696F-E35A-4B06-9B46-63A4A6A986C1}"/>
          </ac:graphicFrameMkLst>
        </pc:graphicFrameChg>
      </pc:sldChg>
      <pc:sldChg chg="addSp delSp modSp mod">
        <pc:chgData name="최재호(JAE HO CHOI)[jaeho_c]/선임/제조DX.제조DX솔루션.제조빅데이터분석1팀" userId="e6d80de8-376d-47c4-b6ee-7d3a37679110" providerId="ADAL" clId="{C0595B23-6CB5-41E5-9FA7-FFAFCCE7F185}" dt="2026-07-08T04:24:24.568" v="2074" actId="1076"/>
        <pc:sldMkLst>
          <pc:docMk/>
          <pc:sldMk cId="2998139347" sldId="276"/>
        </pc:sldMkLst>
        <pc:spChg chg="mod">
          <ac:chgData name="최재호(JAE HO CHOI)[jaeho_c]/선임/제조DX.제조DX솔루션.제조빅데이터분석1팀" userId="e6d80de8-376d-47c4-b6ee-7d3a37679110" providerId="ADAL" clId="{C0595B23-6CB5-41E5-9FA7-FFAFCCE7F185}" dt="2026-07-08T01:02:01.660" v="2052" actId="20577"/>
          <ac:spMkLst>
            <pc:docMk/>
            <pc:sldMk cId="2998139347" sldId="276"/>
            <ac:spMk id="3" creationId="{0CC39962-AED9-0FD6-7F0C-29A8FBE67A4F}"/>
          </ac:spMkLst>
        </pc:spChg>
        <pc:graphicFrameChg chg="modGraphic">
          <ac:chgData name="최재호(JAE HO CHOI)[jaeho_c]/선임/제조DX.제조DX솔루션.제조빅데이터분석1팀" userId="e6d80de8-376d-47c4-b6ee-7d3a37679110" providerId="ADAL" clId="{C0595B23-6CB5-41E5-9FA7-FFAFCCE7F185}" dt="2026-07-08T00:43:48.688" v="1852" actId="20577"/>
          <ac:graphicFrameMkLst>
            <pc:docMk/>
            <pc:sldMk cId="2998139347" sldId="276"/>
            <ac:graphicFrameMk id="8" creationId="{4826C7E2-5508-8D4A-3DFF-CA74D4092464}"/>
          </ac:graphicFrameMkLst>
        </pc:graphicFrameChg>
        <pc:graphicFrameChg chg="mod modGraphic">
          <ac:chgData name="최재호(JAE HO CHOI)[jaeho_c]/선임/제조DX.제조DX솔루션.제조빅데이터분석1팀" userId="e6d80de8-376d-47c4-b6ee-7d3a37679110" providerId="ADAL" clId="{C0595B23-6CB5-41E5-9FA7-FFAFCCE7F185}" dt="2026-07-08T04:22:35.543" v="2065" actId="1076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modSp mod">
        <pc:chgData name="최재호(JAE HO CHOI)[jaeho_c]/선임/제조DX.제조DX솔루션.제조빅데이터분석1팀" userId="e6d80de8-376d-47c4-b6ee-7d3a37679110" providerId="ADAL" clId="{C0595B23-6CB5-41E5-9FA7-FFAFCCE7F185}" dt="2026-07-08T05:11:16.643" v="2178" actId="20577"/>
        <pc:sldMkLst>
          <pc:docMk/>
          <pc:sldMk cId="1819753006" sldId="295"/>
        </pc:sldMkLst>
        <pc:spChg chg="mod">
          <ac:chgData name="최재호(JAE HO CHOI)[jaeho_c]/선임/제조DX.제조DX솔루션.제조빅데이터분석1팀" userId="e6d80de8-376d-47c4-b6ee-7d3a37679110" providerId="ADAL" clId="{C0595B23-6CB5-41E5-9FA7-FFAFCCE7F185}" dt="2026-07-08T05:11:16.643" v="2178" actId="20577"/>
          <ac:spMkLst>
            <pc:docMk/>
            <pc:sldMk cId="1819753006" sldId="295"/>
            <ac:spMk id="3" creationId="{0CC39962-AED9-0FD6-7F0C-29A8FBE67A4F}"/>
          </ac:spMkLst>
        </pc:spChg>
        <pc:graphicFrameChg chg="modGraphic">
          <ac:chgData name="최재호(JAE HO CHOI)[jaeho_c]/선임/제조DX.제조DX솔루션.제조빅데이터분석1팀" userId="e6d80de8-376d-47c4-b6ee-7d3a37679110" providerId="ADAL" clId="{C0595B23-6CB5-41E5-9FA7-FFAFCCE7F185}" dt="2026-07-08T05:11:11.524" v="2174" actId="207"/>
          <ac:graphicFrameMkLst>
            <pc:docMk/>
            <pc:sldMk cId="1819753006" sldId="295"/>
            <ac:graphicFrameMk id="19" creationId="{3E86696F-E35A-4B06-9B46-63A4A6A986C1}"/>
          </ac:graphicFrameMkLst>
        </pc:graphicFrameChg>
        <pc:graphicFrameChg chg="mod">
          <ac:chgData name="최재호(JAE HO CHOI)[jaeho_c]/선임/제조DX.제조DX솔루션.제조빅데이터분석1팀" userId="e6d80de8-376d-47c4-b6ee-7d3a37679110" providerId="ADAL" clId="{C0595B23-6CB5-41E5-9FA7-FFAFCCE7F185}" dt="2026-07-08T05:11:07.803" v="2173"/>
          <ac:graphicFrameMkLst>
            <pc:docMk/>
            <pc:sldMk cId="1819753006" sldId="295"/>
            <ac:graphicFrameMk id="54" creationId="{89A90028-7CAD-BF32-F506-A73064DE8B42}"/>
          </ac:graphicFrameMkLst>
        </pc:graphicFrameChg>
      </pc:sldChg>
      <pc:sldChg chg="modSp mod">
        <pc:chgData name="최재호(JAE HO CHOI)[jaeho_c]/선임/제조DX.제조DX솔루션.제조빅데이터분석1팀" userId="e6d80de8-376d-47c4-b6ee-7d3a37679110" providerId="ADAL" clId="{C0595B23-6CB5-41E5-9FA7-FFAFCCE7F185}" dt="2026-07-08T04:25:45.883" v="2118" actId="207"/>
        <pc:sldMkLst>
          <pc:docMk/>
          <pc:sldMk cId="3996139020" sldId="2147482213"/>
        </pc:sldMkLst>
        <pc:spChg chg="mod">
          <ac:chgData name="최재호(JAE HO CHOI)[jaeho_c]/선임/제조DX.제조DX솔루션.제조빅데이터분석1팀" userId="e6d80de8-376d-47c4-b6ee-7d3a37679110" providerId="ADAL" clId="{C0595B23-6CB5-41E5-9FA7-FFAFCCE7F185}" dt="2026-07-08T04:25:40.082" v="2117" actId="20577"/>
          <ac:spMkLst>
            <pc:docMk/>
            <pc:sldMk cId="3996139020" sldId="2147482213"/>
            <ac:spMk id="3" creationId="{0CC39962-AED9-0FD6-7F0C-29A8FBE67A4F}"/>
          </ac:spMkLst>
        </pc:spChg>
        <pc:graphicFrameChg chg="mod modGraphic">
          <ac:chgData name="최재호(JAE HO CHOI)[jaeho_c]/선임/제조DX.제조DX솔루션.제조빅데이터분석1팀" userId="e6d80de8-376d-47c4-b6ee-7d3a37679110" providerId="ADAL" clId="{C0595B23-6CB5-41E5-9FA7-FFAFCCE7F185}" dt="2026-07-08T04:25:45.883" v="2118" actId="207"/>
          <ac:graphicFrameMkLst>
            <pc:docMk/>
            <pc:sldMk cId="3996139020" sldId="2147482213"/>
            <ac:graphicFrameMk id="19" creationId="{3E86696F-E35A-4B06-9B46-63A4A6A986C1}"/>
          </ac:graphicFrameMkLst>
        </pc:graphicFrameChg>
        <pc:picChg chg="mod">
          <ac:chgData name="최재호(JAE HO CHOI)[jaeho_c]/선임/제조DX.제조DX솔루션.제조빅데이터분석1팀" userId="e6d80de8-376d-47c4-b6ee-7d3a37679110" providerId="ADAL" clId="{C0595B23-6CB5-41E5-9FA7-FFAFCCE7F185}" dt="2026-07-08T04:04:46.240" v="2053" actId="14100"/>
          <ac:picMkLst>
            <pc:docMk/>
            <pc:sldMk cId="3996139020" sldId="2147482213"/>
            <ac:picMk id="5" creationId="{D4F9EFE4-1F0A-4217-1810-F1A0AF81E8B6}"/>
          </ac:picMkLst>
        </pc:picChg>
      </pc:sldChg>
    </pc:docChg>
  </pc:docChgLst>
  <pc:docChgLst>
    <pc:chgData name="윤병호(BYEONGHO YUN)[bhyun91]/선임/제조DX.제조DX솔루션.추적솔루션개발팀" userId="94db4b4c-14ac-4104-bc57-d99881f0b25d" providerId="ADAL" clId="{C5DE3C8B-E013-464E-BA84-C11346AE6CD4}"/>
    <pc:docChg chg="undo custSel delSld modSld modSection">
      <pc:chgData name="윤병호(BYEONGHO YUN)[bhyun91]/선임/제조DX.제조DX솔루션.추적솔루션개발팀" userId="94db4b4c-14ac-4104-bc57-d99881f0b25d" providerId="ADAL" clId="{C5DE3C8B-E013-464E-BA84-C11346AE6CD4}" dt="2026-06-30T01:20:21.935" v="5552" actId="1076"/>
      <pc:docMkLst>
        <pc:docMk/>
      </pc:docMkLst>
      <pc:sldChg chg="modSp mod">
        <pc:chgData name="윤병호(BYEONGHO YUN)[bhyun91]/선임/제조DX.제조DX솔루션.추적솔루션개발팀" userId="94db4b4c-14ac-4104-bc57-d99881f0b25d" providerId="ADAL" clId="{C5DE3C8B-E013-464E-BA84-C11346AE6CD4}" dt="2026-06-30T01:01:53.168" v="4414" actId="20577"/>
        <pc:sldMkLst>
          <pc:docMk/>
          <pc:sldMk cId="2559780372" sldId="2147481944"/>
        </pc:sldMkLst>
        <pc:spChg chg="mod">
          <ac:chgData name="윤병호(BYEONGHO YUN)[bhyun91]/선임/제조DX.제조DX솔루션.추적솔루션개발팀" userId="94db4b4c-14ac-4104-bc57-d99881f0b25d" providerId="ADAL" clId="{C5DE3C8B-E013-464E-BA84-C11346AE6CD4}" dt="2026-06-30T01:01:53.168" v="4414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Graphic">
          <ac:chgData name="윤병호(BYEONGHO YUN)[bhyun91]/선임/제조DX.제조DX솔루션.추적솔루션개발팀" userId="94db4b4c-14ac-4104-bc57-d99881f0b25d" providerId="ADAL" clId="{C5DE3C8B-E013-464E-BA84-C11346AE6CD4}" dt="2026-06-30T01:01:46.887" v="4408" actId="2057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addSp delSp modSp mod">
        <pc:chgData name="윤병호(BYEONGHO YUN)[bhyun91]/선임/제조DX.제조DX솔루션.추적솔루션개발팀" userId="94db4b4c-14ac-4104-bc57-d99881f0b25d" providerId="ADAL" clId="{C5DE3C8B-E013-464E-BA84-C11346AE6CD4}" dt="2026-06-30T01:20:21.935" v="5552" actId="1076"/>
        <pc:sldMkLst>
          <pc:docMk/>
          <pc:sldMk cId="593023446" sldId="2147482183"/>
        </pc:sldMkLst>
        <pc:spChg chg="mod">
          <ac:chgData name="윤병호(BYEONGHO YUN)[bhyun91]/선임/제조DX.제조DX솔루션.추적솔루션개발팀" userId="94db4b4c-14ac-4104-bc57-d99881f0b25d" providerId="ADAL" clId="{C5DE3C8B-E013-464E-BA84-C11346AE6CD4}" dt="2026-06-30T01:03:32.739" v="4555" actId="20577"/>
          <ac:spMkLst>
            <pc:docMk/>
            <pc:sldMk cId="593023446" sldId="2147482183"/>
            <ac:spMk id="22" creationId="{81B17DB2-3DCC-4A8F-9347-F9695BEF8B6D}"/>
          </ac:spMkLst>
        </pc:spChg>
        <pc:graphicFrameChg chg="mod modGraphic">
          <ac:chgData name="윤병호(BYEONGHO YUN)[bhyun91]/선임/제조DX.제조DX솔루션.추적솔루션개발팀" userId="94db4b4c-14ac-4104-bc57-d99881f0b25d" providerId="ADAL" clId="{C5DE3C8B-E013-464E-BA84-C11346AE6CD4}" dt="2026-06-30T01:19:41.815" v="5542" actId="2057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</pc:docChg>
  </pc:docChgLst>
  <pc:docChgLst>
    <pc:chgData name="안태규(TAEKYU AN)[bigatk]/책임/제조DX.제조DX솔루션.제조빅데이터분석1팀" userId="dea7995d-94bc-4ef6-a5a4-edf7a1472420" providerId="ADAL" clId="{63DFA4EA-E972-4C27-A899-FA7E63E35609}"/>
    <pc:docChg chg="custSel modSld">
      <pc:chgData name="안태규(TAEKYU AN)[bigatk]/책임/제조DX.제조DX솔루션.제조빅데이터분석1팀" userId="dea7995d-94bc-4ef6-a5a4-edf7a1472420" providerId="ADAL" clId="{63DFA4EA-E972-4C27-A899-FA7E63E35609}" dt="2026-07-08T00:28:58.389" v="552" actId="20577"/>
      <pc:docMkLst>
        <pc:docMk/>
      </pc:docMkLst>
      <pc:sldChg chg="modSp mod">
        <pc:chgData name="안태규(TAEKYU AN)[bigatk]/책임/제조DX.제조DX솔루션.제조빅데이터분석1팀" userId="dea7995d-94bc-4ef6-a5a4-edf7a1472420" providerId="ADAL" clId="{63DFA4EA-E972-4C27-A899-FA7E63E35609}" dt="2026-07-08T00:28:54.166" v="550" actId="20577"/>
        <pc:sldMkLst>
          <pc:docMk/>
          <pc:sldMk cId="2407900480" sldId="291"/>
        </pc:sldMkLst>
        <pc:spChg chg="mod">
          <ac:chgData name="안태규(TAEKYU AN)[bigatk]/책임/제조DX.제조DX솔루션.제조빅데이터분석1팀" userId="dea7995d-94bc-4ef6-a5a4-edf7a1472420" providerId="ADAL" clId="{63DFA4EA-E972-4C27-A899-FA7E63E35609}" dt="2026-07-08T00:28:54.166" v="550" actId="20577"/>
          <ac:spMkLst>
            <pc:docMk/>
            <pc:sldMk cId="2407900480" sldId="291"/>
            <ac:spMk id="3" creationId="{0CC39962-AED9-0FD6-7F0C-29A8FBE67A4F}"/>
          </ac:spMkLst>
        </pc:spChg>
        <pc:graphicFrameChg chg="modGraphic">
          <ac:chgData name="안태규(TAEKYU AN)[bigatk]/책임/제조DX.제조DX솔루션.제조빅데이터분석1팀" userId="dea7995d-94bc-4ef6-a5a4-edf7a1472420" providerId="ADAL" clId="{63DFA4EA-E972-4C27-A899-FA7E63E35609}" dt="2026-07-08T00:28:51.792" v="548" actId="207"/>
          <ac:graphicFrameMkLst>
            <pc:docMk/>
            <pc:sldMk cId="2407900480" sldId="291"/>
            <ac:graphicFrameMk id="19" creationId="{3E86696F-E35A-4B06-9B46-63A4A6A986C1}"/>
          </ac:graphicFrameMkLst>
        </pc:graphicFrameChg>
      </pc:sldChg>
      <pc:sldChg chg="modSp mod">
        <pc:chgData name="안태규(TAEKYU AN)[bigatk]/책임/제조DX.제조DX솔루션.제조빅데이터분석1팀" userId="dea7995d-94bc-4ef6-a5a4-edf7a1472420" providerId="ADAL" clId="{63DFA4EA-E972-4C27-A899-FA7E63E35609}" dt="2026-07-08T00:28:20.535" v="546" actId="207"/>
        <pc:sldMkLst>
          <pc:docMk/>
          <pc:sldMk cId="1669129858" sldId="303"/>
        </pc:sldMkLst>
        <pc:spChg chg="mod">
          <ac:chgData name="안태규(TAEKYU AN)[bigatk]/책임/제조DX.제조DX솔루션.제조빅데이터분석1팀" userId="dea7995d-94bc-4ef6-a5a4-edf7a1472420" providerId="ADAL" clId="{63DFA4EA-E972-4C27-A899-FA7E63E35609}" dt="2026-07-08T00:27:53.075" v="467" actId="20577"/>
          <ac:spMkLst>
            <pc:docMk/>
            <pc:sldMk cId="1669129858" sldId="303"/>
            <ac:spMk id="3" creationId="{0CC39962-AED9-0FD6-7F0C-29A8FBE67A4F}"/>
          </ac:spMkLst>
        </pc:spChg>
        <pc:graphicFrameChg chg="mod modGraphic">
          <ac:chgData name="안태규(TAEKYU AN)[bigatk]/책임/제조DX.제조DX솔루션.제조빅데이터분석1팀" userId="dea7995d-94bc-4ef6-a5a4-edf7a1472420" providerId="ADAL" clId="{63DFA4EA-E972-4C27-A899-FA7E63E35609}" dt="2026-07-08T00:28:20.535" v="546" actId="207"/>
          <ac:graphicFrameMkLst>
            <pc:docMk/>
            <pc:sldMk cId="1669129858" sldId="303"/>
            <ac:graphicFrameMk id="19" creationId="{3E86696F-E35A-4B06-9B46-63A4A6A986C1}"/>
          </ac:graphicFrameMkLst>
        </pc:graphicFrameChg>
      </pc:sldChg>
      <pc:sldChg chg="modSp mod">
        <pc:chgData name="안태규(TAEKYU AN)[bigatk]/책임/제조DX.제조DX솔루션.제조빅데이터분석1팀" userId="dea7995d-94bc-4ef6-a5a4-edf7a1472420" providerId="ADAL" clId="{63DFA4EA-E972-4C27-A899-FA7E63E35609}" dt="2026-07-08T00:26:58.508" v="463" actId="20577"/>
        <pc:sldMkLst>
          <pc:docMk/>
          <pc:sldMk cId="3433858500" sldId="2147482257"/>
        </pc:sldMkLst>
        <pc:spChg chg="mod">
          <ac:chgData name="안태규(TAEKYU AN)[bigatk]/책임/제조DX.제조DX솔루션.제조빅데이터분석1팀" userId="dea7995d-94bc-4ef6-a5a4-edf7a1472420" providerId="ADAL" clId="{63DFA4EA-E972-4C27-A899-FA7E63E35609}" dt="2026-07-08T00:26:22.627" v="461" actId="20577"/>
          <ac:spMkLst>
            <pc:docMk/>
            <pc:sldMk cId="3433858500" sldId="2147482257"/>
            <ac:spMk id="3" creationId="{0CC39962-AED9-0FD6-7F0C-29A8FBE67A4F}"/>
          </ac:spMkLst>
        </pc:spChg>
        <pc:graphicFrameChg chg="mod modGraphic">
          <ac:chgData name="안태규(TAEKYU AN)[bigatk]/책임/제조DX.제조DX솔루션.제조빅데이터분석1팀" userId="dea7995d-94bc-4ef6-a5a4-edf7a1472420" providerId="ADAL" clId="{63DFA4EA-E972-4C27-A899-FA7E63E35609}" dt="2026-07-08T00:26:58.508" v="463" actId="2057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</pc:sldChg>
      <pc:sldChg chg="modSp mod">
        <pc:chgData name="안태규(TAEKYU AN)[bigatk]/책임/제조DX.제조DX솔루션.제조빅데이터분석1팀" userId="dea7995d-94bc-4ef6-a5a4-edf7a1472420" providerId="ADAL" clId="{63DFA4EA-E972-4C27-A899-FA7E63E35609}" dt="2026-07-08T00:28:58.389" v="552" actId="20577"/>
        <pc:sldMkLst>
          <pc:docMk/>
          <pc:sldMk cId="693105532" sldId="2147482685"/>
        </pc:sldMkLst>
        <pc:spChg chg="mod">
          <ac:chgData name="안태규(TAEKYU AN)[bigatk]/책임/제조DX.제조DX솔루션.제조빅데이터분석1팀" userId="dea7995d-94bc-4ef6-a5a4-edf7a1472420" providerId="ADAL" clId="{63DFA4EA-E972-4C27-A899-FA7E63E35609}" dt="2026-07-08T00:28:58.389" v="552" actId="20577"/>
          <ac:spMkLst>
            <pc:docMk/>
            <pc:sldMk cId="693105532" sldId="2147482685"/>
            <ac:spMk id="3" creationId="{0CC39962-AED9-0FD6-7F0C-29A8FBE67A4F}"/>
          </ac:spMkLst>
        </pc:spChg>
        <pc:graphicFrameChg chg="modGraphic">
          <ac:chgData name="안태규(TAEKYU AN)[bigatk]/책임/제조DX.제조DX솔루션.제조빅데이터분석1팀" userId="dea7995d-94bc-4ef6-a5a4-edf7a1472420" providerId="ADAL" clId="{63DFA4EA-E972-4C27-A899-FA7E63E35609}" dt="2026-07-08T00:28:38.784" v="547" actId="207"/>
          <ac:graphicFrameMkLst>
            <pc:docMk/>
            <pc:sldMk cId="693105532" sldId="2147482685"/>
            <ac:graphicFrameMk id="19" creationId="{3E86696F-E35A-4B06-9B46-63A4A6A986C1}"/>
          </ac:graphicFrameMkLst>
        </pc:graphicFrameChg>
      </pc:sldChg>
    </pc:docChg>
  </pc:docChgLst>
  <pc:docChgLst>
    <pc:chgData name="박태욱(TAEWOOK PARK)[ptw0425]/선임/제조DX.제조DX솔루션.제조빅데이터분석1팀" userId="18db157e-00fe-4d5a-8b38-02cf359aca36" providerId="ADAL" clId="{A809254D-E64D-4674-A113-EF198CA9A50B}"/>
    <pc:docChg chg="undo custSel modSld">
      <pc:chgData name="박태욱(TAEWOOK PARK)[ptw0425]/선임/제조DX.제조DX솔루션.제조빅데이터분석1팀" userId="18db157e-00fe-4d5a-8b38-02cf359aca36" providerId="ADAL" clId="{A809254D-E64D-4674-A113-EF198CA9A50B}" dt="2026-07-22T08:08:55.086" v="580" actId="207"/>
      <pc:docMkLst>
        <pc:docMk/>
      </pc:docMkLst>
      <pc:sldChg chg="modSp mod">
        <pc:chgData name="박태욱(TAEWOOK PARK)[ptw0425]/선임/제조DX.제조DX솔루션.제조빅데이터분석1팀" userId="18db157e-00fe-4d5a-8b38-02cf359aca36" providerId="ADAL" clId="{A809254D-E64D-4674-A113-EF198CA9A50B}" dt="2026-07-22T08:08:08.512" v="558" actId="207"/>
        <pc:sldMkLst>
          <pc:docMk/>
          <pc:sldMk cId="3964604079" sldId="278"/>
        </pc:sldMkLst>
        <pc:spChg chg="mod">
          <ac:chgData name="박태욱(TAEWOOK PARK)[ptw0425]/선임/제조DX.제조DX솔루션.제조빅데이터분석1팀" userId="18db157e-00fe-4d5a-8b38-02cf359aca36" providerId="ADAL" clId="{A809254D-E64D-4674-A113-EF198CA9A50B}" dt="2026-07-22T08:08:05.626" v="557" actId="20577"/>
          <ac:spMkLst>
            <pc:docMk/>
            <pc:sldMk cId="3964604079" sldId="278"/>
            <ac:spMk id="3" creationId="{0CC39962-AED9-0FD6-7F0C-29A8FBE67A4F}"/>
          </ac:spMkLst>
        </pc:spChg>
        <pc:graphicFrameChg chg="mod modGraphic">
          <ac:chgData name="박태욱(TAEWOOK PARK)[ptw0425]/선임/제조DX.제조DX솔루션.제조빅데이터분석1팀" userId="18db157e-00fe-4d5a-8b38-02cf359aca36" providerId="ADAL" clId="{A809254D-E64D-4674-A113-EF198CA9A50B}" dt="2026-07-22T08:08:08.512" v="558" actId="207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Sp mod">
        <pc:chgData name="박태욱(TAEWOOK PARK)[ptw0425]/선임/제조DX.제조DX솔루션.제조빅데이터분석1팀" userId="18db157e-00fe-4d5a-8b38-02cf359aca36" providerId="ADAL" clId="{A809254D-E64D-4674-A113-EF198CA9A50B}" dt="2026-07-22T08:08:55.086" v="580" actId="207"/>
        <pc:sldMkLst>
          <pc:docMk/>
          <pc:sldMk cId="2044104145" sldId="2147482237"/>
        </pc:sldMkLst>
        <pc:spChg chg="mod">
          <ac:chgData name="박태욱(TAEWOOK PARK)[ptw0425]/선임/제조DX.제조DX솔루션.제조빅데이터분석1팀" userId="18db157e-00fe-4d5a-8b38-02cf359aca36" providerId="ADAL" clId="{A809254D-E64D-4674-A113-EF198CA9A50B}" dt="2026-07-22T08:08:27.995" v="562" actId="20577"/>
          <ac:spMkLst>
            <pc:docMk/>
            <pc:sldMk cId="2044104145" sldId="2147482237"/>
            <ac:spMk id="8" creationId="{B001DEC4-1721-5139-4E18-1FC7F0D433CF}"/>
          </ac:spMkLst>
        </pc:spChg>
        <pc:graphicFrameChg chg="mod modGraphic">
          <ac:chgData name="박태욱(TAEWOOK PARK)[ptw0425]/선임/제조DX.제조DX솔루션.제조빅데이터분석1팀" userId="18db157e-00fe-4d5a-8b38-02cf359aca36" providerId="ADAL" clId="{A809254D-E64D-4674-A113-EF198CA9A50B}" dt="2026-07-22T08:08:55.086" v="580" actId="207"/>
          <ac:graphicFrameMkLst>
            <pc:docMk/>
            <pc:sldMk cId="2044104145" sldId="2147482237"/>
            <ac:graphicFrameMk id="2" creationId="{1B328436-563D-910D-A106-E92841203CA3}"/>
          </ac:graphicFrameMkLst>
        </pc:graphicFrameChg>
      </pc:sldChg>
      <pc:sldChg chg="modSp mod">
        <pc:chgData name="박태욱(TAEWOOK PARK)[ptw0425]/선임/제조DX.제조DX솔루션.제조빅데이터분석1팀" userId="18db157e-00fe-4d5a-8b38-02cf359aca36" providerId="ADAL" clId="{A809254D-E64D-4674-A113-EF198CA9A50B}" dt="2026-07-22T08:07:36.005" v="512" actId="207"/>
        <pc:sldMkLst>
          <pc:docMk/>
          <pc:sldMk cId="730280615" sldId="2147482238"/>
        </pc:sldMkLst>
        <pc:spChg chg="mod">
          <ac:chgData name="박태욱(TAEWOOK PARK)[ptw0425]/선임/제조DX.제조DX솔루션.제조빅데이터분석1팀" userId="18db157e-00fe-4d5a-8b38-02cf359aca36" providerId="ADAL" clId="{A809254D-E64D-4674-A113-EF198CA9A50B}" dt="2026-07-22T07:59:57.144" v="388" actId="20577"/>
          <ac:spMkLst>
            <pc:docMk/>
            <pc:sldMk cId="730280615" sldId="2147482238"/>
            <ac:spMk id="3" creationId="{0CC39962-AED9-0FD6-7F0C-29A8FBE67A4F}"/>
          </ac:spMkLst>
        </pc:spChg>
        <pc:spChg chg="mod">
          <ac:chgData name="박태욱(TAEWOOK PARK)[ptw0425]/선임/제조DX.제조DX솔루션.제조빅데이터분석1팀" userId="18db157e-00fe-4d5a-8b38-02cf359aca36" providerId="ADAL" clId="{A809254D-E64D-4674-A113-EF198CA9A50B}" dt="2026-07-22T08:05:28.136" v="408" actId="20577"/>
          <ac:spMkLst>
            <pc:docMk/>
            <pc:sldMk cId="730280615" sldId="2147482238"/>
            <ac:spMk id="7" creationId="{C00CB713-0E60-4842-CB6E-433EDCA78145}"/>
          </ac:spMkLst>
        </pc:spChg>
        <pc:graphicFrameChg chg="mod modGraphic">
          <ac:chgData name="박태욱(TAEWOOK PARK)[ptw0425]/선임/제조DX.제조DX솔루션.제조빅데이터분석1팀" userId="18db157e-00fe-4d5a-8b38-02cf359aca36" providerId="ADAL" clId="{A809254D-E64D-4674-A113-EF198CA9A50B}" dt="2026-07-22T07:59:53.992" v="384" actId="207"/>
          <ac:graphicFrameMkLst>
            <pc:docMk/>
            <pc:sldMk cId="730280615" sldId="2147482238"/>
            <ac:graphicFrameMk id="4" creationId="{4F5B55E6-E234-7E6A-CEFA-EEA4946B1894}"/>
          </ac:graphicFrameMkLst>
        </pc:graphicFrameChg>
        <pc:graphicFrameChg chg="modGraphic">
          <ac:chgData name="박태욱(TAEWOOK PARK)[ptw0425]/선임/제조DX.제조DX솔루션.제조빅데이터분석1팀" userId="18db157e-00fe-4d5a-8b38-02cf359aca36" providerId="ADAL" clId="{A809254D-E64D-4674-A113-EF198CA9A50B}" dt="2026-07-22T08:05:16.755" v="404" actId="20577"/>
          <ac:graphicFrameMkLst>
            <pc:docMk/>
            <pc:sldMk cId="730280615" sldId="2147482238"/>
            <ac:graphicFrameMk id="5" creationId="{777CA511-0004-4F20-4895-EA40E259FC86}"/>
          </ac:graphicFrameMkLst>
        </pc:graphicFrameChg>
        <pc:graphicFrameChg chg="mod modGraphic">
          <ac:chgData name="박태욱(TAEWOOK PARK)[ptw0425]/선임/제조DX.제조DX솔루션.제조빅데이터분석1팀" userId="18db157e-00fe-4d5a-8b38-02cf359aca36" providerId="ADAL" clId="{A809254D-E64D-4674-A113-EF198CA9A50B}" dt="2026-07-22T08:07:36.005" v="512" actId="207"/>
          <ac:graphicFrameMkLst>
            <pc:docMk/>
            <pc:sldMk cId="730280615" sldId="2147482238"/>
            <ac:graphicFrameMk id="19" creationId="{3E86696F-E35A-4B06-9B46-63A4A6A986C1}"/>
          </ac:graphicFrameMkLst>
        </pc:graphicFrameChg>
      </pc:sldChg>
    </pc:docChg>
  </pc:docChgLst>
  <pc:docChgLst>
    <pc:chgData name="최재호(JAE HO CHOI)[jaeho_c]/선임/제조DX.제조DX솔루션.제조빅데이터분석1팀" userId="e6d80de8-376d-47c4-b6ee-7d3a37679110" providerId="ADAL" clId="{5C16BA94-772E-4867-ADCD-D033CD93E56D}"/>
    <pc:docChg chg="undo custSel modSld">
      <pc:chgData name="최재호(JAE HO CHOI)[jaeho_c]/선임/제조DX.제조DX솔루션.제조빅데이터분석1팀" userId="e6d80de8-376d-47c4-b6ee-7d3a37679110" providerId="ADAL" clId="{5C16BA94-772E-4867-ADCD-D033CD93E56D}" dt="2026-07-22T16:13:32.095" v="1566"/>
      <pc:docMkLst>
        <pc:docMk/>
      </pc:docMkLst>
      <pc:sldChg chg="addSp delSp modSp mod">
        <pc:chgData name="최재호(JAE HO CHOI)[jaeho_c]/선임/제조DX.제조DX솔루션.제조빅데이터분석1팀" userId="e6d80de8-376d-47c4-b6ee-7d3a37679110" providerId="ADAL" clId="{5C16BA94-772E-4867-ADCD-D033CD93E56D}" dt="2026-07-22T16:13:32.095" v="1566"/>
        <pc:sldMkLst>
          <pc:docMk/>
          <pc:sldMk cId="1658368104" sldId="271"/>
        </pc:sldMkLst>
        <pc:spChg chg="mod">
          <ac:chgData name="최재호(JAE HO CHOI)[jaeho_c]/선임/제조DX.제조DX솔루션.제조빅데이터분석1팀" userId="e6d80de8-376d-47c4-b6ee-7d3a37679110" providerId="ADAL" clId="{5C16BA94-772E-4867-ADCD-D033CD93E56D}" dt="2026-07-22T16:13:13.177" v="1554" actId="20577"/>
          <ac:spMkLst>
            <pc:docMk/>
            <pc:sldMk cId="1658368104" sldId="271"/>
            <ac:spMk id="3" creationId="{0CC39962-AED9-0FD6-7F0C-29A8FBE67A4F}"/>
          </ac:spMkLst>
        </pc:spChg>
        <pc:spChg chg="add mod">
          <ac:chgData name="최재호(JAE HO CHOI)[jaeho_c]/선임/제조DX.제조DX솔루션.제조빅데이터분석1팀" userId="e6d80de8-376d-47c4-b6ee-7d3a37679110" providerId="ADAL" clId="{5C16BA94-772E-4867-ADCD-D033CD93E56D}" dt="2026-07-22T16:13:32.095" v="1566"/>
          <ac:spMkLst>
            <pc:docMk/>
            <pc:sldMk cId="1658368104" sldId="271"/>
            <ac:spMk id="13" creationId="{65DFAA96-BFAE-C26D-7C54-D841FADF3F6F}"/>
          </ac:spMkLst>
        </pc:spChg>
        <pc:graphicFrameChg chg="add mod modGraphic">
          <ac:chgData name="최재호(JAE HO CHOI)[jaeho_c]/선임/제조DX.제조DX솔루션.제조빅데이터분석1팀" userId="e6d80de8-376d-47c4-b6ee-7d3a37679110" providerId="ADAL" clId="{5C16BA94-772E-4867-ADCD-D033CD93E56D}" dt="2026-07-22T16:10:24.658" v="1105" actId="14100"/>
          <ac:graphicFrameMkLst>
            <pc:docMk/>
            <pc:sldMk cId="1658368104" sldId="271"/>
            <ac:graphicFrameMk id="12" creationId="{6D2C1755-58DB-4273-5820-6DEA3ECEDC4F}"/>
          </ac:graphicFrameMkLst>
        </pc:graphicFrameChg>
        <pc:graphicFrameChg chg="mod modGraphic">
          <ac:chgData name="최재호(JAE HO CHOI)[jaeho_c]/선임/제조DX.제조DX솔루션.제조빅데이터분석1팀" userId="e6d80de8-376d-47c4-b6ee-7d3a37679110" providerId="ADAL" clId="{5C16BA94-772E-4867-ADCD-D033CD93E56D}" dt="2026-07-22T16:13:05.862" v="1548" actId="207"/>
          <ac:graphicFrameMkLst>
            <pc:docMk/>
            <pc:sldMk cId="1658368104" sldId="271"/>
            <ac:graphicFrameMk id="19" creationId="{3E86696F-E35A-4B06-9B46-63A4A6A986C1}"/>
          </ac:graphicFrameMkLst>
        </pc:graphicFrameChg>
        <pc:picChg chg="add mod">
          <ac:chgData name="최재호(JAE HO CHOI)[jaeho_c]/선임/제조DX.제조DX솔루션.제조빅데이터분석1팀" userId="e6d80de8-376d-47c4-b6ee-7d3a37679110" providerId="ADAL" clId="{5C16BA94-772E-4867-ADCD-D033CD93E56D}" dt="2026-07-22T16:09:30.573" v="1092" actId="14100"/>
          <ac:picMkLst>
            <pc:docMk/>
            <pc:sldMk cId="1658368104" sldId="271"/>
            <ac:picMk id="9" creationId="{08D87275-2889-4F3D-3F23-7652CA3D232B}"/>
          </ac:picMkLst>
        </pc:picChg>
        <pc:picChg chg="mod">
          <ac:chgData name="최재호(JAE HO CHOI)[jaeho_c]/선임/제조DX.제조DX솔루션.제조빅데이터분석1팀" userId="e6d80de8-376d-47c4-b6ee-7d3a37679110" providerId="ADAL" clId="{5C16BA94-772E-4867-ADCD-D033CD93E56D}" dt="2026-07-22T16:01:46.864" v="1" actId="1076"/>
          <ac:picMkLst>
            <pc:docMk/>
            <pc:sldMk cId="1658368104" sldId="271"/>
            <ac:picMk id="16" creationId="{4B0CB7D3-C678-21FB-6A62-CF272230DD4D}"/>
          </ac:picMkLst>
        </pc:picChg>
        <pc:picChg chg="mod">
          <ac:chgData name="최재호(JAE HO CHOI)[jaeho_c]/선임/제조DX.제조DX솔루션.제조빅데이터분석1팀" userId="e6d80de8-376d-47c4-b6ee-7d3a37679110" providerId="ADAL" clId="{5C16BA94-772E-4867-ADCD-D033CD93E56D}" dt="2026-07-22T16:01:46.864" v="1" actId="1076"/>
          <ac:picMkLst>
            <pc:docMk/>
            <pc:sldMk cId="1658368104" sldId="271"/>
            <ac:picMk id="20" creationId="{4236F396-9E65-CC88-2A3A-89584C501EAF}"/>
          </ac:picMkLst>
        </pc:picChg>
        <pc:picChg chg="mod">
          <ac:chgData name="최재호(JAE HO CHOI)[jaeho_c]/선임/제조DX.제조DX솔루션.제조빅데이터분석1팀" userId="e6d80de8-376d-47c4-b6ee-7d3a37679110" providerId="ADAL" clId="{5C16BA94-772E-4867-ADCD-D033CD93E56D}" dt="2026-07-22T16:01:46.864" v="1" actId="1076"/>
          <ac:picMkLst>
            <pc:docMk/>
            <pc:sldMk cId="1658368104" sldId="271"/>
            <ac:picMk id="22" creationId="{EB58CAD3-3020-D5E4-02EC-6D7FE117E147}"/>
          </ac:picMkLst>
        </pc:picChg>
      </pc:sldChg>
    </pc:docChg>
  </pc:docChgLst>
  <pc:docChgLst>
    <pc:chgData name="조은지(EUNJI JO)[joeunji]/선임/제조DX.제조DX솔루션.제조빅데이터분석1팀" userId="d82ce3d5-2c2f-4d6b-9fbb-477c92d9f333" providerId="ADAL" clId="{0A535BE1-659D-4560-ADD0-B962F65C9B61}"/>
    <pc:docChg chg="custSel modSld">
      <pc:chgData name="조은지(EUNJI JO)[joeunji]/선임/제조DX.제조DX솔루션.제조빅데이터분석1팀" userId="d82ce3d5-2c2f-4d6b-9fbb-477c92d9f333" providerId="ADAL" clId="{0A535BE1-659D-4560-ADD0-B962F65C9B61}" dt="2026-07-07T23:46:33.690" v="167" actId="207"/>
      <pc:docMkLst>
        <pc:docMk/>
      </pc:docMkLst>
      <pc:sldChg chg="modSp mod">
        <pc:chgData name="조은지(EUNJI JO)[joeunji]/선임/제조DX.제조DX솔루션.제조빅데이터분석1팀" userId="d82ce3d5-2c2f-4d6b-9fbb-477c92d9f333" providerId="ADAL" clId="{0A535BE1-659D-4560-ADD0-B962F65C9B61}" dt="2026-07-07T23:46:33.690" v="167" actId="207"/>
        <pc:sldMkLst>
          <pc:docMk/>
          <pc:sldMk cId="4231600243" sldId="266"/>
        </pc:sldMkLst>
        <pc:spChg chg="mod">
          <ac:chgData name="조은지(EUNJI JO)[joeunji]/선임/제조DX.제조DX솔루션.제조빅데이터분석1팀" userId="d82ce3d5-2c2f-4d6b-9fbb-477c92d9f333" providerId="ADAL" clId="{0A535BE1-659D-4560-ADD0-B962F65C9B61}" dt="2026-07-07T23:46:02.435" v="75" actId="20577"/>
          <ac:spMkLst>
            <pc:docMk/>
            <pc:sldMk cId="4231600243" sldId="266"/>
            <ac:spMk id="3" creationId="{0CC39962-AED9-0FD6-7F0C-29A8FBE67A4F}"/>
          </ac:spMkLst>
        </pc:spChg>
        <pc:graphicFrameChg chg="mod modGraphic">
          <ac:chgData name="조은지(EUNJI JO)[joeunji]/선임/제조DX.제조DX솔루션.제조빅데이터분석1팀" userId="d82ce3d5-2c2f-4d6b-9fbb-477c92d9f333" providerId="ADAL" clId="{0A535BE1-659D-4560-ADD0-B962F65C9B61}" dt="2026-07-07T23:46:33.690" v="167" actId="207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addSp modSp mod">
        <pc:chgData name="조은지(EUNJI JO)[joeunji]/선임/제조DX.제조DX솔루션.제조빅데이터분석1팀" userId="d82ce3d5-2c2f-4d6b-9fbb-477c92d9f333" providerId="ADAL" clId="{0A535BE1-659D-4560-ADD0-B962F65C9B61}" dt="2026-07-07T23:45:01.190" v="44" actId="1076"/>
        <pc:sldMkLst>
          <pc:docMk/>
          <pc:sldMk cId="3806308629" sldId="282"/>
        </pc:sldMkLst>
        <pc:spChg chg="mod">
          <ac:chgData name="조은지(EUNJI JO)[joeunji]/선임/제조DX.제조DX솔루션.제조빅데이터분석1팀" userId="d82ce3d5-2c2f-4d6b-9fbb-477c92d9f333" providerId="ADAL" clId="{0A535BE1-659D-4560-ADD0-B962F65C9B61}" dt="2026-07-07T23:44:26.509" v="14" actId="20577"/>
          <ac:spMkLst>
            <pc:docMk/>
            <pc:sldMk cId="3806308629" sldId="282"/>
            <ac:spMk id="3" creationId="{0CC39962-AED9-0FD6-7F0C-29A8FBE67A4F}"/>
          </ac:spMkLst>
        </pc:spChg>
        <pc:spChg chg="add mod">
          <ac:chgData name="조은지(EUNJI JO)[joeunji]/선임/제조DX.제조DX솔루션.제조빅데이터분석1팀" userId="d82ce3d5-2c2f-4d6b-9fbb-477c92d9f333" providerId="ADAL" clId="{0A535BE1-659D-4560-ADD0-B962F65C9B61}" dt="2026-07-07T23:45:01.190" v="44" actId="1076"/>
          <ac:spMkLst>
            <pc:docMk/>
            <pc:sldMk cId="3806308629" sldId="282"/>
            <ac:spMk id="7" creationId="{B054ABFA-1C5F-7601-50FE-2699C0B933B7}"/>
          </ac:spMkLst>
        </pc:spChg>
        <pc:graphicFrameChg chg="mod modGraphic">
          <ac:chgData name="조은지(EUNJI JO)[joeunji]/선임/제조DX.제조DX솔루션.제조빅데이터분석1팀" userId="d82ce3d5-2c2f-4d6b-9fbb-477c92d9f333" providerId="ADAL" clId="{0A535BE1-659D-4560-ADD0-B962F65C9B61}" dt="2026-07-07T23:44:48.632" v="38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modSp mod">
        <pc:chgData name="조은지(EUNJI JO)[joeunji]/선임/제조DX.제조DX솔루션.제조빅데이터분석1팀" userId="d82ce3d5-2c2f-4d6b-9fbb-477c92d9f333" providerId="ADAL" clId="{0A535BE1-659D-4560-ADD0-B962F65C9B61}" dt="2026-07-07T23:45:42.229" v="60" actId="20577"/>
        <pc:sldMkLst>
          <pc:docMk/>
          <pc:sldMk cId="2551307454" sldId="2147482250"/>
        </pc:sldMkLst>
        <pc:spChg chg="mod">
          <ac:chgData name="조은지(EUNJI JO)[joeunji]/선임/제조DX.제조DX솔루션.제조빅데이터분석1팀" userId="d82ce3d5-2c2f-4d6b-9fbb-477c92d9f333" providerId="ADAL" clId="{0A535BE1-659D-4560-ADD0-B962F65C9B61}" dt="2026-07-07T23:45:42.229" v="60" actId="20577"/>
          <ac:spMkLst>
            <pc:docMk/>
            <pc:sldMk cId="2551307454" sldId="2147482250"/>
            <ac:spMk id="3" creationId="{0CC39962-AED9-0FD6-7F0C-29A8FBE67A4F}"/>
          </ac:spMkLst>
        </pc:spChg>
        <pc:graphicFrameChg chg="modGraphic">
          <ac:chgData name="조은지(EUNJI JO)[joeunji]/선임/제조DX.제조DX솔루션.제조빅데이터분석1팀" userId="d82ce3d5-2c2f-4d6b-9fbb-477c92d9f333" providerId="ADAL" clId="{0A535BE1-659D-4560-ADD0-B962F65C9B61}" dt="2026-07-07T23:45:33.389" v="45" actId="207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</pc:docChg>
  </pc:docChgLst>
  <pc:docChgLst>
    <pc:chgData name="이찬혁(CHANHYUK LEE)[paul_lee]/사원/제조DX.제조DX솔루션.제조빅데이터분석1팀" userId="51b99fae-7b8f-40d9-9374-028bc2619ee7" providerId="ADAL" clId="{99F98D20-7FDE-43DC-8A3C-38A68CEED083}"/>
    <pc:docChg chg="undo custSel addSld delSld modSld sldOrd modSection">
      <pc:chgData name="이찬혁(CHANHYUK LEE)[paul_lee]/사원/제조DX.제조DX솔루션.제조빅데이터분석1팀" userId="51b99fae-7b8f-40d9-9374-028bc2619ee7" providerId="ADAL" clId="{99F98D20-7FDE-43DC-8A3C-38A68CEED083}" dt="2026-07-09T02:40:32.913" v="6071"/>
      <pc:docMkLst>
        <pc:docMk/>
      </pc:docMkLst>
      <pc:sldChg chg="addSp delSp modSp mod ord">
        <pc:chgData name="이찬혁(CHANHYUK LEE)[paul_lee]/사원/제조DX.제조DX솔루션.제조빅데이터분석1팀" userId="51b99fae-7b8f-40d9-9374-028bc2619ee7" providerId="ADAL" clId="{99F98D20-7FDE-43DC-8A3C-38A68CEED083}" dt="2026-07-08T00:19:39.596" v="2080" actId="20577"/>
        <pc:sldMkLst>
          <pc:docMk/>
          <pc:sldMk cId="1164402689" sldId="277"/>
        </pc:sldMkLst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1:03:14.848" v="1580" actId="20577"/>
          <ac:spMkLst>
            <pc:docMk/>
            <pc:sldMk cId="1164402689" sldId="277"/>
            <ac:spMk id="3" creationId="{0CC39962-AED9-0FD6-7F0C-29A8FBE67A4F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19.092" v="66" actId="1076"/>
          <ac:spMkLst>
            <pc:docMk/>
            <pc:sldMk cId="1164402689" sldId="277"/>
            <ac:spMk id="5" creationId="{3CCFB9EB-8F6B-911B-1510-D63409542993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6" creationId="{164F99B0-EB09-CA48-F3B8-6CA3672DBDF4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7" creationId="{F51A40F8-7691-90B9-C635-02F57431B460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8" creationId="{8CC17CD7-79E5-BB3A-F4B2-D6E64B18EC7B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1:03:24.983" v="1595" actId="1036"/>
          <ac:spMkLst>
            <pc:docMk/>
            <pc:sldMk cId="1164402689" sldId="277"/>
            <ac:spMk id="9" creationId="{6716B591-7810-8316-7FC4-2B8333A42899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19.092" v="66" actId="1076"/>
          <ac:spMkLst>
            <pc:docMk/>
            <pc:sldMk cId="1164402689" sldId="277"/>
            <ac:spMk id="12" creationId="{EF2823E6-36C7-2393-7A47-4C8176A1F3C8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13" creationId="{33D6B616-DA5A-2276-47CF-3745CF9DA8A1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14" creationId="{EA332CFA-D4CE-16A5-61F8-427F7B4A498E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4:44.738" v="91" actId="20577"/>
          <ac:spMkLst>
            <pc:docMk/>
            <pc:sldMk cId="1164402689" sldId="277"/>
            <ac:spMk id="15" creationId="{8E391BC0-C457-46D9-9F5D-B0CCBEECB401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16" creationId="{A41E677C-43A9-6A3D-D01E-C5F7DCA3DB20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17" creationId="{3651EFC7-9FE5-6415-9632-3F111CD42601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21" creationId="{0BEEC1A3-CEA7-CBE8-D55A-46EDFADD82E4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22" creationId="{3F81FD9E-97E0-1A18-C2EE-4DC475E82FBB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23" creationId="{E5F6D1FC-A9CA-EEE3-5B7B-BF3A91151B17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19.092" v="66" actId="1076"/>
          <ac:spMkLst>
            <pc:docMk/>
            <pc:sldMk cId="1164402689" sldId="277"/>
            <ac:spMk id="25" creationId="{F76B66CB-AF9A-F9D5-E579-4EE72385654E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spMkLst>
            <pc:docMk/>
            <pc:sldMk cId="1164402689" sldId="277"/>
            <ac:spMk id="26" creationId="{87A3EBB5-0A09-133E-264A-7B0DDE19207E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0:23:19.092" v="66" actId="1076"/>
          <ac:spMkLst>
            <pc:docMk/>
            <pc:sldMk cId="1164402689" sldId="277"/>
            <ac:spMk id="27" creationId="{08C84109-C88C-C992-AB98-171121FDA23A}"/>
          </ac:spMkLst>
        </pc:spChg>
        <pc:spChg chg="add mod">
          <ac:chgData name="이찬혁(CHANHYUK LEE)[paul_lee]/사원/제조DX.제조DX솔루션.제조빅데이터분석1팀" userId="51b99fae-7b8f-40d9-9374-028bc2619ee7" providerId="ADAL" clId="{99F98D20-7FDE-43DC-8A3C-38A68CEED083}" dt="2026-07-07T01:03:24.983" v="1595" actId="1036"/>
          <ac:spMkLst>
            <pc:docMk/>
            <pc:sldMk cId="1164402689" sldId="277"/>
            <ac:spMk id="31" creationId="{1C3FE50F-F8F1-BD6E-8706-EB506DCDC78A}"/>
          </ac:spMkLst>
        </pc:spChg>
        <pc:spChg chg="add mod">
          <ac:chgData name="이찬혁(CHANHYUK LEE)[paul_lee]/사원/제조DX.제조DX솔루션.제조빅데이터분석1팀" userId="51b99fae-7b8f-40d9-9374-028bc2619ee7" providerId="ADAL" clId="{99F98D20-7FDE-43DC-8A3C-38A68CEED083}" dt="2026-07-08T00:19:32.384" v="2076"/>
          <ac:spMkLst>
            <pc:docMk/>
            <pc:sldMk cId="1164402689" sldId="277"/>
            <ac:spMk id="32" creationId="{1854E312-F7A0-BBD0-830D-FB69DAB3BFB5}"/>
          </ac:spMkLst>
        </pc:spChg>
        <pc:spChg chg="add mod">
          <ac:chgData name="이찬혁(CHANHYUK LEE)[paul_lee]/사원/제조DX.제조DX솔루션.제조빅데이터분석1팀" userId="51b99fae-7b8f-40d9-9374-028bc2619ee7" providerId="ADAL" clId="{99F98D20-7FDE-43DC-8A3C-38A68CEED083}" dt="2026-07-07T11:43:24.814" v="2071" actId="20577"/>
          <ac:spMkLst>
            <pc:docMk/>
            <pc:sldMk cId="1164402689" sldId="277"/>
            <ac:spMk id="34" creationId="{FE303700-6B5D-6AB5-FCDB-E3A5804EB4C5}"/>
          </ac:spMkLst>
        </pc:spChg>
        <pc:grp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grpSpMkLst>
            <pc:docMk/>
            <pc:sldMk cId="1164402689" sldId="277"/>
            <ac:grpSpMk id="28" creationId="{0F82B5CC-D8FB-4F42-3219-8D7F7F40F2CF}"/>
          </ac:grpSpMkLst>
        </pc:grpChg>
        <pc:graphicFrameChg chg="mod">
          <ac:chgData name="이찬혁(CHANHYUK LEE)[paul_lee]/사원/제조DX.제조DX솔루션.제조빅데이터분석1팀" userId="51b99fae-7b8f-40d9-9374-028bc2619ee7" providerId="ADAL" clId="{99F98D20-7FDE-43DC-8A3C-38A68CEED083}" dt="2026-07-07T00:23:09.917" v="65" actId="1076"/>
          <ac:graphicFrameMkLst>
            <pc:docMk/>
            <pc:sldMk cId="1164402689" sldId="277"/>
            <ac:graphicFrameMk id="4" creationId="{4EE32A04-2541-0F75-562F-064BB5AB0549}"/>
          </ac:graphicFrameMkLst>
        </pc:graphicFrameChg>
        <pc:graphicFrameChg chg="mod modGraphic">
          <ac:chgData name="이찬혁(CHANHYUK LEE)[paul_lee]/사원/제조DX.제조DX솔루션.제조빅데이터분석1팀" userId="51b99fae-7b8f-40d9-9374-028bc2619ee7" providerId="ADAL" clId="{99F98D20-7FDE-43DC-8A3C-38A68CEED083}" dt="2026-07-07T01:04:40.416" v="1831" actId="207"/>
          <ac:graphicFrameMkLst>
            <pc:docMk/>
            <pc:sldMk cId="1164402689" sldId="277"/>
            <ac:graphicFrameMk id="19" creationId="{3E86696F-E35A-4B06-9B46-63A4A6A986C1}"/>
          </ac:graphicFrameMkLst>
        </pc:graphicFrameChg>
        <pc:graphicFrameChg chg="add mod modGraphic">
          <ac:chgData name="이찬혁(CHANHYUK LEE)[paul_lee]/사원/제조DX.제조DX솔루션.제조빅데이터분석1팀" userId="51b99fae-7b8f-40d9-9374-028bc2619ee7" providerId="ADAL" clId="{99F98D20-7FDE-43DC-8A3C-38A68CEED083}" dt="2026-07-07T01:03:24.983" v="1595" actId="1036"/>
          <ac:graphicFrameMkLst>
            <pc:docMk/>
            <pc:sldMk cId="1164402689" sldId="277"/>
            <ac:graphicFrameMk id="30" creationId="{6EDE4A1A-B617-B221-5F5C-252B3217BD7B}"/>
          </ac:graphicFrameMkLst>
        </pc:graphicFrameChg>
        <pc:graphicFrameChg chg="add mod modGraphic">
          <ac:chgData name="이찬혁(CHANHYUK LEE)[paul_lee]/사원/제조DX.제조DX솔루션.제조빅데이터분석1팀" userId="51b99fae-7b8f-40d9-9374-028bc2619ee7" providerId="ADAL" clId="{99F98D20-7FDE-43DC-8A3C-38A68CEED083}" dt="2026-07-07T11:42:47.190" v="1929" actId="108"/>
          <ac:graphicFrameMkLst>
            <pc:docMk/>
            <pc:sldMk cId="1164402689" sldId="277"/>
            <ac:graphicFrameMk id="33" creationId="{CB507743-B20E-E3AA-1EDA-D0D7AA3A19A3}"/>
          </ac:graphicFrameMkLst>
        </pc:graphicFrameChg>
      </pc:sldChg>
      <pc:sldChg chg="addSp modSp mod">
        <pc:chgData name="이찬혁(CHANHYUK LEE)[paul_lee]/사원/제조DX.제조DX솔루션.제조빅데이터분석1팀" userId="51b99fae-7b8f-40d9-9374-028bc2619ee7" providerId="ADAL" clId="{99F98D20-7FDE-43DC-8A3C-38A68CEED083}" dt="2026-07-08T00:30:37.760" v="2717" actId="1076"/>
        <pc:sldMkLst>
          <pc:docMk/>
          <pc:sldMk cId="2314496523" sldId="294"/>
        </pc:sldMkLst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8T00:21:19.501" v="2160" actId="20577"/>
          <ac:spMkLst>
            <pc:docMk/>
            <pc:sldMk cId="2314496523" sldId="294"/>
            <ac:spMk id="9" creationId="{00000000-0000-0000-0000-000000000000}"/>
          </ac:spMkLst>
        </pc:spChg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8T00:21:32.051" v="2196" actId="20577"/>
          <ac:spMkLst>
            <pc:docMk/>
            <pc:sldMk cId="2314496523" sldId="294"/>
            <ac:spMk id="11" creationId="{86227DEB-244F-40D9-A14B-935F021B9AFB}"/>
          </ac:spMkLst>
        </pc:spChg>
        <pc:graphicFrameChg chg="mod modGraphic">
          <ac:chgData name="이찬혁(CHANHYUK LEE)[paul_lee]/사원/제조DX.제조DX솔루션.제조빅데이터분석1팀" userId="51b99fae-7b8f-40d9-9374-028bc2619ee7" providerId="ADAL" clId="{99F98D20-7FDE-43DC-8A3C-38A68CEED083}" dt="2026-07-08T00:29:24.624" v="2710" actId="798"/>
          <ac:graphicFrameMkLst>
            <pc:docMk/>
            <pc:sldMk cId="2314496523" sldId="294"/>
            <ac:graphicFrameMk id="2" creationId="{1BCA535D-C4B1-55EB-0103-F9A5F0FD3F46}"/>
          </ac:graphicFrameMkLst>
        </pc:graphicFrameChg>
        <pc:graphicFrameChg chg="mod modGraphic">
          <ac:chgData name="이찬혁(CHANHYUK LEE)[paul_lee]/사원/제조DX.제조DX솔루션.제조빅데이터분석1팀" userId="51b99fae-7b8f-40d9-9374-028bc2619ee7" providerId="ADAL" clId="{99F98D20-7FDE-43DC-8A3C-38A68CEED083}" dt="2026-07-08T00:24:11.940" v="2660" actId="5793"/>
          <ac:graphicFrameMkLst>
            <pc:docMk/>
            <pc:sldMk cId="2314496523" sldId="294"/>
            <ac:graphicFrameMk id="19" creationId="{3E86696F-E35A-4B06-9B46-63A4A6A986C1}"/>
          </ac:graphicFrameMkLst>
        </pc:graphicFrameChg>
      </pc:sldChg>
      <pc:sldChg chg="modSp mod">
        <pc:chgData name="이찬혁(CHANHYUK LEE)[paul_lee]/사원/제조DX.제조DX솔루션.제조빅데이터분석1팀" userId="51b99fae-7b8f-40d9-9374-028bc2619ee7" providerId="ADAL" clId="{99F98D20-7FDE-43DC-8A3C-38A68CEED083}" dt="2026-07-09T02:40:32.913" v="6071"/>
        <pc:sldMkLst>
          <pc:docMk/>
          <pc:sldMk cId="1610903189" sldId="316"/>
        </pc:sldMkLst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9T02:35:14.035" v="5242" actId="6549"/>
          <ac:spMkLst>
            <pc:docMk/>
            <pc:sldMk cId="1610903189" sldId="316"/>
            <ac:spMk id="11" creationId="{86227DEB-244F-40D9-A14B-935F021B9AFB}"/>
          </ac:spMkLst>
        </pc:spChg>
        <pc:graphicFrameChg chg="mod modGraphic">
          <ac:chgData name="이찬혁(CHANHYUK LEE)[paul_lee]/사원/제조DX.제조DX솔루션.제조빅데이터분석1팀" userId="51b99fae-7b8f-40d9-9374-028bc2619ee7" providerId="ADAL" clId="{99F98D20-7FDE-43DC-8A3C-38A68CEED083}" dt="2026-07-09T02:40:32.913" v="6071"/>
          <ac:graphicFrameMkLst>
            <pc:docMk/>
            <pc:sldMk cId="1610903189" sldId="316"/>
            <ac:graphicFrameMk id="19" creationId="{3E86696F-E35A-4B06-9B46-63A4A6A986C1}"/>
          </ac:graphicFrameMkLst>
        </pc:graphicFrameChg>
        <pc:picChg chg="mod">
          <ac:chgData name="이찬혁(CHANHYUK LEE)[paul_lee]/사원/제조DX.제조DX솔루션.제조빅데이터분석1팀" userId="51b99fae-7b8f-40d9-9374-028bc2619ee7" providerId="ADAL" clId="{99F98D20-7FDE-43DC-8A3C-38A68CEED083}" dt="2026-07-09T02:39:45.799" v="5942" actId="1076"/>
          <ac:picMkLst>
            <pc:docMk/>
            <pc:sldMk cId="1610903189" sldId="316"/>
            <ac:picMk id="35" creationId="{195A4C7A-6271-1F24-7495-DB85EAC9AE01}"/>
          </ac:picMkLst>
        </pc:picChg>
      </pc:sldChg>
      <pc:sldChg chg="modSp mod ord">
        <pc:chgData name="이찬혁(CHANHYUK LEE)[paul_lee]/사원/제조DX.제조DX솔루션.제조빅데이터분석1팀" userId="51b99fae-7b8f-40d9-9374-028bc2619ee7" providerId="ADAL" clId="{99F98D20-7FDE-43DC-8A3C-38A68CEED083}" dt="2026-07-07T02:11:37.332" v="1913" actId="207"/>
        <pc:sldMkLst>
          <pc:docMk/>
          <pc:sldMk cId="1096148160" sldId="2147482231"/>
        </pc:sldMkLst>
        <pc:spChg chg="mod">
          <ac:chgData name="이찬혁(CHANHYUK LEE)[paul_lee]/사원/제조DX.제조DX솔루션.제조빅데이터분석1팀" userId="51b99fae-7b8f-40d9-9374-028bc2619ee7" providerId="ADAL" clId="{99F98D20-7FDE-43DC-8A3C-38A68CEED083}" dt="2026-07-07T02:11:32.975" v="1912" actId="20577"/>
          <ac:spMkLst>
            <pc:docMk/>
            <pc:sldMk cId="1096148160" sldId="2147482231"/>
            <ac:spMk id="3" creationId="{0CC39962-AED9-0FD6-7F0C-29A8FBE67A4F}"/>
          </ac:spMkLst>
        </pc:spChg>
        <pc:graphicFrameChg chg="mod modGraphic">
          <ac:chgData name="이찬혁(CHANHYUK LEE)[paul_lee]/사원/제조DX.제조DX솔루션.제조빅데이터분석1팀" userId="51b99fae-7b8f-40d9-9374-028bc2619ee7" providerId="ADAL" clId="{99F98D20-7FDE-43DC-8A3C-38A68CEED083}" dt="2026-07-07T02:10:45.253" v="1880" actId="6549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Graphic">
          <ac:chgData name="이찬혁(CHANHYUK LEE)[paul_lee]/사원/제조DX.제조DX솔루션.제조빅데이터분석1팀" userId="51b99fae-7b8f-40d9-9374-028bc2619ee7" providerId="ADAL" clId="{99F98D20-7FDE-43DC-8A3C-38A68CEED083}" dt="2026-07-07T02:11:37.332" v="1913" actId="207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</pc:docChg>
  </pc:docChgLst>
  <pc:docChgLst>
    <pc:chgData name="박태욱(TAEWOOK PARK)[ptw0425]/선임/제조DX.제조DX솔루션.제조빅데이터분석1팀" userId="18db157e-00fe-4d5a-8b38-02cf359aca36" providerId="ADAL" clId="{A9BB8B79-B111-4C30-9013-12E989EC5403}"/>
    <pc:docChg chg="undo custSel modSld">
      <pc:chgData name="박태욱(TAEWOOK PARK)[ptw0425]/선임/제조DX.제조DX솔루션.제조빅데이터분석1팀" userId="18db157e-00fe-4d5a-8b38-02cf359aca36" providerId="ADAL" clId="{A9BB8B79-B111-4C30-9013-12E989EC5403}" dt="2026-07-15T08:50:49.837" v="2639" actId="1035"/>
      <pc:docMkLst>
        <pc:docMk/>
      </pc:docMkLst>
      <pc:sldChg chg="modSp mod">
        <pc:chgData name="박태욱(TAEWOOK PARK)[ptw0425]/선임/제조DX.제조DX솔루션.제조빅데이터분석1팀" userId="18db157e-00fe-4d5a-8b38-02cf359aca36" providerId="ADAL" clId="{A9BB8B79-B111-4C30-9013-12E989EC5403}" dt="2026-07-15T01:51:08.778" v="1968" actId="20577"/>
        <pc:sldMkLst>
          <pc:docMk/>
          <pc:sldMk cId="3964604079" sldId="278"/>
        </pc:sldMkLst>
        <pc:spChg chg="mod">
          <ac:chgData name="박태욱(TAEWOOK PARK)[ptw0425]/선임/제조DX.제조DX솔루션.제조빅데이터분석1팀" userId="18db157e-00fe-4d5a-8b38-02cf359aca36" providerId="ADAL" clId="{A9BB8B79-B111-4C30-9013-12E989EC5403}" dt="2026-07-15T01:26:58.466" v="1009" actId="20577"/>
          <ac:spMkLst>
            <pc:docMk/>
            <pc:sldMk cId="3964604079" sldId="278"/>
            <ac:spMk id="3" creationId="{0CC39962-AED9-0FD6-7F0C-29A8FBE67A4F}"/>
          </ac:spMkLst>
        </pc:spChg>
        <pc:graphicFrameChg chg="mod modGraphic">
          <ac:chgData name="박태욱(TAEWOOK PARK)[ptw0425]/선임/제조DX.제조DX솔루션.제조빅데이터분석1팀" userId="18db157e-00fe-4d5a-8b38-02cf359aca36" providerId="ADAL" clId="{A9BB8B79-B111-4C30-9013-12E989EC5403}" dt="2026-07-15T01:51:08.778" v="1968" actId="20577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Sp mod">
        <pc:chgData name="박태욱(TAEWOOK PARK)[ptw0425]/선임/제조DX.제조DX솔루션.제조빅데이터분석1팀" userId="18db157e-00fe-4d5a-8b38-02cf359aca36" providerId="ADAL" clId="{A9BB8B79-B111-4C30-9013-12E989EC5403}" dt="2026-07-15T01:59:07.972" v="2382" actId="207"/>
        <pc:sldMkLst>
          <pc:docMk/>
          <pc:sldMk cId="2044104145" sldId="2147482237"/>
        </pc:sldMkLst>
        <pc:spChg chg="mod">
          <ac:chgData name="박태욱(TAEWOOK PARK)[ptw0425]/선임/제조DX.제조DX솔루션.제조빅데이터분석1팀" userId="18db157e-00fe-4d5a-8b38-02cf359aca36" providerId="ADAL" clId="{A9BB8B79-B111-4C30-9013-12E989EC5403}" dt="2026-07-15T01:56:09.849" v="2181" actId="20577"/>
          <ac:spMkLst>
            <pc:docMk/>
            <pc:sldMk cId="2044104145" sldId="2147482237"/>
            <ac:spMk id="8" creationId="{B001DEC4-1721-5139-4E18-1FC7F0D433CF}"/>
          </ac:spMkLst>
        </pc:spChg>
        <pc:spChg chg="mod">
          <ac:chgData name="박태욱(TAEWOOK PARK)[ptw0425]/선임/제조DX.제조DX솔루션.제조빅데이터분석1팀" userId="18db157e-00fe-4d5a-8b38-02cf359aca36" providerId="ADAL" clId="{A9BB8B79-B111-4C30-9013-12E989EC5403}" dt="2026-07-15T01:57:14.368" v="2199" actId="1076"/>
          <ac:spMkLst>
            <pc:docMk/>
            <pc:sldMk cId="2044104145" sldId="2147482237"/>
            <ac:spMk id="24" creationId="{7E0E0BD2-2A8C-6748-1A22-659BE712D7F6}"/>
          </ac:spMkLst>
        </pc:spChg>
        <pc:graphicFrameChg chg="mod modGraphic">
          <ac:chgData name="박태욱(TAEWOOK PARK)[ptw0425]/선임/제조DX.제조DX솔루션.제조빅데이터분석1팀" userId="18db157e-00fe-4d5a-8b38-02cf359aca36" providerId="ADAL" clId="{A9BB8B79-B111-4C30-9013-12E989EC5403}" dt="2026-07-15T01:59:07.972" v="2382" actId="207"/>
          <ac:graphicFrameMkLst>
            <pc:docMk/>
            <pc:sldMk cId="2044104145" sldId="2147482237"/>
            <ac:graphicFrameMk id="2" creationId="{1B328436-563D-910D-A106-E92841203CA3}"/>
          </ac:graphicFrameMkLst>
        </pc:graphicFrameChg>
      </pc:sldChg>
      <pc:sldChg chg="addSp delSp modSp mod">
        <pc:chgData name="박태욱(TAEWOOK PARK)[ptw0425]/선임/제조DX.제조DX솔루션.제조빅데이터분석1팀" userId="18db157e-00fe-4d5a-8b38-02cf359aca36" providerId="ADAL" clId="{A9BB8B79-B111-4C30-9013-12E989EC5403}" dt="2026-07-15T08:50:49.837" v="2639" actId="1035"/>
        <pc:sldMkLst>
          <pc:docMk/>
          <pc:sldMk cId="730280615" sldId="2147482238"/>
        </pc:sldMkLst>
        <pc:spChg chg="mod">
          <ac:chgData name="박태욱(TAEWOOK PARK)[ptw0425]/선임/제조DX.제조DX솔루션.제조빅데이터분석1팀" userId="18db157e-00fe-4d5a-8b38-02cf359aca36" providerId="ADAL" clId="{A9BB8B79-B111-4C30-9013-12E989EC5403}" dt="2026-07-15T01:14:32.251" v="448" actId="20577"/>
          <ac:spMkLst>
            <pc:docMk/>
            <pc:sldMk cId="730280615" sldId="2147482238"/>
            <ac:spMk id="3" creationId="{0CC39962-AED9-0FD6-7F0C-29A8FBE67A4F}"/>
          </ac:spMkLst>
        </pc:spChg>
        <pc:spChg chg="add mod">
          <ac:chgData name="박태욱(TAEWOOK PARK)[ptw0425]/선임/제조DX.제조DX솔루션.제조빅데이터분석1팀" userId="18db157e-00fe-4d5a-8b38-02cf359aca36" providerId="ADAL" clId="{A9BB8B79-B111-4C30-9013-12E989EC5403}" dt="2026-07-15T08:50:49.837" v="2639" actId="1035"/>
          <ac:spMkLst>
            <pc:docMk/>
            <pc:sldMk cId="730280615" sldId="2147482238"/>
            <ac:spMk id="7" creationId="{C00CB713-0E60-4842-CB6E-433EDCA78145}"/>
          </ac:spMkLst>
        </pc:spChg>
        <pc:graphicFrameChg chg="mod modGraphic">
          <ac:chgData name="박태욱(TAEWOOK PARK)[ptw0425]/선임/제조DX.제조DX솔루션.제조빅데이터분석1팀" userId="18db157e-00fe-4d5a-8b38-02cf359aca36" providerId="ADAL" clId="{A9BB8B79-B111-4C30-9013-12E989EC5403}" dt="2026-07-15T08:48:25.577" v="2580" actId="2165"/>
          <ac:graphicFrameMkLst>
            <pc:docMk/>
            <pc:sldMk cId="730280615" sldId="2147482238"/>
            <ac:graphicFrameMk id="4" creationId="{4F5B55E6-E234-7E6A-CEFA-EEA4946B1894}"/>
          </ac:graphicFrameMkLst>
        </pc:graphicFrameChg>
        <pc:graphicFrameChg chg="add mod modGraphic">
          <ac:chgData name="박태욱(TAEWOOK PARK)[ptw0425]/선임/제조DX.제조DX솔루션.제조빅데이터분석1팀" userId="18db157e-00fe-4d5a-8b38-02cf359aca36" providerId="ADAL" clId="{A9BB8B79-B111-4C30-9013-12E989EC5403}" dt="2026-07-15T08:50:40.795" v="2631" actId="14100"/>
          <ac:graphicFrameMkLst>
            <pc:docMk/>
            <pc:sldMk cId="730280615" sldId="2147482238"/>
            <ac:graphicFrameMk id="5" creationId="{777CA511-0004-4F20-4895-EA40E259FC86}"/>
          </ac:graphicFrameMkLst>
        </pc:graphicFrameChg>
        <pc:graphicFrameChg chg="mod modGraphic">
          <ac:chgData name="박태욱(TAEWOOK PARK)[ptw0425]/선임/제조DX.제조DX솔루션.제조빅데이터분석1팀" userId="18db157e-00fe-4d5a-8b38-02cf359aca36" providerId="ADAL" clId="{A9BB8B79-B111-4C30-9013-12E989EC5403}" dt="2026-07-15T08:48:13.393" v="2577" actId="6549"/>
          <ac:graphicFrameMkLst>
            <pc:docMk/>
            <pc:sldMk cId="730280615" sldId="2147482238"/>
            <ac:graphicFrameMk id="19" creationId="{3E86696F-E35A-4B06-9B46-63A4A6A986C1}"/>
          </ac:graphicFrameMkLst>
        </pc:graphicFrameChg>
      </pc:sldChg>
    </pc:docChg>
  </pc:docChgLst>
  <pc:docChgLst>
    <pc:chgData name="서동민(DONGMIN SEO)[seodm]/책임/제조DX.제조DX솔루션.제조빅데이터분석1팀" userId="76da3594-28f0-492a-8a77-a4d7231a6557" providerId="ADAL" clId="{14FC9A61-D7CE-4439-8368-0B95EE9FBBE2}"/>
    <pc:docChg chg="custSel modSld">
      <pc:chgData name="서동민(DONGMIN SEO)[seodm]/책임/제조DX.제조DX솔루션.제조빅데이터분석1팀" userId="76da3594-28f0-492a-8a77-a4d7231a6557" providerId="ADAL" clId="{14FC9A61-D7CE-4439-8368-0B95EE9FBBE2}" dt="2026-07-15T23:43:38.623" v="511" actId="20577"/>
      <pc:docMkLst>
        <pc:docMk/>
      </pc:docMkLst>
      <pc:sldChg chg="addSp delSp modSp mod">
        <pc:chgData name="서동민(DONGMIN SEO)[seodm]/책임/제조DX.제조DX솔루션.제조빅데이터분석1팀" userId="76da3594-28f0-492a-8a77-a4d7231a6557" providerId="ADAL" clId="{14FC9A61-D7CE-4439-8368-0B95EE9FBBE2}" dt="2026-07-15T23:43:38.623" v="511" actId="20577"/>
        <pc:sldMkLst>
          <pc:docMk/>
          <pc:sldMk cId="1803197678" sldId="299"/>
        </pc:sldMkLst>
        <pc:spChg chg="mod">
          <ac:chgData name="서동민(DONGMIN SEO)[seodm]/책임/제조DX.제조DX솔루션.제조빅데이터분석1팀" userId="76da3594-28f0-492a-8a77-a4d7231a6557" providerId="ADAL" clId="{14FC9A61-D7CE-4439-8368-0B95EE9FBBE2}" dt="2026-07-15T13:10:39.463" v="13" actId="20577"/>
          <ac:spMkLst>
            <pc:docMk/>
            <pc:sldMk cId="1803197678" sldId="299"/>
            <ac:spMk id="3" creationId="{0CC39962-AED9-0FD6-7F0C-29A8FBE67A4F}"/>
          </ac:spMkLst>
        </pc:spChg>
        <pc:graphicFrameChg chg="mod modGraphic">
          <ac:chgData name="서동민(DONGMIN SEO)[seodm]/책임/제조DX.제조DX솔루션.제조빅데이터분석1팀" userId="76da3594-28f0-492a-8a77-a4d7231a6557" providerId="ADAL" clId="{14FC9A61-D7CE-4439-8368-0B95EE9FBBE2}" dt="2026-07-15T23:43:38.623" v="511" actId="20577"/>
          <ac:graphicFrameMkLst>
            <pc:docMk/>
            <pc:sldMk cId="1803197678" sldId="299"/>
            <ac:graphicFrameMk id="19" creationId="{3E86696F-E35A-4B06-9B46-63A4A6A986C1}"/>
          </ac:graphicFrameMkLst>
        </pc:graphicFrameChg>
        <pc:picChg chg="add mod">
          <ac:chgData name="서동민(DONGMIN SEO)[seodm]/책임/제조DX.제조DX솔루션.제조빅데이터분석1팀" userId="76da3594-28f0-492a-8a77-a4d7231a6557" providerId="ADAL" clId="{14FC9A61-D7CE-4439-8368-0B95EE9FBBE2}" dt="2026-07-15T23:43:33.502" v="509" actId="1076"/>
          <ac:picMkLst>
            <pc:docMk/>
            <pc:sldMk cId="1803197678" sldId="299"/>
            <ac:picMk id="6" creationId="{AD39362E-D72D-08A2-3B65-BD23D7468CB0}"/>
          </ac:picMkLst>
        </pc:picChg>
      </pc:sldChg>
      <pc:sldChg chg="modSp mod">
        <pc:chgData name="서동민(DONGMIN SEO)[seodm]/책임/제조DX.제조DX솔루션.제조빅데이터분석1팀" userId="76da3594-28f0-492a-8a77-a4d7231a6557" providerId="ADAL" clId="{14FC9A61-D7CE-4439-8368-0B95EE9FBBE2}" dt="2026-07-15T13:03:32.552" v="10" actId="1076"/>
        <pc:sldMkLst>
          <pc:docMk/>
          <pc:sldMk cId="2751367990" sldId="746"/>
        </pc:sldMkLst>
        <pc:picChg chg="mod">
          <ac:chgData name="서동민(DONGMIN SEO)[seodm]/책임/제조DX.제조DX솔루션.제조빅데이터분석1팀" userId="76da3594-28f0-492a-8a77-a4d7231a6557" providerId="ADAL" clId="{14FC9A61-D7CE-4439-8368-0B95EE9FBBE2}" dt="2026-07-15T13:03:32.552" v="10" actId="1076"/>
          <ac:picMkLst>
            <pc:docMk/>
            <pc:sldMk cId="2751367990" sldId="746"/>
            <ac:picMk id="14" creationId="{00000000-0000-0000-0000-000000000000}"/>
          </ac:picMkLst>
        </pc:picChg>
      </pc:sldChg>
      <pc:sldChg chg="addSp delSp modSp mod">
        <pc:chgData name="서동민(DONGMIN SEO)[seodm]/책임/제조DX.제조DX솔루션.제조빅데이터분석1팀" userId="76da3594-28f0-492a-8a77-a4d7231a6557" providerId="ADAL" clId="{14FC9A61-D7CE-4439-8368-0B95EE9FBBE2}" dt="2026-07-15T00:47:53.943" v="9" actId="20577"/>
        <pc:sldMkLst>
          <pc:docMk/>
          <pc:sldMk cId="2213332889" sldId="2147482204"/>
        </pc:sldMkLst>
        <pc:spChg chg="mod">
          <ac:chgData name="서동민(DONGMIN SEO)[seodm]/책임/제조DX.제조DX솔루션.제조빅데이터분석1팀" userId="76da3594-28f0-492a-8a77-a4d7231a6557" providerId="ADAL" clId="{14FC9A61-D7CE-4439-8368-0B95EE9FBBE2}" dt="2026-07-15T00:47:53.943" v="9" actId="20577"/>
          <ac:spMkLst>
            <pc:docMk/>
            <pc:sldMk cId="2213332889" sldId="2147482204"/>
            <ac:spMk id="5" creationId="{FF4AD222-410F-D567-CC89-3D34E933499E}"/>
          </ac:spMkLst>
        </pc:spChg>
      </pc:sldChg>
    </pc:docChg>
  </pc:docChgLst>
  <pc:docChgLst>
    <pc:chgData name="최재호(JAE HO CHOI)[jaeho_c]/선임/제조DX.제조DX솔루션.제조빅데이터분석1팀" userId="e6d80de8-376d-47c4-b6ee-7d3a37679110" providerId="ADAL" clId="{1D6D571D-D798-4FF3-8D4F-7591FF564A5D}"/>
    <pc:docChg chg="undo custSel modSld">
      <pc:chgData name="최재호(JAE HO CHOI)[jaeho_c]/선임/제조DX.제조DX솔루션.제조빅데이터분석1팀" userId="e6d80de8-376d-47c4-b6ee-7d3a37679110" providerId="ADAL" clId="{1D6D571D-D798-4FF3-8D4F-7591FF564A5D}" dt="2026-07-15T10:19:03.796" v="2052" actId="20577"/>
      <pc:docMkLst>
        <pc:docMk/>
      </pc:docMkLst>
      <pc:sldChg chg="addSp delSp modSp mod">
        <pc:chgData name="최재호(JAE HO CHOI)[jaeho_c]/선임/제조DX.제조DX솔루션.제조빅데이터분석1팀" userId="e6d80de8-376d-47c4-b6ee-7d3a37679110" providerId="ADAL" clId="{1D6D571D-D798-4FF3-8D4F-7591FF564A5D}" dt="2026-07-15T01:52:06.923" v="1968" actId="207"/>
        <pc:sldMkLst>
          <pc:docMk/>
          <pc:sldMk cId="1658368104" sldId="271"/>
        </pc:sldMkLst>
        <pc:spChg chg="mod">
          <ac:chgData name="최재호(JAE HO CHOI)[jaeho_c]/선임/제조DX.제조DX솔루션.제조빅데이터분석1팀" userId="e6d80de8-376d-47c4-b6ee-7d3a37679110" providerId="ADAL" clId="{1D6D571D-D798-4FF3-8D4F-7591FF564A5D}" dt="2026-07-15T01:33:56.319" v="1912" actId="20577"/>
          <ac:spMkLst>
            <pc:docMk/>
            <pc:sldMk cId="1658368104" sldId="271"/>
            <ac:spMk id="3" creationId="{0CC39962-AED9-0FD6-7F0C-29A8FBE67A4F}"/>
          </ac:spMkLst>
        </pc:spChg>
        <pc:graphicFrameChg chg="mod">
          <ac:chgData name="최재호(JAE HO CHOI)[jaeho_c]/선임/제조DX.제조DX솔루션.제조빅데이터분석1팀" userId="e6d80de8-376d-47c4-b6ee-7d3a37679110" providerId="ADAL" clId="{1D6D571D-D798-4FF3-8D4F-7591FF564A5D}" dt="2026-07-15T01:51:46.491" v="1916" actId="1076"/>
          <ac:graphicFrameMkLst>
            <pc:docMk/>
            <pc:sldMk cId="1658368104" sldId="271"/>
            <ac:graphicFrameMk id="8" creationId="{20B06134-80A1-A70E-267B-F09712CB9EE0}"/>
          </ac:graphicFrameMkLst>
        </pc:graphicFrameChg>
        <pc:graphicFrameChg chg="mod modGraphic">
          <ac:chgData name="최재호(JAE HO CHOI)[jaeho_c]/선임/제조DX.제조DX솔루션.제조빅데이터분석1팀" userId="e6d80de8-376d-47c4-b6ee-7d3a37679110" providerId="ADAL" clId="{1D6D571D-D798-4FF3-8D4F-7591FF564A5D}" dt="2026-07-15T01:52:06.923" v="1968" actId="207"/>
          <ac:graphicFrameMkLst>
            <pc:docMk/>
            <pc:sldMk cId="1658368104" sldId="271"/>
            <ac:graphicFrameMk id="19" creationId="{3E86696F-E35A-4B06-9B46-63A4A6A986C1}"/>
          </ac:graphicFrameMkLst>
        </pc:graphicFrameChg>
        <pc:picChg chg="add mod">
          <ac:chgData name="최재호(JAE HO CHOI)[jaeho_c]/선임/제조DX.제조DX솔루션.제조빅데이터분석1팀" userId="e6d80de8-376d-47c4-b6ee-7d3a37679110" providerId="ADAL" clId="{1D6D571D-D798-4FF3-8D4F-7591FF564A5D}" dt="2026-07-15T01:51:41.857" v="1915" actId="14100"/>
          <ac:picMkLst>
            <pc:docMk/>
            <pc:sldMk cId="1658368104" sldId="271"/>
            <ac:picMk id="16" creationId="{4B0CB7D3-C678-21FB-6A62-CF272230DD4D}"/>
          </ac:picMkLst>
        </pc:picChg>
        <pc:picChg chg="add mod">
          <ac:chgData name="최재호(JAE HO CHOI)[jaeho_c]/선임/제조DX.제조DX솔루션.제조빅데이터분석1팀" userId="e6d80de8-376d-47c4-b6ee-7d3a37679110" providerId="ADAL" clId="{1D6D571D-D798-4FF3-8D4F-7591FF564A5D}" dt="2026-07-15T01:51:41.857" v="1915" actId="14100"/>
          <ac:picMkLst>
            <pc:docMk/>
            <pc:sldMk cId="1658368104" sldId="271"/>
            <ac:picMk id="20" creationId="{4236F396-9E65-CC88-2A3A-89584C501EAF}"/>
          </ac:picMkLst>
        </pc:picChg>
        <pc:picChg chg="add mod">
          <ac:chgData name="최재호(JAE HO CHOI)[jaeho_c]/선임/제조DX.제조DX솔루션.제조빅데이터분석1팀" userId="e6d80de8-376d-47c4-b6ee-7d3a37679110" providerId="ADAL" clId="{1D6D571D-D798-4FF3-8D4F-7591FF564A5D}" dt="2026-07-15T01:51:41.857" v="1915" actId="14100"/>
          <ac:picMkLst>
            <pc:docMk/>
            <pc:sldMk cId="1658368104" sldId="271"/>
            <ac:picMk id="22" creationId="{EB58CAD3-3020-D5E4-02EC-6D7FE117E147}"/>
          </ac:picMkLst>
        </pc:picChg>
      </pc:sldChg>
      <pc:sldChg chg="delSp modSp mod">
        <pc:chgData name="최재호(JAE HO CHOI)[jaeho_c]/선임/제조DX.제조DX솔루션.제조빅데이터분석1팀" userId="e6d80de8-376d-47c4-b6ee-7d3a37679110" providerId="ADAL" clId="{1D6D571D-D798-4FF3-8D4F-7591FF564A5D}" dt="2026-07-15T01:19:17.682" v="1397" actId="207"/>
        <pc:sldMkLst>
          <pc:docMk/>
          <pc:sldMk cId="2998139347" sldId="276"/>
        </pc:sldMkLst>
        <pc:spChg chg="mod">
          <ac:chgData name="최재호(JAE HO CHOI)[jaeho_c]/선임/제조DX.제조DX솔루션.제조빅데이터분석1팀" userId="e6d80de8-376d-47c4-b6ee-7d3a37679110" providerId="ADAL" clId="{1D6D571D-D798-4FF3-8D4F-7591FF564A5D}" dt="2026-07-15T01:18:50.350" v="1396" actId="20577"/>
          <ac:spMkLst>
            <pc:docMk/>
            <pc:sldMk cId="2998139347" sldId="276"/>
            <ac:spMk id="3" creationId="{0CC39962-AED9-0FD6-7F0C-29A8FBE67A4F}"/>
          </ac:spMkLst>
        </pc:spChg>
        <pc:graphicFrameChg chg="mod modGraphic">
          <ac:chgData name="최재호(JAE HO CHOI)[jaeho_c]/선임/제조DX.제조DX솔루션.제조빅데이터분석1팀" userId="e6d80de8-376d-47c4-b6ee-7d3a37679110" providerId="ADAL" clId="{1D6D571D-D798-4FF3-8D4F-7591FF564A5D}" dt="2026-07-15T01:18:26.028" v="1351"/>
          <ac:graphicFrameMkLst>
            <pc:docMk/>
            <pc:sldMk cId="2998139347" sldId="276"/>
            <ac:graphicFrameMk id="8" creationId="{4826C7E2-5508-8D4A-3DFF-CA74D4092464}"/>
          </ac:graphicFrameMkLst>
        </pc:graphicFrameChg>
        <pc:graphicFrameChg chg="mod modGraphic">
          <ac:chgData name="최재호(JAE HO CHOI)[jaeho_c]/선임/제조DX.제조DX솔루션.제조빅데이터분석1팀" userId="e6d80de8-376d-47c4-b6ee-7d3a37679110" providerId="ADAL" clId="{1D6D571D-D798-4FF3-8D4F-7591FF564A5D}" dt="2026-07-15T01:19:17.682" v="1397" actId="207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modSp mod">
        <pc:chgData name="최재호(JAE HO CHOI)[jaeho_c]/선임/제조DX.제조DX솔루션.제조빅데이터분석1팀" userId="e6d80de8-376d-47c4-b6ee-7d3a37679110" providerId="ADAL" clId="{1D6D571D-D798-4FF3-8D4F-7591FF564A5D}" dt="2026-07-15T10:19:03.796" v="2052" actId="20577"/>
        <pc:sldMkLst>
          <pc:docMk/>
          <pc:sldMk cId="1819753006" sldId="295"/>
        </pc:sldMkLst>
        <pc:spChg chg="mod">
          <ac:chgData name="최재호(JAE HO CHOI)[jaeho_c]/선임/제조DX.제조DX솔루션.제조빅데이터분석1팀" userId="e6d80de8-376d-47c4-b6ee-7d3a37679110" providerId="ADAL" clId="{1D6D571D-D798-4FF3-8D4F-7591FF564A5D}" dt="2026-07-15T10:19:00.299" v="2050"/>
          <ac:spMkLst>
            <pc:docMk/>
            <pc:sldMk cId="1819753006" sldId="295"/>
            <ac:spMk id="53" creationId="{40B48CA8-8EA0-5CC4-2F9E-3D92262619E4}"/>
          </ac:spMkLst>
        </pc:spChg>
        <pc:graphicFrameChg chg="modGraphic">
          <ac:chgData name="최재호(JAE HO CHOI)[jaeho_c]/선임/제조DX.제조DX솔루션.제조빅데이터분석1팀" userId="e6d80de8-376d-47c4-b6ee-7d3a37679110" providerId="ADAL" clId="{1D6D571D-D798-4FF3-8D4F-7591FF564A5D}" dt="2026-07-15T10:19:03.796" v="2052" actId="20577"/>
          <ac:graphicFrameMkLst>
            <pc:docMk/>
            <pc:sldMk cId="1819753006" sldId="295"/>
            <ac:graphicFrameMk id="19" creationId="{3E86696F-E35A-4B06-9B46-63A4A6A986C1}"/>
          </ac:graphicFrameMkLst>
        </pc:graphicFrameChg>
        <pc:graphicFrameChg chg="mod">
          <ac:chgData name="최재호(JAE HO CHOI)[jaeho_c]/선임/제조DX.제조DX솔루션.제조빅데이터분석1팀" userId="e6d80de8-376d-47c4-b6ee-7d3a37679110" providerId="ADAL" clId="{1D6D571D-D798-4FF3-8D4F-7591FF564A5D}" dt="2026-07-15T10:17:53.757" v="1974"/>
          <ac:graphicFrameMkLst>
            <pc:docMk/>
            <pc:sldMk cId="1819753006" sldId="295"/>
            <ac:graphicFrameMk id="54" creationId="{89A90028-7CAD-BF32-F506-A73064DE8B42}"/>
          </ac:graphicFrameMkLst>
        </pc:graphicFrameChg>
      </pc:sldChg>
    </pc:docChg>
  </pc:docChgLst>
  <pc:docChgLst>
    <pc:chgData name="박형식(HYEONG SIK PARK)[hyspark]/선임/제조DX.제조DX솔루션.제조빅데이터분석1팀" userId="0cd7f50e-5bcd-4bfb-9828-a186843fb8c8" providerId="ADAL" clId="{ACA05745-BB89-430F-82B5-0DADE6A8F046}"/>
    <pc:docChg chg="undo custSel modSld">
      <pc:chgData name="박형식(HYEONG SIK PARK)[hyspark]/선임/제조DX.제조DX솔루션.제조빅데이터분석1팀" userId="0cd7f50e-5bcd-4bfb-9828-a186843fb8c8" providerId="ADAL" clId="{ACA05745-BB89-430F-82B5-0DADE6A8F046}" dt="2026-06-30T13:34:00.769" v="4066" actId="1035"/>
      <pc:docMkLst>
        <pc:docMk/>
      </pc:docMkLst>
      <pc:sldChg chg="addSp delSp modSp mod">
        <pc:chgData name="박형식(HYEONG SIK PARK)[hyspark]/선임/제조DX.제조DX솔루션.제조빅데이터분석1팀" userId="0cd7f50e-5bcd-4bfb-9828-a186843fb8c8" providerId="ADAL" clId="{ACA05745-BB89-430F-82B5-0DADE6A8F046}" dt="2026-06-30T13:34:00.769" v="4066" actId="1035"/>
        <pc:sldMkLst>
          <pc:docMk/>
          <pc:sldMk cId="1959088351" sldId="261"/>
        </pc:sldMkLst>
        <pc:spChg chg="mod">
          <ac:chgData name="박형식(HYEONG SIK PARK)[hyspark]/선임/제조DX.제조DX솔루션.제조빅데이터분석1팀" userId="0cd7f50e-5bcd-4bfb-9828-a186843fb8c8" providerId="ADAL" clId="{ACA05745-BB89-430F-82B5-0DADE6A8F046}" dt="2026-06-30T12:59:23.789" v="6" actId="20577"/>
          <ac:spMkLst>
            <pc:docMk/>
            <pc:sldMk cId="1959088351" sldId="261"/>
            <ac:spMk id="8" creationId="{B001DEC4-1721-5139-4E18-1FC7F0D433CF}"/>
          </ac:spMkLst>
        </pc:spChg>
        <pc:graphicFrameChg chg="mod modGraphic">
          <ac:chgData name="박형식(HYEONG SIK PARK)[hyspark]/선임/제조DX.제조DX솔루션.제조빅데이터분석1팀" userId="0cd7f50e-5bcd-4bfb-9828-a186843fb8c8" providerId="ADAL" clId="{ACA05745-BB89-430F-82B5-0DADE6A8F046}" dt="2026-06-30T13:33:17.032" v="4033" actId="20577"/>
          <ac:graphicFrameMkLst>
            <pc:docMk/>
            <pc:sldMk cId="1959088351" sldId="261"/>
            <ac:graphicFrameMk id="2" creationId="{1B328436-563D-910D-A106-E92841203CA3}"/>
          </ac:graphicFrameMkLst>
        </pc:graphicFrameChg>
      </pc:sldChg>
      <pc:sldChg chg="addSp delSp modSp mod">
        <pc:chgData name="박형식(HYEONG SIK PARK)[hyspark]/선임/제조DX.제조DX솔루션.제조빅데이터분석1팀" userId="0cd7f50e-5bcd-4bfb-9828-a186843fb8c8" providerId="ADAL" clId="{ACA05745-BB89-430F-82B5-0DADE6A8F046}" dt="2026-06-30T13:12:30.097" v="863" actId="21"/>
        <pc:sldMkLst>
          <pc:docMk/>
          <pc:sldMk cId="2314496523" sldId="294"/>
        </pc:sldMkLst>
      </pc:sldChg>
    </pc:docChg>
  </pc:docChgLst>
  <pc:docChgLst>
    <pc:chgData name="최성민(SEONGMIN CHOI)[choi.sm]/책임/제조DX.제조DX솔루션.추적솔루션개발팀" userId="07d78882-1949-43a5-b27f-5851f4ea844b" providerId="ADAL" clId="{2D8DF4CD-C70E-4818-A312-A711FE7E4F42}"/>
    <pc:docChg chg="custSel modSld">
      <pc:chgData name="최성민(SEONGMIN CHOI)[choi.sm]/책임/제조DX.제조DX솔루션.추적솔루션개발팀" userId="07d78882-1949-43a5-b27f-5851f4ea844b" providerId="ADAL" clId="{2D8DF4CD-C70E-4818-A312-A711FE7E4F42}" dt="2026-06-30T22:14:41.914" v="232" actId="20577"/>
      <pc:docMkLst>
        <pc:docMk/>
      </pc:docMkLst>
      <pc:sldChg chg="modSp mod">
        <pc:chgData name="최성민(SEONGMIN CHOI)[choi.sm]/책임/제조DX.제조DX솔루션.추적솔루션개발팀" userId="07d78882-1949-43a5-b27f-5851f4ea844b" providerId="ADAL" clId="{2D8DF4CD-C70E-4818-A312-A711FE7E4F42}" dt="2026-06-30T21:16:07.993" v="28" actId="20577"/>
        <pc:sldMkLst>
          <pc:docMk/>
          <pc:sldMk cId="447217772" sldId="279"/>
        </pc:sldMkLst>
        <pc:spChg chg="mod">
          <ac:chgData name="최성민(SEONGMIN CHOI)[choi.sm]/책임/제조DX.제조DX솔루션.추적솔루션개발팀" userId="07d78882-1949-43a5-b27f-5851f4ea844b" providerId="ADAL" clId="{2D8DF4CD-C70E-4818-A312-A711FE7E4F42}" dt="2026-06-30T21:15:55.263" v="26" actId="20577"/>
          <ac:spMkLst>
            <pc:docMk/>
            <pc:sldMk cId="447217772" sldId="279"/>
            <ac:spMk id="4" creationId="{01A9972C-912C-D4D6-7371-FDEB8083BB52}"/>
          </ac:spMkLst>
        </pc:spChg>
        <pc:graphicFrameChg chg="mod modGraphic">
          <ac:chgData name="최성민(SEONGMIN CHOI)[choi.sm]/책임/제조DX.제조DX솔루션.추적솔루션개발팀" userId="07d78882-1949-43a5-b27f-5851f4ea844b" providerId="ADAL" clId="{2D8DF4CD-C70E-4818-A312-A711FE7E4F42}" dt="2026-06-30T21:16:07.993" v="28" actId="20577"/>
          <ac:graphicFrameMkLst>
            <pc:docMk/>
            <pc:sldMk cId="447217772" sldId="279"/>
            <ac:graphicFrameMk id="2" creationId="{29E34190-670E-8138-9058-C8A6221C765B}"/>
          </ac:graphicFrameMkLst>
        </pc:graphicFrameChg>
      </pc:sldChg>
      <pc:sldChg chg="modSp mod">
        <pc:chgData name="최성민(SEONGMIN CHOI)[choi.sm]/책임/제조DX.제조DX솔루션.추적솔루션개발팀" userId="07d78882-1949-43a5-b27f-5851f4ea844b" providerId="ADAL" clId="{2D8DF4CD-C70E-4818-A312-A711FE7E4F42}" dt="2026-06-30T21:17:30.599" v="38" actId="20577"/>
        <pc:sldMkLst>
          <pc:docMk/>
          <pc:sldMk cId="3147894625" sldId="284"/>
        </pc:sldMkLst>
        <pc:spChg chg="mod">
          <ac:chgData name="최성민(SEONGMIN CHOI)[choi.sm]/책임/제조DX.제조DX솔루션.추적솔루션개발팀" userId="07d78882-1949-43a5-b27f-5851f4ea844b" providerId="ADAL" clId="{2D8DF4CD-C70E-4818-A312-A711FE7E4F42}" dt="2026-06-30T21:16:51.206" v="31" actId="207"/>
          <ac:spMkLst>
            <pc:docMk/>
            <pc:sldMk cId="3147894625" sldId="284"/>
            <ac:spMk id="7" creationId="{BA910CD7-E9CF-953B-5522-AC8930FB5FE7}"/>
          </ac:spMkLst>
        </pc:spChg>
        <pc:spChg chg="mod">
          <ac:chgData name="최성민(SEONGMIN CHOI)[choi.sm]/책임/제조DX.제조DX솔루션.추적솔루션개발팀" userId="07d78882-1949-43a5-b27f-5851f4ea844b" providerId="ADAL" clId="{2D8DF4CD-C70E-4818-A312-A711FE7E4F42}" dt="2026-06-30T21:16:56.646" v="36" actId="20577"/>
          <ac:spMkLst>
            <pc:docMk/>
            <pc:sldMk cId="3147894625" sldId="284"/>
            <ac:spMk id="9" creationId="{1A064BA9-9B98-338B-D5F8-37689F43EA46}"/>
          </ac:spMkLst>
        </pc:spChg>
        <pc:graphicFrameChg chg="modGraphic">
          <ac:chgData name="최성민(SEONGMIN CHOI)[choi.sm]/책임/제조DX.제조DX솔루션.추적솔루션개발팀" userId="07d78882-1949-43a5-b27f-5851f4ea844b" providerId="ADAL" clId="{2D8DF4CD-C70E-4818-A312-A711FE7E4F42}" dt="2026-06-30T21:17:30.599" v="38" actId="20577"/>
          <ac:graphicFrameMkLst>
            <pc:docMk/>
            <pc:sldMk cId="3147894625" sldId="284"/>
            <ac:graphicFrameMk id="11" creationId="{87C0135C-596D-8662-CBE7-33C6AF7B8346}"/>
          </ac:graphicFrameMkLst>
        </pc:graphicFrameChg>
      </pc:sldChg>
    </pc:docChg>
  </pc:docChgLst>
  <pc:docChgLst>
    <pc:chgData name="윤성렬(SUNGRYEOL YUN)[sungryeol.y]/사원/제조DX.제조DX솔루션.추적솔루션개발팀" userId="b5311d10-d61f-46bb-bd4a-1d8342705f0f" providerId="ADAL" clId="{CD6A960A-3081-4BE2-AE96-8250232F1F8E}"/>
    <pc:docChg chg="undo custSel modSld">
      <pc:chgData name="윤성렬(SUNGRYEOL YUN)[sungryeol.y]/사원/제조DX.제조DX솔루션.추적솔루션개발팀" userId="b5311d10-d61f-46bb-bd4a-1d8342705f0f" providerId="ADAL" clId="{CD6A960A-3081-4BE2-AE96-8250232F1F8E}" dt="2026-07-15T02:09:35.742" v="175" actId="207"/>
      <pc:docMkLst>
        <pc:docMk/>
      </pc:docMkLst>
      <pc:sldChg chg="modSp mod">
        <pc:chgData name="윤성렬(SUNGRYEOL YUN)[sungryeol.y]/사원/제조DX.제조DX솔루션.추적솔루션개발팀" userId="b5311d10-d61f-46bb-bd4a-1d8342705f0f" providerId="ADAL" clId="{CD6A960A-3081-4BE2-AE96-8250232F1F8E}" dt="2026-07-15T02:04:21.978" v="56" actId="20577"/>
        <pc:sldMkLst>
          <pc:docMk/>
          <pc:sldMk cId="3349397549" sldId="2147482686"/>
        </pc:sldMkLst>
        <pc:spChg chg="mod">
          <ac:chgData name="윤성렬(SUNGRYEOL YUN)[sungryeol.y]/사원/제조DX.제조DX솔루션.추적솔루션개발팀" userId="b5311d10-d61f-46bb-bd4a-1d8342705f0f" providerId="ADAL" clId="{CD6A960A-3081-4BE2-AE96-8250232F1F8E}" dt="2026-07-15T02:04:21.978" v="56" actId="20577"/>
          <ac:spMkLst>
            <pc:docMk/>
            <pc:sldMk cId="3349397549" sldId="2147482686"/>
            <ac:spMk id="37" creationId="{6D72F316-602B-48D7-851D-262E403B6ADD}"/>
          </ac:spMkLst>
        </pc:spChg>
        <pc:graphicFrameChg chg="mod modGraphic">
          <ac:chgData name="윤성렬(SUNGRYEOL YUN)[sungryeol.y]/사원/제조DX.제조DX솔루션.추적솔루션개발팀" userId="b5311d10-d61f-46bb-bd4a-1d8342705f0f" providerId="ADAL" clId="{CD6A960A-3081-4BE2-AE96-8250232F1F8E}" dt="2026-07-15T02:04:19.182" v="53" actId="207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윤성렬(SUNGRYEOL YUN)[sungryeol.y]/사원/제조DX.제조DX솔루션.추적솔루션개발팀" userId="b5311d10-d61f-46bb-bd4a-1d8342705f0f" providerId="ADAL" clId="{CD6A960A-3081-4BE2-AE96-8250232F1F8E}" dt="2026-07-15T02:09:35.742" v="175" actId="207"/>
        <pc:sldMkLst>
          <pc:docMk/>
          <pc:sldMk cId="176752497" sldId="2147482704"/>
        </pc:sldMkLst>
        <pc:spChg chg="mod">
          <ac:chgData name="윤성렬(SUNGRYEOL YUN)[sungryeol.y]/사원/제조DX.제조DX솔루션.추적솔루션개발팀" userId="b5311d10-d61f-46bb-bd4a-1d8342705f0f" providerId="ADAL" clId="{CD6A960A-3081-4BE2-AE96-8250232F1F8E}" dt="2026-07-15T02:09:15.042" v="153" actId="20577"/>
          <ac:spMkLst>
            <pc:docMk/>
            <pc:sldMk cId="176752497" sldId="2147482704"/>
            <ac:spMk id="22" creationId="{D2932BAF-C9D9-52CD-DE0E-3795080B5229}"/>
          </ac:spMkLst>
        </pc:spChg>
        <pc:graphicFrameChg chg="mod modGraphic">
          <ac:chgData name="윤성렬(SUNGRYEOL YUN)[sungryeol.y]/사원/제조DX.제조DX솔루션.추적솔루션개발팀" userId="b5311d10-d61f-46bb-bd4a-1d8342705f0f" providerId="ADAL" clId="{CD6A960A-3081-4BE2-AE96-8250232F1F8E}" dt="2026-07-14T01:25:00.305" v="32" actId="207"/>
          <ac:graphicFrameMkLst>
            <pc:docMk/>
            <pc:sldMk cId="176752497" sldId="2147482704"/>
            <ac:graphicFrameMk id="3" creationId="{1B7BB873-9519-D343-60B1-12AB53C11173}"/>
          </ac:graphicFrameMkLst>
        </pc:graphicFrameChg>
        <pc:graphicFrameChg chg="mod modGraphic">
          <ac:chgData name="윤성렬(SUNGRYEOL YUN)[sungryeol.y]/사원/제조DX.제조DX솔루션.추적솔루션개발팀" userId="b5311d10-d61f-46bb-bd4a-1d8342705f0f" providerId="ADAL" clId="{CD6A960A-3081-4BE2-AE96-8250232F1F8E}" dt="2026-07-15T02:09:35.742" v="175" actId="207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윤성렬(SUNGRYEOL YUN)[sungryeol.y]/사원/제조DX.제조DX솔루션.추적솔루션개발팀" userId="b5311d10-d61f-46bb-bd4a-1d8342705f0f" providerId="ADAL" clId="{CD6A960A-3081-4BE2-AE96-8250232F1F8E}" dt="2026-07-15T02:04:43.051" v="93" actId="20577"/>
        <pc:sldMkLst>
          <pc:docMk/>
          <pc:sldMk cId="3762530128" sldId="2147483559"/>
        </pc:sldMkLst>
        <pc:spChg chg="mod">
          <ac:chgData name="윤성렬(SUNGRYEOL YUN)[sungryeol.y]/사원/제조DX.제조DX솔루션.추적솔루션개발팀" userId="b5311d10-d61f-46bb-bd4a-1d8342705f0f" providerId="ADAL" clId="{CD6A960A-3081-4BE2-AE96-8250232F1F8E}" dt="2026-07-15T02:04:43.051" v="93" actId="20577"/>
          <ac:spMkLst>
            <pc:docMk/>
            <pc:sldMk cId="3762530128" sldId="2147483559"/>
            <ac:spMk id="37" creationId="{6D72F316-602B-48D7-851D-262E403B6ADD}"/>
          </ac:spMkLst>
        </pc:spChg>
        <pc:graphicFrameChg chg="mod modGraphic">
          <ac:chgData name="윤성렬(SUNGRYEOL YUN)[sungryeol.y]/사원/제조DX.제조DX솔루션.추적솔루션개발팀" userId="b5311d10-d61f-46bb-bd4a-1d8342705f0f" providerId="ADAL" clId="{CD6A960A-3081-4BE2-AE96-8250232F1F8E}" dt="2026-07-15T02:04:39.309" v="90" actId="207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</pc:docChg>
  </pc:docChgLst>
  <pc:docChgLst>
    <pc:chgData name="최성민(SEONGMIN CHOI)[choi.sm]/책임/제조DX.제조DX솔루션.추적솔루션개발팀" userId="07d78882-1949-43a5-b27f-5851f4ea844b" providerId="ADAL" clId="{6197D3A7-A6B8-458E-8AC3-DC1C8ED38FAC}"/>
    <pc:docChg chg="custSel modSld">
      <pc:chgData name="최성민(SEONGMIN CHOI)[choi.sm]/책임/제조DX.제조DX솔루션.추적솔루션개발팀" userId="07d78882-1949-43a5-b27f-5851f4ea844b" providerId="ADAL" clId="{6197D3A7-A6B8-458E-8AC3-DC1C8ED38FAC}" dt="2026-07-08T17:57:10.974" v="147" actId="20577"/>
      <pc:docMkLst>
        <pc:docMk/>
      </pc:docMkLst>
      <pc:sldChg chg="modSp mod">
        <pc:chgData name="최성민(SEONGMIN CHOI)[choi.sm]/책임/제조DX.제조DX솔루션.추적솔루션개발팀" userId="07d78882-1949-43a5-b27f-5851f4ea844b" providerId="ADAL" clId="{6197D3A7-A6B8-458E-8AC3-DC1C8ED38FAC}" dt="2026-07-08T17:56:06.753" v="138" actId="20577"/>
        <pc:sldMkLst>
          <pc:docMk/>
          <pc:sldMk cId="447217772" sldId="279"/>
        </pc:sldMkLst>
        <pc:spChg chg="mod">
          <ac:chgData name="최성민(SEONGMIN CHOI)[choi.sm]/책임/제조DX.제조DX솔루션.추적솔루션개발팀" userId="07d78882-1949-43a5-b27f-5851f4ea844b" providerId="ADAL" clId="{6197D3A7-A6B8-458E-8AC3-DC1C8ED38FAC}" dt="2026-07-08T17:56:06.753" v="138" actId="20577"/>
          <ac:spMkLst>
            <pc:docMk/>
            <pc:sldMk cId="447217772" sldId="279"/>
            <ac:spMk id="4" creationId="{01A9972C-912C-D4D6-7371-FDEB8083BB52}"/>
          </ac:spMkLst>
        </pc:spChg>
        <pc:graphicFrameChg chg="modGraphic">
          <ac:chgData name="최성민(SEONGMIN CHOI)[choi.sm]/책임/제조DX.제조DX솔루션.추적솔루션개발팀" userId="07d78882-1949-43a5-b27f-5851f4ea844b" providerId="ADAL" clId="{6197D3A7-A6B8-458E-8AC3-DC1C8ED38FAC}" dt="2026-07-08T17:55:48.714" v="132" actId="207"/>
          <ac:graphicFrameMkLst>
            <pc:docMk/>
            <pc:sldMk cId="447217772" sldId="279"/>
            <ac:graphicFrameMk id="2" creationId="{29E34190-670E-8138-9058-C8A6221C765B}"/>
          </ac:graphicFrameMkLst>
        </pc:graphicFrameChg>
      </pc:sldChg>
      <pc:sldChg chg="modSp mod">
        <pc:chgData name="최성민(SEONGMIN CHOI)[choi.sm]/책임/제조DX.제조DX솔루션.추적솔루션개발팀" userId="07d78882-1949-43a5-b27f-5851f4ea844b" providerId="ADAL" clId="{6197D3A7-A6B8-458E-8AC3-DC1C8ED38FAC}" dt="2026-07-08T17:57:10.974" v="147" actId="20577"/>
        <pc:sldMkLst>
          <pc:docMk/>
          <pc:sldMk cId="3147894625" sldId="284"/>
        </pc:sldMkLst>
        <pc:spChg chg="mod">
          <ac:chgData name="최성민(SEONGMIN CHOI)[choi.sm]/책임/제조DX.제조DX솔루션.추적솔루션개발팀" userId="07d78882-1949-43a5-b27f-5851f4ea844b" providerId="ADAL" clId="{6197D3A7-A6B8-458E-8AC3-DC1C8ED38FAC}" dt="2026-07-08T17:56:53.402" v="141" actId="207"/>
          <ac:spMkLst>
            <pc:docMk/>
            <pc:sldMk cId="3147894625" sldId="284"/>
            <ac:spMk id="7" creationId="{BA910CD7-E9CF-953B-5522-AC8930FB5FE7}"/>
          </ac:spMkLst>
        </pc:spChg>
        <pc:spChg chg="mod">
          <ac:chgData name="최성민(SEONGMIN CHOI)[choi.sm]/책임/제조DX.제조DX솔루션.추적솔루션개발팀" userId="07d78882-1949-43a5-b27f-5851f4ea844b" providerId="ADAL" clId="{6197D3A7-A6B8-458E-8AC3-DC1C8ED38FAC}" dt="2026-07-08T17:57:10.974" v="147" actId="20577"/>
          <ac:spMkLst>
            <pc:docMk/>
            <pc:sldMk cId="3147894625" sldId="284"/>
            <ac:spMk id="9" creationId="{1A064BA9-9B98-338B-D5F8-37689F43EA46}"/>
          </ac:spMkLst>
        </pc:spChg>
      </pc:sldChg>
      <pc:sldChg chg="modSp mod">
        <pc:chgData name="최성민(SEONGMIN CHOI)[choi.sm]/책임/제조DX.제조DX솔루션.추적솔루션개발팀" userId="07d78882-1949-43a5-b27f-5851f4ea844b" providerId="ADAL" clId="{6197D3A7-A6B8-458E-8AC3-DC1C8ED38FAC}" dt="2026-07-08T17:53:26.748" v="129" actId="207"/>
        <pc:sldMkLst>
          <pc:docMk/>
          <pc:sldMk cId="1726257096" sldId="2147481882"/>
        </pc:sldMkLst>
        <pc:graphicFrameChg chg="mod modGraphic">
          <ac:chgData name="최성민(SEONGMIN CHOI)[choi.sm]/책임/제조DX.제조DX솔루션.추적솔루션개발팀" userId="07d78882-1949-43a5-b27f-5851f4ea844b" providerId="ADAL" clId="{6197D3A7-A6B8-458E-8AC3-DC1C8ED38FAC}" dt="2026-07-08T17:53:26.748" v="129" actId="207"/>
          <ac:graphicFrameMkLst>
            <pc:docMk/>
            <pc:sldMk cId="1726257096" sldId="2147481882"/>
            <ac:graphicFrameMk id="7" creationId="{66C2A45B-A73D-11DD-25E0-11E4B52F84BA}"/>
          </ac:graphicFrameMkLst>
        </pc:graphicFrameChg>
        <pc:graphicFrameChg chg="modGraphic">
          <ac:chgData name="최성민(SEONGMIN CHOI)[choi.sm]/책임/제조DX.제조DX솔루션.추적솔루션개발팀" userId="07d78882-1949-43a5-b27f-5851f4ea844b" providerId="ADAL" clId="{6197D3A7-A6B8-458E-8AC3-DC1C8ED38FAC}" dt="2026-07-08T17:46:47.622" v="9" actId="2057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Graphic">
          <ac:chgData name="최성민(SEONGMIN CHOI)[choi.sm]/책임/제조DX.제조DX솔루션.추적솔루션개발팀" userId="07d78882-1949-43a5-b27f-5851f4ea844b" providerId="ADAL" clId="{6197D3A7-A6B8-458E-8AC3-DC1C8ED38FAC}" dt="2026-07-08T17:48:57.310" v="49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</pc:docChg>
  </pc:docChgLst>
  <pc:docChgLst>
    <pc:chgData name="조은지(EUNJI JO)[joeunji]/선임/제조DX.제조DX솔루션.제조빅데이터분석1팀" userId="d82ce3d5-2c2f-4d6b-9fbb-477c92d9f333" providerId="ADAL" clId="{86C03180-DFB8-492A-9401-85D3AD577975}"/>
    <pc:docChg chg="undo custSel modSld">
      <pc:chgData name="조은지(EUNJI JO)[joeunji]/선임/제조DX.제조DX솔루션.제조빅데이터분석1팀" userId="d82ce3d5-2c2f-4d6b-9fbb-477c92d9f333" providerId="ADAL" clId="{86C03180-DFB8-492A-9401-85D3AD577975}" dt="2026-06-30T09:08:44.528" v="1150" actId="179"/>
      <pc:docMkLst>
        <pc:docMk/>
      </pc:docMkLst>
      <pc:sldChg chg="delSp modSp mod">
        <pc:chgData name="조은지(EUNJI JO)[joeunji]/선임/제조DX.제조DX솔루션.제조빅데이터분석1팀" userId="d82ce3d5-2c2f-4d6b-9fbb-477c92d9f333" providerId="ADAL" clId="{86C03180-DFB8-492A-9401-85D3AD577975}" dt="2026-06-30T09:08:44.528" v="1150" actId="179"/>
        <pc:sldMkLst>
          <pc:docMk/>
          <pc:sldMk cId="4231600243" sldId="266"/>
        </pc:sldMkLst>
        <pc:spChg chg="mod">
          <ac:chgData name="조은지(EUNJI JO)[joeunji]/선임/제조DX.제조DX솔루션.제조빅데이터분석1팀" userId="d82ce3d5-2c2f-4d6b-9fbb-477c92d9f333" providerId="ADAL" clId="{86C03180-DFB8-492A-9401-85D3AD577975}" dt="2026-06-30T09:03:00.333" v="35" actId="20577"/>
          <ac:spMkLst>
            <pc:docMk/>
            <pc:sldMk cId="4231600243" sldId="266"/>
            <ac:spMk id="3" creationId="{0CC39962-AED9-0FD6-7F0C-29A8FBE67A4F}"/>
          </ac:spMkLst>
        </pc:spChg>
        <pc:graphicFrameChg chg="mod modGraphic">
          <ac:chgData name="조은지(EUNJI JO)[joeunji]/선임/제조DX.제조DX솔루션.제조빅데이터분석1팀" userId="d82ce3d5-2c2f-4d6b-9fbb-477c92d9f333" providerId="ADAL" clId="{86C03180-DFB8-492A-9401-85D3AD577975}" dt="2026-06-30T09:08:44.528" v="1150" actId="179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modSp mod">
        <pc:chgData name="조은지(EUNJI JO)[joeunji]/선임/제조DX.제조DX솔루션.제조빅데이터분석1팀" userId="d82ce3d5-2c2f-4d6b-9fbb-477c92d9f333" providerId="ADAL" clId="{86C03180-DFB8-492A-9401-85D3AD577975}" dt="2026-06-30T09:02:10.144" v="26" actId="207"/>
        <pc:sldMkLst>
          <pc:docMk/>
          <pc:sldMk cId="3806308629" sldId="282"/>
        </pc:sldMkLst>
        <pc:spChg chg="mod">
          <ac:chgData name="조은지(EUNJI JO)[joeunji]/선임/제조DX.제조DX솔루션.제조빅데이터분석1팀" userId="d82ce3d5-2c2f-4d6b-9fbb-477c92d9f333" providerId="ADAL" clId="{86C03180-DFB8-492A-9401-85D3AD577975}" dt="2026-06-30T09:01:55.398" v="24" actId="20577"/>
          <ac:spMkLst>
            <pc:docMk/>
            <pc:sldMk cId="3806308629" sldId="282"/>
            <ac:spMk id="3" creationId="{0CC39962-AED9-0FD6-7F0C-29A8FBE67A4F}"/>
          </ac:spMkLst>
        </pc:spChg>
        <pc:graphicFrameChg chg="modGraphic">
          <ac:chgData name="조은지(EUNJI JO)[joeunji]/선임/제조DX.제조DX솔루션.제조빅데이터분석1팀" userId="d82ce3d5-2c2f-4d6b-9fbb-477c92d9f333" providerId="ADAL" clId="{86C03180-DFB8-492A-9401-85D3AD577975}" dt="2026-06-30T09:02:01.108" v="25" actId="207"/>
          <ac:graphicFrameMkLst>
            <pc:docMk/>
            <pc:sldMk cId="3806308629" sldId="282"/>
            <ac:graphicFrameMk id="13" creationId="{56E713C9-85F1-C7D7-A216-CB7C582801DE}"/>
          </ac:graphicFrameMkLst>
        </pc:graphicFrameChg>
        <pc:graphicFrameChg chg="modGraphic">
          <ac:chgData name="조은지(EUNJI JO)[joeunji]/선임/제조DX.제조DX솔루션.제조빅데이터분석1팀" userId="d82ce3d5-2c2f-4d6b-9fbb-477c92d9f333" providerId="ADAL" clId="{86C03180-DFB8-492A-9401-85D3AD577975}" dt="2026-06-30T09:02:10.144" v="26" actId="207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modSp mod">
        <pc:chgData name="조은지(EUNJI JO)[joeunji]/선임/제조DX.제조DX솔루션.제조빅데이터분석1팀" userId="d82ce3d5-2c2f-4d6b-9fbb-477c92d9f333" providerId="ADAL" clId="{86C03180-DFB8-492A-9401-85D3AD577975}" dt="2026-06-30T09:02:32.753" v="31" actId="207"/>
        <pc:sldMkLst>
          <pc:docMk/>
          <pc:sldMk cId="2551307454" sldId="2147482250"/>
        </pc:sldMkLst>
        <pc:spChg chg="mod">
          <ac:chgData name="조은지(EUNJI JO)[joeunji]/선임/제조DX.제조DX솔루션.제조빅데이터분석1팀" userId="d82ce3d5-2c2f-4d6b-9fbb-477c92d9f333" providerId="ADAL" clId="{86C03180-DFB8-492A-9401-85D3AD577975}" dt="2026-06-30T09:02:28.863" v="30" actId="20577"/>
          <ac:spMkLst>
            <pc:docMk/>
            <pc:sldMk cId="2551307454" sldId="2147482250"/>
            <ac:spMk id="3" creationId="{0CC39962-AED9-0FD6-7F0C-29A8FBE67A4F}"/>
          </ac:spMkLst>
        </pc:spChg>
        <pc:graphicFrameChg chg="modGraphic">
          <ac:chgData name="조은지(EUNJI JO)[joeunji]/선임/제조DX.제조DX솔루션.제조빅데이터분석1팀" userId="d82ce3d5-2c2f-4d6b-9fbb-477c92d9f333" providerId="ADAL" clId="{86C03180-DFB8-492A-9401-85D3AD577975}" dt="2026-06-30T09:02:32.753" v="31" actId="207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</pc:docChg>
  </pc:docChgLst>
  <pc:docChgLst>
    <pc:chgData name="이찬혁(CHANHYUK LEE)[paul_lee]/사원/제조DX.제조DX솔루션.제조빅데이터분석1팀" userId="51b99fae-7b8f-40d9-9374-028bc2619ee7" providerId="ADAL" clId="{D3BA6710-E286-4D24-AFB6-CC065F8A9B2F}"/>
    <pc:docChg chg="undo custSel addSld modSld modSection">
      <pc:chgData name="이찬혁(CHANHYUK LEE)[paul_lee]/사원/제조DX.제조DX솔루션.제조빅데이터분석1팀" userId="51b99fae-7b8f-40d9-9374-028bc2619ee7" providerId="ADAL" clId="{D3BA6710-E286-4D24-AFB6-CC065F8A9B2F}" dt="2026-07-15T08:48:43.488" v="2784" actId="20577"/>
      <pc:docMkLst>
        <pc:docMk/>
      </pc:docMkLst>
      <pc:sldChg chg="addSp delSp modSp mod">
        <pc:chgData name="이찬혁(CHANHYUK LEE)[paul_lee]/사원/제조DX.제조DX솔루션.제조빅데이터분석1팀" userId="51b99fae-7b8f-40d9-9374-028bc2619ee7" providerId="ADAL" clId="{D3BA6710-E286-4D24-AFB6-CC065F8A9B2F}" dt="2026-07-15T08:44:46.442" v="2513" actId="20577"/>
        <pc:sldMkLst>
          <pc:docMk/>
          <pc:sldMk cId="1164402689" sldId="277"/>
        </pc:sldMkLst>
        <pc:spChg chg="mod">
          <ac:chgData name="이찬혁(CHANHYUK LEE)[paul_lee]/사원/제조DX.제조DX솔루션.제조빅데이터분석1팀" userId="51b99fae-7b8f-40d9-9374-028bc2619ee7" providerId="ADAL" clId="{D3BA6710-E286-4D24-AFB6-CC065F8A9B2F}" dt="2026-07-15T00:45:28.236" v="8" actId="20577"/>
          <ac:spMkLst>
            <pc:docMk/>
            <pc:sldMk cId="1164402689" sldId="277"/>
            <ac:spMk id="3" creationId="{0CC39962-AED9-0FD6-7F0C-29A8FBE67A4F}"/>
          </ac:spMkLst>
        </pc:spChg>
        <pc:spChg chg="mod">
          <ac:chgData name="이찬혁(CHANHYUK LEE)[paul_lee]/사원/제조DX.제조DX솔루션.제조빅데이터분석1팀" userId="51b99fae-7b8f-40d9-9374-028bc2619ee7" providerId="ADAL" clId="{D3BA6710-E286-4D24-AFB6-CC065F8A9B2F}" dt="2026-07-15T08:42:13.557" v="2483" actId="1038"/>
          <ac:spMkLst>
            <pc:docMk/>
            <pc:sldMk cId="1164402689" sldId="277"/>
            <ac:spMk id="31" creationId="{1C3FE50F-F8F1-BD6E-8706-EB506DCDC78A}"/>
          </ac:spMkLst>
        </pc:spChg>
        <pc:spChg chg="mod">
          <ac:chgData name="이찬혁(CHANHYUK LEE)[paul_lee]/사원/제조DX.제조DX솔루션.제조빅데이터분석1팀" userId="51b99fae-7b8f-40d9-9374-028bc2619ee7" providerId="ADAL" clId="{D3BA6710-E286-4D24-AFB6-CC065F8A9B2F}" dt="2026-07-15T00:56:04.432" v="105" actId="207"/>
          <ac:spMkLst>
            <pc:docMk/>
            <pc:sldMk cId="1164402689" sldId="277"/>
            <ac:spMk id="32" creationId="{1854E312-F7A0-BBD0-830D-FB69DAB3BFB5}"/>
          </ac:spMkLst>
        </pc:spChg>
        <pc:graphicFrameChg chg="modGraphic">
          <ac:chgData name="이찬혁(CHANHYUK LEE)[paul_lee]/사원/제조DX.제조DX솔루션.제조빅데이터분석1팀" userId="51b99fae-7b8f-40d9-9374-028bc2619ee7" providerId="ADAL" clId="{D3BA6710-E286-4D24-AFB6-CC065F8A9B2F}" dt="2026-07-15T00:49:08.124" v="55" actId="207"/>
          <ac:graphicFrameMkLst>
            <pc:docMk/>
            <pc:sldMk cId="1164402689" sldId="277"/>
            <ac:graphicFrameMk id="19" creationId="{3E86696F-E35A-4B06-9B46-63A4A6A986C1}"/>
          </ac:graphicFrameMkLst>
        </pc:graphicFrameChg>
        <pc:graphicFrameChg chg="mod modGraphic">
          <ac:chgData name="이찬혁(CHANHYUK LEE)[paul_lee]/사원/제조DX.제조DX솔루션.제조빅데이터분석1팀" userId="51b99fae-7b8f-40d9-9374-028bc2619ee7" providerId="ADAL" clId="{D3BA6710-E286-4D24-AFB6-CC065F8A9B2F}" dt="2026-07-15T08:44:46.442" v="2513" actId="20577"/>
          <ac:graphicFrameMkLst>
            <pc:docMk/>
            <pc:sldMk cId="1164402689" sldId="277"/>
            <ac:graphicFrameMk id="30" creationId="{6EDE4A1A-B617-B221-5F5C-252B3217BD7B}"/>
          </ac:graphicFrameMkLst>
        </pc:graphicFrameChg>
        <pc:graphicFrameChg chg="mod modGraphic">
          <ac:chgData name="이찬혁(CHANHYUK LEE)[paul_lee]/사원/제조DX.제조DX솔루션.제조빅데이터분석1팀" userId="51b99fae-7b8f-40d9-9374-028bc2619ee7" providerId="ADAL" clId="{D3BA6710-E286-4D24-AFB6-CC065F8A9B2F}" dt="2026-07-15T00:55:49.414" v="101" actId="207"/>
          <ac:graphicFrameMkLst>
            <pc:docMk/>
            <pc:sldMk cId="1164402689" sldId="277"/>
            <ac:graphicFrameMk id="33" creationId="{CB507743-B20E-E3AA-1EDA-D0D7AA3A19A3}"/>
          </ac:graphicFrameMkLst>
        </pc:graphicFrameChg>
      </pc:sldChg>
      <pc:sldChg chg="addSp delSp modSp mod">
        <pc:chgData name="이찬혁(CHANHYUK LEE)[paul_lee]/사원/제조DX.제조DX솔루션.제조빅데이터분석1팀" userId="51b99fae-7b8f-40d9-9374-028bc2619ee7" providerId="ADAL" clId="{D3BA6710-E286-4D24-AFB6-CC065F8A9B2F}" dt="2026-07-15T07:46:20.924" v="2439" actId="1037"/>
        <pc:sldMkLst>
          <pc:docMk/>
          <pc:sldMk cId="2314496523" sldId="294"/>
        </pc:sldMkLst>
        <pc:spChg chg="add mod">
          <ac:chgData name="이찬혁(CHANHYUK LEE)[paul_lee]/사원/제조DX.제조DX솔루션.제조빅데이터분석1팀" userId="51b99fae-7b8f-40d9-9374-028bc2619ee7" providerId="ADAL" clId="{D3BA6710-E286-4D24-AFB6-CC065F8A9B2F}" dt="2026-07-15T07:46:20.924" v="2439" actId="1037"/>
          <ac:spMkLst>
            <pc:docMk/>
            <pc:sldMk cId="2314496523" sldId="294"/>
            <ac:spMk id="4" creationId="{E953AF5C-0AB6-2CA1-877D-D16990EAAC6C}"/>
          </ac:spMkLst>
        </pc:spChg>
        <pc:spChg chg="mod">
          <ac:chgData name="이찬혁(CHANHYUK LEE)[paul_lee]/사원/제조DX.제조DX솔루션.제조빅데이터분석1팀" userId="51b99fae-7b8f-40d9-9374-028bc2619ee7" providerId="ADAL" clId="{D3BA6710-E286-4D24-AFB6-CC065F8A9B2F}" dt="2026-07-15T07:33:50.621" v="2387" actId="20577"/>
          <ac:spMkLst>
            <pc:docMk/>
            <pc:sldMk cId="2314496523" sldId="294"/>
            <ac:spMk id="9" creationId="{00000000-0000-0000-0000-000000000000}"/>
          </ac:spMkLst>
        </pc:spChg>
        <pc:graphicFrameChg chg="modGraphic">
          <ac:chgData name="이찬혁(CHANHYUK LEE)[paul_lee]/사원/제조DX.제조DX솔루션.제조빅데이터분석1팀" userId="51b99fae-7b8f-40d9-9374-028bc2619ee7" providerId="ADAL" clId="{D3BA6710-E286-4D24-AFB6-CC065F8A9B2F}" dt="2026-07-15T07:46:02.570" v="2428" actId="207"/>
          <ac:graphicFrameMkLst>
            <pc:docMk/>
            <pc:sldMk cId="2314496523" sldId="294"/>
            <ac:graphicFrameMk id="2" creationId="{1BCA535D-C4B1-55EB-0103-F9A5F0FD3F46}"/>
          </ac:graphicFrameMkLst>
        </pc:graphicFrameChg>
        <pc:graphicFrameChg chg="add mod modGraphic">
          <ac:chgData name="이찬혁(CHANHYUK LEE)[paul_lee]/사원/제조DX.제조DX솔루션.제조빅데이터분석1팀" userId="51b99fae-7b8f-40d9-9374-028bc2619ee7" providerId="ADAL" clId="{D3BA6710-E286-4D24-AFB6-CC065F8A9B2F}" dt="2026-07-15T07:44:54.098" v="2423" actId="207"/>
          <ac:graphicFrameMkLst>
            <pc:docMk/>
            <pc:sldMk cId="2314496523" sldId="294"/>
            <ac:graphicFrameMk id="3" creationId="{E413DB61-95F1-F686-8633-D905F02AEAB7}"/>
          </ac:graphicFrameMkLst>
        </pc:graphicFrameChg>
        <pc:graphicFrameChg chg="mod modGraphic">
          <ac:chgData name="이찬혁(CHANHYUK LEE)[paul_lee]/사원/제조DX.제조DX솔루션.제조빅데이터분석1팀" userId="51b99fae-7b8f-40d9-9374-028bc2619ee7" providerId="ADAL" clId="{D3BA6710-E286-4D24-AFB6-CC065F8A9B2F}" dt="2026-07-15T07:33:55.482" v="2388" actId="207"/>
          <ac:graphicFrameMkLst>
            <pc:docMk/>
            <pc:sldMk cId="2314496523" sldId="294"/>
            <ac:graphicFrameMk id="19" creationId="{3E86696F-E35A-4B06-9B46-63A4A6A986C1}"/>
          </ac:graphicFrameMkLst>
        </pc:graphicFrameChg>
      </pc:sldChg>
      <pc:sldChg chg="modSp mod">
        <pc:chgData name="이찬혁(CHANHYUK LEE)[paul_lee]/사원/제조DX.제조DX솔루션.제조빅데이터분석1팀" userId="51b99fae-7b8f-40d9-9374-028bc2619ee7" providerId="ADAL" clId="{D3BA6710-E286-4D24-AFB6-CC065F8A9B2F}" dt="2026-07-15T01:37:33.366" v="2057"/>
        <pc:sldMkLst>
          <pc:docMk/>
          <pc:sldMk cId="1610903189" sldId="316"/>
        </pc:sldMkLst>
        <pc:spChg chg="mod">
          <ac:chgData name="이찬혁(CHANHYUK LEE)[paul_lee]/사원/제조DX.제조DX솔루션.제조빅데이터분석1팀" userId="51b99fae-7b8f-40d9-9374-028bc2619ee7" providerId="ADAL" clId="{D3BA6710-E286-4D24-AFB6-CC065F8A9B2F}" dt="2026-07-15T01:18:40.324" v="168" actId="20577"/>
          <ac:spMkLst>
            <pc:docMk/>
            <pc:sldMk cId="1610903189" sldId="316"/>
            <ac:spMk id="9" creationId="{00000000-0000-0000-0000-000000000000}"/>
          </ac:spMkLst>
        </pc:spChg>
        <pc:spChg chg="mod">
          <ac:chgData name="이찬혁(CHANHYUK LEE)[paul_lee]/사원/제조DX.제조DX솔루션.제조빅데이터분석1팀" userId="51b99fae-7b8f-40d9-9374-028bc2619ee7" providerId="ADAL" clId="{D3BA6710-E286-4D24-AFB6-CC065F8A9B2F}" dt="2026-07-15T01:15:17.963" v="165" actId="20577"/>
          <ac:spMkLst>
            <pc:docMk/>
            <pc:sldMk cId="1610903189" sldId="316"/>
            <ac:spMk id="13" creationId="{00000000-0000-0000-0000-000000000000}"/>
          </ac:spMkLst>
        </pc:spChg>
        <pc:graphicFrameChg chg="mod modGraphic">
          <ac:chgData name="이찬혁(CHANHYUK LEE)[paul_lee]/사원/제조DX.제조DX솔루션.제조빅데이터분석1팀" userId="51b99fae-7b8f-40d9-9374-028bc2619ee7" providerId="ADAL" clId="{D3BA6710-E286-4D24-AFB6-CC065F8A9B2F}" dt="2026-07-15T01:37:33.366" v="2057"/>
          <ac:graphicFrameMkLst>
            <pc:docMk/>
            <pc:sldMk cId="1610903189" sldId="316"/>
            <ac:graphicFrameMk id="19" creationId="{3E86696F-E35A-4B06-9B46-63A4A6A986C1}"/>
          </ac:graphicFrameMkLst>
        </pc:graphicFrameChg>
      </pc:sldChg>
      <pc:sldChg chg="addSp delSp modSp mod">
        <pc:chgData name="이찬혁(CHANHYUK LEE)[paul_lee]/사원/제조DX.제조DX솔루션.제조빅데이터분석1팀" userId="51b99fae-7b8f-40d9-9374-028bc2619ee7" providerId="ADAL" clId="{D3BA6710-E286-4D24-AFB6-CC065F8A9B2F}" dt="2026-07-15T01:37:19.030" v="2056" actId="207"/>
        <pc:sldMkLst>
          <pc:docMk/>
          <pc:sldMk cId="3371312717" sldId="319"/>
        </pc:sldMkLst>
        <pc:spChg chg="add mod">
          <ac:chgData name="이찬혁(CHANHYUK LEE)[paul_lee]/사원/제조DX.제조DX솔루션.제조빅데이터분석1팀" userId="51b99fae-7b8f-40d9-9374-028bc2619ee7" providerId="ADAL" clId="{D3BA6710-E286-4D24-AFB6-CC065F8A9B2F}" dt="2026-07-15T01:35:55.652" v="1829" actId="20577"/>
          <ac:spMkLst>
            <pc:docMk/>
            <pc:sldMk cId="3371312717" sldId="319"/>
            <ac:spMk id="21" creationId="{FC1A8575-8029-5429-9AF3-17050A223F7E}"/>
          </ac:spMkLst>
        </pc:spChg>
        <pc:spChg chg="add mod">
          <ac:chgData name="이찬혁(CHANHYUK LEE)[paul_lee]/사원/제조DX.제조DX솔루션.제조빅데이터분석1팀" userId="51b99fae-7b8f-40d9-9374-028bc2619ee7" providerId="ADAL" clId="{D3BA6710-E286-4D24-AFB6-CC065F8A9B2F}" dt="2026-07-15T01:36:25.989" v="1928" actId="20577"/>
          <ac:spMkLst>
            <pc:docMk/>
            <pc:sldMk cId="3371312717" sldId="319"/>
            <ac:spMk id="22" creationId="{5683946B-66A1-D5C8-7018-7D014C879909}"/>
          </ac:spMkLst>
        </pc:spChg>
        <pc:spChg chg="add mod">
          <ac:chgData name="이찬혁(CHANHYUK LEE)[paul_lee]/사원/제조DX.제조DX솔루션.제조빅데이터분석1팀" userId="51b99fae-7b8f-40d9-9374-028bc2619ee7" providerId="ADAL" clId="{D3BA6710-E286-4D24-AFB6-CC065F8A9B2F}" dt="2026-07-15T01:36:38.027" v="1957" actId="404"/>
          <ac:spMkLst>
            <pc:docMk/>
            <pc:sldMk cId="3371312717" sldId="319"/>
            <ac:spMk id="23" creationId="{53CB2640-D323-5423-3051-53B0FA92F9C6}"/>
          </ac:spMkLst>
        </pc:spChg>
        <pc:spChg chg="add mod">
          <ac:chgData name="이찬혁(CHANHYUK LEE)[paul_lee]/사원/제조DX.제조DX솔루션.제조빅데이터분석1팀" userId="51b99fae-7b8f-40d9-9374-028bc2619ee7" providerId="ADAL" clId="{D3BA6710-E286-4D24-AFB6-CC065F8A9B2F}" dt="2026-07-15T01:36:47.706" v="1967" actId="20577"/>
          <ac:spMkLst>
            <pc:docMk/>
            <pc:sldMk cId="3371312717" sldId="319"/>
            <ac:spMk id="24" creationId="{8DAC4AD7-1FC3-021B-3F2E-18A798CBF6F5}"/>
          </ac:spMkLst>
        </pc:spChg>
        <pc:graphicFrameChg chg="mod modGraphic">
          <ac:chgData name="이찬혁(CHANHYUK LEE)[paul_lee]/사원/제조DX.제조DX솔루션.제조빅데이터분석1팀" userId="51b99fae-7b8f-40d9-9374-028bc2619ee7" providerId="ADAL" clId="{D3BA6710-E286-4D24-AFB6-CC065F8A9B2F}" dt="2026-07-15T01:37:19.030" v="2056" actId="207"/>
          <ac:graphicFrameMkLst>
            <pc:docMk/>
            <pc:sldMk cId="3371312717" sldId="319"/>
            <ac:graphicFrameMk id="2" creationId="{257020EB-E023-B0C4-5CA1-62BEC0774730}"/>
          </ac:graphicFrameMkLst>
        </pc:graphicFrameChg>
      </pc:sldChg>
      <pc:sldChg chg="modSp mod">
        <pc:chgData name="이찬혁(CHANHYUK LEE)[paul_lee]/사원/제조DX.제조DX솔루션.제조빅데이터분석1팀" userId="51b99fae-7b8f-40d9-9374-028bc2619ee7" providerId="ADAL" clId="{D3BA6710-E286-4D24-AFB6-CC065F8A9B2F}" dt="2026-07-15T08:48:43.488" v="2784" actId="20577"/>
        <pc:sldMkLst>
          <pc:docMk/>
          <pc:sldMk cId="1096148160" sldId="2147482231"/>
        </pc:sldMkLst>
        <pc:spChg chg="mod">
          <ac:chgData name="이찬혁(CHANHYUK LEE)[paul_lee]/사원/제조DX.제조DX솔루션.제조빅데이터분석1팀" userId="51b99fae-7b8f-40d9-9374-028bc2619ee7" providerId="ADAL" clId="{D3BA6710-E286-4D24-AFB6-CC065F8A9B2F}" dt="2026-07-15T01:09:40.414" v="130" actId="20577"/>
          <ac:spMkLst>
            <pc:docMk/>
            <pc:sldMk cId="1096148160" sldId="2147482231"/>
            <ac:spMk id="3" creationId="{0CC39962-AED9-0FD6-7F0C-29A8FBE67A4F}"/>
          </ac:spMkLst>
        </pc:spChg>
        <pc:graphicFrameChg chg="mod modGraphic">
          <ac:chgData name="이찬혁(CHANHYUK LEE)[paul_lee]/사원/제조DX.제조DX솔루션.제조빅데이터분석1팀" userId="51b99fae-7b8f-40d9-9374-028bc2619ee7" providerId="ADAL" clId="{D3BA6710-E286-4D24-AFB6-CC065F8A9B2F}" dt="2026-07-15T01:09:47.767" v="137" actId="1036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 modGraphic">
          <ac:chgData name="이찬혁(CHANHYUK LEE)[paul_lee]/사원/제조DX.제조DX솔루션.제조빅데이터분석1팀" userId="51b99fae-7b8f-40d9-9374-028bc2619ee7" providerId="ADAL" clId="{D3BA6710-E286-4D24-AFB6-CC065F8A9B2F}" dt="2026-07-15T08:48:43.488" v="2784" actId="20577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</pc:docChg>
  </pc:docChgLst>
  <pc:docChgLst>
    <pc:chgData name="김희재(HEEJAE KIM)[gameroo]/선임/제조DX.제조DX솔루션.제조빅데이터분석1팀" userId="4f6d47c6-2fc0-4972-901b-e4e5bc0c4fcd" providerId="ADAL" clId="{47878CE0-49DC-40AB-BF3D-2D6A5BA4EBCD}"/>
    <pc:docChg chg="undo custSel addSld delSld modSld modSection">
      <pc:chgData name="김희재(HEEJAE KIM)[gameroo]/선임/제조DX.제조DX솔루션.제조빅데이터분석1팀" userId="4f6d47c6-2fc0-4972-901b-e4e5bc0c4fcd" providerId="ADAL" clId="{47878CE0-49DC-40AB-BF3D-2D6A5BA4EBCD}" dt="2026-07-23T00:41:43.418" v="5135" actId="20577"/>
      <pc:docMkLst>
        <pc:docMk/>
      </pc:docMkLst>
      <pc:sldChg chg="modSp mod">
        <pc:chgData name="김희재(HEEJAE KIM)[gameroo]/선임/제조DX.제조DX솔루션.제조빅데이터분석1팀" userId="4f6d47c6-2fc0-4972-901b-e4e5bc0c4fcd" providerId="ADAL" clId="{47878CE0-49DC-40AB-BF3D-2D6A5BA4EBCD}" dt="2026-07-22T01:01:03.717" v="1559" actId="20577"/>
        <pc:sldMkLst>
          <pc:docMk/>
          <pc:sldMk cId="3821952864" sldId="287"/>
        </pc:sldMkLst>
        <pc:spChg chg="mod">
          <ac:chgData name="김희재(HEEJAE KIM)[gameroo]/선임/제조DX.제조DX솔루션.제조빅데이터분석1팀" userId="4f6d47c6-2fc0-4972-901b-e4e5bc0c4fcd" providerId="ADAL" clId="{47878CE0-49DC-40AB-BF3D-2D6A5BA4EBCD}" dt="2026-07-22T00:40:27.381" v="3" actId="20577"/>
          <ac:spMkLst>
            <pc:docMk/>
            <pc:sldMk cId="3821952864" sldId="287"/>
            <ac:spMk id="9" creationId="{00000000-0000-0000-0000-000000000000}"/>
          </ac:spMkLst>
        </pc:spChg>
        <pc:spChg chg="mod">
          <ac:chgData name="김희재(HEEJAE KIM)[gameroo]/선임/제조DX.제조DX솔루션.제조빅데이터분석1팀" userId="4f6d47c6-2fc0-4972-901b-e4e5bc0c4fcd" providerId="ADAL" clId="{47878CE0-49DC-40AB-BF3D-2D6A5BA4EBCD}" dt="2026-07-22T01:01:03.717" v="1559" actId="20577"/>
          <ac:spMkLst>
            <pc:docMk/>
            <pc:sldMk cId="3821952864" sldId="287"/>
            <ac:spMk id="13" creationId="{00000000-0000-0000-0000-000000000000}"/>
          </ac:spMkLst>
        </pc:spChg>
        <pc:graphicFrameChg chg="mod modGraphic">
          <ac:chgData name="김희재(HEEJAE KIM)[gameroo]/선임/제조DX.제조DX솔루션.제조빅데이터분석1팀" userId="4f6d47c6-2fc0-4972-901b-e4e5bc0c4fcd" providerId="ADAL" clId="{47878CE0-49DC-40AB-BF3D-2D6A5BA4EBCD}" dt="2026-07-22T00:51:46.805" v="1265" actId="20577"/>
          <ac:graphicFrameMkLst>
            <pc:docMk/>
            <pc:sldMk cId="3821952864" sldId="287"/>
            <ac:graphicFrameMk id="19" creationId="{3E86696F-E35A-4B06-9B46-63A4A6A986C1}"/>
          </ac:graphicFrameMkLst>
        </pc:graphicFrameChg>
      </pc:sldChg>
      <pc:sldChg chg="modSp mod">
        <pc:chgData name="김희재(HEEJAE KIM)[gameroo]/선임/제조DX.제조DX솔루션.제조빅데이터분석1팀" userId="4f6d47c6-2fc0-4972-901b-e4e5bc0c4fcd" providerId="ADAL" clId="{47878CE0-49DC-40AB-BF3D-2D6A5BA4EBCD}" dt="2026-07-23T00:41:43.418" v="5135" actId="20577"/>
        <pc:sldMkLst>
          <pc:docMk/>
          <pc:sldMk cId="2314496523" sldId="294"/>
        </pc:sldMkLst>
        <pc:spChg chg="mod">
          <ac:chgData name="김희재(HEEJAE KIM)[gameroo]/선임/제조DX.제조DX솔루션.제조빅데이터분석1팀" userId="4f6d47c6-2fc0-4972-901b-e4e5bc0c4fcd" providerId="ADAL" clId="{47878CE0-49DC-40AB-BF3D-2D6A5BA4EBCD}" dt="2026-07-23T00:41:43.418" v="5135" actId="20577"/>
          <ac:spMkLst>
            <pc:docMk/>
            <pc:sldMk cId="2314496523" sldId="294"/>
            <ac:spMk id="9" creationId="{00000000-0000-0000-0000-000000000000}"/>
          </ac:spMkLst>
        </pc:spChg>
        <pc:graphicFrameChg chg="mod">
          <ac:chgData name="김희재(HEEJAE KIM)[gameroo]/선임/제조DX.제조DX솔루션.제조빅데이터분석1팀" userId="4f6d47c6-2fc0-4972-901b-e4e5bc0c4fcd" providerId="ADAL" clId="{47878CE0-49DC-40AB-BF3D-2D6A5BA4EBCD}" dt="2026-07-23T00:20:13.707" v="4926" actId="1036"/>
          <ac:graphicFrameMkLst>
            <pc:docMk/>
            <pc:sldMk cId="2314496523" sldId="294"/>
            <ac:graphicFrameMk id="2" creationId="{1BCA535D-C4B1-55EB-0103-F9A5F0FD3F46}"/>
          </ac:graphicFrameMkLst>
        </pc:graphicFrameChg>
        <pc:graphicFrameChg chg="mod">
          <ac:chgData name="김희재(HEEJAE KIM)[gameroo]/선임/제조DX.제조DX솔루션.제조빅데이터분석1팀" userId="4f6d47c6-2fc0-4972-901b-e4e5bc0c4fcd" providerId="ADAL" clId="{47878CE0-49DC-40AB-BF3D-2D6A5BA4EBCD}" dt="2026-07-23T00:20:13.707" v="4926" actId="1036"/>
          <ac:graphicFrameMkLst>
            <pc:docMk/>
            <pc:sldMk cId="2314496523" sldId="294"/>
            <ac:graphicFrameMk id="3" creationId="{E413DB61-95F1-F686-8633-D905F02AEAB7}"/>
          </ac:graphicFrameMkLst>
        </pc:graphicFrameChg>
        <pc:graphicFrameChg chg="mod modGraphic">
          <ac:chgData name="김희재(HEEJAE KIM)[gameroo]/선임/제조DX.제조DX솔루션.제조빅데이터분석1팀" userId="4f6d47c6-2fc0-4972-901b-e4e5bc0c4fcd" providerId="ADAL" clId="{47878CE0-49DC-40AB-BF3D-2D6A5BA4EBCD}" dt="2026-07-23T00:40:58.422" v="5131" actId="207"/>
          <ac:graphicFrameMkLst>
            <pc:docMk/>
            <pc:sldMk cId="2314496523" sldId="294"/>
            <ac:graphicFrameMk id="19" creationId="{3E86696F-E35A-4B06-9B46-63A4A6A986C1}"/>
          </ac:graphicFrameMkLst>
        </pc:graphicFrameChg>
      </pc:sldChg>
      <pc:sldChg chg="modSp mod">
        <pc:chgData name="김희재(HEEJAE KIM)[gameroo]/선임/제조DX.제조DX솔루션.제조빅데이터분석1팀" userId="4f6d47c6-2fc0-4972-901b-e4e5bc0c4fcd" providerId="ADAL" clId="{47878CE0-49DC-40AB-BF3D-2D6A5BA4EBCD}" dt="2026-07-22T01:00:58.947" v="1557" actId="20577"/>
        <pc:sldMkLst>
          <pc:docMk/>
          <pc:sldMk cId="539472840" sldId="310"/>
        </pc:sldMkLst>
        <pc:spChg chg="mod">
          <ac:chgData name="김희재(HEEJAE KIM)[gameroo]/선임/제조DX.제조DX솔루션.제조빅데이터분석1팀" userId="4f6d47c6-2fc0-4972-901b-e4e5bc0c4fcd" providerId="ADAL" clId="{47878CE0-49DC-40AB-BF3D-2D6A5BA4EBCD}" dt="2026-07-22T00:51:30.831" v="1221" actId="20577"/>
          <ac:spMkLst>
            <pc:docMk/>
            <pc:sldMk cId="539472840" sldId="310"/>
            <ac:spMk id="9" creationId="{00000000-0000-0000-0000-000000000000}"/>
          </ac:spMkLst>
        </pc:spChg>
        <pc:spChg chg="mod">
          <ac:chgData name="김희재(HEEJAE KIM)[gameroo]/선임/제조DX.제조DX솔루션.제조빅데이터분석1팀" userId="4f6d47c6-2fc0-4972-901b-e4e5bc0c4fcd" providerId="ADAL" clId="{47878CE0-49DC-40AB-BF3D-2D6A5BA4EBCD}" dt="2026-07-22T01:00:58.947" v="1557" actId="20577"/>
          <ac:spMkLst>
            <pc:docMk/>
            <pc:sldMk cId="539472840" sldId="310"/>
            <ac:spMk id="13" creationId="{00000000-0000-0000-0000-000000000000}"/>
          </ac:spMkLst>
        </pc:spChg>
        <pc:graphicFrameChg chg="mod modGraphic">
          <ac:chgData name="김희재(HEEJAE KIM)[gameroo]/선임/제조DX.제조DX솔루션.제조빅데이터분석1팀" userId="4f6d47c6-2fc0-4972-901b-e4e5bc0c4fcd" providerId="ADAL" clId="{47878CE0-49DC-40AB-BF3D-2D6A5BA4EBCD}" dt="2026-07-22T00:52:01.390" v="1269" actId="20577"/>
          <ac:graphicFrameMkLst>
            <pc:docMk/>
            <pc:sldMk cId="539472840" sldId="310"/>
            <ac:graphicFrameMk id="19" creationId="{3E86696F-E35A-4B06-9B46-63A4A6A986C1}"/>
          </ac:graphicFrameMkLst>
        </pc:graphicFrameChg>
      </pc:sldChg>
      <pc:sldChg chg="modSp mod">
        <pc:chgData name="김희재(HEEJAE KIM)[gameroo]/선임/제조DX.제조DX솔루션.제조빅데이터분석1팀" userId="4f6d47c6-2fc0-4972-901b-e4e5bc0c4fcd" providerId="ADAL" clId="{47878CE0-49DC-40AB-BF3D-2D6A5BA4EBCD}" dt="2026-07-22T01:49:10.255" v="4263"/>
        <pc:sldMkLst>
          <pc:docMk/>
          <pc:sldMk cId="3015271566" sldId="323"/>
        </pc:sldMkLst>
        <pc:spChg chg="mod">
          <ac:chgData name="김희재(HEEJAE KIM)[gameroo]/선임/제조DX.제조DX솔루션.제조빅데이터분석1팀" userId="4f6d47c6-2fc0-4972-901b-e4e5bc0c4fcd" providerId="ADAL" clId="{47878CE0-49DC-40AB-BF3D-2D6A5BA4EBCD}" dt="2026-07-22T01:00:52.131" v="1555" actId="20577"/>
          <ac:spMkLst>
            <pc:docMk/>
            <pc:sldMk cId="3015271566" sldId="323"/>
            <ac:spMk id="3" creationId="{E7FDF998-6EBA-C07F-D7A8-FC878A4D59D1}"/>
          </ac:spMkLst>
        </pc:spChg>
        <pc:graphicFrameChg chg="mod modGraphic">
          <ac:chgData name="김희재(HEEJAE KIM)[gameroo]/선임/제조DX.제조DX솔루션.제조빅데이터분석1팀" userId="4f6d47c6-2fc0-4972-901b-e4e5bc0c4fcd" providerId="ADAL" clId="{47878CE0-49DC-40AB-BF3D-2D6A5BA4EBCD}" dt="2026-07-22T01:49:10.255" v="4263"/>
          <ac:graphicFrameMkLst>
            <pc:docMk/>
            <pc:sldMk cId="3015271566" sldId="323"/>
            <ac:graphicFrameMk id="19" creationId="{3E86696F-E35A-4B06-9B46-63A4A6A986C1}"/>
          </ac:graphicFrameMkLst>
        </pc:graphicFrameChg>
      </pc:sldChg>
      <pc:sldChg chg="modSp mod">
        <pc:chgData name="김희재(HEEJAE KIM)[gameroo]/선임/제조DX.제조DX솔루션.제조빅데이터분석1팀" userId="4f6d47c6-2fc0-4972-901b-e4e5bc0c4fcd" providerId="ADAL" clId="{47878CE0-49DC-40AB-BF3D-2D6A5BA4EBCD}" dt="2026-07-22T01:51:45.493" v="4388" actId="20577"/>
        <pc:sldMkLst>
          <pc:docMk/>
          <pc:sldMk cId="637508443" sldId="328"/>
        </pc:sldMkLst>
        <pc:graphicFrameChg chg="mod modGraphic">
          <ac:chgData name="김희재(HEEJAE KIM)[gameroo]/선임/제조DX.제조DX솔루션.제조빅데이터분석1팀" userId="4f6d47c6-2fc0-4972-901b-e4e5bc0c4fcd" providerId="ADAL" clId="{47878CE0-49DC-40AB-BF3D-2D6A5BA4EBCD}" dt="2026-07-22T01:51:45.493" v="4388" actId="20577"/>
          <ac:graphicFrameMkLst>
            <pc:docMk/>
            <pc:sldMk cId="637508443" sldId="328"/>
            <ac:graphicFrameMk id="19" creationId="{3E86696F-E35A-4B06-9B46-63A4A6A986C1}"/>
          </ac:graphicFrameMkLst>
        </pc:graphicFrameChg>
      </pc:sldChg>
      <pc:sldChg chg="modSp mod">
        <pc:chgData name="김희재(HEEJAE KIM)[gameroo]/선임/제조DX.제조DX솔루션.제조빅데이터분석1팀" userId="4f6d47c6-2fc0-4972-901b-e4e5bc0c4fcd" providerId="ADAL" clId="{47878CE0-49DC-40AB-BF3D-2D6A5BA4EBCD}" dt="2026-07-22T01:57:10.594" v="4446" actId="20577"/>
        <pc:sldMkLst>
          <pc:docMk/>
          <pc:sldMk cId="2713106470" sldId="329"/>
        </pc:sldMkLst>
        <pc:spChg chg="mod">
          <ac:chgData name="김희재(HEEJAE KIM)[gameroo]/선임/제조DX.제조DX솔루션.제조빅데이터분석1팀" userId="4f6d47c6-2fc0-4972-901b-e4e5bc0c4fcd" providerId="ADAL" clId="{47878CE0-49DC-40AB-BF3D-2D6A5BA4EBCD}" dt="2026-07-22T01:56:19.545" v="4394" actId="20577"/>
          <ac:spMkLst>
            <pc:docMk/>
            <pc:sldMk cId="2713106470" sldId="329"/>
            <ac:spMk id="3" creationId="{E7FDF998-6EBA-C07F-D7A8-FC878A4D59D1}"/>
          </ac:spMkLst>
        </pc:spChg>
        <pc:graphicFrameChg chg="mod modGraphic">
          <ac:chgData name="김희재(HEEJAE KIM)[gameroo]/선임/제조DX.제조DX솔루션.제조빅데이터분석1팀" userId="4f6d47c6-2fc0-4972-901b-e4e5bc0c4fcd" providerId="ADAL" clId="{47878CE0-49DC-40AB-BF3D-2D6A5BA4EBCD}" dt="2026-07-22T01:57:10.594" v="4446" actId="20577"/>
          <ac:graphicFrameMkLst>
            <pc:docMk/>
            <pc:sldMk cId="2713106470" sldId="329"/>
            <ac:graphicFrameMk id="19" creationId="{3E86696F-E35A-4B06-9B46-63A4A6A986C1}"/>
          </ac:graphicFrameMkLst>
        </pc:graphicFrameChg>
      </pc:sldChg>
      <pc:sldChg chg="modSp mod">
        <pc:chgData name="김희재(HEEJAE KIM)[gameroo]/선임/제조DX.제조DX솔루션.제조빅데이터분석1팀" userId="4f6d47c6-2fc0-4972-901b-e4e5bc0c4fcd" providerId="ADAL" clId="{47878CE0-49DC-40AB-BF3D-2D6A5BA4EBCD}" dt="2026-07-22T00:50:27.187" v="1152" actId="20577"/>
        <pc:sldMkLst>
          <pc:docMk/>
          <pc:sldMk cId="1096148160" sldId="2147482231"/>
        </pc:sldMkLst>
        <pc:spChg chg="mod">
          <ac:chgData name="김희재(HEEJAE KIM)[gameroo]/선임/제조DX.제조DX솔루션.제조빅데이터분석1팀" userId="4f6d47c6-2fc0-4972-901b-e4e5bc0c4fcd" providerId="ADAL" clId="{47878CE0-49DC-40AB-BF3D-2D6A5BA4EBCD}" dt="2026-07-22T00:50:27.187" v="1152" actId="20577"/>
          <ac:spMkLst>
            <pc:docMk/>
            <pc:sldMk cId="1096148160" sldId="2147482231"/>
            <ac:spMk id="3" creationId="{0CC39962-AED9-0FD6-7F0C-29A8FBE67A4F}"/>
          </ac:spMkLst>
        </pc:spChg>
        <pc:graphicFrameChg chg="mod modGraphic">
          <ac:chgData name="김희재(HEEJAE KIM)[gameroo]/선임/제조DX.제조DX솔루션.제조빅데이터분석1팀" userId="4f6d47c6-2fc0-4972-901b-e4e5bc0c4fcd" providerId="ADAL" clId="{47878CE0-49DC-40AB-BF3D-2D6A5BA4EBCD}" dt="2026-07-22T00:48:24.909" v="866" actId="207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Graphic">
          <ac:chgData name="김희재(HEEJAE KIM)[gameroo]/선임/제조DX.제조DX솔루션.제조빅데이터분석1팀" userId="4f6d47c6-2fc0-4972-901b-e4e5bc0c4fcd" providerId="ADAL" clId="{47878CE0-49DC-40AB-BF3D-2D6A5BA4EBCD}" dt="2026-07-22T00:48:34.132" v="870" actId="20577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</pc:docChg>
  </pc:docChgLst>
  <pc:docChgLst>
    <pc:chgData name="박위대(WI DAE PARK)[widae]/팀장/제조DX.제조DX솔루션.제조빅데이터분석1팀" userId="3cfa7188-e76a-49be-bfbb-63c3f45a9cc3" providerId="ADAL" clId="{7C947ABD-5561-467C-882D-3A86D4A9DB3E}"/>
    <pc:docChg chg="undo custSel modSld">
      <pc:chgData name="박위대(WI DAE PARK)[widae]/팀장/제조DX.제조DX솔루션.제조빅데이터분석1팀" userId="3cfa7188-e76a-49be-bfbb-63c3f45a9cc3" providerId="ADAL" clId="{7C947ABD-5561-467C-882D-3A86D4A9DB3E}" dt="2026-07-15T09:02:43.075" v="6177" actId="20577"/>
      <pc:docMkLst>
        <pc:docMk/>
      </pc:docMkLst>
      <pc:sldChg chg="modSp mod">
        <pc:chgData name="박위대(WI DAE PARK)[widae]/팀장/제조DX.제조DX솔루션.제조빅데이터분석1팀" userId="3cfa7188-e76a-49be-bfbb-63c3f45a9cc3" providerId="ADAL" clId="{7C947ABD-5561-467C-882D-3A86D4A9DB3E}" dt="2026-07-15T07:54:49.705" v="1747" actId="207"/>
        <pc:sldMkLst>
          <pc:docMk/>
          <pc:sldMk cId="3015271566" sldId="323"/>
        </pc:sldMkLst>
        <pc:graphicFrameChg chg="modGraphic">
          <ac:chgData name="박위대(WI DAE PARK)[widae]/팀장/제조DX.제조DX솔루션.제조빅데이터분석1팀" userId="3cfa7188-e76a-49be-bfbb-63c3f45a9cc3" providerId="ADAL" clId="{7C947ABD-5561-467C-882D-3A86D4A9DB3E}" dt="2026-07-15T07:54:49.705" v="1747" actId="207"/>
          <ac:graphicFrameMkLst>
            <pc:docMk/>
            <pc:sldMk cId="3015271566" sldId="323"/>
            <ac:graphicFrameMk id="19" creationId="{3E86696F-E35A-4B06-9B46-63A4A6A986C1}"/>
          </ac:graphicFrameMkLst>
        </pc:graphicFrameChg>
      </pc:sldChg>
      <pc:sldChg chg="addSp delSp modSp mod">
        <pc:chgData name="박위대(WI DAE PARK)[widae]/팀장/제조DX.제조DX솔루션.제조빅데이터분석1팀" userId="3cfa7188-e76a-49be-bfbb-63c3f45a9cc3" providerId="ADAL" clId="{7C947ABD-5561-467C-882D-3A86D4A9DB3E}" dt="2026-07-15T09:02:08.432" v="6173" actId="6549"/>
        <pc:sldMkLst>
          <pc:docMk/>
          <pc:sldMk cId="3138319042" sldId="2147482201"/>
        </pc:sldMkLst>
        <pc:spChg chg="mod">
          <ac:chgData name="박위대(WI DAE PARK)[widae]/팀장/제조DX.제조DX솔루션.제조빅데이터분석1팀" userId="3cfa7188-e76a-49be-bfbb-63c3f45a9cc3" providerId="ADAL" clId="{7C947ABD-5561-467C-882D-3A86D4A9DB3E}" dt="2026-07-15T06:25:12.176" v="26" actId="20577"/>
          <ac:spMkLst>
            <pc:docMk/>
            <pc:sldMk cId="3138319042" sldId="2147482201"/>
            <ac:spMk id="3" creationId="{C0F77D9C-1101-3AB9-AE82-901AE6A76C0E}"/>
          </ac:spMkLst>
        </pc:spChg>
        <pc:spChg chg="mod">
          <ac:chgData name="박위대(WI DAE PARK)[widae]/팀장/제조DX.제조DX솔루션.제조빅데이터분석1팀" userId="3cfa7188-e76a-49be-bfbb-63c3f45a9cc3" providerId="ADAL" clId="{7C947ABD-5561-467C-882D-3A86D4A9DB3E}" dt="2026-07-15T09:02:08.432" v="6173" actId="6549"/>
          <ac:spMkLst>
            <pc:docMk/>
            <pc:sldMk cId="3138319042" sldId="2147482201"/>
            <ac:spMk id="17" creationId="{6C3BBE40-7449-303A-D8D1-336D49270DB6}"/>
          </ac:spMkLst>
        </pc:spChg>
        <pc:graphicFrameChg chg="add mod modGraphic">
          <ac:chgData name="박위대(WI DAE PARK)[widae]/팀장/제조DX.제조DX솔루션.제조빅데이터분석1팀" userId="3cfa7188-e76a-49be-bfbb-63c3f45a9cc3" providerId="ADAL" clId="{7C947ABD-5561-467C-882D-3A86D4A9DB3E}" dt="2026-07-15T08:56:52.537" v="6083" actId="1076"/>
          <ac:graphicFrameMkLst>
            <pc:docMk/>
            <pc:sldMk cId="3138319042" sldId="2147482201"/>
            <ac:graphicFrameMk id="6" creationId="{A24726B6-7D48-9F9C-D7B1-06BC1A9A8435}"/>
          </ac:graphicFrameMkLst>
        </pc:graphicFrameChg>
      </pc:sldChg>
      <pc:sldChg chg="addSp delSp modSp mod">
        <pc:chgData name="박위대(WI DAE PARK)[widae]/팀장/제조DX.제조DX솔루션.제조빅데이터분석1팀" userId="3cfa7188-e76a-49be-bfbb-63c3f45a9cc3" providerId="ADAL" clId="{7C947ABD-5561-467C-882D-3A86D4A9DB3E}" dt="2026-07-15T09:02:43.075" v="6177" actId="20577"/>
        <pc:sldMkLst>
          <pc:docMk/>
          <pc:sldMk cId="3393013521" sldId="2147482258"/>
        </pc:sldMkLst>
        <pc:spChg chg="mod">
          <ac:chgData name="박위대(WI DAE PARK)[widae]/팀장/제조DX.제조DX솔루션.제조빅데이터분석1팀" userId="3cfa7188-e76a-49be-bfbb-63c3f45a9cc3" providerId="ADAL" clId="{7C947ABD-5561-467C-882D-3A86D4A9DB3E}" dt="2026-07-15T08:29:21.427" v="4174" actId="6549"/>
          <ac:spMkLst>
            <pc:docMk/>
            <pc:sldMk cId="3393013521" sldId="2147482258"/>
            <ac:spMk id="3" creationId="{9693D0C0-D94B-D08F-2AFD-BDB02EFF95BF}"/>
          </ac:spMkLst>
        </pc:spChg>
        <pc:spChg chg="mod">
          <ac:chgData name="박위대(WI DAE PARK)[widae]/팀장/제조DX.제조DX솔루션.제조빅데이터분석1팀" userId="3cfa7188-e76a-49be-bfbb-63c3f45a9cc3" providerId="ADAL" clId="{7C947ABD-5561-467C-882D-3A86D4A9DB3E}" dt="2026-07-15T09:02:43.075" v="6177" actId="20577"/>
          <ac:spMkLst>
            <pc:docMk/>
            <pc:sldMk cId="3393013521" sldId="2147482258"/>
            <ac:spMk id="18" creationId="{51BB22A4-C131-F038-43E8-90CD40BA05B9}"/>
          </ac:spMkLst>
        </pc:spChg>
      </pc:sldChg>
    </pc:docChg>
  </pc:docChgLst>
  <pc:docChgLst>
    <pc:chgData name="윤성렬(SUNGRYEOL YUN)[sungryeol.y]/사원/제조DX.제조DX솔루션.추적솔루션개발팀" userId="b5311d10-d61f-46bb-bd4a-1d8342705f0f" providerId="ADAL" clId="{51AE73D7-5D06-4469-949B-0F55DE690B72}"/>
    <pc:docChg chg="undo custSel modSld">
      <pc:chgData name="윤성렬(SUNGRYEOL YUN)[sungryeol.y]/사원/제조DX.제조DX솔루션.추적솔루션개발팀" userId="b5311d10-d61f-46bb-bd4a-1d8342705f0f" providerId="ADAL" clId="{51AE73D7-5D06-4469-949B-0F55DE690B72}" dt="2026-07-01T02:11:33.796" v="316" actId="20577"/>
      <pc:docMkLst>
        <pc:docMk/>
      </pc:docMkLst>
      <pc:sldChg chg="modSp mod">
        <pc:chgData name="윤성렬(SUNGRYEOL YUN)[sungryeol.y]/사원/제조DX.제조DX솔루션.추적솔루션개발팀" userId="b5311d10-d61f-46bb-bd4a-1d8342705f0f" providerId="ADAL" clId="{51AE73D7-5D06-4469-949B-0F55DE690B72}" dt="2026-07-01T02:11:09.723" v="303" actId="20577"/>
        <pc:sldMkLst>
          <pc:docMk/>
          <pc:sldMk cId="3349397549" sldId="2147482686"/>
        </pc:sldMkLst>
        <pc:spChg chg="mod">
          <ac:chgData name="윤성렬(SUNGRYEOL YUN)[sungryeol.y]/사원/제조DX.제조DX솔루션.추적솔루션개발팀" userId="b5311d10-d61f-46bb-bd4a-1d8342705f0f" providerId="ADAL" clId="{51AE73D7-5D06-4469-949B-0F55DE690B72}" dt="2026-07-01T02:10:53.236" v="298" actId="20577"/>
          <ac:spMkLst>
            <pc:docMk/>
            <pc:sldMk cId="3349397549" sldId="2147482686"/>
            <ac:spMk id="37" creationId="{6D72F316-602B-48D7-851D-262E403B6ADD}"/>
          </ac:spMkLst>
        </pc:spChg>
        <pc:spChg chg="mod">
          <ac:chgData name="윤성렬(SUNGRYEOL YUN)[sungryeol.y]/사원/제조DX.제조DX솔루션.추적솔루션개발팀" userId="b5311d10-d61f-46bb-bd4a-1d8342705f0f" providerId="ADAL" clId="{51AE73D7-5D06-4469-949B-0F55DE690B72}" dt="2026-07-01T02:11:09.723" v="303" actId="20577"/>
          <ac:spMkLst>
            <pc:docMk/>
            <pc:sldMk cId="3349397549" sldId="2147482686"/>
            <ac:spMk id="44" creationId="{0C5CF277-63DD-4226-AA84-F3CCE1D2DD90}"/>
          </ac:spMkLst>
        </pc:spChg>
        <pc:graphicFrameChg chg="mod modGraphic">
          <ac:chgData name="윤성렬(SUNGRYEOL YUN)[sungryeol.y]/사원/제조DX.제조DX솔루션.추적솔루션개발팀" userId="b5311d10-d61f-46bb-bd4a-1d8342705f0f" providerId="ADAL" clId="{51AE73D7-5D06-4469-949B-0F55DE690B72}" dt="2026-07-01T02:10:46.366" v="293" actId="207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윤성렬(SUNGRYEOL YUN)[sungryeol.y]/사원/제조DX.제조DX솔루션.추적솔루션개발팀" userId="b5311d10-d61f-46bb-bd4a-1d8342705f0f" providerId="ADAL" clId="{51AE73D7-5D06-4469-949B-0F55DE690B72}" dt="2026-07-01T02:09:33.214" v="132" actId="20577"/>
        <pc:sldMkLst>
          <pc:docMk/>
          <pc:sldMk cId="176752497" sldId="2147482704"/>
        </pc:sldMkLst>
        <pc:spChg chg="mod">
          <ac:chgData name="윤성렬(SUNGRYEOL YUN)[sungryeol.y]/사원/제조DX.제조DX솔루션.추적솔루션개발팀" userId="b5311d10-d61f-46bb-bd4a-1d8342705f0f" providerId="ADAL" clId="{51AE73D7-5D06-4469-949B-0F55DE690B72}" dt="2026-07-01T02:07:23.934" v="96" actId="20577"/>
          <ac:spMkLst>
            <pc:docMk/>
            <pc:sldMk cId="176752497" sldId="2147482704"/>
            <ac:spMk id="22" creationId="{D2932BAF-C9D9-52CD-DE0E-3795080B5229}"/>
          </ac:spMkLst>
        </pc:spChg>
        <pc:spChg chg="mod">
          <ac:chgData name="윤성렬(SUNGRYEOL YUN)[sungryeol.y]/사원/제조DX.제조DX솔루션.추적솔루션개발팀" userId="b5311d10-d61f-46bb-bd4a-1d8342705f0f" providerId="ADAL" clId="{51AE73D7-5D06-4469-949B-0F55DE690B72}" dt="2026-07-01T02:08:59.178" v="130" actId="20577"/>
          <ac:spMkLst>
            <pc:docMk/>
            <pc:sldMk cId="176752497" sldId="2147482704"/>
            <ac:spMk id="27" creationId="{D4C50E63-A8FD-9A99-FA06-074BB20957A3}"/>
          </ac:spMkLst>
        </pc:spChg>
        <pc:graphicFrameChg chg="mod modGraphic">
          <ac:chgData name="윤성렬(SUNGRYEOL YUN)[sungryeol.y]/사원/제조DX.제조DX솔루션.추적솔루션개발팀" userId="b5311d10-d61f-46bb-bd4a-1d8342705f0f" providerId="ADAL" clId="{51AE73D7-5D06-4469-949B-0F55DE690B72}" dt="2026-07-01T02:07:17.909" v="91" actId="207"/>
          <ac:graphicFrameMkLst>
            <pc:docMk/>
            <pc:sldMk cId="176752497" sldId="2147482704"/>
            <ac:graphicFrameMk id="3" creationId="{1B7BB873-9519-D343-60B1-12AB53C11173}"/>
          </ac:graphicFrameMkLst>
        </pc:graphicFrameChg>
        <pc:graphicFrameChg chg="modGraphic">
          <ac:chgData name="윤성렬(SUNGRYEOL YUN)[sungryeol.y]/사원/제조DX.제조DX솔루션.추적솔루션개발팀" userId="b5311d10-d61f-46bb-bd4a-1d8342705f0f" providerId="ADAL" clId="{51AE73D7-5D06-4469-949B-0F55DE690B72}" dt="2026-07-01T02:09:33.214" v="132" actId="20577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윤성렬(SUNGRYEOL YUN)[sungryeol.y]/사원/제조DX.제조DX솔루션.추적솔루션개발팀" userId="b5311d10-d61f-46bb-bd4a-1d8342705f0f" providerId="ADAL" clId="{51AE73D7-5D06-4469-949B-0F55DE690B72}" dt="2026-07-01T02:11:33.796" v="316" actId="20577"/>
        <pc:sldMkLst>
          <pc:docMk/>
          <pc:sldMk cId="3762530128" sldId="2147483559"/>
        </pc:sldMkLst>
        <pc:spChg chg="mod">
          <ac:chgData name="윤성렬(SUNGRYEOL YUN)[sungryeol.y]/사원/제조DX.제조DX솔루션.추적솔루션개발팀" userId="b5311d10-d61f-46bb-bd4a-1d8342705f0f" providerId="ADAL" clId="{51AE73D7-5D06-4469-949B-0F55DE690B72}" dt="2026-07-01T02:11:25.127" v="311" actId="20577"/>
          <ac:spMkLst>
            <pc:docMk/>
            <pc:sldMk cId="3762530128" sldId="2147483559"/>
            <ac:spMk id="2" creationId="{5758BEE7-7D93-E839-AC48-D5EE6F815E1C}"/>
          </ac:spMkLst>
        </pc:spChg>
        <pc:spChg chg="mod">
          <ac:chgData name="윤성렬(SUNGRYEOL YUN)[sungryeol.y]/사원/제조DX.제조DX솔루션.추적솔루션개발팀" userId="b5311d10-d61f-46bb-bd4a-1d8342705f0f" providerId="ADAL" clId="{51AE73D7-5D06-4469-949B-0F55DE690B72}" dt="2026-07-01T02:11:33.796" v="316" actId="20577"/>
          <ac:spMkLst>
            <pc:docMk/>
            <pc:sldMk cId="3762530128" sldId="2147483559"/>
            <ac:spMk id="37" creationId="{6D72F316-602B-48D7-851D-262E403B6ADD}"/>
          </ac:spMkLst>
        </pc:spChg>
        <pc:graphicFrameChg chg="mod">
          <ac:chgData name="윤성렬(SUNGRYEOL YUN)[sungryeol.y]/사원/제조DX.제조DX솔루션.추적솔루션개발팀" userId="b5311d10-d61f-46bb-bd4a-1d8342705f0f" providerId="ADAL" clId="{51AE73D7-5D06-4469-949B-0F55DE690B72}" dt="2026-07-01T02:11:16.920" v="304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</pc:docChg>
  </pc:docChgLst>
  <pc:docChgLst>
    <pc:chgData name="윤병호(BYEONGHO YUN)[bhyun91]/선임/제조DX.제조DX솔루션.추적솔루션개발팀" userId="94db4b4c-14ac-4104-bc57-d99881f0b25d" providerId="ADAL" clId="{790A357C-9370-4C96-9AE9-D4DC5520B9C6}"/>
    <pc:docChg chg="undo custSel modSld">
      <pc:chgData name="윤병호(BYEONGHO YUN)[bhyun91]/선임/제조DX.제조DX솔루션.추적솔루션개발팀" userId="94db4b4c-14ac-4104-bc57-d99881f0b25d" providerId="ADAL" clId="{790A357C-9370-4C96-9AE9-D4DC5520B9C6}" dt="2026-07-21T09:00:31.393" v="3380" actId="1076"/>
      <pc:docMkLst>
        <pc:docMk/>
      </pc:docMkLst>
      <pc:sldChg chg="addSp delSp modSp mod">
        <pc:chgData name="윤병호(BYEONGHO YUN)[bhyun91]/선임/제조DX.제조DX솔루션.추적솔루션개발팀" userId="94db4b4c-14ac-4104-bc57-d99881f0b25d" providerId="ADAL" clId="{790A357C-9370-4C96-9AE9-D4DC5520B9C6}" dt="2026-07-21T01:30:10.215" v="2462" actId="207"/>
        <pc:sldMkLst>
          <pc:docMk/>
          <pc:sldMk cId="2559780372" sldId="2147481944"/>
        </pc:sldMkLst>
        <pc:spChg chg="mod">
          <ac:chgData name="윤병호(BYEONGHO YUN)[bhyun91]/선임/제조DX.제조DX솔루션.추적솔루션개발팀" userId="94db4b4c-14ac-4104-bc57-d99881f0b25d" providerId="ADAL" clId="{790A357C-9370-4C96-9AE9-D4DC5520B9C6}" dt="2026-07-21T00:39:54.614" v="20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선임/제조DX.제조DX솔루션.추적솔루션개발팀" userId="94db4b4c-14ac-4104-bc57-d99881f0b25d" providerId="ADAL" clId="{790A357C-9370-4C96-9AE9-D4DC5520B9C6}" dt="2026-07-21T01:30:10.215" v="2462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picChg chg="add mod">
          <ac:chgData name="윤병호(BYEONGHO YUN)[bhyun91]/선임/제조DX.제조DX솔루션.추적솔루션개발팀" userId="94db4b4c-14ac-4104-bc57-d99881f0b25d" providerId="ADAL" clId="{790A357C-9370-4C96-9AE9-D4DC5520B9C6}" dt="2026-07-21T01:30:01.966" v="2461" actId="1076"/>
          <ac:picMkLst>
            <pc:docMk/>
            <pc:sldMk cId="2559780372" sldId="2147481944"/>
            <ac:picMk id="31" creationId="{7FADAF11-96BB-4A95-9617-3092170C76AE}"/>
          </ac:picMkLst>
        </pc:picChg>
      </pc:sldChg>
    </pc:docChg>
  </pc:docChgLst>
  <pc:docChgLst>
    <pc:chgData name="김민희(MINHEE KIM)[kimminhee]/사원/제조DX.제조DX솔루션.제조빅데이터분석2팀" userId="d494d07f-6512-440f-b92e-289b650ee4e9" providerId="ADAL" clId="{E1558E88-B52C-4A32-92D5-279885EB4DAD}"/>
    <pc:docChg chg="undo custSel modSld">
      <pc:chgData name="김민희(MINHEE KIM)[kimminhee]/사원/제조DX.제조DX솔루션.제조빅데이터분석2팀" userId="d494d07f-6512-440f-b92e-289b650ee4e9" providerId="ADAL" clId="{E1558E88-B52C-4A32-92D5-279885EB4DAD}" dt="2026-07-08T06:33:58.425" v="122" actId="20577"/>
      <pc:docMkLst>
        <pc:docMk/>
      </pc:docMkLst>
      <pc:sldChg chg="modSp mod">
        <pc:chgData name="김민희(MINHEE KIM)[kimminhee]/사원/제조DX.제조DX솔루션.제조빅데이터분석2팀" userId="d494d07f-6512-440f-b92e-289b650ee4e9" providerId="ADAL" clId="{E1558E88-B52C-4A32-92D5-279885EB4DAD}" dt="2026-07-08T06:33:58.425" v="122" actId="20577"/>
        <pc:sldMkLst>
          <pc:docMk/>
          <pc:sldMk cId="637397627" sldId="272"/>
        </pc:sldMkLst>
        <pc:spChg chg="mod">
          <ac:chgData name="김민희(MINHEE KIM)[kimminhee]/사원/제조DX.제조DX솔루션.제조빅데이터분석2팀" userId="d494d07f-6512-440f-b92e-289b650ee4e9" providerId="ADAL" clId="{E1558E88-B52C-4A32-92D5-279885EB4DAD}" dt="2026-07-08T06:28:37.309" v="86" actId="1037"/>
          <ac:spMkLst>
            <pc:docMk/>
            <pc:sldMk cId="637397627" sldId="272"/>
            <ac:spMk id="11" creationId="{23C9DFF1-95EA-AF56-08DD-180D6B6C604F}"/>
          </ac:spMkLst>
        </pc:spChg>
        <pc:spChg chg="mod">
          <ac:chgData name="김민희(MINHEE KIM)[kimminhee]/사원/제조DX.제조DX솔루션.제조빅데이터분석2팀" userId="d494d07f-6512-440f-b92e-289b650ee4e9" providerId="ADAL" clId="{E1558E88-B52C-4A32-92D5-279885EB4DAD}" dt="2026-07-08T06:33:58.425" v="122" actId="20577"/>
          <ac:spMkLst>
            <pc:docMk/>
            <pc:sldMk cId="637397627" sldId="272"/>
            <ac:spMk id="15" creationId="{DADA68B7-7B33-C2BF-D42E-152AA11435F8}"/>
          </ac:spMkLst>
        </pc:spChg>
        <pc:spChg chg="mod">
          <ac:chgData name="김민희(MINHEE KIM)[kimminhee]/사원/제조DX.제조DX솔루션.제조빅데이터분석2팀" userId="d494d07f-6512-440f-b92e-289b650ee4e9" providerId="ADAL" clId="{E1558E88-B52C-4A32-92D5-279885EB4DAD}" dt="2026-07-08T05:16:50.346" v="19" actId="20577"/>
          <ac:spMkLst>
            <pc:docMk/>
            <pc:sldMk cId="637397627" sldId="272"/>
            <ac:spMk id="17" creationId="{F654CBE4-49F5-BBED-7521-E74E6C5E3F8A}"/>
          </ac:spMkLst>
        </pc:spChg>
        <pc:graphicFrameChg chg="mod modGraphic">
          <ac:chgData name="김민희(MINHEE KIM)[kimminhee]/사원/제조DX.제조DX솔루션.제조빅데이터분석2팀" userId="d494d07f-6512-440f-b92e-289b650ee4e9" providerId="ADAL" clId="{E1558E88-B52C-4A32-92D5-279885EB4DAD}" dt="2026-07-08T06:32:05.839" v="120" actId="20577"/>
          <ac:graphicFrameMkLst>
            <pc:docMk/>
            <pc:sldMk cId="637397627" sldId="272"/>
            <ac:graphicFrameMk id="2" creationId="{AC5B9146-E653-3420-3C27-002D839EC57B}"/>
          </ac:graphicFrameMkLst>
        </pc:graphicFrameChg>
      </pc:sldChg>
      <pc:sldChg chg="modSp mod">
        <pc:chgData name="김민희(MINHEE KIM)[kimminhee]/사원/제조DX.제조DX솔루션.제조빅데이터분석2팀" userId="d494d07f-6512-440f-b92e-289b650ee4e9" providerId="ADAL" clId="{E1558E88-B52C-4A32-92D5-279885EB4DAD}" dt="2026-07-08T05:04:33.190" v="15" actId="20577"/>
        <pc:sldMkLst>
          <pc:docMk/>
          <pc:sldMk cId="383782190" sldId="2147482198"/>
        </pc:sldMkLst>
        <pc:spChg chg="mod">
          <ac:chgData name="김민희(MINHEE KIM)[kimminhee]/사원/제조DX.제조DX솔루션.제조빅데이터분석2팀" userId="d494d07f-6512-440f-b92e-289b650ee4e9" providerId="ADAL" clId="{E1558E88-B52C-4A32-92D5-279885EB4DAD}" dt="2026-07-08T05:03:59.957" v="13" actId="20577"/>
          <ac:spMkLst>
            <pc:docMk/>
            <pc:sldMk cId="383782190" sldId="2147482198"/>
            <ac:spMk id="2" creationId="{8F7D21B9-04E2-7414-5CA5-2BEEAD1F17F8}"/>
          </ac:spMkLst>
        </pc:spChg>
        <pc:spChg chg="mod">
          <ac:chgData name="김민희(MINHEE KIM)[kimminhee]/사원/제조DX.제조DX솔루션.제조빅데이터분석2팀" userId="d494d07f-6512-440f-b92e-289b650ee4e9" providerId="ADAL" clId="{E1558E88-B52C-4A32-92D5-279885EB4DAD}" dt="2026-07-08T05:04:33.190" v="15" actId="20577"/>
          <ac:spMkLst>
            <pc:docMk/>
            <pc:sldMk cId="383782190" sldId="2147482198"/>
            <ac:spMk id="5" creationId="{F5326513-1C72-7F5C-D001-BA1C6912280D}"/>
          </ac:spMkLst>
        </pc:spChg>
      </pc:sldChg>
      <pc:sldChg chg="modSp mod">
        <pc:chgData name="김민희(MINHEE KIM)[kimminhee]/사원/제조DX.제조DX솔루션.제조빅데이터분석2팀" userId="d494d07f-6512-440f-b92e-289b650ee4e9" providerId="ADAL" clId="{E1558E88-B52C-4A32-92D5-279885EB4DAD}" dt="2026-07-08T05:16:54.147" v="23" actId="20577"/>
        <pc:sldMkLst>
          <pc:docMk/>
          <pc:sldMk cId="1583628032" sldId="2147482224"/>
        </pc:sldMkLst>
        <pc:spChg chg="mod">
          <ac:chgData name="김민희(MINHEE KIM)[kimminhee]/사원/제조DX.제조DX솔루션.제조빅데이터분석2팀" userId="d494d07f-6512-440f-b92e-289b650ee4e9" providerId="ADAL" clId="{E1558E88-B52C-4A32-92D5-279885EB4DAD}" dt="2026-07-08T05:16:54.147" v="23" actId="20577"/>
          <ac:spMkLst>
            <pc:docMk/>
            <pc:sldMk cId="1583628032" sldId="2147482224"/>
            <ac:spMk id="18" creationId="{CD6FE8C4-D3CA-4ACB-997B-147E1EDF00F6}"/>
          </ac:spMkLst>
        </pc:spChg>
      </pc:sldChg>
      <pc:sldChg chg="modSp mod">
        <pc:chgData name="김민희(MINHEE KIM)[kimminhee]/사원/제조DX.제조DX솔루션.제조빅데이터분석2팀" userId="d494d07f-6512-440f-b92e-289b650ee4e9" providerId="ADAL" clId="{E1558E88-B52C-4A32-92D5-279885EB4DAD}" dt="2026-07-08T05:17:03.677" v="33"/>
        <pc:sldMkLst>
          <pc:docMk/>
          <pc:sldMk cId="2163506278" sldId="2147482693"/>
        </pc:sldMkLst>
        <pc:spChg chg="mod">
          <ac:chgData name="김민희(MINHEE KIM)[kimminhee]/사원/제조DX.제조DX솔루션.제조빅데이터분석2팀" userId="d494d07f-6512-440f-b92e-289b650ee4e9" providerId="ADAL" clId="{E1558E88-B52C-4A32-92D5-279885EB4DAD}" dt="2026-07-08T05:17:03.677" v="33"/>
          <ac:spMkLst>
            <pc:docMk/>
            <pc:sldMk cId="2163506278" sldId="2147482693"/>
            <ac:spMk id="18" creationId="{CD6FE8C4-D3CA-4ACB-997B-147E1EDF00F6}"/>
          </ac:spMkLst>
        </pc:spChg>
      </pc:sldChg>
      <pc:sldChg chg="modSp mod">
        <pc:chgData name="김민희(MINHEE KIM)[kimminhee]/사원/제조DX.제조DX솔루션.제조빅데이터분석2팀" userId="d494d07f-6512-440f-b92e-289b650ee4e9" providerId="ADAL" clId="{E1558E88-B52C-4A32-92D5-279885EB4DAD}" dt="2026-07-08T05:16:59.207" v="28"/>
        <pc:sldMkLst>
          <pc:docMk/>
          <pc:sldMk cId="2600994211" sldId="2147482703"/>
        </pc:sldMkLst>
        <pc:spChg chg="mod">
          <ac:chgData name="김민희(MINHEE KIM)[kimminhee]/사원/제조DX.제조DX솔루션.제조빅데이터분석2팀" userId="d494d07f-6512-440f-b92e-289b650ee4e9" providerId="ADAL" clId="{E1558E88-B52C-4A32-92D5-279885EB4DAD}" dt="2026-07-08T05:16:59.207" v="28"/>
          <ac:spMkLst>
            <pc:docMk/>
            <pc:sldMk cId="2600994211" sldId="2147482703"/>
            <ac:spMk id="18" creationId="{CD6FE8C4-D3CA-4ACB-997B-147E1EDF00F6}"/>
          </ac:spMkLst>
        </pc:spChg>
      </pc:sldChg>
    </pc:docChg>
  </pc:docChgLst>
  <pc:docChgLst>
    <pc:chgData name="김지원(JIWON KIM)[jiwonkim]/사원/제조DX.제조DX솔루션.제조빅데이터분석2팀" userId="943d6483-24ce-443d-b7b2-0672c51f7cc5" providerId="ADAL" clId="{3BF30E0B-E500-4C16-963E-6927B561E845}"/>
    <pc:docChg chg="modSld">
      <pc:chgData name="김지원(JIWON KIM)[jiwonkim]/사원/제조DX.제조DX솔루션.제조빅데이터분석2팀" userId="943d6483-24ce-443d-b7b2-0672c51f7cc5" providerId="ADAL" clId="{3BF30E0B-E500-4C16-963E-6927B561E845}" dt="2026-07-07T06:55:18.457" v="2" actId="729"/>
      <pc:docMkLst>
        <pc:docMk/>
      </pc:docMkLst>
      <pc:sldChg chg="mod modShow">
        <pc:chgData name="김지원(JIWON KIM)[jiwonkim]/사원/제조DX.제조DX솔루션.제조빅데이터분석2팀" userId="943d6483-24ce-443d-b7b2-0672c51f7cc5" providerId="ADAL" clId="{3BF30E0B-E500-4C16-963E-6927B561E845}" dt="2026-07-07T06:55:16.444" v="1" actId="729"/>
        <pc:sldMkLst>
          <pc:docMk/>
          <pc:sldMk cId="2316390563" sldId="305"/>
        </pc:sldMkLst>
      </pc:sldChg>
      <pc:sldChg chg="mod modShow">
        <pc:chgData name="김지원(JIWON KIM)[jiwonkim]/사원/제조DX.제조DX솔루션.제조빅데이터분석2팀" userId="943d6483-24ce-443d-b7b2-0672c51f7cc5" providerId="ADAL" clId="{3BF30E0B-E500-4C16-963E-6927B561E845}" dt="2026-07-07T06:55:14.706" v="0" actId="729"/>
        <pc:sldMkLst>
          <pc:docMk/>
          <pc:sldMk cId="2711025772" sldId="2147482692"/>
        </pc:sldMkLst>
      </pc:sldChg>
      <pc:sldChg chg="mod modShow">
        <pc:chgData name="김지원(JIWON KIM)[jiwonkim]/사원/제조DX.제조DX솔루션.제조빅데이터분석2팀" userId="943d6483-24ce-443d-b7b2-0672c51f7cc5" providerId="ADAL" clId="{3BF30E0B-E500-4C16-963E-6927B561E845}" dt="2026-07-07T06:55:18.457" v="2" actId="729"/>
        <pc:sldMkLst>
          <pc:docMk/>
          <pc:sldMk cId="3807737962" sldId="2147483554"/>
        </pc:sldMkLst>
      </pc:sldChg>
    </pc:docChg>
  </pc:docChgLst>
  <pc:docChgLst>
    <pc:chgData name="박영헌(YEONGHEON PARK)[heny611]/선임/제조DX.제조DX솔루션.추적솔루션개발팀" userId="7ee3e3b4-d5a5-4456-8b15-18422cf3fd5b" providerId="ADAL" clId="{E54CAA04-C136-4FBD-919E-8F71277CE09D}"/>
    <pc:docChg chg="custSel delSld modSld modSection">
      <pc:chgData name="박영헌(YEONGHEON PARK)[heny611]/선임/제조DX.제조DX솔루션.추적솔루션개발팀" userId="7ee3e3b4-d5a5-4456-8b15-18422cf3fd5b" providerId="ADAL" clId="{E54CAA04-C136-4FBD-919E-8F71277CE09D}" dt="2026-07-01T06:05:47.827" v="848" actId="207"/>
      <pc:docMkLst>
        <pc:docMk/>
      </pc:docMkLst>
    </pc:docChg>
  </pc:docChgLst>
  <pc:docChgLst>
    <pc:chgData name="오현석(HYUNSUK OH)[ohyunsuk]/책임/제조DX.제조DX솔루션.제조빅데이터분석2팀" userId="S::ohyunsuk@lgensol.com::dd3171de-802a-442b-af45-bf7ff1166235" providerId="AD" clId="Web-{0AC5ACD7-8D09-7DA0-39C4-3DE410188325}"/>
    <pc:docChg chg="addSld delSld modSection">
      <pc:chgData name="오현석(HYUNSUK OH)[ohyunsuk]/책임/제조DX.제조DX솔루션.제조빅데이터분석2팀" userId="S::ohyunsuk@lgensol.com::dd3171de-802a-442b-af45-bf7ff1166235" providerId="AD" clId="Web-{0AC5ACD7-8D09-7DA0-39C4-3DE410188325}" dt="2026-07-14T05:00:22.238" v="1"/>
      <pc:docMkLst>
        <pc:docMk/>
      </pc:docMkLst>
    </pc:docChg>
  </pc:docChgLst>
  <pc:docChgLst>
    <pc:chgData name="박경찬(KYOUNGCHAN PARK)[park.kc]/팀장/제조DX.제조DX솔루션.추적솔루션개발팀" userId="e138e4af-6173-47cb-8422-ef183f7b2c63" providerId="ADAL" clId="{AA731627-46EC-4383-BD87-5811EED5602D}"/>
    <pc:docChg chg="undo custSel modSld">
      <pc:chgData name="박경찬(KYOUNGCHAN PARK)[park.kc]/팀장/제조DX.제조DX솔루션.추적솔루션개발팀" userId="e138e4af-6173-47cb-8422-ef183f7b2c63" providerId="ADAL" clId="{AA731627-46EC-4383-BD87-5811EED5602D}" dt="2026-07-15T23:49:13.883" v="54" actId="6549"/>
      <pc:docMkLst>
        <pc:docMk/>
      </pc:docMkLst>
      <pc:sldChg chg="modSp">
        <pc:chgData name="박경찬(KYOUNGCHAN PARK)[park.kc]/팀장/제조DX.제조DX솔루션.추적솔루션개발팀" userId="e138e4af-6173-47cb-8422-ef183f7b2c63" providerId="ADAL" clId="{AA731627-46EC-4383-BD87-5811EED5602D}" dt="2026-07-15T23:47:42.029" v="15"/>
        <pc:sldMkLst>
          <pc:docMk/>
          <pc:sldMk cId="1575311981" sldId="264"/>
        </pc:sldMkLst>
        <pc:graphicFrameChg chg="mod">
          <ac:chgData name="박경찬(KYOUNGCHAN PARK)[park.kc]/팀장/제조DX.제조DX솔루션.추적솔루션개발팀" userId="e138e4af-6173-47cb-8422-ef183f7b2c63" providerId="ADAL" clId="{AA731627-46EC-4383-BD87-5811EED5602D}" dt="2026-07-15T23:47:42.029" v="15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addSp delSp modSp mod">
        <pc:chgData name="박경찬(KYOUNGCHAN PARK)[park.kc]/팀장/제조DX.제조DX솔루션.추적솔루션개발팀" userId="e138e4af-6173-47cb-8422-ef183f7b2c63" providerId="ADAL" clId="{AA731627-46EC-4383-BD87-5811EED5602D}" dt="2026-07-15T09:12:54.444" v="1"/>
        <pc:sldMkLst>
          <pc:docMk/>
          <pc:sldMk cId="1866426398" sldId="267"/>
        </pc:sldMkLst>
      </pc:sldChg>
      <pc:sldChg chg="modSp mod">
        <pc:chgData name="박경찬(KYOUNGCHAN PARK)[park.kc]/팀장/제조DX.제조DX솔루션.추적솔루션개발팀" userId="e138e4af-6173-47cb-8422-ef183f7b2c63" providerId="ADAL" clId="{AA731627-46EC-4383-BD87-5811EED5602D}" dt="2026-07-15T23:46:52.620" v="10"/>
        <pc:sldMkLst>
          <pc:docMk/>
          <pc:sldMk cId="447217772" sldId="279"/>
        </pc:sldMkLst>
        <pc:spChg chg="mod">
          <ac:chgData name="박경찬(KYOUNGCHAN PARK)[park.kc]/팀장/제조DX.제조DX솔루션.추적솔루션개발팀" userId="e138e4af-6173-47cb-8422-ef183f7b2c63" providerId="ADAL" clId="{AA731627-46EC-4383-BD87-5811EED5602D}" dt="2026-07-15T23:46:36.172" v="9" actId="6549"/>
          <ac:spMkLst>
            <pc:docMk/>
            <pc:sldMk cId="447217772" sldId="279"/>
            <ac:spMk id="4" creationId="{01A9972C-912C-D4D6-7371-FDEB8083BB52}"/>
          </ac:spMkLst>
        </pc:spChg>
        <pc:graphicFrameChg chg="mod">
          <ac:chgData name="박경찬(KYOUNGCHAN PARK)[park.kc]/팀장/제조DX.제조DX솔루션.추적솔루션개발팀" userId="e138e4af-6173-47cb-8422-ef183f7b2c63" providerId="ADAL" clId="{AA731627-46EC-4383-BD87-5811EED5602D}" dt="2026-07-15T23:46:52.620" v="10"/>
          <ac:graphicFrameMkLst>
            <pc:docMk/>
            <pc:sldMk cId="447217772" sldId="279"/>
            <ac:graphicFrameMk id="2" creationId="{29E34190-670E-8138-9058-C8A6221C765B}"/>
          </ac:graphicFrameMkLst>
        </pc:graphicFrameChg>
      </pc:sldChg>
      <pc:sldChg chg="modSp mod">
        <pc:chgData name="박경찬(KYOUNGCHAN PARK)[park.kc]/팀장/제조DX.제조DX솔루션.추적솔루션개발팀" userId="e138e4af-6173-47cb-8422-ef183f7b2c63" providerId="ADAL" clId="{AA731627-46EC-4383-BD87-5811EED5602D}" dt="2026-07-15T23:49:13.883" v="54" actId="6549"/>
        <pc:sldMkLst>
          <pc:docMk/>
          <pc:sldMk cId="1126456928" sldId="283"/>
        </pc:sldMkLst>
        <pc:spChg chg="mod">
          <ac:chgData name="박경찬(KYOUNGCHAN PARK)[park.kc]/팀장/제조DX.제조DX솔루션.추적솔루션개발팀" userId="e138e4af-6173-47cb-8422-ef183f7b2c63" providerId="ADAL" clId="{AA731627-46EC-4383-BD87-5811EED5602D}" dt="2026-07-15T23:49:13.883" v="54" actId="6549"/>
          <ac:spMkLst>
            <pc:docMk/>
            <pc:sldMk cId="1126456928" sldId="283"/>
            <ac:spMk id="24" creationId="{290D19FA-7BB4-92F5-9817-AEE6D76297EA}"/>
          </ac:spMkLst>
        </pc:spChg>
      </pc:sldChg>
      <pc:sldChg chg="modSp mod">
        <pc:chgData name="박경찬(KYOUNGCHAN PARK)[park.kc]/팀장/제조DX.제조DX솔루션.추적솔루션개발팀" userId="e138e4af-6173-47cb-8422-ef183f7b2c63" providerId="ADAL" clId="{AA731627-46EC-4383-BD87-5811EED5602D}" dt="2026-07-15T23:47:19.573" v="14" actId="6549"/>
        <pc:sldMkLst>
          <pc:docMk/>
          <pc:sldMk cId="3147894625" sldId="284"/>
        </pc:sldMkLst>
        <pc:spChg chg="mod">
          <ac:chgData name="박경찬(KYOUNGCHAN PARK)[park.kc]/팀장/제조DX.제조DX솔루션.추적솔루션개발팀" userId="e138e4af-6173-47cb-8422-ef183f7b2c63" providerId="ADAL" clId="{AA731627-46EC-4383-BD87-5811EED5602D}" dt="2026-07-15T23:47:16.331" v="11"/>
          <ac:spMkLst>
            <pc:docMk/>
            <pc:sldMk cId="3147894625" sldId="284"/>
            <ac:spMk id="7" creationId="{BA910CD7-E9CF-953B-5522-AC8930FB5FE7}"/>
          </ac:spMkLst>
        </pc:spChg>
        <pc:spChg chg="mod">
          <ac:chgData name="박경찬(KYOUNGCHAN PARK)[park.kc]/팀장/제조DX.제조DX솔루션.추적솔루션개발팀" userId="e138e4af-6173-47cb-8422-ef183f7b2c63" providerId="ADAL" clId="{AA731627-46EC-4383-BD87-5811EED5602D}" dt="2026-07-15T23:47:19.573" v="14" actId="6549"/>
          <ac:spMkLst>
            <pc:docMk/>
            <pc:sldMk cId="3147894625" sldId="284"/>
            <ac:spMk id="9" creationId="{1A064BA9-9B98-338B-D5F8-37689F43EA46}"/>
          </ac:spMkLst>
        </pc:spChg>
      </pc:sldChg>
      <pc:sldChg chg="modSp mod">
        <pc:chgData name="박경찬(KYOUNGCHAN PARK)[park.kc]/팀장/제조DX.제조DX솔루션.추적솔루션개발팀" userId="e138e4af-6173-47cb-8422-ef183f7b2c63" providerId="ADAL" clId="{AA731627-46EC-4383-BD87-5811EED5602D}" dt="2026-07-15T23:46:10.915" v="4" actId="20577"/>
        <pc:sldMkLst>
          <pc:docMk/>
          <pc:sldMk cId="2559780372" sldId="2147481944"/>
        </pc:sldMkLst>
        <pc:spChg chg="mod">
          <ac:chgData name="박경찬(KYOUNGCHAN PARK)[park.kc]/팀장/제조DX.제조DX솔루션.추적솔루션개발팀" userId="e138e4af-6173-47cb-8422-ef183f7b2c63" providerId="ADAL" clId="{AA731627-46EC-4383-BD87-5811EED5602D}" dt="2026-07-15T23:46:10.915" v="4" actId="20577"/>
          <ac:spMkLst>
            <pc:docMk/>
            <pc:sldMk cId="2559780372" sldId="2147481944"/>
            <ac:spMk id="22" creationId="{81B17DB2-3DCC-4A8F-9347-F9695BEF8B6D}"/>
          </ac:spMkLst>
        </pc:spChg>
      </pc:sldChg>
      <pc:sldChg chg="modSp mod">
        <pc:chgData name="박경찬(KYOUNGCHAN PARK)[park.kc]/팀장/제조DX.제조DX솔루션.추적솔루션개발팀" userId="e138e4af-6173-47cb-8422-ef183f7b2c63" providerId="ADAL" clId="{AA731627-46EC-4383-BD87-5811EED5602D}" dt="2026-07-15T23:46:16.330" v="6" actId="20577"/>
        <pc:sldMkLst>
          <pc:docMk/>
          <pc:sldMk cId="593023446" sldId="2147482183"/>
        </pc:sldMkLst>
        <pc:spChg chg="mod">
          <ac:chgData name="박경찬(KYOUNGCHAN PARK)[park.kc]/팀장/제조DX.제조DX솔루션.추적솔루션개발팀" userId="e138e4af-6173-47cb-8422-ef183f7b2c63" providerId="ADAL" clId="{AA731627-46EC-4383-BD87-5811EED5602D}" dt="2026-07-15T23:46:16.330" v="6" actId="20577"/>
          <ac:spMkLst>
            <pc:docMk/>
            <pc:sldMk cId="593023446" sldId="2147482183"/>
            <ac:spMk id="22" creationId="{81B17DB2-3DCC-4A8F-9347-F9695BEF8B6D}"/>
          </ac:spMkLst>
        </pc:spChg>
      </pc:sldChg>
      <pc:sldChg chg="modSp mod">
        <pc:chgData name="박경찬(KYOUNGCHAN PARK)[park.kc]/팀장/제조DX.제조DX솔루션.추적솔루션개발팀" userId="e138e4af-6173-47cb-8422-ef183f7b2c63" providerId="ADAL" clId="{AA731627-46EC-4383-BD87-5811EED5602D}" dt="2026-07-15T23:46:01.441" v="2" actId="20577"/>
        <pc:sldMkLst>
          <pc:docMk/>
          <pc:sldMk cId="1902114785" sldId="2147482700"/>
        </pc:sldMkLst>
        <pc:spChg chg="mod">
          <ac:chgData name="박경찬(KYOUNGCHAN PARK)[park.kc]/팀장/제조DX.제조DX솔루션.추적솔루션개발팀" userId="e138e4af-6173-47cb-8422-ef183f7b2c63" providerId="ADAL" clId="{AA731627-46EC-4383-BD87-5811EED5602D}" dt="2026-07-15T23:46:01.441" v="2" actId="20577"/>
          <ac:spMkLst>
            <pc:docMk/>
            <pc:sldMk cId="1902114785" sldId="2147482700"/>
            <ac:spMk id="8" creationId="{73D5B63D-7573-426A-7209-DD6FF5A3BE8B}"/>
          </ac:spMkLst>
        </pc:spChg>
      </pc:sldChg>
    </pc:docChg>
  </pc:docChgLst>
  <pc:docChgLst>
    <pc:chgData name="김지원(JIWON KIM)[jiwonkim]/사원/제조DX.제조DX솔루션.제조빅데이터분석2팀" userId="943d6483-24ce-443d-b7b2-0672c51f7cc5" providerId="ADAL" clId="{F2BE56AC-FA39-456F-A90F-9240CA1666B2}"/>
    <pc:docChg chg="undo custSel addSld delSld modSld modSection">
      <pc:chgData name="김지원(JIWON KIM)[jiwonkim]/사원/제조DX.제조DX솔루션.제조빅데이터분석2팀" userId="943d6483-24ce-443d-b7b2-0672c51f7cc5" providerId="ADAL" clId="{F2BE56AC-FA39-456F-A90F-9240CA1666B2}" dt="2026-07-15T05:48:44.968" v="1376" actId="1076"/>
      <pc:docMkLst>
        <pc:docMk/>
      </pc:docMkLst>
      <pc:sldChg chg="modSp mod">
        <pc:chgData name="김지원(JIWON KIM)[jiwonkim]/사원/제조DX.제조DX솔루션.제조빅데이터분석2팀" userId="943d6483-24ce-443d-b7b2-0672c51f7cc5" providerId="ADAL" clId="{F2BE56AC-FA39-456F-A90F-9240CA1666B2}" dt="2026-07-15T05:36:23.315" v="269" actId="20577"/>
        <pc:sldMkLst>
          <pc:docMk/>
          <pc:sldMk cId="2316390563" sldId="305"/>
        </pc:sldMkLst>
        <pc:spChg chg="mod">
          <ac:chgData name="김지원(JIWON KIM)[jiwonkim]/사원/제조DX.제조DX솔루션.제조빅데이터분석2팀" userId="943d6483-24ce-443d-b7b2-0672c51f7cc5" providerId="ADAL" clId="{F2BE56AC-FA39-456F-A90F-9240CA1666B2}" dt="2026-07-15T05:36:23.315" v="269" actId="20577"/>
          <ac:spMkLst>
            <pc:docMk/>
            <pc:sldMk cId="2316390563" sldId="305"/>
            <ac:spMk id="17" creationId="{3FCB8C80-2818-4DE5-8D06-0CBBB3D9AE54}"/>
          </ac:spMkLst>
        </pc:spChg>
      </pc:sldChg>
      <pc:sldChg chg="addSp delSp modSp add mod">
        <pc:chgData name="김지원(JIWON KIM)[jiwonkim]/사원/제조DX.제조DX솔루션.제조빅데이터분석2팀" userId="943d6483-24ce-443d-b7b2-0672c51f7cc5" providerId="ADAL" clId="{F2BE56AC-FA39-456F-A90F-9240CA1666B2}" dt="2026-07-15T05:33:10.315" v="247" actId="21"/>
        <pc:sldMkLst>
          <pc:docMk/>
          <pc:sldMk cId="4200047688" sldId="325"/>
        </pc:sldMkLst>
        <pc:spChg chg="add del mod">
          <ac:chgData name="김지원(JIWON KIM)[jiwonkim]/사원/제조DX.제조DX솔루션.제조빅데이터분석2팀" userId="943d6483-24ce-443d-b7b2-0672c51f7cc5" providerId="ADAL" clId="{F2BE56AC-FA39-456F-A90F-9240CA1666B2}" dt="2026-07-15T05:33:10.315" v="247" actId="21"/>
          <ac:spMkLst>
            <pc:docMk/>
            <pc:sldMk cId="4200047688" sldId="325"/>
            <ac:spMk id="2" creationId="{6DD544ED-FE8F-D6EA-437A-1B56B43ADA2E}"/>
          </ac:spMkLst>
        </pc:spChg>
        <pc:spChg chg="add del mod">
          <ac:chgData name="김지원(JIWON KIM)[jiwonkim]/사원/제조DX.제조DX솔루션.제조빅데이터분석2팀" userId="943d6483-24ce-443d-b7b2-0672c51f7cc5" providerId="ADAL" clId="{F2BE56AC-FA39-456F-A90F-9240CA1666B2}" dt="2026-07-15T05:33:10.315" v="247" actId="21"/>
          <ac:spMkLst>
            <pc:docMk/>
            <pc:sldMk cId="4200047688" sldId="325"/>
            <ac:spMk id="14" creationId="{41BA9E13-1264-6339-B992-97C59E5BC9A8}"/>
          </ac:spMkLst>
        </pc:spChg>
      </pc:sldChg>
      <pc:sldChg chg="modSp mod">
        <pc:chgData name="김지원(JIWON KIM)[jiwonkim]/사원/제조DX.제조DX솔루션.제조빅데이터분석2팀" userId="943d6483-24ce-443d-b7b2-0672c51f7cc5" providerId="ADAL" clId="{F2BE56AC-FA39-456F-A90F-9240CA1666B2}" dt="2026-07-15T05:48:44.968" v="1376" actId="1076"/>
        <pc:sldMkLst>
          <pc:docMk/>
          <pc:sldMk cId="3410703132" sldId="326"/>
        </pc:sldMkLst>
        <pc:graphicFrameChg chg="mod modGraphic">
          <ac:chgData name="김지원(JIWON KIM)[jiwonkim]/사원/제조DX.제조DX솔루션.제조빅데이터분석2팀" userId="943d6483-24ce-443d-b7b2-0672c51f7cc5" providerId="ADAL" clId="{F2BE56AC-FA39-456F-A90F-9240CA1666B2}" dt="2026-07-15T05:48:24.678" v="1372" actId="255"/>
          <ac:graphicFrameMkLst>
            <pc:docMk/>
            <pc:sldMk cId="3410703132" sldId="326"/>
            <ac:graphicFrameMk id="7" creationId="{3E86696F-E35A-4B06-9B46-63A4A6A986C1}"/>
          </ac:graphicFrameMkLst>
        </pc:graphicFrameChg>
      </pc:sldChg>
      <pc:sldChg chg="addSp delSp modSp add mod">
        <pc:chgData name="김지원(JIWON KIM)[jiwonkim]/사원/제조DX.제조DX솔루션.제조빅데이터분석2팀" userId="943d6483-24ce-443d-b7b2-0672c51f7cc5" providerId="ADAL" clId="{F2BE56AC-FA39-456F-A90F-9240CA1666B2}" dt="2026-07-15T05:33:54.469" v="265" actId="404"/>
        <pc:sldMkLst>
          <pc:docMk/>
          <pc:sldMk cId="2074215550" sldId="327"/>
        </pc:sldMkLst>
        <pc:spChg chg="mod">
          <ac:chgData name="김지원(JIWON KIM)[jiwonkim]/사원/제조DX.제조DX솔루션.제조빅데이터분석2팀" userId="943d6483-24ce-443d-b7b2-0672c51f7cc5" providerId="ADAL" clId="{F2BE56AC-FA39-456F-A90F-9240CA1666B2}" dt="2026-07-15T05:33:54.469" v="265" actId="404"/>
          <ac:spMkLst>
            <pc:docMk/>
            <pc:sldMk cId="2074215550" sldId="327"/>
            <ac:spMk id="3" creationId="{FA75F802-DCF7-199D-B5EE-FDF4D6CC49DB}"/>
          </ac:spMkLst>
        </pc:spChg>
        <pc:spChg chg="add mod">
          <ac:chgData name="김지원(JIWON KIM)[jiwonkim]/사원/제조DX.제조DX솔루션.제조빅데이터분석2팀" userId="943d6483-24ce-443d-b7b2-0672c51f7cc5" providerId="ADAL" clId="{F2BE56AC-FA39-456F-A90F-9240CA1666B2}" dt="2026-07-15T05:33:51.107" v="263" actId="1076"/>
          <ac:spMkLst>
            <pc:docMk/>
            <pc:sldMk cId="2074215550" sldId="327"/>
            <ac:spMk id="7" creationId="{AF9F8C4C-8B58-928D-24FA-F6DBC5216E6E}"/>
          </ac:spMkLst>
        </pc:spChg>
        <pc:spChg chg="add mod">
          <ac:chgData name="김지원(JIWON KIM)[jiwonkim]/사원/제조DX.제조DX솔루션.제조빅데이터분석2팀" userId="943d6483-24ce-443d-b7b2-0672c51f7cc5" providerId="ADAL" clId="{F2BE56AC-FA39-456F-A90F-9240CA1666B2}" dt="2026-07-15T05:33:23.858" v="251"/>
          <ac:spMkLst>
            <pc:docMk/>
            <pc:sldMk cId="2074215550" sldId="327"/>
            <ac:spMk id="9" creationId="{B32AD468-80F2-F19E-0625-6114DEDD2D8B}"/>
          </ac:spMkLst>
        </pc:spChg>
      </pc:sldChg>
      <pc:sldChg chg="modSp mod modShow">
        <pc:chgData name="김지원(JIWON KIM)[jiwonkim]/사원/제조DX.제조DX솔루션.제조빅데이터분석2팀" userId="943d6483-24ce-443d-b7b2-0672c51f7cc5" providerId="ADAL" clId="{F2BE56AC-FA39-456F-A90F-9240CA1666B2}" dt="2026-07-15T05:36:14.939" v="267" actId="729"/>
        <pc:sldMkLst>
          <pc:docMk/>
          <pc:sldMk cId="2711025772" sldId="2147482692"/>
        </pc:sldMkLst>
        <pc:spChg chg="mod">
          <ac:chgData name="김지원(JIWON KIM)[jiwonkim]/사원/제조DX.제조DX솔루션.제조빅데이터분석2팀" userId="943d6483-24ce-443d-b7b2-0672c51f7cc5" providerId="ADAL" clId="{F2BE56AC-FA39-456F-A90F-9240CA1666B2}" dt="2026-07-15T05:25:39.490" v="15" actId="20577"/>
          <ac:spMkLst>
            <pc:docMk/>
            <pc:sldMk cId="2711025772" sldId="2147482692"/>
            <ac:spMk id="17" creationId="{3FCB8C80-2818-4DE5-8D06-0CBBB3D9AE54}"/>
          </ac:spMkLst>
        </pc:spChg>
        <pc:graphicFrameChg chg="modGraphic">
          <ac:chgData name="김지원(JIWON KIM)[jiwonkim]/사원/제조DX.제조DX솔루션.제조빅데이터분석2팀" userId="943d6483-24ce-443d-b7b2-0672c51f7cc5" providerId="ADAL" clId="{F2BE56AC-FA39-456F-A90F-9240CA1666B2}" dt="2026-07-15T05:30:59.434" v="231" actId="20577"/>
          <ac:graphicFrameMkLst>
            <pc:docMk/>
            <pc:sldMk cId="2711025772" sldId="2147482692"/>
            <ac:graphicFrameMk id="7" creationId="{3E86696F-E35A-4B06-9B46-63A4A6A986C1}"/>
          </ac:graphicFrameMkLst>
        </pc:graphicFrameChg>
      </pc:sldChg>
      <pc:sldChg chg="modSp mod">
        <pc:chgData name="김지원(JIWON KIM)[jiwonkim]/사원/제조DX.제조DX솔루션.제조빅데이터분석2팀" userId="943d6483-24ce-443d-b7b2-0672c51f7cc5" providerId="ADAL" clId="{F2BE56AC-FA39-456F-A90F-9240CA1666B2}" dt="2026-07-15T05:36:27.174" v="270" actId="20577"/>
        <pc:sldMkLst>
          <pc:docMk/>
          <pc:sldMk cId="3807737962" sldId="2147483554"/>
        </pc:sldMkLst>
        <pc:spChg chg="mod">
          <ac:chgData name="김지원(JIWON KIM)[jiwonkim]/사원/제조DX.제조DX솔루션.제조빅데이터분석2팀" userId="943d6483-24ce-443d-b7b2-0672c51f7cc5" providerId="ADAL" clId="{F2BE56AC-FA39-456F-A90F-9240CA1666B2}" dt="2026-07-15T05:36:27.174" v="270" actId="20577"/>
          <ac:spMkLst>
            <pc:docMk/>
            <pc:sldMk cId="3807737962" sldId="2147483554"/>
            <ac:spMk id="17" creationId="{3FCB8C80-2818-4DE5-8D06-0CBBB3D9AE54}"/>
          </ac:spMkLst>
        </pc:spChg>
      </pc:sldChg>
    </pc:docChg>
  </pc:docChgLst>
  <pc:docChgLst>
    <pc:chgData name="임성묵(SUNGMOOK LIM)[muksung0084]/선임/제조DX.제조DX솔루션.제조빅데이터분석2팀" userId="caabadf1-d768-4a71-b809-79647c0ca9fa" providerId="ADAL" clId="{9045D894-15BC-41B0-BDB5-3C1DD28665BB}"/>
    <pc:docChg chg="undo custSel modSld">
      <pc:chgData name="임성묵(SUNGMOOK LIM)[muksung0084]/선임/제조DX.제조DX솔루션.제조빅데이터분석2팀" userId="caabadf1-d768-4a71-b809-79647c0ca9fa" providerId="ADAL" clId="{9045D894-15BC-41B0-BDB5-3C1DD28665BB}" dt="2026-07-22T04:48:00.371" v="977" actId="20577"/>
      <pc:docMkLst>
        <pc:docMk/>
      </pc:docMkLst>
      <pc:sldChg chg="addSp delSp modSp mod">
        <pc:chgData name="임성묵(SUNGMOOK LIM)[muksung0084]/선임/제조DX.제조DX솔루션.제조빅데이터분석2팀" userId="caabadf1-d768-4a71-b809-79647c0ca9fa" providerId="ADAL" clId="{9045D894-15BC-41B0-BDB5-3C1DD28665BB}" dt="2026-07-22T04:45:20.728" v="933" actId="20577"/>
        <pc:sldMkLst>
          <pc:docMk/>
          <pc:sldMk cId="2470925023" sldId="2147482223"/>
        </pc:sldMkLst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44:16.408" v="781" actId="1076"/>
          <ac:spMkLst>
            <pc:docMk/>
            <pc:sldMk cId="2470925023" sldId="2147482223"/>
            <ac:spMk id="7" creationId="{9C727DE2-4F65-884D-0E0E-F6404E5270EA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41:12.601" v="555" actId="20577"/>
          <ac:spMkLst>
            <pc:docMk/>
            <pc:sldMk cId="2470925023" sldId="2147482223"/>
            <ac:spMk id="11" creationId="{C2183B71-80F4-FA4C-0784-6BC7F12D1585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34:15.883" v="9" actId="20577"/>
          <ac:spMkLst>
            <pc:docMk/>
            <pc:sldMk cId="2470925023" sldId="2147482223"/>
            <ac:spMk id="18" creationId="{CD6FE8C4-D3CA-4ACB-997B-147E1EDF00F6}"/>
          </ac:spMkLst>
        </pc:spChg>
        <pc:spChg chg="add mod">
          <ac:chgData name="임성묵(SUNGMOOK LIM)[muksung0084]/선임/제조DX.제조DX솔루션.제조빅데이터분석2팀" userId="caabadf1-d768-4a71-b809-79647c0ca9fa" providerId="ADAL" clId="{9045D894-15BC-41B0-BDB5-3C1DD28665BB}" dt="2026-07-22T04:44:32.866" v="783" actId="207"/>
          <ac:spMkLst>
            <pc:docMk/>
            <pc:sldMk cId="2470925023" sldId="2147482223"/>
            <ac:spMk id="31" creationId="{25E407C0-74DF-9709-22B4-0D55BD5AED84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38:19.386" v="241" actId="1076"/>
          <ac:spMkLst>
            <pc:docMk/>
            <pc:sldMk cId="2470925023" sldId="2147482223"/>
            <ac:spMk id="35" creationId="{602EBBB0-584F-9976-A2E7-AAF7C63FB8B0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37:08.973" v="211" actId="403"/>
          <ac:spMkLst>
            <pc:docMk/>
            <pc:sldMk cId="2470925023" sldId="2147482223"/>
            <ac:spMk id="36" creationId="{DA714954-2BBC-6DCD-1FC8-AA138A3DCDA0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37:08.973" v="211" actId="403"/>
          <ac:spMkLst>
            <pc:docMk/>
            <pc:sldMk cId="2470925023" sldId="2147482223"/>
            <ac:spMk id="37" creationId="{8BB5EF21-A0D3-AE51-902E-26EA73C0DDED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37:08.973" v="211" actId="403"/>
          <ac:spMkLst>
            <pc:docMk/>
            <pc:sldMk cId="2470925023" sldId="2147482223"/>
            <ac:spMk id="38" creationId="{FDB2348B-9163-342D-3F8A-BC6CD194FD75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37:08.973" v="211" actId="403"/>
          <ac:spMkLst>
            <pc:docMk/>
            <pc:sldMk cId="2470925023" sldId="2147482223"/>
            <ac:spMk id="41" creationId="{4727EB8D-27C8-F274-E18D-9C0AE5C063DC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38:51.715" v="284" actId="1037"/>
          <ac:spMkLst>
            <pc:docMk/>
            <pc:sldMk cId="2470925023" sldId="2147482223"/>
            <ac:spMk id="42" creationId="{C96297FC-8861-CC46-5480-0DBABFBCE7B8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37:08.973" v="211" actId="403"/>
          <ac:spMkLst>
            <pc:docMk/>
            <pc:sldMk cId="2470925023" sldId="2147482223"/>
            <ac:spMk id="43" creationId="{2ADDE855-D1A9-31AB-7D02-5D1A6EDA1AEB}"/>
          </ac:spMkLst>
        </pc:spChg>
        <pc:spChg chg="add mod">
          <ac:chgData name="임성묵(SUNGMOOK LIM)[muksung0084]/선임/제조DX.제조DX솔루션.제조빅데이터분석2팀" userId="caabadf1-d768-4a71-b809-79647c0ca9fa" providerId="ADAL" clId="{9045D894-15BC-41B0-BDB5-3C1DD28665BB}" dt="2026-07-22T04:44:32.866" v="783" actId="207"/>
          <ac:spMkLst>
            <pc:docMk/>
            <pc:sldMk cId="2470925023" sldId="2147482223"/>
            <ac:spMk id="44" creationId="{D10E603D-55AB-4B5B-82D9-BB6C224B0E44}"/>
          </ac:spMkLst>
        </pc:spChg>
        <pc:spChg chg="add mod">
          <ac:chgData name="임성묵(SUNGMOOK LIM)[muksung0084]/선임/제조DX.제조DX솔루션.제조빅데이터분석2팀" userId="caabadf1-d768-4a71-b809-79647c0ca9fa" providerId="ADAL" clId="{9045D894-15BC-41B0-BDB5-3C1DD28665BB}" dt="2026-07-22T04:44:39.464" v="784" actId="1076"/>
          <ac:spMkLst>
            <pc:docMk/>
            <pc:sldMk cId="2470925023" sldId="2147482223"/>
            <ac:spMk id="45" creationId="{58FECB52-DD44-F5B3-7DF5-108328563ACA}"/>
          </ac:spMkLst>
        </pc:spChg>
        <pc:spChg chg="add mod">
          <ac:chgData name="임성묵(SUNGMOOK LIM)[muksung0084]/선임/제조DX.제조DX솔루션.제조빅데이터분석2팀" userId="caabadf1-d768-4a71-b809-79647c0ca9fa" providerId="ADAL" clId="{9045D894-15BC-41B0-BDB5-3C1DD28665BB}" dt="2026-07-22T04:44:13.668" v="780" actId="1076"/>
          <ac:spMkLst>
            <pc:docMk/>
            <pc:sldMk cId="2470925023" sldId="2147482223"/>
            <ac:spMk id="46" creationId="{25C3D91C-AF6D-4395-AE03-1C67DD387C66}"/>
          </ac:spMkLst>
        </pc:spChg>
        <pc:grpChg chg="add mod">
          <ac:chgData name="임성묵(SUNGMOOK LIM)[muksung0084]/선임/제조DX.제조DX솔루션.제조빅데이터분석2팀" userId="caabadf1-d768-4a71-b809-79647c0ca9fa" providerId="ADAL" clId="{9045D894-15BC-41B0-BDB5-3C1DD28665BB}" dt="2026-07-22T04:40:15.650" v="469" actId="1037"/>
          <ac:grpSpMkLst>
            <pc:docMk/>
            <pc:sldMk cId="2470925023" sldId="2147482223"/>
            <ac:grpSpMk id="33" creationId="{ADBF2D66-8DD8-A5A6-D610-50D1B5DE4554}"/>
          </ac:grpSpMkLst>
        </pc:grpChg>
        <pc:grpChg chg="add mod">
          <ac:chgData name="임성묵(SUNGMOOK LIM)[muksung0084]/선임/제조DX.제조DX솔루션.제조빅데이터분석2팀" userId="caabadf1-d768-4a71-b809-79647c0ca9fa" providerId="ADAL" clId="{9045D894-15BC-41B0-BDB5-3C1DD28665BB}" dt="2026-07-22T04:39:41.141" v="316" actId="1035"/>
          <ac:grpSpMkLst>
            <pc:docMk/>
            <pc:sldMk cId="2470925023" sldId="2147482223"/>
            <ac:grpSpMk id="39" creationId="{982712DE-5CF1-84A8-8431-5EBB13F67579}"/>
          </ac:grpSpMkLst>
        </pc:grpChg>
        <pc:graphicFrameChg chg="mod modGraphic">
          <ac:chgData name="임성묵(SUNGMOOK LIM)[muksung0084]/선임/제조DX.제조DX솔루션.제조빅데이터분석2팀" userId="caabadf1-d768-4a71-b809-79647c0ca9fa" providerId="ADAL" clId="{9045D894-15BC-41B0-BDB5-3C1DD28665BB}" dt="2026-07-22T04:43:30.777" v="685" actId="207"/>
          <ac:graphicFrameMkLst>
            <pc:docMk/>
            <pc:sldMk cId="2470925023" sldId="2147482223"/>
            <ac:graphicFrameMk id="2" creationId="{5E211AA2-28C5-2BA3-AE11-A185334FC7F1}"/>
          </ac:graphicFrameMkLst>
        </pc:graphicFrameChg>
        <pc:graphicFrameChg chg="mod modGraphic">
          <ac:chgData name="임성묵(SUNGMOOK LIM)[muksung0084]/선임/제조DX.제조DX솔루션.제조빅데이터분석2팀" userId="caabadf1-d768-4a71-b809-79647c0ca9fa" providerId="ADAL" clId="{9045D894-15BC-41B0-BDB5-3C1DD28665BB}" dt="2026-07-22T04:45:20.728" v="933" actId="20577"/>
          <ac:graphicFrameMkLst>
            <pc:docMk/>
            <pc:sldMk cId="2470925023" sldId="2147482223"/>
            <ac:graphicFrameMk id="24" creationId="{CB1E1DE9-356B-4185-A911-636EBB599881}"/>
          </ac:graphicFrameMkLst>
        </pc:graphicFrameChg>
        <pc:graphicFrameChg chg="add mod modGraphic">
          <ac:chgData name="임성묵(SUNGMOOK LIM)[muksung0084]/선임/제조DX.제조DX솔루션.제조빅데이터분석2팀" userId="caabadf1-d768-4a71-b809-79647c0ca9fa" providerId="ADAL" clId="{9045D894-15BC-41B0-BDB5-3C1DD28665BB}" dt="2026-07-22T04:40:54.215" v="548" actId="1076"/>
          <ac:graphicFrameMkLst>
            <pc:docMk/>
            <pc:sldMk cId="2470925023" sldId="2147482223"/>
            <ac:graphicFrameMk id="30" creationId="{55F6F316-8CF0-5956-523B-9959E4F9B893}"/>
          </ac:graphicFrameMkLst>
        </pc:graphicFrameChg>
        <pc:picChg chg="mod">
          <ac:chgData name="임성묵(SUNGMOOK LIM)[muksung0084]/선임/제조DX.제조DX솔루션.제조빅데이터분석2팀" userId="caabadf1-d768-4a71-b809-79647c0ca9fa" providerId="ADAL" clId="{9045D894-15BC-41B0-BDB5-3C1DD28665BB}" dt="2026-07-22T04:36:54.635" v="200"/>
          <ac:picMkLst>
            <pc:docMk/>
            <pc:sldMk cId="2470925023" sldId="2147482223"/>
            <ac:picMk id="34" creationId="{BBB39B89-1658-9AAE-552C-DD9613282F77}"/>
          </ac:picMkLst>
        </pc:picChg>
        <pc:picChg chg="mod">
          <ac:chgData name="임성묵(SUNGMOOK LIM)[muksung0084]/선임/제조DX.제조DX솔루션.제조빅데이터분석2팀" userId="caabadf1-d768-4a71-b809-79647c0ca9fa" providerId="ADAL" clId="{9045D894-15BC-41B0-BDB5-3C1DD28665BB}" dt="2026-07-22T04:36:54.635" v="200"/>
          <ac:picMkLst>
            <pc:docMk/>
            <pc:sldMk cId="2470925023" sldId="2147482223"/>
            <ac:picMk id="40" creationId="{CF21BD87-1E04-9B3B-4876-0AC40181FEEE}"/>
          </ac:picMkLst>
        </pc:picChg>
      </pc:sldChg>
      <pc:sldChg chg="modSp mod">
        <pc:chgData name="임성묵(SUNGMOOK LIM)[muksung0084]/선임/제조DX.제조DX솔루션.제조빅데이터분석2팀" userId="caabadf1-d768-4a71-b809-79647c0ca9fa" providerId="ADAL" clId="{9045D894-15BC-41B0-BDB5-3C1DD28665BB}" dt="2026-07-22T04:48:00.371" v="977" actId="20577"/>
        <pc:sldMkLst>
          <pc:docMk/>
          <pc:sldMk cId="1583628032" sldId="2147482224"/>
        </pc:sldMkLst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46:05.356" v="942" actId="20577"/>
          <ac:spMkLst>
            <pc:docMk/>
            <pc:sldMk cId="1583628032" sldId="2147482224"/>
            <ac:spMk id="2" creationId="{85F704CE-CDBB-23C0-2A27-DBB9E27DE583}"/>
          </ac:spMkLst>
        </pc:spChg>
        <pc:spChg chg="mod">
          <ac:chgData name="임성묵(SUNGMOOK LIM)[muksung0084]/선임/제조DX.제조DX솔루션.제조빅데이터분석2팀" userId="caabadf1-d768-4a71-b809-79647c0ca9fa" providerId="ADAL" clId="{9045D894-15BC-41B0-BDB5-3C1DD28665BB}" dt="2026-07-22T04:46:11.787" v="956" actId="20577"/>
          <ac:spMkLst>
            <pc:docMk/>
            <pc:sldMk cId="1583628032" sldId="2147482224"/>
            <ac:spMk id="18" creationId="{CD6FE8C4-D3CA-4ACB-997B-147E1EDF00F6}"/>
          </ac:spMkLst>
        </pc:spChg>
        <pc:graphicFrameChg chg="mod modGraphic">
          <ac:chgData name="임성묵(SUNGMOOK LIM)[muksung0084]/선임/제조DX.제조DX솔루션.제조빅데이터분석2팀" userId="caabadf1-d768-4a71-b809-79647c0ca9fa" providerId="ADAL" clId="{9045D894-15BC-41B0-BDB5-3C1DD28665BB}" dt="2026-07-22T04:47:50.185" v="973" actId="20577"/>
          <ac:graphicFrameMkLst>
            <pc:docMk/>
            <pc:sldMk cId="1583628032" sldId="2147482224"/>
            <ac:graphicFrameMk id="8" creationId="{AFD2DECE-A7E1-5140-7645-B384AC43DFAB}"/>
          </ac:graphicFrameMkLst>
        </pc:graphicFrameChg>
        <pc:graphicFrameChg chg="modGraphic">
          <ac:chgData name="임성묵(SUNGMOOK LIM)[muksung0084]/선임/제조DX.제조DX솔루션.제조빅데이터분석2팀" userId="caabadf1-d768-4a71-b809-79647c0ca9fa" providerId="ADAL" clId="{9045D894-15BC-41B0-BDB5-3C1DD28665BB}" dt="2026-07-22T04:48:00.371" v="977" actId="20577"/>
          <ac:graphicFrameMkLst>
            <pc:docMk/>
            <pc:sldMk cId="1583628032" sldId="2147482224"/>
            <ac:graphicFrameMk id="24" creationId="{CB1E1DE9-356B-4185-A911-636EBB599881}"/>
          </ac:graphicFrameMkLst>
        </pc:graphicFrameChg>
      </pc:sldChg>
    </pc:docChg>
  </pc:docChgLst>
  <pc:docChgLst>
    <pc:chgData name="서동민(DONGMIN SEO)[seodm]/책임/제조DX.제조DX솔루션.제조빅데이터분석1팀" userId="76da3594-28f0-492a-8a77-a4d7231a6557" providerId="ADAL" clId="{A10C7B72-F87F-44E8-9C3C-C07216FC962B}"/>
    <pc:docChg chg="undo custSel modSld">
      <pc:chgData name="서동민(DONGMIN SEO)[seodm]/책임/제조DX.제조DX솔루션.제조빅데이터분석1팀" userId="76da3594-28f0-492a-8a77-a4d7231a6557" providerId="ADAL" clId="{A10C7B72-F87F-44E8-9C3C-C07216FC962B}" dt="2026-07-23T00:04:36.790" v="10450" actId="167"/>
      <pc:docMkLst>
        <pc:docMk/>
      </pc:docMkLst>
      <pc:sldChg chg="addSp modSp mod">
        <pc:chgData name="서동민(DONGMIN SEO)[seodm]/책임/제조DX.제조DX솔루션.제조빅데이터분석1팀" userId="76da3594-28f0-492a-8a77-a4d7231a6557" providerId="ADAL" clId="{A10C7B72-F87F-44E8-9C3C-C07216FC962B}" dt="2026-07-22T12:52:34.592" v="9197" actId="20577"/>
        <pc:sldMkLst>
          <pc:docMk/>
          <pc:sldMk cId="1803197678" sldId="299"/>
        </pc:sldMkLst>
        <pc:spChg chg="add mod">
          <ac:chgData name="서동민(DONGMIN SEO)[seodm]/책임/제조DX.제조DX솔루션.제조빅데이터분석1팀" userId="76da3594-28f0-492a-8a77-a4d7231a6557" providerId="ADAL" clId="{A10C7B72-F87F-44E8-9C3C-C07216FC962B}" dt="2026-07-22T12:52:34.592" v="9197" actId="20577"/>
          <ac:spMkLst>
            <pc:docMk/>
            <pc:sldMk cId="1803197678" sldId="299"/>
            <ac:spMk id="2" creationId="{8DF6DB5A-92C7-20E3-0222-1C0B75091C8B}"/>
          </ac:spMkLst>
        </pc:spChg>
        <pc:spChg chg="mod">
          <ac:chgData name="서동민(DONGMIN SEO)[seodm]/책임/제조DX.제조DX솔루션.제조빅데이터분석1팀" userId="76da3594-28f0-492a-8a77-a4d7231a6557" providerId="ADAL" clId="{A10C7B72-F87F-44E8-9C3C-C07216FC962B}" dt="2026-07-22T12:34:56.879" v="6535" actId="20577"/>
          <ac:spMkLst>
            <pc:docMk/>
            <pc:sldMk cId="1803197678" sldId="299"/>
            <ac:spMk id="3" creationId="{0CC39962-AED9-0FD6-7F0C-29A8FBE67A4F}"/>
          </ac:spMkLst>
        </pc:spChg>
        <pc:graphicFrameChg chg="mod modGraphic">
          <ac:chgData name="서동민(DONGMIN SEO)[seodm]/책임/제조DX.제조DX솔루션.제조빅데이터분석1팀" userId="76da3594-28f0-492a-8a77-a4d7231a6557" providerId="ADAL" clId="{A10C7B72-F87F-44E8-9C3C-C07216FC962B}" dt="2026-07-22T12:50:52.015" v="9159" actId="20577"/>
          <ac:graphicFrameMkLst>
            <pc:docMk/>
            <pc:sldMk cId="1803197678" sldId="299"/>
            <ac:graphicFrameMk id="19" creationId="{3E86696F-E35A-4B06-9B46-63A4A6A986C1}"/>
          </ac:graphicFrameMkLst>
        </pc:graphicFrameChg>
        <pc:picChg chg="mod">
          <ac:chgData name="서동민(DONGMIN SEO)[seodm]/책임/제조DX.제조DX솔루션.제조빅데이터분석1팀" userId="76da3594-28f0-492a-8a77-a4d7231a6557" providerId="ADAL" clId="{A10C7B72-F87F-44E8-9C3C-C07216FC962B}" dt="2026-07-22T12:45:08.683" v="8821" actId="1076"/>
          <ac:picMkLst>
            <pc:docMk/>
            <pc:sldMk cId="1803197678" sldId="299"/>
            <ac:picMk id="6" creationId="{AD39362E-D72D-08A2-3B65-BD23D7468CB0}"/>
          </ac:picMkLst>
        </pc:picChg>
      </pc:sldChg>
      <pc:sldChg chg="modSp mod">
        <pc:chgData name="서동민(DONGMIN SEO)[seodm]/책임/제조DX.제조DX솔루션.제조빅데이터분석1팀" userId="76da3594-28f0-492a-8a77-a4d7231a6557" providerId="ADAL" clId="{A10C7B72-F87F-44E8-9C3C-C07216FC962B}" dt="2026-07-22T08:13:24.197" v="3" actId="14100"/>
        <pc:sldMkLst>
          <pc:docMk/>
          <pc:sldMk cId="637508443" sldId="328"/>
        </pc:sldMkLst>
        <pc:picChg chg="mod ord">
          <ac:chgData name="서동민(DONGMIN SEO)[seodm]/책임/제조DX.제조DX솔루션.제조빅데이터분석1팀" userId="76da3594-28f0-492a-8a77-a4d7231a6557" providerId="ADAL" clId="{A10C7B72-F87F-44E8-9C3C-C07216FC962B}" dt="2026-07-22T08:13:24.197" v="3" actId="14100"/>
          <ac:picMkLst>
            <pc:docMk/>
            <pc:sldMk cId="637508443" sldId="328"/>
            <ac:picMk id="4" creationId="{480CCD53-5FA4-C25F-FD86-71933E1982CC}"/>
          </ac:picMkLst>
        </pc:picChg>
      </pc:sldChg>
      <pc:sldChg chg="addSp delSp modSp mod">
        <pc:chgData name="서동민(DONGMIN SEO)[seodm]/책임/제조DX.제조DX솔루션.제조빅데이터분석1팀" userId="76da3594-28f0-492a-8a77-a4d7231a6557" providerId="ADAL" clId="{A10C7B72-F87F-44E8-9C3C-C07216FC962B}" dt="2026-07-23T00:04:36.790" v="10450" actId="167"/>
        <pc:sldMkLst>
          <pc:docMk/>
          <pc:sldMk cId="3138319042" sldId="2147482201"/>
        </pc:sldMkLst>
        <pc:spChg chg="mod">
          <ac:chgData name="서동민(DONGMIN SEO)[seodm]/책임/제조DX.제조DX솔루션.제조빅데이터분석1팀" userId="76da3594-28f0-492a-8a77-a4d7231a6557" providerId="ADAL" clId="{A10C7B72-F87F-44E8-9C3C-C07216FC962B}" dt="2026-07-22T10:41:49.164" v="3569"/>
          <ac:spMkLst>
            <pc:docMk/>
            <pc:sldMk cId="3138319042" sldId="2147482201"/>
            <ac:spMk id="2" creationId="{49E301A6-9A6B-D379-93CE-DF2478C01857}"/>
          </ac:spMkLst>
        </pc:spChg>
        <pc:spChg chg="mod">
          <ac:chgData name="서동민(DONGMIN SEO)[seodm]/책임/제조DX.제조DX솔루션.제조빅데이터분석1팀" userId="76da3594-28f0-492a-8a77-a4d7231a6557" providerId="ADAL" clId="{A10C7B72-F87F-44E8-9C3C-C07216FC962B}" dt="2026-07-23T00:04:21.576" v="10446" actId="20577"/>
          <ac:spMkLst>
            <pc:docMk/>
            <pc:sldMk cId="3138319042" sldId="2147482201"/>
            <ac:spMk id="17" creationId="{6C3BBE40-7449-303A-D8D1-336D49270DB6}"/>
          </ac:spMkLst>
        </pc:spChg>
      </pc:sldChg>
      <pc:sldChg chg="mod modShow">
        <pc:chgData name="서동민(DONGMIN SEO)[seodm]/책임/제조DX.제조DX솔루션.제조빅데이터분석1팀" userId="76da3594-28f0-492a-8a77-a4d7231a6557" providerId="ADAL" clId="{A10C7B72-F87F-44E8-9C3C-C07216FC962B}" dt="2026-07-22T08:21:28.844" v="4" actId="729"/>
        <pc:sldMkLst>
          <pc:docMk/>
          <pc:sldMk cId="3007496545" sldId="2147482202"/>
        </pc:sldMkLst>
      </pc:sldChg>
      <pc:sldChg chg="addSp delSp modSp mod">
        <pc:chgData name="서동민(DONGMIN SEO)[seodm]/책임/제조DX.제조DX솔루션.제조빅데이터분석1팀" userId="76da3594-28f0-492a-8a77-a4d7231a6557" providerId="ADAL" clId="{A10C7B72-F87F-44E8-9C3C-C07216FC962B}" dt="2026-07-22T11:23:53.549" v="6529" actId="20577"/>
        <pc:sldMkLst>
          <pc:docMk/>
          <pc:sldMk cId="3393013521" sldId="2147482258"/>
        </pc:sldMkLst>
        <pc:spChg chg="mod">
          <ac:chgData name="서동민(DONGMIN SEO)[seodm]/책임/제조DX.제조DX솔루션.제조빅데이터분석1팀" userId="76da3594-28f0-492a-8a77-a4d7231a6557" providerId="ADAL" clId="{A10C7B72-F87F-44E8-9C3C-C07216FC962B}" dt="2026-07-22T11:23:53.549" v="6529" actId="20577"/>
          <ac:spMkLst>
            <pc:docMk/>
            <pc:sldMk cId="3393013521" sldId="2147482258"/>
            <ac:spMk id="3" creationId="{9693D0C0-D94B-D08F-2AFD-BDB02EFF95BF}"/>
          </ac:spMkLst>
        </pc:spChg>
        <pc:spChg chg="mod">
          <ac:chgData name="서동민(DONGMIN SEO)[seodm]/책임/제조DX.제조DX솔루션.제조빅데이터분석1팀" userId="76da3594-28f0-492a-8a77-a4d7231a6557" providerId="ADAL" clId="{A10C7B72-F87F-44E8-9C3C-C07216FC962B}" dt="2026-07-22T10:41:53.161" v="3590" actId="20577"/>
          <ac:spMkLst>
            <pc:docMk/>
            <pc:sldMk cId="3393013521" sldId="2147482258"/>
            <ac:spMk id="4" creationId="{007CBE29-D203-CE9F-DC45-04D76D50BA0C}"/>
          </ac:spMkLst>
        </pc:spChg>
        <pc:spChg chg="mod">
          <ac:chgData name="서동민(DONGMIN SEO)[seodm]/책임/제조DX.제조DX솔루션.제조빅데이터분석1팀" userId="76da3594-28f0-492a-8a77-a4d7231a6557" providerId="ADAL" clId="{A10C7B72-F87F-44E8-9C3C-C07216FC962B}" dt="2026-07-22T10:37:22.686" v="3334" actId="14100"/>
          <ac:spMkLst>
            <pc:docMk/>
            <pc:sldMk cId="3393013521" sldId="2147482258"/>
            <ac:spMk id="6" creationId="{02CE0BA8-6AB4-36A3-D2FE-9D10264EF838}"/>
          </ac:spMkLst>
        </pc:spChg>
        <pc:spChg chg="mod">
          <ac:chgData name="서동민(DONGMIN SEO)[seodm]/책임/제조DX.제조DX솔루션.제조빅데이터분석1팀" userId="76da3594-28f0-492a-8a77-a4d7231a6557" providerId="ADAL" clId="{A10C7B72-F87F-44E8-9C3C-C07216FC962B}" dt="2026-07-22T10:37:36.647" v="3338" actId="20577"/>
          <ac:spMkLst>
            <pc:docMk/>
            <pc:sldMk cId="3393013521" sldId="2147482258"/>
            <ac:spMk id="18" creationId="{51BB22A4-C131-F038-43E8-90CD40BA05B9}"/>
          </ac:spMkLst>
        </pc:spChg>
      </pc:sldChg>
    </pc:docChg>
  </pc:docChgLst>
  <pc:docChgLst>
    <pc:chgData name="박경찬(KYOUNGCHAN PARK)[park.kc]/팀장/제조DX.제조DX솔루션.추적솔루션개발팀" userId="e138e4af-6173-47cb-8422-ef183f7b2c63" providerId="ADAL" clId="{D15C4DEC-F0A6-4B70-9CC4-B55568A239AB}"/>
    <pc:docChg chg="undo custSel modSld">
      <pc:chgData name="박경찬(KYOUNGCHAN PARK)[park.kc]/팀장/제조DX.제조DX솔루션.추적솔루션개발팀" userId="e138e4af-6173-47cb-8422-ef183f7b2c63" providerId="ADAL" clId="{D15C4DEC-F0A6-4B70-9CC4-B55568A239AB}" dt="2026-07-08T08:06:24.540" v="27" actId="167"/>
      <pc:docMkLst>
        <pc:docMk/>
      </pc:docMkLst>
      <pc:sldChg chg="addSp delSp modSp mod">
        <pc:chgData name="박경찬(KYOUNGCHAN PARK)[park.kc]/팀장/제조DX.제조DX솔루션.추적솔루션개발팀" userId="e138e4af-6173-47cb-8422-ef183f7b2c63" providerId="ADAL" clId="{D15C4DEC-F0A6-4B70-9CC4-B55568A239AB}" dt="2026-07-08T07:59:04.614" v="9" actId="166"/>
        <pc:sldMkLst>
          <pc:docMk/>
          <pc:sldMk cId="1777283650" sldId="263"/>
        </pc:sldMkLst>
        <pc:spChg chg="mod">
          <ac:chgData name="박경찬(KYOUNGCHAN PARK)[park.kc]/팀장/제조DX.제조DX솔루션.추적솔루션개발팀" userId="e138e4af-6173-47cb-8422-ef183f7b2c63" providerId="ADAL" clId="{D15C4DEC-F0A6-4B70-9CC4-B55568A239AB}" dt="2026-07-08T07:58:52.460" v="8" actId="14100"/>
          <ac:spMkLst>
            <pc:docMk/>
            <pc:sldMk cId="1777283650" sldId="263"/>
            <ac:spMk id="2" creationId="{A9E00575-4438-8041-A6F9-9D240245316B}"/>
          </ac:spMkLst>
        </pc:spChg>
        <pc:spChg chg="mod ord">
          <ac:chgData name="박경찬(KYOUNGCHAN PARK)[park.kc]/팀장/제조DX.제조DX솔루션.추적솔루션개발팀" userId="e138e4af-6173-47cb-8422-ef183f7b2c63" providerId="ADAL" clId="{D15C4DEC-F0A6-4B70-9CC4-B55568A239AB}" dt="2026-07-08T07:59:04.614" v="9" actId="166"/>
          <ac:spMkLst>
            <pc:docMk/>
            <pc:sldMk cId="1777283650" sldId="263"/>
            <ac:spMk id="7" creationId="{38CE986B-EEC7-925A-1C13-C9006D3B3F4D}"/>
          </ac:spMkLst>
        </pc:spChg>
        <pc:spChg chg="add mod">
          <ac:chgData name="박경찬(KYOUNGCHAN PARK)[park.kc]/팀장/제조DX.제조DX솔루션.추적솔루션개발팀" userId="e138e4af-6173-47cb-8422-ef183f7b2c63" providerId="ADAL" clId="{D15C4DEC-F0A6-4B70-9CC4-B55568A239AB}" dt="2026-07-08T07:58:28.682" v="2"/>
          <ac:spMkLst>
            <pc:docMk/>
            <pc:sldMk cId="1777283650" sldId="263"/>
            <ac:spMk id="8" creationId="{E59F3BFB-77B8-8253-338D-DDE700B6ABB3}"/>
          </ac:spMkLst>
        </pc:spChg>
        <pc:spChg chg="add mod">
          <ac:chgData name="박경찬(KYOUNGCHAN PARK)[park.kc]/팀장/제조DX.제조DX솔루션.추적솔루션개발팀" userId="e138e4af-6173-47cb-8422-ef183f7b2c63" providerId="ADAL" clId="{D15C4DEC-F0A6-4B70-9CC4-B55568A239AB}" dt="2026-07-08T07:58:28.682" v="2"/>
          <ac:spMkLst>
            <pc:docMk/>
            <pc:sldMk cId="1777283650" sldId="263"/>
            <ac:spMk id="12" creationId="{C376FA28-D990-1929-2271-A0488F774199}"/>
          </ac:spMkLst>
        </pc:spChg>
      </pc:sldChg>
      <pc:sldChg chg="modSp mod">
        <pc:chgData name="박경찬(KYOUNGCHAN PARK)[park.kc]/팀장/제조DX.제조DX솔루션.추적솔루션개발팀" userId="e138e4af-6173-47cb-8422-ef183f7b2c63" providerId="ADAL" clId="{D15C4DEC-F0A6-4B70-9CC4-B55568A239AB}" dt="2026-07-08T07:59:23.885" v="12"/>
        <pc:sldMkLst>
          <pc:docMk/>
          <pc:sldMk cId="1574489414" sldId="302"/>
        </pc:sldMkLst>
        <pc:spChg chg="mod">
          <ac:chgData name="박경찬(KYOUNGCHAN PARK)[park.kc]/팀장/제조DX.제조DX솔루션.추적솔루션개발팀" userId="e138e4af-6173-47cb-8422-ef183f7b2c63" providerId="ADAL" clId="{D15C4DEC-F0A6-4B70-9CC4-B55568A239AB}" dt="2026-07-08T07:59:23.885" v="12"/>
          <ac:spMkLst>
            <pc:docMk/>
            <pc:sldMk cId="1574489414" sldId="302"/>
            <ac:spMk id="3" creationId="{2F9EE8CE-9B35-C710-2D50-9136BF9B8D5F}"/>
          </ac:spMkLst>
        </pc:spChg>
      </pc:sldChg>
    </pc:docChg>
  </pc:docChgLst>
  <pc:docChgLst>
    <pc:chgData name="박소영(SOYOUNG PARK)[edtsol_sy32]/사원/제조DX.제조DX솔루션.추적솔루션개발팀" userId="dc270099-6f2c-44e3-856c-ca44e2079083" providerId="ADAL" clId="{5AB0A4A9-BDDA-4312-B7BF-B17136050B9C}"/>
    <pc:docChg chg="custSel modSld">
      <pc:chgData name="박소영(SOYOUNG PARK)[edtsol_sy32]/사원/제조DX.제조DX솔루션.추적솔루션개발팀" userId="dc270099-6f2c-44e3-856c-ca44e2079083" providerId="ADAL" clId="{5AB0A4A9-BDDA-4312-B7BF-B17136050B9C}" dt="2026-07-08T02:45:17.649" v="917" actId="207"/>
      <pc:docMkLst>
        <pc:docMk/>
      </pc:docMkLst>
      <pc:sldChg chg="modSp mod">
        <pc:chgData name="박소영(SOYOUNG PARK)[edtsol_sy32]/사원/제조DX.제조DX솔루션.추적솔루션개발팀" userId="dc270099-6f2c-44e3-856c-ca44e2079083" providerId="ADAL" clId="{5AB0A4A9-BDDA-4312-B7BF-B17136050B9C}" dt="2026-07-08T02:30:02.653" v="512" actId="20577"/>
        <pc:sldMkLst>
          <pc:docMk/>
          <pc:sldMk cId="360237742" sldId="2147481816"/>
        </pc:sldMkLst>
        <pc:spChg chg="mod">
          <ac:chgData name="박소영(SOYOUNG PARK)[edtsol_sy32]/사원/제조DX.제조DX솔루션.추적솔루션개발팀" userId="dc270099-6f2c-44e3-856c-ca44e2079083" providerId="ADAL" clId="{5AB0A4A9-BDDA-4312-B7BF-B17136050B9C}" dt="2026-07-08T02:23:59.886" v="364" actId="20577"/>
          <ac:spMkLst>
            <pc:docMk/>
            <pc:sldMk cId="360237742" sldId="2147481816"/>
            <ac:spMk id="2" creationId="{7A7EAB5B-6A0B-53F7-2708-C90739BBDAE1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5AB0A4A9-BDDA-4312-B7BF-B17136050B9C}" dt="2026-07-08T02:30:02.653" v="512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5AB0A4A9-BDDA-4312-B7BF-B17136050B9C}" dt="2026-07-08T02:25:52.793" v="400" actId="207"/>
        <pc:sldMkLst>
          <pc:docMk/>
          <pc:sldMk cId="1726257096" sldId="2147481882"/>
        </pc:sldMkLst>
        <pc:spChg chg="mod">
          <ac:chgData name="박소영(SOYOUNG PARK)[edtsol_sy32]/사원/제조DX.제조DX솔루션.추적솔루션개발팀" userId="dc270099-6f2c-44e3-856c-ca44e2079083" providerId="ADAL" clId="{5AB0A4A9-BDDA-4312-B7BF-B17136050B9C}" dt="2026-07-08T02:24:19.678" v="369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5AB0A4A9-BDDA-4312-B7BF-B17136050B9C}" dt="2026-07-08T02:25:52.793" v="400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5AB0A4A9-BDDA-4312-B7BF-B17136050B9C}" dt="2026-07-08T02:33:31.596" v="713" actId="20577"/>
        <pc:sldMkLst>
          <pc:docMk/>
          <pc:sldMk cId="1439661179" sldId="2147481935"/>
        </pc:sldMkLst>
        <pc:spChg chg="mod">
          <ac:chgData name="박소영(SOYOUNG PARK)[edtsol_sy32]/사원/제조DX.제조DX솔루션.추적솔루션개발팀" userId="dc270099-6f2c-44e3-856c-ca44e2079083" providerId="ADAL" clId="{5AB0A4A9-BDDA-4312-B7BF-B17136050B9C}" dt="2026-07-08T02:30:19.366" v="519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5AB0A4A9-BDDA-4312-B7BF-B17136050B9C}" dt="2026-07-08T02:33:31.596" v="713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5AB0A4A9-BDDA-4312-B7BF-B17136050B9C}" dt="2026-07-08T02:24:15.861" v="367" actId="207"/>
        <pc:sldMkLst>
          <pc:docMk/>
          <pc:sldMk cId="3689145808" sldId="2147482251"/>
        </pc:sldMkLst>
        <pc:spChg chg="mod">
          <ac:chgData name="박소영(SOYOUNG PARK)[edtsol_sy32]/사원/제조DX.제조DX솔루션.추적솔루션개발팀" userId="dc270099-6f2c-44e3-856c-ca44e2079083" providerId="ADAL" clId="{5AB0A4A9-BDDA-4312-B7BF-B17136050B9C}" dt="2026-07-08T02:21:37.487" v="277" actId="20577"/>
          <ac:spMkLst>
            <pc:docMk/>
            <pc:sldMk cId="3689145808" sldId="2147482251"/>
            <ac:spMk id="7" creationId="{3FB22F0A-A48E-F909-20F5-057DFE7E2546}"/>
          </ac:spMkLst>
        </pc:spChg>
        <pc:spChg chg="mod">
          <ac:chgData name="박소영(SOYOUNG PARK)[edtsol_sy32]/사원/제조DX.제조DX솔루션.추적솔루션개발팀" userId="dc270099-6f2c-44e3-856c-ca44e2079083" providerId="ADAL" clId="{5AB0A4A9-BDDA-4312-B7BF-B17136050B9C}" dt="2026-07-08T02:24:15.861" v="367" actId="207"/>
          <ac:spMkLst>
            <pc:docMk/>
            <pc:sldMk cId="3689145808" sldId="2147482251"/>
            <ac:spMk id="19" creationId="{5352E5F4-D151-4C3D-9E5F-99A1B7FDF265}"/>
          </ac:spMkLst>
        </pc:spChg>
        <pc:spChg chg="mod">
          <ac:chgData name="박소영(SOYOUNG PARK)[edtsol_sy32]/사원/제조DX.제조DX솔루션.추적솔루션개발팀" userId="dc270099-6f2c-44e3-856c-ca44e2079083" providerId="ADAL" clId="{5AB0A4A9-BDDA-4312-B7BF-B17136050B9C}" dt="2026-07-08T02:24:08.713" v="366" actId="20577"/>
          <ac:spMkLst>
            <pc:docMk/>
            <pc:sldMk cId="3689145808" sldId="2147482251"/>
            <ac:spMk id="23" creationId="{02417012-9580-4148-8D51-88FF8C380FC9}"/>
          </ac:spMkLst>
        </pc:spChg>
        <pc:graphicFrameChg chg="modGraphic">
          <ac:chgData name="박소영(SOYOUNG PARK)[edtsol_sy32]/사원/제조DX.제조DX솔루션.추적솔루션개발팀" userId="dc270099-6f2c-44e3-856c-ca44e2079083" providerId="ADAL" clId="{5AB0A4A9-BDDA-4312-B7BF-B17136050B9C}" dt="2026-07-08T02:22:39.203" v="312" actId="20577"/>
          <ac:graphicFrameMkLst>
            <pc:docMk/>
            <pc:sldMk cId="3689145808" sldId="2147482251"/>
            <ac:graphicFrameMk id="8" creationId="{84D32A1C-1CB8-11A9-97D3-FDB5750D96AE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5AB0A4A9-BDDA-4312-B7BF-B17136050B9C}" dt="2026-07-08T02:21:16.446" v="265" actId="20577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5AB0A4A9-BDDA-4312-B7BF-B17136050B9C}" dt="2026-07-08T02:45:17.649" v="917" actId="207"/>
        <pc:sldMkLst>
          <pc:docMk/>
          <pc:sldMk cId="1494465681" sldId="2147482260"/>
        </pc:sldMkLst>
        <pc:spChg chg="mod">
          <ac:chgData name="박소영(SOYOUNG PARK)[edtsol_sy32]/사원/제조DX.제조DX솔루션.추적솔루션개발팀" userId="dc270099-6f2c-44e3-856c-ca44e2079083" providerId="ADAL" clId="{5AB0A4A9-BDDA-4312-B7BF-B17136050B9C}" dt="2026-07-08T02:33:57.145" v="720" actId="20577"/>
          <ac:spMkLst>
            <pc:docMk/>
            <pc:sldMk cId="1494465681" sldId="2147482260"/>
            <ac:spMk id="22" creationId="{81B17DB2-3DCC-4A8F-9347-F9695BEF8B6D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5AB0A4A9-BDDA-4312-B7BF-B17136050B9C}" dt="2026-07-08T02:45:17.649" v="917" actId="207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</pc:docChg>
  </pc:docChgLst>
  <pc:docChgLst>
    <pc:chgData name="하현수(HYUNSU HA)[hhyunsu]/선임/제조DX.제조DX솔루션.제조빅데이터분석2팀" userId="9e77bdc7-3e9b-448f-b147-818418b5b91e" providerId="ADAL" clId="{1E0B98A1-622C-4196-876C-95363FD2F883}"/>
    <pc:docChg chg="undo custSel modSld">
      <pc:chgData name="하현수(HYUNSU HA)[hhyunsu]/선임/제조DX.제조DX솔루션.제조빅데이터분석2팀" userId="9e77bdc7-3e9b-448f-b147-818418b5b91e" providerId="ADAL" clId="{1E0B98A1-622C-4196-876C-95363FD2F883}" dt="2026-07-22T08:04:35.279" v="4495"/>
      <pc:docMkLst>
        <pc:docMk/>
      </pc:docMkLst>
      <pc:sldChg chg="addSp delSp modSp mod">
        <pc:chgData name="하현수(HYUNSU HA)[hhyunsu]/선임/제조DX.제조DX솔루션.제조빅데이터분석2팀" userId="9e77bdc7-3e9b-448f-b147-818418b5b91e" providerId="ADAL" clId="{1E0B98A1-622C-4196-876C-95363FD2F883}" dt="2026-07-22T08:04:35.279" v="4495"/>
        <pc:sldMkLst>
          <pc:docMk/>
          <pc:sldMk cId="2163506278" sldId="2147482693"/>
        </pc:sldMkLst>
        <pc:spChg chg="mod">
          <ac:chgData name="하현수(HYUNSU HA)[hhyunsu]/선임/제조DX.제조DX솔루션.제조빅데이터분석2팀" userId="9e77bdc7-3e9b-448f-b147-818418b5b91e" providerId="ADAL" clId="{1E0B98A1-622C-4196-876C-95363FD2F883}" dt="2026-07-21T07:36:30.265" v="7" actId="20577"/>
          <ac:spMkLst>
            <pc:docMk/>
            <pc:sldMk cId="2163506278" sldId="2147482693"/>
            <ac:spMk id="3" creationId="{71C1D93C-C40A-9ABC-7C47-D7B7F509A4AB}"/>
          </ac:spMkLst>
        </pc:spChg>
        <pc:spChg chg="mod">
          <ac:chgData name="하현수(HYUNSU HA)[hhyunsu]/선임/제조DX.제조DX솔루션.제조빅데이터분석2팀" userId="9e77bdc7-3e9b-448f-b147-818418b5b91e" providerId="ADAL" clId="{1E0B98A1-622C-4196-876C-95363FD2F883}" dt="2026-07-21T07:36:59.952" v="26"/>
          <ac:spMkLst>
            <pc:docMk/>
            <pc:sldMk cId="2163506278" sldId="2147482693"/>
            <ac:spMk id="12" creationId="{6CD447CF-332B-406C-ACD4-B4A3CB52037F}"/>
          </ac:spMkLst>
        </pc:spChg>
        <pc:spChg chg="mod">
          <ac:chgData name="하현수(HYUNSU HA)[hhyunsu]/선임/제조DX.제조DX솔루션.제조빅데이터분석2팀" userId="9e77bdc7-3e9b-448f-b147-818418b5b91e" providerId="ADAL" clId="{1E0B98A1-622C-4196-876C-95363FD2F883}" dt="2026-07-21T07:37:01.401" v="30" actId="20577"/>
          <ac:spMkLst>
            <pc:docMk/>
            <pc:sldMk cId="2163506278" sldId="2147482693"/>
            <ac:spMk id="18" creationId="{CD6FE8C4-D3CA-4ACB-997B-147E1EDF00F6}"/>
          </ac:spMkLst>
        </pc:spChg>
        <pc:graphicFrameChg chg="add mod modGraphic">
          <ac:chgData name="하현수(HYUNSU HA)[hhyunsu]/선임/제조DX.제조DX솔루션.제조빅데이터분석2팀" userId="9e77bdc7-3e9b-448f-b147-818418b5b91e" providerId="ADAL" clId="{1E0B98A1-622C-4196-876C-95363FD2F883}" dt="2026-07-21T07:36:25.257" v="3" actId="14100"/>
          <ac:graphicFrameMkLst>
            <pc:docMk/>
            <pc:sldMk cId="2163506278" sldId="2147482693"/>
            <ac:graphicFrameMk id="6" creationId="{FC479880-1B6C-622C-0761-B835CC27D479}"/>
          </ac:graphicFrameMkLst>
        </pc:graphicFrameChg>
        <pc:graphicFrameChg chg="mod modGraphic">
          <ac:chgData name="하현수(HYUNSU HA)[hhyunsu]/선임/제조DX.제조DX솔루션.제조빅데이터분석2팀" userId="9e77bdc7-3e9b-448f-b147-818418b5b91e" providerId="ADAL" clId="{1E0B98A1-622C-4196-876C-95363FD2F883}" dt="2026-07-22T08:04:35.279" v="4495"/>
          <ac:graphicFrameMkLst>
            <pc:docMk/>
            <pc:sldMk cId="2163506278" sldId="2147482693"/>
            <ac:graphicFrameMk id="24" creationId="{CB1E1DE9-356B-4185-A911-636EBB599881}"/>
          </ac:graphicFrameMkLst>
        </pc:graphicFrameChg>
      </pc:sldChg>
    </pc:docChg>
  </pc:docChgLst>
  <pc:docChgLst>
    <pc:chgData name="안태규(TAEKYU AN)[bigatk]/책임/제조DX.제조DX솔루션.제조빅데이터분석1팀" userId="dea7995d-94bc-4ef6-a5a4-edf7a1472420" providerId="ADAL" clId="{9295B19D-C2BF-4D6C-8E4A-88AD4DE2C476}"/>
    <pc:docChg chg="undo custSel addSld modSld">
      <pc:chgData name="안태규(TAEKYU AN)[bigatk]/책임/제조DX.제조DX솔루션.제조빅데이터분석1팀" userId="dea7995d-94bc-4ef6-a5a4-edf7a1472420" providerId="ADAL" clId="{9295B19D-C2BF-4D6C-8E4A-88AD4DE2C476}" dt="2026-07-01T00:45:43.337" v="2175"/>
      <pc:docMkLst>
        <pc:docMk/>
      </pc:docMkLst>
      <pc:sldChg chg="modSp mod">
        <pc:chgData name="안태규(TAEKYU AN)[bigatk]/책임/제조DX.제조DX솔루션.제조빅데이터분석1팀" userId="dea7995d-94bc-4ef6-a5a4-edf7a1472420" providerId="ADAL" clId="{9295B19D-C2BF-4D6C-8E4A-88AD4DE2C476}" dt="2026-07-01T00:45:32.115" v="2160" actId="20577"/>
        <pc:sldMkLst>
          <pc:docMk/>
          <pc:sldMk cId="2407900480" sldId="291"/>
        </pc:sldMkLst>
        <pc:spChg chg="mod">
          <ac:chgData name="안태규(TAEKYU AN)[bigatk]/책임/제조DX.제조DX솔루션.제조빅데이터분석1팀" userId="dea7995d-94bc-4ef6-a5a4-edf7a1472420" providerId="ADAL" clId="{9295B19D-C2BF-4D6C-8E4A-88AD4DE2C476}" dt="2026-07-01T00:45:32.115" v="2160" actId="20577"/>
          <ac:spMkLst>
            <pc:docMk/>
            <pc:sldMk cId="2407900480" sldId="291"/>
            <ac:spMk id="3" creationId="{0CC39962-AED9-0FD6-7F0C-29A8FBE67A4F}"/>
          </ac:spMkLst>
        </pc:spChg>
        <pc:spChg chg="mod">
          <ac:chgData name="안태규(TAEKYU AN)[bigatk]/책임/제조DX.제조DX솔루션.제조빅데이터분석1팀" userId="dea7995d-94bc-4ef6-a5a4-edf7a1472420" providerId="ADAL" clId="{9295B19D-C2BF-4D6C-8E4A-88AD4DE2C476}" dt="2026-07-01T00:22:49.746" v="382" actId="20577"/>
          <ac:spMkLst>
            <pc:docMk/>
            <pc:sldMk cId="2407900480" sldId="291"/>
            <ac:spMk id="9" creationId="{3A4ACA39-DA95-9AE4-CFF4-856421082F9D}"/>
          </ac:spMkLst>
        </pc:spChg>
        <pc:graphicFrameChg chg="modGraphic">
          <ac:chgData name="안태규(TAEKYU AN)[bigatk]/책임/제조DX.제조DX솔루션.제조빅데이터분석1팀" userId="dea7995d-94bc-4ef6-a5a4-edf7a1472420" providerId="ADAL" clId="{9295B19D-C2BF-4D6C-8E4A-88AD4DE2C476}" dt="2026-07-01T00:45:24.977" v="2151" actId="207"/>
          <ac:graphicFrameMkLst>
            <pc:docMk/>
            <pc:sldMk cId="2407900480" sldId="291"/>
            <ac:graphicFrameMk id="19" creationId="{3E86696F-E35A-4B06-9B46-63A4A6A986C1}"/>
          </ac:graphicFrameMkLst>
        </pc:graphicFrameChg>
      </pc:sldChg>
      <pc:sldChg chg="addSp delSp modSp add mod">
        <pc:chgData name="안태규(TAEKYU AN)[bigatk]/책임/제조DX.제조DX솔루션.제조빅데이터분석1팀" userId="dea7995d-94bc-4ef6-a5a4-edf7a1472420" providerId="ADAL" clId="{9295B19D-C2BF-4D6C-8E4A-88AD4DE2C476}" dt="2026-07-01T00:43:35.731" v="2137" actId="207"/>
        <pc:sldMkLst>
          <pc:docMk/>
          <pc:sldMk cId="1669129858" sldId="303"/>
        </pc:sldMkLst>
        <pc:spChg chg="mod">
          <ac:chgData name="안태규(TAEKYU AN)[bigatk]/책임/제조DX.제조DX솔루션.제조빅데이터분석1팀" userId="dea7995d-94bc-4ef6-a5a4-edf7a1472420" providerId="ADAL" clId="{9295B19D-C2BF-4D6C-8E4A-88AD4DE2C476}" dt="2026-07-01T00:21:01.068" v="353" actId="20577"/>
          <ac:spMkLst>
            <pc:docMk/>
            <pc:sldMk cId="1669129858" sldId="303"/>
            <ac:spMk id="3" creationId="{0CC39962-AED9-0FD6-7F0C-29A8FBE67A4F}"/>
          </ac:spMkLst>
        </pc:spChg>
        <pc:spChg chg="mod">
          <ac:chgData name="안태규(TAEKYU AN)[bigatk]/책임/제조DX.제조DX솔루션.제조빅데이터분석1팀" userId="dea7995d-94bc-4ef6-a5a4-edf7a1472420" providerId="ADAL" clId="{9295B19D-C2BF-4D6C-8E4A-88AD4DE2C476}" dt="2026-07-01T00:22:57.658" v="384" actId="20577"/>
          <ac:spMkLst>
            <pc:docMk/>
            <pc:sldMk cId="1669129858" sldId="303"/>
            <ac:spMk id="5" creationId="{90F48B21-572F-02D4-727E-D592BA01119E}"/>
          </ac:spMkLst>
        </pc:spChg>
        <pc:spChg chg="mod">
          <ac:chgData name="안태규(TAEKYU AN)[bigatk]/책임/제조DX.제조DX솔루션.제조빅데이터분석1팀" userId="dea7995d-94bc-4ef6-a5a4-edf7a1472420" providerId="ADAL" clId="{9295B19D-C2BF-4D6C-8E4A-88AD4DE2C476}" dt="2026-07-01T00:20:52.604" v="346"/>
          <ac:spMkLst>
            <pc:docMk/>
            <pc:sldMk cId="1669129858" sldId="303"/>
            <ac:spMk id="11" creationId="{86227DEB-244F-40D9-A14B-935F021B9AFB}"/>
          </ac:spMkLst>
        </pc:spChg>
        <pc:spChg chg="mod">
          <ac:chgData name="안태규(TAEKYU AN)[bigatk]/책임/제조DX.제조DX솔루션.제조빅데이터분석1팀" userId="dea7995d-94bc-4ef6-a5a4-edf7a1472420" providerId="ADAL" clId="{9295B19D-C2BF-4D6C-8E4A-88AD4DE2C476}" dt="2026-07-01T00:22:28.822" v="381"/>
          <ac:spMkLst>
            <pc:docMk/>
            <pc:sldMk cId="1669129858" sldId="303"/>
            <ac:spMk id="15" creationId="{8E391BC0-C457-46D9-9F5D-B0CCBEECB401}"/>
          </ac:spMkLst>
        </pc:spChg>
        <pc:graphicFrameChg chg="mod modGraphic">
          <ac:chgData name="안태규(TAEKYU AN)[bigatk]/책임/제조DX.제조DX솔루션.제조빅데이터분석1팀" userId="dea7995d-94bc-4ef6-a5a4-edf7a1472420" providerId="ADAL" clId="{9295B19D-C2BF-4D6C-8E4A-88AD4DE2C476}" dt="2026-07-01T00:43:35.731" v="2137" actId="207"/>
          <ac:graphicFrameMkLst>
            <pc:docMk/>
            <pc:sldMk cId="1669129858" sldId="303"/>
            <ac:graphicFrameMk id="19" creationId="{3E86696F-E35A-4B06-9B46-63A4A6A986C1}"/>
          </ac:graphicFrameMkLst>
        </pc:graphicFrameChg>
      </pc:sldChg>
      <pc:sldChg chg="modSp mod">
        <pc:chgData name="안태규(TAEKYU AN)[bigatk]/책임/제조DX.제조DX솔루션.제조빅데이터분석1팀" userId="dea7995d-94bc-4ef6-a5a4-edf7a1472420" providerId="ADAL" clId="{9295B19D-C2BF-4D6C-8E4A-88AD4DE2C476}" dt="2026-07-01T00:45:43.337" v="2175"/>
        <pc:sldMkLst>
          <pc:docMk/>
          <pc:sldMk cId="693105532" sldId="2147482685"/>
        </pc:sldMkLst>
        <pc:spChg chg="mod">
          <ac:chgData name="안태규(TAEKYU AN)[bigatk]/책임/제조DX.제조DX솔루션.제조빅데이터분석1팀" userId="dea7995d-94bc-4ef6-a5a4-edf7a1472420" providerId="ADAL" clId="{9295B19D-C2BF-4D6C-8E4A-88AD4DE2C476}" dt="2026-07-01T00:45:08.939" v="2148" actId="20577"/>
          <ac:spMkLst>
            <pc:docMk/>
            <pc:sldMk cId="693105532" sldId="2147482685"/>
            <ac:spMk id="3" creationId="{0CC39962-AED9-0FD6-7F0C-29A8FBE67A4F}"/>
          </ac:spMkLst>
        </pc:spChg>
        <pc:spChg chg="mod">
          <ac:chgData name="안태규(TAEKYU AN)[bigatk]/책임/제조DX.제조DX솔루션.제조빅데이터분석1팀" userId="dea7995d-94bc-4ef6-a5a4-edf7a1472420" providerId="ADAL" clId="{9295B19D-C2BF-4D6C-8E4A-88AD4DE2C476}" dt="2026-07-01T00:22:53.906" v="383" actId="20577"/>
          <ac:spMkLst>
            <pc:docMk/>
            <pc:sldMk cId="693105532" sldId="2147482685"/>
            <ac:spMk id="9" creationId="{3A4ACA39-DA95-9AE4-CFF4-856421082F9D}"/>
          </ac:spMkLst>
        </pc:spChg>
        <pc:graphicFrameChg chg="mod modGraphic">
          <ac:chgData name="안태규(TAEKYU AN)[bigatk]/책임/제조DX.제조DX솔루션.제조빅데이터분석1팀" userId="dea7995d-94bc-4ef6-a5a4-edf7a1472420" providerId="ADAL" clId="{9295B19D-C2BF-4D6C-8E4A-88AD4DE2C476}" dt="2026-07-01T00:45:43.337" v="2175"/>
          <ac:graphicFrameMkLst>
            <pc:docMk/>
            <pc:sldMk cId="693105532" sldId="2147482685"/>
            <ac:graphicFrameMk id="19" creationId="{3E86696F-E35A-4B06-9B46-63A4A6A986C1}"/>
          </ac:graphicFrameMkLst>
        </pc:graphicFrameChg>
      </pc:sldChg>
    </pc:docChg>
  </pc:docChgLst>
  <pc:docChgLst>
    <pc:chgData name="한기덕(KIDEOK HAN)[han_kd]/선임/제조DX.제조DX솔루션.추적솔루션개발팀" userId="564ce5a7-bb8d-4e22-b8bb-1b5e2f757267" providerId="ADAL" clId="{1FEC326B-61BC-4555-8166-3E78B9D3A2EF}"/>
    <pc:docChg chg="undo custSel modSld">
      <pc:chgData name="한기덕(KIDEOK HAN)[han_kd]/선임/제조DX.제조DX솔루션.추적솔루션개발팀" userId="564ce5a7-bb8d-4e22-b8bb-1b5e2f757267" providerId="ADAL" clId="{1FEC326B-61BC-4555-8166-3E78B9D3A2EF}" dt="2026-07-01T09:33:29.653" v="4868" actId="20577"/>
      <pc:docMkLst>
        <pc:docMk/>
      </pc:docMkLst>
      <pc:sldChg chg="modSp mod">
        <pc:chgData name="한기덕(KIDEOK HAN)[han_kd]/선임/제조DX.제조DX솔루션.추적솔루션개발팀" userId="564ce5a7-bb8d-4e22-b8bb-1b5e2f757267" providerId="ADAL" clId="{1FEC326B-61BC-4555-8166-3E78B9D3A2EF}" dt="2026-07-01T06:14:58.104" v="3908" actId="20577"/>
        <pc:sldMkLst>
          <pc:docMk/>
          <pc:sldMk cId="1383493917" sldId="260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6:14:58.104" v="3908" actId="20577"/>
          <ac:spMkLst>
            <pc:docMk/>
            <pc:sldMk cId="1383493917" sldId="260"/>
            <ac:spMk id="171" creationId="{7F1716BD-8506-1D73-06A6-DE1D63DEA73A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1FEC326B-61BC-4555-8166-3E78B9D3A2EF}" dt="2026-07-01T06:15:15.714" v="3924" actId="20577"/>
        <pc:sldMkLst>
          <pc:docMk/>
          <pc:sldMk cId="1575311981" sldId="264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6:15:15.714" v="3924" actId="20577"/>
          <ac:spMkLst>
            <pc:docMk/>
            <pc:sldMk cId="1575311981" sldId="264"/>
            <ac:spMk id="10" creationId="{0FAD8552-70AD-B147-A3E0-EBCD87A952D4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1FEC326B-61BC-4555-8166-3E78B9D3A2EF}" dt="2026-07-01T06:15:10.962" v="3911" actId="207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FEC326B-61BC-4555-8166-3E78B9D3A2EF}" dt="2026-07-01T09:26:23.099" v="4660" actId="400"/>
        <pc:sldMkLst>
          <pc:docMk/>
          <pc:sldMk cId="3077798272" sldId="269"/>
        </pc:sldMkLst>
      </pc:sldChg>
      <pc:sldChg chg="addSp delSp modSp mod">
        <pc:chgData name="한기덕(KIDEOK HAN)[han_kd]/선임/제조DX.제조DX솔루션.추적솔루션개발팀" userId="564ce5a7-bb8d-4e22-b8bb-1b5e2f757267" providerId="ADAL" clId="{1FEC326B-61BC-4555-8166-3E78B9D3A2EF}" dt="2026-07-01T06:15:23.901" v="3927" actId="167"/>
        <pc:sldMkLst>
          <pc:docMk/>
          <pc:sldMk cId="3318036112" sldId="280"/>
        </pc:sldMkLst>
        <pc:spChg chg="add mod ord">
          <ac:chgData name="한기덕(KIDEOK HAN)[han_kd]/선임/제조DX.제조DX솔루션.추적솔루션개발팀" userId="564ce5a7-bb8d-4e22-b8bb-1b5e2f757267" providerId="ADAL" clId="{1FEC326B-61BC-4555-8166-3E78B9D3A2EF}" dt="2026-07-01T06:15:23.901" v="3927" actId="167"/>
          <ac:spMkLst>
            <pc:docMk/>
            <pc:sldMk cId="3318036112" sldId="280"/>
            <ac:spMk id="2" creationId="{DEF5C5DA-C5D8-AE49-7924-993554693D5D}"/>
          </ac:spMkLst>
        </pc:spChg>
      </pc:sldChg>
      <pc:sldChg chg="addSp delSp modSp mod">
        <pc:chgData name="한기덕(KIDEOK HAN)[han_kd]/선임/제조DX.제조DX솔루션.추적솔루션개발팀" userId="564ce5a7-bb8d-4e22-b8bb-1b5e2f757267" providerId="ADAL" clId="{1FEC326B-61BC-4555-8166-3E78B9D3A2EF}" dt="2026-07-01T06:15:27.643" v="3930" actId="167"/>
        <pc:sldMkLst>
          <pc:docMk/>
          <pc:sldMk cId="3015176440" sldId="281"/>
        </pc:sldMkLst>
        <pc:spChg chg="add mod ord">
          <ac:chgData name="한기덕(KIDEOK HAN)[han_kd]/선임/제조DX.제조DX솔루션.추적솔루션개발팀" userId="564ce5a7-bb8d-4e22-b8bb-1b5e2f757267" providerId="ADAL" clId="{1FEC326B-61BC-4555-8166-3E78B9D3A2EF}" dt="2026-07-01T06:15:27.643" v="3930" actId="167"/>
          <ac:spMkLst>
            <pc:docMk/>
            <pc:sldMk cId="3015176440" sldId="281"/>
            <ac:spMk id="23" creationId="{0EB6457F-F650-AD10-8358-739E83DDD501}"/>
          </ac:spMkLst>
        </pc:spChg>
      </pc:sldChg>
      <pc:sldChg chg="addSp delSp modSp mod">
        <pc:chgData name="한기덕(KIDEOK HAN)[han_kd]/선임/제조DX.제조DX솔루션.추적솔루션개발팀" userId="564ce5a7-bb8d-4e22-b8bb-1b5e2f757267" providerId="ADAL" clId="{1FEC326B-61BC-4555-8166-3E78B9D3A2EF}" dt="2026-07-01T06:14:37.028" v="3885" actId="166"/>
        <pc:sldMkLst>
          <pc:docMk/>
          <pc:sldMk cId="2229533" sldId="285"/>
        </pc:sldMkLst>
        <pc:spChg chg="add mod">
          <ac:chgData name="한기덕(KIDEOK HAN)[han_kd]/선임/제조DX.제조DX솔루션.추적솔루션개발팀" userId="564ce5a7-bb8d-4e22-b8bb-1b5e2f757267" providerId="ADAL" clId="{1FEC326B-61BC-4555-8166-3E78B9D3A2EF}" dt="2026-07-01T06:14:33.852" v="3884"/>
          <ac:spMkLst>
            <pc:docMk/>
            <pc:sldMk cId="2229533" sldId="285"/>
            <ac:spMk id="9" creationId="{3FF9C18D-78C1-2734-686C-F2E22D2CCED3}"/>
          </ac:spMkLst>
        </pc:spChg>
        <pc:spChg chg="mod">
          <ac:chgData name="한기덕(KIDEOK HAN)[han_kd]/선임/제조DX.제조DX솔루션.추적솔루션개발팀" userId="564ce5a7-bb8d-4e22-b8bb-1b5e2f757267" providerId="ADAL" clId="{1FEC326B-61BC-4555-8166-3E78B9D3A2EF}" dt="2026-07-01T05:28:16.910" v="2296" actId="1035"/>
          <ac:spMkLst>
            <pc:docMk/>
            <pc:sldMk cId="2229533" sldId="285"/>
            <ac:spMk id="13" creationId="{BA20A86F-AC42-DDED-56DB-56DD90215B58}"/>
          </ac:spMkLst>
        </pc:spChg>
        <pc:spChg chg="mod">
          <ac:chgData name="한기덕(KIDEOK HAN)[han_kd]/선임/제조DX.제조DX솔루션.추적솔루션개발팀" userId="564ce5a7-bb8d-4e22-b8bb-1b5e2f757267" providerId="ADAL" clId="{1FEC326B-61BC-4555-8166-3E78B9D3A2EF}" dt="2026-07-01T05:28:16.910" v="2296" actId="1035"/>
          <ac:spMkLst>
            <pc:docMk/>
            <pc:sldMk cId="2229533" sldId="285"/>
            <ac:spMk id="15" creationId="{7CEB6D03-E41D-1F44-B15F-C38415A539CF}"/>
          </ac:spMkLst>
        </pc:spChg>
        <pc:spChg chg="mod">
          <ac:chgData name="한기덕(KIDEOK HAN)[han_kd]/선임/제조DX.제조DX솔루션.추적솔루션개발팀" userId="564ce5a7-bb8d-4e22-b8bb-1b5e2f757267" providerId="ADAL" clId="{1FEC326B-61BC-4555-8166-3E78B9D3A2EF}" dt="2026-07-01T05:28:16.910" v="2296" actId="1035"/>
          <ac:spMkLst>
            <pc:docMk/>
            <pc:sldMk cId="2229533" sldId="285"/>
            <ac:spMk id="18" creationId="{17AC71A0-C108-9849-5CDA-E6260E59B8D9}"/>
          </ac:spMkLst>
        </pc:spChg>
        <pc:spChg chg="ord">
          <ac:chgData name="한기덕(KIDEOK HAN)[han_kd]/선임/제조DX.제조DX솔루션.추적솔루션개발팀" userId="564ce5a7-bb8d-4e22-b8bb-1b5e2f757267" providerId="ADAL" clId="{1FEC326B-61BC-4555-8166-3E78B9D3A2EF}" dt="2026-07-01T06:14:37.028" v="3885" actId="166"/>
          <ac:spMkLst>
            <pc:docMk/>
            <pc:sldMk cId="2229533" sldId="285"/>
            <ac:spMk id="118" creationId="{0F6CF37B-AE9B-EBDB-755C-695B96D95E59}"/>
          </ac:spMkLst>
        </pc:spChg>
        <pc:grpChg chg="mod">
          <ac:chgData name="한기덕(KIDEOK HAN)[han_kd]/선임/제조DX.제조DX솔루션.추적솔루션개발팀" userId="564ce5a7-bb8d-4e22-b8bb-1b5e2f757267" providerId="ADAL" clId="{1FEC326B-61BC-4555-8166-3E78B9D3A2EF}" dt="2026-07-01T05:28:06.373" v="2288" actId="1035"/>
          <ac:grpSpMkLst>
            <pc:docMk/>
            <pc:sldMk cId="2229533" sldId="285"/>
            <ac:grpSpMk id="33" creationId="{EC701985-3B01-7A98-E4F2-40A7B2226AF2}"/>
          </ac:grpSpMkLst>
        </pc:grpChg>
        <pc:graphicFrameChg chg="mod">
          <ac:chgData name="한기덕(KIDEOK HAN)[han_kd]/선임/제조DX.제조DX솔루션.추적솔루션개발팀" userId="564ce5a7-bb8d-4e22-b8bb-1b5e2f757267" providerId="ADAL" clId="{1FEC326B-61BC-4555-8166-3E78B9D3A2EF}" dt="2026-07-01T05:28:03.707" v="2280"/>
          <ac:graphicFrameMkLst>
            <pc:docMk/>
            <pc:sldMk cId="2229533" sldId="285"/>
            <ac:graphicFrameMk id="2" creationId="{2BCB6B31-1BA7-8A04-2419-ADC73A8CE117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6:13:30.107" v="3616" actId="20577"/>
          <ac:graphicFrameMkLst>
            <pc:docMk/>
            <pc:sldMk cId="2229533" sldId="285"/>
            <ac:graphicFrameMk id="7" creationId="{3E86696F-E35A-4B06-9B46-63A4A6A986C1}"/>
          </ac:graphicFrameMkLst>
        </pc:graphicFrameChg>
        <pc:graphicFrameChg chg="mod">
          <ac:chgData name="한기덕(KIDEOK HAN)[han_kd]/선임/제조DX.제조DX솔루션.추적솔루션개발팀" userId="564ce5a7-bb8d-4e22-b8bb-1b5e2f757267" providerId="ADAL" clId="{1FEC326B-61BC-4555-8166-3E78B9D3A2EF}" dt="2026-07-01T05:28:11.792" v="2290" actId="1076"/>
          <ac:graphicFrameMkLst>
            <pc:docMk/>
            <pc:sldMk cId="2229533" sldId="285"/>
            <ac:graphicFrameMk id="12" creationId="{FC5B8945-044A-B4CF-3738-524C2444B347}"/>
          </ac:graphicFrameMkLst>
        </pc:graphicFrameChg>
        <pc:cxnChg chg="mod">
          <ac:chgData name="한기덕(KIDEOK HAN)[han_kd]/선임/제조DX.제조DX솔루션.추적솔루션개발팀" userId="564ce5a7-bb8d-4e22-b8bb-1b5e2f757267" providerId="ADAL" clId="{1FEC326B-61BC-4555-8166-3E78B9D3A2EF}" dt="2026-07-01T05:28:16.910" v="2296" actId="1035"/>
          <ac:cxnSpMkLst>
            <pc:docMk/>
            <pc:sldMk cId="2229533" sldId="285"/>
            <ac:cxnSpMk id="14" creationId="{A15A02B1-DC41-399D-7182-69AF6C98A3BF}"/>
          </ac:cxnSpMkLst>
        </pc:cxnChg>
        <pc:cxnChg chg="mod">
          <ac:chgData name="한기덕(KIDEOK HAN)[han_kd]/선임/제조DX.제조DX솔루션.추적솔루션개발팀" userId="564ce5a7-bb8d-4e22-b8bb-1b5e2f757267" providerId="ADAL" clId="{1FEC326B-61BC-4555-8166-3E78B9D3A2EF}" dt="2026-07-01T05:28:16.910" v="2296" actId="1035"/>
          <ac:cxnSpMkLst>
            <pc:docMk/>
            <pc:sldMk cId="2229533" sldId="285"/>
            <ac:cxnSpMk id="17" creationId="{08752C6E-EFF3-EE29-3718-A9FD1A94469D}"/>
          </ac:cxnSpMkLst>
        </pc:cxnChg>
      </pc:sldChg>
      <pc:sldChg chg="modSp mod">
        <pc:chgData name="한기덕(KIDEOK HAN)[han_kd]/선임/제조DX.제조DX솔루션.추적솔루션개발팀" userId="564ce5a7-bb8d-4e22-b8bb-1b5e2f757267" providerId="ADAL" clId="{1FEC326B-61BC-4555-8166-3E78B9D3A2EF}" dt="2026-07-01T06:18:32.455" v="4602" actId="20577"/>
        <pc:sldMkLst>
          <pc:docMk/>
          <pc:sldMk cId="3705966459" sldId="2147482683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6:18:32.455" v="4602" actId="20577"/>
          <ac:spMkLst>
            <pc:docMk/>
            <pc:sldMk cId="3705966459" sldId="2147482683"/>
            <ac:spMk id="37" creationId="{6D72F316-602B-48D7-851D-262E403B6ADD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6:18:28.544" v="4595" actId="20577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delSp modSp mod">
        <pc:chgData name="한기덕(KIDEOK HAN)[han_kd]/선임/제조DX.제조DX솔루션.추적솔루션개발팀" userId="564ce5a7-bb8d-4e22-b8bb-1b5e2f757267" providerId="ADAL" clId="{1FEC326B-61BC-4555-8166-3E78B9D3A2EF}" dt="2026-07-01T05:24:29.648" v="1900" actId="20577"/>
        <pc:sldMkLst>
          <pc:docMk/>
          <pc:sldMk cId="824667721" sldId="2147482687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5:21:40.199" v="953" actId="1076"/>
          <ac:spMkLst>
            <pc:docMk/>
            <pc:sldMk cId="824667721" sldId="2147482687"/>
            <ac:spMk id="14" creationId="{F355EE37-9679-B3BC-5788-2C31BC0A5F7A}"/>
          </ac:spMkLst>
        </pc:spChg>
        <pc:spChg chg="mod">
          <ac:chgData name="한기덕(KIDEOK HAN)[han_kd]/선임/제조DX.제조DX솔루션.추적솔루션개발팀" userId="564ce5a7-bb8d-4e22-b8bb-1b5e2f757267" providerId="ADAL" clId="{1FEC326B-61BC-4555-8166-3E78B9D3A2EF}" dt="2026-07-01T05:21:40.199" v="953" actId="1076"/>
          <ac:spMkLst>
            <pc:docMk/>
            <pc:sldMk cId="824667721" sldId="2147482687"/>
            <ac:spMk id="25" creationId="{E33DC8C7-DDEC-2B21-4FD1-9F42B17BB4B2}"/>
          </ac:spMkLst>
        </pc:spChg>
        <pc:spChg chg="mod">
          <ac:chgData name="한기덕(KIDEOK HAN)[han_kd]/선임/제조DX.제조DX솔루션.추적솔루션개발팀" userId="564ce5a7-bb8d-4e22-b8bb-1b5e2f757267" providerId="ADAL" clId="{1FEC326B-61BC-4555-8166-3E78B9D3A2EF}" dt="2026-07-01T05:24:29.648" v="1900" actId="20577"/>
          <ac:spMkLst>
            <pc:docMk/>
            <pc:sldMk cId="824667721" sldId="2147482687"/>
            <ac:spMk id="63" creationId="{F7E9B123-1E21-48F6-86C5-2777566B3419}"/>
          </ac:spMkLst>
        </pc:spChg>
        <pc:grpChg chg="mod">
          <ac:chgData name="한기덕(KIDEOK HAN)[han_kd]/선임/제조DX.제조DX솔루션.추적솔루션개발팀" userId="564ce5a7-bb8d-4e22-b8bb-1b5e2f757267" providerId="ADAL" clId="{1FEC326B-61BC-4555-8166-3E78B9D3A2EF}" dt="2026-07-01T05:21:17.690" v="949" actId="1076"/>
          <ac:grpSpMkLst>
            <pc:docMk/>
            <pc:sldMk cId="824667721" sldId="2147482687"/>
            <ac:grpSpMk id="30" creationId="{ADE2906D-A050-5C53-1A61-FD23D033E65E}"/>
          </ac:grpSpMkLst>
        </pc:grp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5:24:20.857" v="1890" actId="1035"/>
          <ac:graphicFrameMkLst>
            <pc:docMk/>
            <pc:sldMk cId="824667721" sldId="2147482687"/>
            <ac:graphicFrameMk id="2" creationId="{342EA153-67A1-FCAB-7BC7-02A91A34E4A3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5:24:24.338" v="1891" actId="207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5:22:14.697" v="1037" actId="1076"/>
          <ac:graphicFrameMkLst>
            <pc:docMk/>
            <pc:sldMk cId="824667721" sldId="2147482687"/>
            <ac:graphicFrameMk id="26" creationId="{2842E449-6F72-A6B5-D5A0-C26F995E9776}"/>
          </ac:graphicFrameMkLst>
        </pc:graphicFrameChg>
        <pc:graphicFrameChg chg="mod">
          <ac:chgData name="한기덕(KIDEOK HAN)[han_kd]/선임/제조DX.제조DX솔루션.추적솔루션개발팀" userId="564ce5a7-bb8d-4e22-b8bb-1b5e2f757267" providerId="ADAL" clId="{1FEC326B-61BC-4555-8166-3E78B9D3A2EF}" dt="2026-07-01T05:21:15.035" v="948" actId="1076"/>
          <ac:graphicFrameMkLst>
            <pc:docMk/>
            <pc:sldMk cId="824667721" sldId="2147482687"/>
            <ac:graphicFrameMk id="27" creationId="{4C7E91B2-55FE-9FDE-269B-A3D578B41EC0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FEC326B-61BC-4555-8166-3E78B9D3A2EF}" dt="2026-07-01T09:33:29.653" v="4868" actId="20577"/>
        <pc:sldMkLst>
          <pc:docMk/>
          <pc:sldMk cId="634528031" sldId="2147482698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5:26:16.637" v="1951" actId="20577"/>
          <ac:spMkLst>
            <pc:docMk/>
            <pc:sldMk cId="634528031" sldId="2147482698"/>
            <ac:spMk id="28" creationId="{D2E7E9DF-3219-71D6-A475-FB74F108EF76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9:33:29.653" v="4868" actId="20577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FEC326B-61BC-4555-8166-3E78B9D3A2EF}" dt="2026-07-01T06:14:54.787" v="3901"/>
        <pc:sldMkLst>
          <pc:docMk/>
          <pc:sldMk cId="1591452041" sldId="2147482699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6:14:54.787" v="3901"/>
          <ac:spMkLst>
            <pc:docMk/>
            <pc:sldMk cId="1591452041" sldId="2147482699"/>
            <ac:spMk id="171" creationId="{7F1716BD-8506-1D73-06A6-DE1D63DEA73A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1FEC326B-61BC-4555-8166-3E78B9D3A2EF}" dt="2026-07-01T06:14:46.006" v="3888" actId="207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FEC326B-61BC-4555-8166-3E78B9D3A2EF}" dt="2026-07-01T05:25:08.811" v="1940" actId="20577"/>
        <pc:sldMkLst>
          <pc:docMk/>
          <pc:sldMk cId="1902114785" sldId="2147482700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5:25:08.811" v="1940" actId="20577"/>
          <ac:spMkLst>
            <pc:docMk/>
            <pc:sldMk cId="1902114785" sldId="2147482700"/>
            <ac:spMk id="8" creationId="{73D5B63D-7573-426A-7209-DD6FF5A3BE8B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5:25:04.831" v="1933" actId="207"/>
          <ac:graphicFrameMkLst>
            <pc:docMk/>
            <pc:sldMk cId="1902114785" sldId="2147482700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FEC326B-61BC-4555-8166-3E78B9D3A2EF}" dt="2026-07-01T06:14:18.161" v="3882" actId="20577"/>
        <pc:sldMkLst>
          <pc:docMk/>
          <pc:sldMk cId="2351887343" sldId="2147482720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6:14:18.161" v="3882" actId="20577"/>
          <ac:spMkLst>
            <pc:docMk/>
            <pc:sldMk cId="2351887343" sldId="2147482720"/>
            <ac:spMk id="28" creationId="{D2E7E9DF-3219-71D6-A475-FB74F108EF76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6:14:13.199" v="3871" actId="207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FEC326B-61BC-4555-8166-3E78B9D3A2EF}" dt="2026-07-01T06:18:36.535" v="4609" actId="20577"/>
        <pc:sldMkLst>
          <pc:docMk/>
          <pc:sldMk cId="1136522401" sldId="2147483560"/>
        </pc:sldMkLst>
        <pc:spChg chg="mod">
          <ac:chgData name="한기덕(KIDEOK HAN)[han_kd]/선임/제조DX.제조DX솔루션.추적솔루션개발팀" userId="564ce5a7-bb8d-4e22-b8bb-1b5e2f757267" providerId="ADAL" clId="{1FEC326B-61BC-4555-8166-3E78B9D3A2EF}" dt="2026-07-01T06:18:36.535" v="4609" actId="20577"/>
          <ac:spMkLst>
            <pc:docMk/>
            <pc:sldMk cId="1136522401" sldId="2147483560"/>
            <ac:spMk id="37" creationId="{6D72F316-602B-48D7-851D-262E403B6ADD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1FEC326B-61BC-4555-8166-3E78B9D3A2EF}" dt="2026-07-01T06:17:43.780" v="4477" actId="20577"/>
          <ac:graphicFrameMkLst>
            <pc:docMk/>
            <pc:sldMk cId="1136522401" sldId="2147483560"/>
            <ac:graphicFrameMk id="39" creationId="{36D09815-1974-4BCF-A55B-BBF74D36A8E4}"/>
          </ac:graphicFrameMkLst>
        </pc:graphicFrameChg>
      </pc:sldChg>
    </pc:docChg>
  </pc:docChgLst>
  <pc:docChgLst>
    <pc:chgData name="김민희(MINHEE KIM)[kimminhee]/사원/제조DX.제조DX솔루션.제조빅데이터분석2팀" userId="d494d07f-6512-440f-b92e-289b650ee4e9" providerId="ADAL" clId="{AFCCA470-35F9-48A3-8BEA-BA736ED33F96}"/>
    <pc:docChg chg="undo custSel modSld">
      <pc:chgData name="김민희(MINHEE KIM)[kimminhee]/사원/제조DX.제조DX솔루션.제조빅데이터분석2팀" userId="d494d07f-6512-440f-b92e-289b650ee4e9" providerId="ADAL" clId="{AFCCA470-35F9-48A3-8BEA-BA736ED33F96}" dt="2026-07-21T02:29:30.996" v="2193" actId="1076"/>
      <pc:docMkLst>
        <pc:docMk/>
      </pc:docMkLst>
      <pc:sldChg chg="addSp delSp modSp mod">
        <pc:chgData name="김민희(MINHEE KIM)[kimminhee]/사원/제조DX.제조DX솔루션.제조빅데이터분석2팀" userId="d494d07f-6512-440f-b92e-289b650ee4e9" providerId="ADAL" clId="{AFCCA470-35F9-48A3-8BEA-BA736ED33F96}" dt="2026-07-21T02:29:30.996" v="2193" actId="1076"/>
        <pc:sldMkLst>
          <pc:docMk/>
          <pc:sldMk cId="637397627" sldId="272"/>
        </pc:sldMkLst>
        <pc:spChg chg="mod">
          <ac:chgData name="김민희(MINHEE KIM)[kimminhee]/사원/제조DX.제조DX솔루션.제조빅데이터분석2팀" userId="d494d07f-6512-440f-b92e-289b650ee4e9" providerId="ADAL" clId="{AFCCA470-35F9-48A3-8BEA-BA736ED33F96}" dt="2026-07-21T00:55:36.073" v="37" actId="1037"/>
          <ac:spMkLst>
            <pc:docMk/>
            <pc:sldMk cId="637397627" sldId="272"/>
            <ac:spMk id="11" creationId="{23C9DFF1-95EA-AF56-08DD-180D6B6C604F}"/>
          </ac:spMkLst>
        </pc:spChg>
        <pc:spChg chg="mod">
          <ac:chgData name="김민희(MINHEE KIM)[kimminhee]/사원/제조DX.제조DX솔루션.제조빅데이터분석2팀" userId="d494d07f-6512-440f-b92e-289b650ee4e9" providerId="ADAL" clId="{AFCCA470-35F9-48A3-8BEA-BA736ED33F96}" dt="2026-07-21T00:55:39.530" v="39" actId="20577"/>
          <ac:spMkLst>
            <pc:docMk/>
            <pc:sldMk cId="637397627" sldId="272"/>
            <ac:spMk id="15" creationId="{DADA68B7-7B33-C2BF-D42E-152AA11435F8}"/>
          </ac:spMkLst>
        </pc:spChg>
        <pc:spChg chg="mod">
          <ac:chgData name="김민희(MINHEE KIM)[kimminhee]/사원/제조DX.제조DX솔루션.제조빅데이터분석2팀" userId="d494d07f-6512-440f-b92e-289b650ee4e9" providerId="ADAL" clId="{AFCCA470-35F9-48A3-8BEA-BA736ED33F96}" dt="2026-07-21T00:56:19.194" v="59"/>
          <ac:spMkLst>
            <pc:docMk/>
            <pc:sldMk cId="637397627" sldId="272"/>
            <ac:spMk id="17" creationId="{F654CBE4-49F5-BBED-7521-E74E6C5E3F8A}"/>
          </ac:spMkLst>
        </pc:spChg>
        <pc:spChg chg="mod">
          <ac:chgData name="김민희(MINHEE KIM)[kimminhee]/사원/제조DX.제조DX솔루션.제조빅데이터분석2팀" userId="d494d07f-6512-440f-b92e-289b650ee4e9" providerId="ADAL" clId="{AFCCA470-35F9-48A3-8BEA-BA736ED33F96}" dt="2026-07-21T02:08:09.208" v="231" actId="1038"/>
          <ac:spMkLst>
            <pc:docMk/>
            <pc:sldMk cId="637397627" sldId="272"/>
            <ac:spMk id="22" creationId="{783CF206-6243-61EC-A5C4-B5767ECC5BCE}"/>
          </ac:spMkLst>
        </pc:spChg>
        <pc:graphicFrameChg chg="mod modGraphic">
          <ac:chgData name="김민희(MINHEE KIM)[kimminhee]/사원/제조DX.제조DX솔루션.제조빅데이터분석2팀" userId="d494d07f-6512-440f-b92e-289b650ee4e9" providerId="ADAL" clId="{AFCCA470-35F9-48A3-8BEA-BA736ED33F96}" dt="2026-07-21T00:55:56.115" v="44" actId="20577"/>
          <ac:graphicFrameMkLst>
            <pc:docMk/>
            <pc:sldMk cId="637397627" sldId="272"/>
            <ac:graphicFrameMk id="2" creationId="{AC5B9146-E653-3420-3C27-002D839EC57B}"/>
          </ac:graphicFrameMkLst>
        </pc:graphicFrameChg>
        <pc:graphicFrameChg chg="mod modGraphic">
          <ac:chgData name="김민희(MINHEE KIM)[kimminhee]/사원/제조DX.제조DX솔루션.제조빅데이터분석2팀" userId="d494d07f-6512-440f-b92e-289b650ee4e9" providerId="ADAL" clId="{AFCCA470-35F9-48A3-8BEA-BA736ED33F96}" dt="2026-07-21T02:28:55.196" v="2187" actId="6549"/>
          <ac:graphicFrameMkLst>
            <pc:docMk/>
            <pc:sldMk cId="637397627" sldId="272"/>
            <ac:graphicFrameMk id="7" creationId="{8F4AC270-697A-3B2A-E267-84779B3435EA}"/>
          </ac:graphicFrameMkLst>
        </pc:graphicFrameChg>
        <pc:picChg chg="add mod">
          <ac:chgData name="김민희(MINHEE KIM)[kimminhee]/사원/제조DX.제조DX솔루션.제조빅데이터분석2팀" userId="d494d07f-6512-440f-b92e-289b650ee4e9" providerId="ADAL" clId="{AFCCA470-35F9-48A3-8BEA-BA736ED33F96}" dt="2026-07-21T02:27:55.861" v="2105" actId="1076"/>
          <ac:picMkLst>
            <pc:docMk/>
            <pc:sldMk cId="637397627" sldId="272"/>
            <ac:picMk id="10" creationId="{17F6D60F-1B43-AEE4-E6C8-DEC747215D3F}"/>
          </ac:picMkLst>
        </pc:picChg>
        <pc:picChg chg="add mod">
          <ac:chgData name="김민희(MINHEE KIM)[kimminhee]/사원/제조DX.제조DX솔루션.제조빅데이터분석2팀" userId="d494d07f-6512-440f-b92e-289b650ee4e9" providerId="ADAL" clId="{AFCCA470-35F9-48A3-8BEA-BA736ED33F96}" dt="2026-07-21T02:27:58.846" v="2106" actId="1076"/>
          <ac:picMkLst>
            <pc:docMk/>
            <pc:sldMk cId="637397627" sldId="272"/>
            <ac:picMk id="19" creationId="{530EFF1B-459A-5847-EA3F-8A27F1F51806}"/>
          </ac:picMkLst>
        </pc:picChg>
        <pc:picChg chg="add mod">
          <ac:chgData name="김민희(MINHEE KIM)[kimminhee]/사원/제조DX.제조DX솔루션.제조빅데이터분석2팀" userId="d494d07f-6512-440f-b92e-289b650ee4e9" providerId="ADAL" clId="{AFCCA470-35F9-48A3-8BEA-BA736ED33F96}" dt="2026-07-21T02:28:00.535" v="2107" actId="1076"/>
          <ac:picMkLst>
            <pc:docMk/>
            <pc:sldMk cId="637397627" sldId="272"/>
            <ac:picMk id="23" creationId="{266B5005-B864-84FC-EBF6-093DEFE0CE7A}"/>
          </ac:picMkLst>
        </pc:picChg>
        <pc:picChg chg="add mod">
          <ac:chgData name="김민희(MINHEE KIM)[kimminhee]/사원/제조DX.제조DX솔루션.제조빅데이터분석2팀" userId="d494d07f-6512-440f-b92e-289b650ee4e9" providerId="ADAL" clId="{AFCCA470-35F9-48A3-8BEA-BA736ED33F96}" dt="2026-07-21T02:29:30.996" v="2193" actId="1076"/>
          <ac:picMkLst>
            <pc:docMk/>
            <pc:sldMk cId="637397627" sldId="272"/>
            <ac:picMk id="24" creationId="{4A42F53D-D55F-F805-4CFE-AA7003BC0F70}"/>
          </ac:picMkLst>
        </pc:picChg>
      </pc:sldChg>
    </pc:docChg>
  </pc:docChgLst>
  <pc:docChgLst>
    <pc:chgData name="박소영(SOYOUNG PARK)[edtsol_sy32]/사원/제조DX.제조DX솔루션.추적솔루션개발팀" userId="dc270099-6f2c-44e3-856c-ca44e2079083" providerId="ADAL" clId="{CEC64F60-2E81-401D-B1AA-E16214F78044}"/>
    <pc:docChg chg="undo custSel modSld">
      <pc:chgData name="박소영(SOYOUNG PARK)[edtsol_sy32]/사원/제조DX.제조DX솔루션.추적솔루션개발팀" userId="dc270099-6f2c-44e3-856c-ca44e2079083" providerId="ADAL" clId="{CEC64F60-2E81-401D-B1AA-E16214F78044}" dt="2026-07-22T03:36:21.321" v="4814" actId="20577"/>
      <pc:docMkLst>
        <pc:docMk/>
      </pc:docMkLst>
      <pc:sldChg chg="addSp delSp modSp mod">
        <pc:chgData name="박소영(SOYOUNG PARK)[edtsol_sy32]/사원/제조DX.제조DX솔루션.추적솔루션개발팀" userId="dc270099-6f2c-44e3-856c-ca44e2079083" providerId="ADAL" clId="{CEC64F60-2E81-401D-B1AA-E16214F78044}" dt="2026-07-22T03:28:28.486" v="4430"/>
        <pc:sldMkLst>
          <pc:docMk/>
          <pc:sldMk cId="360237742" sldId="2147481816"/>
        </pc:sldMkLst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1:52:05.145" v="1150" actId="20577"/>
          <ac:spMkLst>
            <pc:docMk/>
            <pc:sldMk cId="360237742" sldId="2147481816"/>
            <ac:spMk id="2" creationId="{7A7EAB5B-6A0B-53F7-2708-C90739BBDAE1}"/>
          </ac:spMkLst>
        </pc:spChg>
        <pc:spChg chg="add mod">
          <ac:chgData name="박소영(SOYOUNG PARK)[edtsol_sy32]/사원/제조DX.제조DX솔루션.추적솔루션개발팀" userId="dc270099-6f2c-44e3-856c-ca44e2079083" providerId="ADAL" clId="{CEC64F60-2E81-401D-B1AA-E16214F78044}" dt="2026-07-21T09:07:48.551" v="260" actId="1035"/>
          <ac:spMkLst>
            <pc:docMk/>
            <pc:sldMk cId="360237742" sldId="2147481816"/>
            <ac:spMk id="3" creationId="{D67AE580-E822-3168-BD75-A59B813BABE7}"/>
          </ac:spMkLst>
        </pc:spChg>
        <pc:spChg chg="mod">
          <ac:chgData name="박소영(SOYOUNG PARK)[edtsol_sy32]/사원/제조DX.제조DX솔루션.추적솔루션개발팀" userId="dc270099-6f2c-44e3-856c-ca44e2079083" providerId="ADAL" clId="{CEC64F60-2E81-401D-B1AA-E16214F78044}" dt="2026-07-21T09:16:06.058" v="506" actId="20577"/>
          <ac:spMkLst>
            <pc:docMk/>
            <pc:sldMk cId="360237742" sldId="2147481816"/>
            <ac:spMk id="4" creationId="{E19B7C1C-DB3D-B5E1-9325-224E29809ED5}"/>
          </ac:spMkLst>
        </pc:spChg>
        <pc:graphicFrameChg chg="add mod modGraphic">
          <ac:chgData name="박소영(SOYOUNG PARK)[edtsol_sy32]/사원/제조DX.제조DX솔루션.추적솔루션개발팀" userId="dc270099-6f2c-44e3-856c-ca44e2079083" providerId="ADAL" clId="{CEC64F60-2E81-401D-B1AA-E16214F78044}" dt="2026-07-21T09:11:25.803" v="346" actId="20577"/>
          <ac:graphicFrameMkLst>
            <pc:docMk/>
            <pc:sldMk cId="360237742" sldId="2147481816"/>
            <ac:graphicFrameMk id="5" creationId="{0449694B-9685-0A85-7005-593EAF9D99F7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CEC64F60-2E81-401D-B1AA-E16214F78044}" dt="2026-07-22T03:28:28.486" v="4430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addSp modSp mod">
        <pc:chgData name="박소영(SOYOUNG PARK)[edtsol_sy32]/사원/제조DX.제조DX솔루션.추적솔루션개발팀" userId="dc270099-6f2c-44e3-856c-ca44e2079083" providerId="ADAL" clId="{CEC64F60-2E81-401D-B1AA-E16214F78044}" dt="2026-07-22T03:35:04.939" v="4793" actId="20577"/>
        <pc:sldMkLst>
          <pc:docMk/>
          <pc:sldMk cId="1726257096" sldId="2147481882"/>
        </pc:sldMkLst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3:33:02.562" v="4593" actId="1035"/>
          <ac:spMkLst>
            <pc:docMk/>
            <pc:sldMk cId="1726257096" sldId="2147481882"/>
            <ac:spMk id="3" creationId="{079D5D47-27B1-9976-D6EB-A5E72543C954}"/>
          </ac:spMkLst>
        </pc:spChg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1:24:04.024" v="974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CEC64F60-2E81-401D-B1AA-E16214F78044}" dt="2026-07-22T01:47:24.150" v="1141" actId="20577"/>
          <ac:graphicFrameMkLst>
            <pc:docMk/>
            <pc:sldMk cId="1726257096" sldId="2147481882"/>
            <ac:graphicFrameMk id="7" creationId="{66C2A45B-A73D-11DD-25E0-11E4B52F84BA}"/>
          </ac:graphicFrameMkLst>
        </pc:graphicFrameChg>
        <pc:graphicFrameChg chg="modGraphic">
          <ac:chgData name="박소영(SOYOUNG PARK)[edtsol_sy32]/사원/제조DX.제조DX솔루션.추적솔루션개발팀" userId="dc270099-6f2c-44e3-856c-ca44e2079083" providerId="ADAL" clId="{CEC64F60-2E81-401D-B1AA-E16214F78044}" dt="2026-07-22T03:29:27.908" v="4441" actId="20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CEC64F60-2E81-401D-B1AA-E16214F78044}" dt="2026-07-22T03:35:04.939" v="4793" actId="2057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addSp delSp modSp mod">
        <pc:chgData name="박소영(SOYOUNG PARK)[edtsol_sy32]/사원/제조DX.제조DX솔루션.추적솔루션개발팀" userId="dc270099-6f2c-44e3-856c-ca44e2079083" providerId="ADAL" clId="{CEC64F60-2E81-401D-B1AA-E16214F78044}" dt="2026-07-22T03:25:36.321" v="3915" actId="20577"/>
        <pc:sldMkLst>
          <pc:docMk/>
          <pc:sldMk cId="1439661179" sldId="2147481935"/>
        </pc:sldMkLst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3:17:03.243" v="2893" actId="1036"/>
          <ac:spMkLst>
            <pc:docMk/>
            <pc:sldMk cId="1439661179" sldId="2147481935"/>
            <ac:spMk id="6" creationId="{030FCA71-9305-9835-2B2E-756049B6B1FF}"/>
          </ac:spMkLst>
        </pc:spChg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2:00:16.446" v="1360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Graphic">
          <ac:chgData name="박소영(SOYOUNG PARK)[edtsol_sy32]/사원/제조DX.제조DX솔루션.추적솔루션개발팀" userId="dc270099-6f2c-44e3-856c-ca44e2079083" providerId="ADAL" clId="{CEC64F60-2E81-401D-B1AA-E16214F78044}" dt="2026-07-22T03:23:43.308" v="3655" actId="20577"/>
          <ac:graphicFrameMkLst>
            <pc:docMk/>
            <pc:sldMk cId="1439661179" sldId="2147481935"/>
            <ac:graphicFrameMk id="2" creationId="{C71CE0D6-01CC-4FCA-BCC0-69BDDE1CF5E4}"/>
          </ac:graphicFrameMkLst>
        </pc:graphicFrameChg>
        <pc:graphicFrameChg chg="add del mod modGraphic">
          <ac:chgData name="박소영(SOYOUNG PARK)[edtsol_sy32]/사원/제조DX.제조DX솔루션.추적솔루션개발팀" userId="dc270099-6f2c-44e3-856c-ca44e2079083" providerId="ADAL" clId="{CEC64F60-2E81-401D-B1AA-E16214F78044}" dt="2026-07-22T03:23:50.482" v="3668" actId="20577"/>
          <ac:graphicFrameMkLst>
            <pc:docMk/>
            <pc:sldMk cId="1439661179" sldId="2147481935"/>
            <ac:graphicFrameMk id="3" creationId="{2AFD5F15-67A7-4DE0-B97B-E94C6F9E69D9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CEC64F60-2E81-401D-B1AA-E16214F78044}" dt="2026-07-22T03:25:36.321" v="3915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CEC64F60-2E81-401D-B1AA-E16214F78044}" dt="2026-07-22T03:36:21.321" v="4814" actId="20577"/>
        <pc:sldMkLst>
          <pc:docMk/>
          <pc:sldMk cId="3689145808" sldId="2147482251"/>
        </pc:sldMkLst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0:39:37.649" v="515" actId="1035"/>
          <ac:spMkLst>
            <pc:docMk/>
            <pc:sldMk cId="3689145808" sldId="2147482251"/>
            <ac:spMk id="2" creationId="{900AA629-4C0F-7488-6F21-74B3B3B3FA29}"/>
          </ac:spMkLst>
        </pc:spChg>
        <pc:spChg chg="mod">
          <ac:chgData name="박소영(SOYOUNG PARK)[edtsol_sy32]/사원/제조DX.제조DX솔루션.추적솔루션개발팀" userId="dc270099-6f2c-44e3-856c-ca44e2079083" providerId="ADAL" clId="{CEC64F60-2E81-401D-B1AA-E16214F78044}" dt="2026-07-21T08:52:27.644" v="44" actId="20577"/>
          <ac:spMkLst>
            <pc:docMk/>
            <pc:sldMk cId="3689145808" sldId="2147482251"/>
            <ac:spMk id="7" creationId="{3FB22F0A-A48E-F909-20F5-057DFE7E2546}"/>
          </ac:spMkLst>
        </pc:spChg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3:35:51.673" v="4812"/>
          <ac:spMkLst>
            <pc:docMk/>
            <pc:sldMk cId="3689145808" sldId="2147482251"/>
            <ac:spMk id="19" creationId="{5352E5F4-D151-4C3D-9E5F-99A1B7FDF265}"/>
          </ac:spMkLst>
        </pc:spChg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0:39:15.245" v="514" actId="20577"/>
          <ac:spMkLst>
            <pc:docMk/>
            <pc:sldMk cId="3689145808" sldId="2147482251"/>
            <ac:spMk id="23" creationId="{02417012-9580-4148-8D51-88FF8C380FC9}"/>
          </ac:spMkLst>
        </pc:spChg>
        <pc:graphicFrameChg chg="modGraphic">
          <ac:chgData name="박소영(SOYOUNG PARK)[edtsol_sy32]/사원/제조DX.제조DX솔루션.추적솔루션개발팀" userId="dc270099-6f2c-44e3-856c-ca44e2079083" providerId="ADAL" clId="{CEC64F60-2E81-401D-B1AA-E16214F78044}" dt="2026-07-21T09:02:21.719" v="138" actId="20577"/>
          <ac:graphicFrameMkLst>
            <pc:docMk/>
            <pc:sldMk cId="3689145808" sldId="2147482251"/>
            <ac:graphicFrameMk id="8" creationId="{84D32A1C-1CB8-11A9-97D3-FDB5750D96AE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CEC64F60-2E81-401D-B1AA-E16214F78044}" dt="2026-07-22T03:36:21.321" v="4814" actId="20577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CEC64F60-2E81-401D-B1AA-E16214F78044}" dt="2026-07-22T03:10:45.746" v="2316" actId="20577"/>
        <pc:sldMkLst>
          <pc:docMk/>
          <pc:sldMk cId="1494465681" sldId="2147482260"/>
        </pc:sldMkLst>
        <pc:spChg chg="mod">
          <ac:chgData name="박소영(SOYOUNG PARK)[edtsol_sy32]/사원/제조DX.제조DX솔루션.추적솔루션개발팀" userId="dc270099-6f2c-44e3-856c-ca44e2079083" providerId="ADAL" clId="{CEC64F60-2E81-401D-B1AA-E16214F78044}" dt="2026-07-22T02:33:38.366" v="1368" actId="20577"/>
          <ac:spMkLst>
            <pc:docMk/>
            <pc:sldMk cId="1494465681" sldId="2147482260"/>
            <ac:spMk id="22" creationId="{81B17DB2-3DCC-4A8F-9347-F9695BEF8B6D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CEC64F60-2E81-401D-B1AA-E16214F78044}" dt="2026-07-22T03:10:45.746" v="2316" actId="20577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</pc:docChg>
  </pc:docChgLst>
  <pc:docChgLst>
    <pc:chgData name="안태규(TAEKYU AN)[bigatk]/책임/제조DX.제조DX솔루션.제조빅데이터분석1팀" userId="dea7995d-94bc-4ef6-a5a4-edf7a1472420" providerId="ADAL" clId="{52D8AA29-1D35-4FCE-9CA5-F02302AB54F9}"/>
    <pc:docChg chg="undo custSel modSld">
      <pc:chgData name="안태규(TAEKYU AN)[bigatk]/책임/제조DX.제조DX솔루션.제조빅데이터분석1팀" userId="dea7995d-94bc-4ef6-a5a4-edf7a1472420" providerId="ADAL" clId="{52D8AA29-1D35-4FCE-9CA5-F02302AB54F9}" dt="2026-07-22T08:35:11.657" v="1454" actId="20577"/>
      <pc:docMkLst>
        <pc:docMk/>
      </pc:docMkLst>
      <pc:sldChg chg="addSp delSp modSp mod">
        <pc:chgData name="안태규(TAEKYU AN)[bigatk]/책임/제조DX.제조DX솔루션.제조빅데이터분석1팀" userId="dea7995d-94bc-4ef6-a5a4-edf7a1472420" providerId="ADAL" clId="{52D8AA29-1D35-4FCE-9CA5-F02302AB54F9}" dt="2026-07-22T08:32:48.933" v="1289" actId="207"/>
        <pc:sldMkLst>
          <pc:docMk/>
          <pc:sldMk cId="1669129858" sldId="303"/>
        </pc:sldMkLst>
        <pc:spChg chg="mod">
          <ac:chgData name="안태규(TAEKYU AN)[bigatk]/책임/제조DX.제조DX솔루션.제조빅데이터분석1팀" userId="dea7995d-94bc-4ef6-a5a4-edf7a1472420" providerId="ADAL" clId="{52D8AA29-1D35-4FCE-9CA5-F02302AB54F9}" dt="2026-07-22T08:23:08.796" v="1256" actId="20577"/>
          <ac:spMkLst>
            <pc:docMk/>
            <pc:sldMk cId="1669129858" sldId="303"/>
            <ac:spMk id="3" creationId="{0CC39962-AED9-0FD6-7F0C-29A8FBE67A4F}"/>
          </ac:spMkLst>
        </pc:spChg>
        <pc:spChg chg="add mod">
          <ac:chgData name="안태규(TAEKYU AN)[bigatk]/책임/제조DX.제조DX솔루션.제조빅데이터분석1팀" userId="dea7995d-94bc-4ef6-a5a4-edf7a1472420" providerId="ADAL" clId="{52D8AA29-1D35-4FCE-9CA5-F02302AB54F9}" dt="2026-07-22T08:01:57.906" v="742" actId="14100"/>
          <ac:spMkLst>
            <pc:docMk/>
            <pc:sldMk cId="1669129858" sldId="303"/>
            <ac:spMk id="24" creationId="{844E93D1-F0C3-A2CD-EFB7-1C36012391E0}"/>
          </ac:spMkLst>
        </pc:spChg>
        <pc:spChg chg="add mod">
          <ac:chgData name="안태규(TAEKYU AN)[bigatk]/책임/제조DX.제조DX솔루션.제조빅데이터분석1팀" userId="dea7995d-94bc-4ef6-a5a4-edf7a1472420" providerId="ADAL" clId="{52D8AA29-1D35-4FCE-9CA5-F02302AB54F9}" dt="2026-07-22T08:20:05.004" v="1253" actId="6549"/>
          <ac:spMkLst>
            <pc:docMk/>
            <pc:sldMk cId="1669129858" sldId="303"/>
            <ac:spMk id="25" creationId="{C105C488-42DE-3C86-CCA0-48E6E86BB586}"/>
          </ac:spMkLst>
        </pc:spChg>
        <pc:spChg chg="add mod">
          <ac:chgData name="안태규(TAEKYU AN)[bigatk]/책임/제조DX.제조DX솔루션.제조빅데이터분석1팀" userId="dea7995d-94bc-4ef6-a5a4-edf7a1472420" providerId="ADAL" clId="{52D8AA29-1D35-4FCE-9CA5-F02302AB54F9}" dt="2026-07-22T08:19:47.913" v="1175"/>
          <ac:spMkLst>
            <pc:docMk/>
            <pc:sldMk cId="1669129858" sldId="303"/>
            <ac:spMk id="26" creationId="{A1D21EC3-F08C-5A43-3F2B-D765B6174F5A}"/>
          </ac:spMkLst>
        </pc:spChg>
        <pc:spChg chg="add mod">
          <ac:chgData name="안태규(TAEKYU AN)[bigatk]/책임/제조DX.제조DX솔루션.제조빅데이터분석1팀" userId="dea7995d-94bc-4ef6-a5a4-edf7a1472420" providerId="ADAL" clId="{52D8AA29-1D35-4FCE-9CA5-F02302AB54F9}" dt="2026-07-22T08:20:02.560" v="1250"/>
          <ac:spMkLst>
            <pc:docMk/>
            <pc:sldMk cId="1669129858" sldId="303"/>
            <ac:spMk id="27" creationId="{2DADDECD-33D5-A214-8231-A5518B80C88B}"/>
          </ac:spMkLst>
        </pc:spChg>
        <pc:grpChg chg="add mod">
          <ac:chgData name="안태규(TAEKYU AN)[bigatk]/책임/제조DX.제조DX솔루션.제조빅데이터분석1팀" userId="dea7995d-94bc-4ef6-a5a4-edf7a1472420" providerId="ADAL" clId="{52D8AA29-1D35-4FCE-9CA5-F02302AB54F9}" dt="2026-07-22T08:01:48.388" v="740" actId="14100"/>
          <ac:grpSpMkLst>
            <pc:docMk/>
            <pc:sldMk cId="1669129858" sldId="303"/>
            <ac:grpSpMk id="23" creationId="{0154F458-C2C9-4744-2996-B29691376346}"/>
          </ac:grpSpMkLst>
        </pc:grpChg>
        <pc:graphicFrameChg chg="mod modGraphic">
          <ac:chgData name="안태규(TAEKYU AN)[bigatk]/책임/제조DX.제조DX솔루션.제조빅데이터분석1팀" userId="dea7995d-94bc-4ef6-a5a4-edf7a1472420" providerId="ADAL" clId="{52D8AA29-1D35-4FCE-9CA5-F02302AB54F9}" dt="2026-07-22T07:55:49.657" v="19" actId="14100"/>
          <ac:graphicFrameMkLst>
            <pc:docMk/>
            <pc:sldMk cId="1669129858" sldId="303"/>
            <ac:graphicFrameMk id="17" creationId="{FEEE26C9-750D-94F3-19C6-43DA55C81593}"/>
          </ac:graphicFrameMkLst>
        </pc:graphicFrameChg>
        <pc:graphicFrameChg chg="mod modGraphic">
          <ac:chgData name="안태규(TAEKYU AN)[bigatk]/책임/제조DX.제조DX솔루션.제조빅데이터분석1팀" userId="dea7995d-94bc-4ef6-a5a4-edf7a1472420" providerId="ADAL" clId="{52D8AA29-1D35-4FCE-9CA5-F02302AB54F9}" dt="2026-07-22T08:32:48.933" v="1289" actId="207"/>
          <ac:graphicFrameMkLst>
            <pc:docMk/>
            <pc:sldMk cId="1669129858" sldId="303"/>
            <ac:graphicFrameMk id="19" creationId="{3E86696F-E35A-4B06-9B46-63A4A6A986C1}"/>
          </ac:graphicFrameMkLst>
        </pc:graphicFrameChg>
        <pc:picChg chg="add mod modCrop">
          <ac:chgData name="안태규(TAEKYU AN)[bigatk]/책임/제조DX.제조DX솔루션.제조빅데이터분석1팀" userId="dea7995d-94bc-4ef6-a5a4-edf7a1472420" providerId="ADAL" clId="{52D8AA29-1D35-4FCE-9CA5-F02302AB54F9}" dt="2026-07-22T08:01:38.977" v="737" actId="164"/>
          <ac:picMkLst>
            <pc:docMk/>
            <pc:sldMk cId="1669129858" sldId="303"/>
            <ac:picMk id="20" creationId="{E0490AC4-2AEB-E2E9-F21A-D07F3CBC4BF2}"/>
          </ac:picMkLst>
        </pc:picChg>
        <pc:picChg chg="add mod modCrop">
          <ac:chgData name="안태규(TAEKYU AN)[bigatk]/책임/제조DX.제조DX솔루션.제조빅데이터분석1팀" userId="dea7995d-94bc-4ef6-a5a4-edf7a1472420" providerId="ADAL" clId="{52D8AA29-1D35-4FCE-9CA5-F02302AB54F9}" dt="2026-07-22T08:01:38.977" v="737" actId="164"/>
          <ac:picMkLst>
            <pc:docMk/>
            <pc:sldMk cId="1669129858" sldId="303"/>
            <ac:picMk id="21" creationId="{C3A97EFF-72F7-2905-9561-B068FBCBCF79}"/>
          </ac:picMkLst>
        </pc:picChg>
        <pc:picChg chg="add mod modCrop">
          <ac:chgData name="안태규(TAEKYU AN)[bigatk]/책임/제조DX.제조DX솔루션.제조빅데이터분석1팀" userId="dea7995d-94bc-4ef6-a5a4-edf7a1472420" providerId="ADAL" clId="{52D8AA29-1D35-4FCE-9CA5-F02302AB54F9}" dt="2026-07-22T08:01:38.977" v="737" actId="164"/>
          <ac:picMkLst>
            <pc:docMk/>
            <pc:sldMk cId="1669129858" sldId="303"/>
            <ac:picMk id="22" creationId="{1D8AF73D-54CC-201F-31BB-C03F4516E310}"/>
          </ac:picMkLst>
        </pc:picChg>
      </pc:sldChg>
      <pc:sldChg chg="modSp mod">
        <pc:chgData name="안태규(TAEKYU AN)[bigatk]/책임/제조DX.제조DX솔루션.제조빅데이터분석1팀" userId="dea7995d-94bc-4ef6-a5a4-edf7a1472420" providerId="ADAL" clId="{52D8AA29-1D35-4FCE-9CA5-F02302AB54F9}" dt="2026-07-22T08:35:11.657" v="1454" actId="20577"/>
        <pc:sldMkLst>
          <pc:docMk/>
          <pc:sldMk cId="3433858500" sldId="2147482257"/>
        </pc:sldMkLst>
        <pc:graphicFrameChg chg="mod modGraphic">
          <ac:chgData name="안태규(TAEKYU AN)[bigatk]/책임/제조DX.제조DX솔루션.제조빅데이터분석1팀" userId="dea7995d-94bc-4ef6-a5a4-edf7a1472420" providerId="ADAL" clId="{52D8AA29-1D35-4FCE-9CA5-F02302AB54F9}" dt="2026-07-22T08:35:11.657" v="1454" actId="2057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</pc:sldChg>
    </pc:docChg>
  </pc:docChgLst>
  <pc:docChgLst>
    <pc:chgData name="고광하(GWANGHA GO)[finebyme]/사원/제조DX.제조DX솔루션.제조빅데이터분석1팀" userId="abb226db-893f-4ba8-92cf-5b24053b6ea0" providerId="ADAL" clId="{2154AA74-76A0-4962-B33A-07F172125291}"/>
    <pc:docChg chg="undo custSel modSld">
      <pc:chgData name="고광하(GWANGHA GO)[finebyme]/사원/제조DX.제조DX솔루션.제조빅데이터분석1팀" userId="abb226db-893f-4ba8-92cf-5b24053b6ea0" providerId="ADAL" clId="{2154AA74-76A0-4962-B33A-07F172125291}" dt="2026-07-22T08:11:33.352" v="1650" actId="20577"/>
      <pc:docMkLst>
        <pc:docMk/>
      </pc:docMkLst>
      <pc:sldChg chg="addSp delSp modSp mod">
        <pc:chgData name="고광하(GWANGHA GO)[finebyme]/사원/제조DX.제조DX솔루션.제조빅데이터분석1팀" userId="abb226db-893f-4ba8-92cf-5b24053b6ea0" providerId="ADAL" clId="{2154AA74-76A0-4962-B33A-07F172125291}" dt="2026-07-22T08:11:33.352" v="1650" actId="20577"/>
        <pc:sldMkLst>
          <pc:docMk/>
          <pc:sldMk cId="4069405983" sldId="297"/>
        </pc:sldMkLst>
        <pc:spChg chg="mod">
          <ac:chgData name="고광하(GWANGHA GO)[finebyme]/사원/제조DX.제조DX솔루션.제조빅데이터분석1팀" userId="abb226db-893f-4ba8-92cf-5b24053b6ea0" providerId="ADAL" clId="{2154AA74-76A0-4962-B33A-07F172125291}" dt="2026-07-22T08:11:33.352" v="1650" actId="20577"/>
          <ac:spMkLst>
            <pc:docMk/>
            <pc:sldMk cId="4069405983" sldId="297"/>
            <ac:spMk id="8" creationId="{B001DEC4-1721-5139-4E18-1FC7F0D433CF}"/>
          </ac:spMkLst>
        </pc:spChg>
        <pc:spChg chg="mod">
          <ac:chgData name="고광하(GWANGHA GO)[finebyme]/사원/제조DX.제조DX솔루션.제조빅데이터분석1팀" userId="abb226db-893f-4ba8-92cf-5b24053b6ea0" providerId="ADAL" clId="{2154AA74-76A0-4962-B33A-07F172125291}" dt="2026-07-15T01:24:59.220" v="1464"/>
          <ac:spMkLst>
            <pc:docMk/>
            <pc:sldMk cId="4069405983" sldId="297"/>
            <ac:spMk id="18" creationId="{AAB6CB46-AA6D-51F4-E2E0-687C7C23E7ED}"/>
          </ac:spMkLst>
        </pc:spChg>
        <pc:spChg chg="mod">
          <ac:chgData name="고광하(GWANGHA GO)[finebyme]/사원/제조DX.제조DX솔루션.제조빅데이터분석1팀" userId="abb226db-893f-4ba8-92cf-5b24053b6ea0" providerId="ADAL" clId="{2154AA74-76A0-4962-B33A-07F172125291}" dt="2026-07-15T08:09:53" v="1612" actId="20577"/>
          <ac:spMkLst>
            <pc:docMk/>
            <pc:sldMk cId="4069405983" sldId="297"/>
            <ac:spMk id="19" creationId="{70E8E99B-F8E8-B9D2-1325-F944CBA579EE}"/>
          </ac:spMkLst>
        </pc:spChg>
        <pc:grpChg chg="add mod">
          <ac:chgData name="고광하(GWANGHA GO)[finebyme]/사원/제조DX.제조DX솔루션.제조빅데이터분석1팀" userId="abb226db-893f-4ba8-92cf-5b24053b6ea0" providerId="ADAL" clId="{2154AA74-76A0-4962-B33A-07F172125291}" dt="2026-07-15T08:07:55.127" v="1545" actId="1076"/>
          <ac:grpSpMkLst>
            <pc:docMk/>
            <pc:sldMk cId="4069405983" sldId="297"/>
            <ac:grpSpMk id="16" creationId="{80352B36-4EB9-6F38-7C17-00C70D46C29F}"/>
          </ac:grpSpMkLst>
        </pc:grpChg>
        <pc:graphicFrameChg chg="mod modGraphic">
          <ac:chgData name="고광하(GWANGHA GO)[finebyme]/사원/제조DX.제조DX솔루션.제조빅데이터분석1팀" userId="abb226db-893f-4ba8-92cf-5b24053b6ea0" providerId="ADAL" clId="{2154AA74-76A0-4962-B33A-07F172125291}" dt="2026-07-22T08:11:14.302" v="1646" actId="207"/>
          <ac:graphicFrameMkLst>
            <pc:docMk/>
            <pc:sldMk cId="4069405983" sldId="297"/>
            <ac:graphicFrameMk id="2" creationId="{1B328436-563D-910D-A106-E92841203CA3}"/>
          </ac:graphicFrameMkLst>
        </pc:graphicFrameChg>
        <pc:picChg chg="mod">
          <ac:chgData name="고광하(GWANGHA GO)[finebyme]/사원/제조DX.제조DX솔루션.제조빅데이터분석1팀" userId="abb226db-893f-4ba8-92cf-5b24053b6ea0" providerId="ADAL" clId="{2154AA74-76A0-4962-B33A-07F172125291}" dt="2026-07-15T01:24:59.220" v="1464"/>
          <ac:picMkLst>
            <pc:docMk/>
            <pc:sldMk cId="4069405983" sldId="297"/>
            <ac:picMk id="17" creationId="{C19B97E1-6175-B153-FEA7-5F0C6AC4D8C0}"/>
          </ac:picMkLst>
        </pc:picChg>
      </pc:sldChg>
    </pc:docChg>
  </pc:docChgLst>
  <pc:docChgLst>
    <pc:chgData name="허윤서(YUNSEO HEO)[yunseo]/사원/제조DX.제조DX솔루션.제조빅데이터분석2팀" userId="7ab2fe89-8325-46bf-8dba-b01dc11656f7" providerId="ADAL" clId="{1418097E-25C8-4306-AD1E-6D3D7B21B732}"/>
    <pc:docChg chg="undo redo custSel addSld delSld modSld modSection">
      <pc:chgData name="허윤서(YUNSEO HEO)[yunseo]/사원/제조DX.제조DX솔루션.제조빅데이터분석2팀" userId="7ab2fe89-8325-46bf-8dba-b01dc11656f7" providerId="ADAL" clId="{1418097E-25C8-4306-AD1E-6D3D7B21B732}" dt="2026-07-28T02:29:52.608" v="8774" actId="207"/>
      <pc:docMkLst>
        <pc:docMk/>
      </pc:docMkLst>
      <pc:sldChg chg="addSp delSp modSp mod">
        <pc:chgData name="허윤서(YUNSEO HEO)[yunseo]/사원/제조DX.제조DX솔루션.제조빅데이터분석2팀" userId="7ab2fe89-8325-46bf-8dba-b01dc11656f7" providerId="ADAL" clId="{1418097E-25C8-4306-AD1E-6D3D7B21B732}" dt="2026-07-28T01:18:17.955" v="8469" actId="20577"/>
        <pc:sldMkLst>
          <pc:docMk/>
          <pc:sldMk cId="2860801152" sldId="257"/>
        </pc:sldMkLst>
        <pc:spChg chg="mod">
          <ac:chgData name="허윤서(YUNSEO HEO)[yunseo]/사원/제조DX.제조DX솔루션.제조빅데이터분석2팀" userId="7ab2fe89-8325-46bf-8dba-b01dc11656f7" providerId="ADAL" clId="{1418097E-25C8-4306-AD1E-6D3D7B21B732}" dt="2026-07-28T01:18:17.955" v="8469" actId="20577"/>
          <ac:spMkLst>
            <pc:docMk/>
            <pc:sldMk cId="2860801152" sldId="257"/>
            <ac:spMk id="8" creationId="{F84E89FE-FF98-3135-903C-46722CDE774B}"/>
          </ac:spMkLst>
        </pc:sp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0:55:18.006" v="8216" actId="207"/>
          <ac:graphicFrameMkLst>
            <pc:docMk/>
            <pc:sldMk cId="2860801152" sldId="257"/>
            <ac:graphicFrameMk id="4" creationId="{0472E171-D1D3-400C-B416-93D7B68E3795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1:01:24.578" v="8282" actId="207"/>
          <ac:graphicFrameMkLst>
            <pc:docMk/>
            <pc:sldMk cId="2860801152" sldId="257"/>
            <ac:graphicFrameMk id="14" creationId="{C3470D81-2A51-44B3-A6BB-CD8CA0F3C09D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0:58:48.492" v="8263" actId="207"/>
          <ac:graphicFrameMkLst>
            <pc:docMk/>
            <pc:sldMk cId="2860801152" sldId="257"/>
            <ac:graphicFrameMk id="17" creationId="{13E32185-611D-4FB9-A8E7-E49F2D59E1E0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1:02:43.008" v="8304" actId="207"/>
          <ac:graphicFrameMkLst>
            <pc:docMk/>
            <pc:sldMk cId="2860801152" sldId="257"/>
            <ac:graphicFrameMk id="19" creationId="{3E86696F-E35A-4B06-9B46-63A4A6A986C1}"/>
          </ac:graphicFrameMkLst>
        </pc:graphicFrame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0:56:03.503" v="8225" actId="14100"/>
          <ac:picMkLst>
            <pc:docMk/>
            <pc:sldMk cId="2860801152" sldId="257"/>
            <ac:picMk id="6" creationId="{BB0C8D82-038C-D204-52A5-A44E124884A5}"/>
          </ac:picMkLst>
        </pc:pic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0:55:53.422" v="8221" actId="478"/>
          <ac:picMkLst>
            <pc:docMk/>
            <pc:sldMk cId="2860801152" sldId="257"/>
            <ac:picMk id="9" creationId="{EA397D80-9AE2-7593-2988-80629600E63D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0:58:43.519" v="8262" actId="14100"/>
          <ac:picMkLst>
            <pc:docMk/>
            <pc:sldMk cId="2860801152" sldId="257"/>
            <ac:picMk id="11" creationId="{78E39425-2820-80F6-3D14-29DB995223EF}"/>
          </ac:picMkLst>
        </pc:pic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0:58:34.590" v="8258" actId="478"/>
          <ac:picMkLst>
            <pc:docMk/>
            <pc:sldMk cId="2860801152" sldId="257"/>
            <ac:picMk id="12" creationId="{16A57524-A6A3-2E5D-B6AB-A47A79D02ABF}"/>
          </ac:picMkLst>
        </pc:pic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1:01:55.102" v="8287" actId="478"/>
          <ac:picMkLst>
            <pc:docMk/>
            <pc:sldMk cId="2860801152" sldId="257"/>
            <ac:picMk id="15" creationId="{19946822-B142-33CB-53C0-15290421B103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1:02:07.518" v="8294" actId="1035"/>
          <ac:picMkLst>
            <pc:docMk/>
            <pc:sldMk cId="2860801152" sldId="257"/>
            <ac:picMk id="16" creationId="{E1BAE40B-7857-5E45-6903-5F054C67464B}"/>
          </ac:picMkLst>
        </pc:picChg>
      </pc:sldChg>
      <pc:sldChg chg="modSp mod">
        <pc:chgData name="허윤서(YUNSEO HEO)[yunseo]/사원/제조DX.제조DX솔루션.제조빅데이터분석2팀" userId="7ab2fe89-8325-46bf-8dba-b01dc11656f7" providerId="ADAL" clId="{1418097E-25C8-4306-AD1E-6D3D7B21B732}" dt="2026-07-28T02:29:52.608" v="8774" actId="207"/>
        <pc:sldMkLst>
          <pc:docMk/>
          <pc:sldMk cId="617767194" sldId="274"/>
        </pc:sldMkLst>
        <pc:spChg chg="mod">
          <ac:chgData name="허윤서(YUNSEO HEO)[yunseo]/사원/제조DX.제조DX솔루션.제조빅데이터분석2팀" userId="7ab2fe89-8325-46bf-8dba-b01dc11656f7" providerId="ADAL" clId="{1418097E-25C8-4306-AD1E-6D3D7B21B732}" dt="2026-07-21T09:03:00.517" v="7590" actId="20577"/>
          <ac:spMkLst>
            <pc:docMk/>
            <pc:sldMk cId="617767194" sldId="274"/>
            <ac:spMk id="11" creationId="{1F5E724A-73BC-480B-44F0-820BFBFD10E7}"/>
          </ac:spMkLst>
        </pc:sp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2:29:52.608" v="8774" actId="207"/>
          <ac:graphicFrameMkLst>
            <pc:docMk/>
            <pc:sldMk cId="617767194" sldId="274"/>
            <ac:graphicFrameMk id="2" creationId="{0863F0B0-6407-C240-5659-F188463E19BC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1T09:02:03.326" v="7581" actId="20577"/>
          <ac:graphicFrameMkLst>
            <pc:docMk/>
            <pc:sldMk cId="617767194" sldId="274"/>
            <ac:graphicFrameMk id="24" creationId="{4DC597DF-6E8D-9B2D-1957-8DAAF5490FEC}"/>
          </ac:graphicFrameMkLst>
        </pc:graphicFrameChg>
      </pc:sldChg>
      <pc:sldChg chg="addSp delSp modSp mod">
        <pc:chgData name="허윤서(YUNSEO HEO)[yunseo]/사원/제조DX.제조DX솔루션.제조빅데이터분석2팀" userId="7ab2fe89-8325-46bf-8dba-b01dc11656f7" providerId="ADAL" clId="{1418097E-25C8-4306-AD1E-6D3D7B21B732}" dt="2026-07-28T00:55:03.679" v="8215" actId="207"/>
        <pc:sldMkLst>
          <pc:docMk/>
          <pc:sldMk cId="3652226273" sldId="275"/>
        </pc:sldMkLst>
        <pc:spChg chg="mod">
          <ac:chgData name="허윤서(YUNSEO HEO)[yunseo]/사원/제조DX.제조DX솔루션.제조빅데이터분석2팀" userId="7ab2fe89-8325-46bf-8dba-b01dc11656f7" providerId="ADAL" clId="{1418097E-25C8-4306-AD1E-6D3D7B21B732}" dt="2026-07-28T00:33:10.545" v="7931" actId="20577"/>
          <ac:spMkLst>
            <pc:docMk/>
            <pc:sldMk cId="3652226273" sldId="275"/>
            <ac:spMk id="8" creationId="{F84E89FE-FF98-3135-903C-46722CDE774B}"/>
          </ac:spMkLst>
        </pc:sp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0:33:59.742" v="7949" actId="207"/>
          <ac:graphicFrameMkLst>
            <pc:docMk/>
            <pc:sldMk cId="3652226273" sldId="275"/>
            <ac:graphicFrameMk id="4" creationId="{0472E171-D1D3-400C-B416-93D7B68E3795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0:55:03.679" v="8215" actId="207"/>
          <ac:graphicFrameMkLst>
            <pc:docMk/>
            <pc:sldMk cId="3652226273" sldId="275"/>
            <ac:graphicFrameMk id="14" creationId="{C3470D81-2A51-44B3-A6BB-CD8CA0F3C09D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0:47:15.316" v="8148" actId="20577"/>
          <ac:graphicFrameMkLst>
            <pc:docMk/>
            <pc:sldMk cId="3652226273" sldId="275"/>
            <ac:graphicFrameMk id="17" creationId="{13E32185-611D-4FB9-A8E7-E49F2D59E1E0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0:54:29.955" v="8208" actId="207"/>
          <ac:graphicFrameMkLst>
            <pc:docMk/>
            <pc:sldMk cId="3652226273" sldId="275"/>
            <ac:graphicFrameMk id="19" creationId="{3E86696F-E35A-4B06-9B46-63A4A6A986C1}"/>
          </ac:graphicFrameMkLst>
        </pc:graphicFrame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0:45:20.964" v="8046" actId="478"/>
          <ac:picMkLst>
            <pc:docMk/>
            <pc:sldMk cId="3652226273" sldId="275"/>
            <ac:picMk id="6" creationId="{21FCCCE5-7E91-242A-AECD-DF62270F1EFD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0:45:27.249" v="8051" actId="1076"/>
          <ac:picMkLst>
            <pc:docMk/>
            <pc:sldMk cId="3652226273" sldId="275"/>
            <ac:picMk id="9" creationId="{84724A05-25E6-945F-A119-342BCCCF2AC9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0:48:01.284" v="8158" actId="1036"/>
          <ac:picMkLst>
            <pc:docMk/>
            <pc:sldMk cId="3652226273" sldId="275"/>
            <ac:picMk id="11" creationId="{0566AA64-EE04-1EB1-A493-F958788C5313}"/>
          </ac:picMkLst>
        </pc:pic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0:47:47.916" v="8151" actId="478"/>
          <ac:picMkLst>
            <pc:docMk/>
            <pc:sldMk cId="3652226273" sldId="275"/>
            <ac:picMk id="13" creationId="{FBE38426-61DF-9ABF-AA83-E620844A8816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0:53:54.072" v="8199" actId="14100"/>
          <ac:picMkLst>
            <pc:docMk/>
            <pc:sldMk cId="3652226273" sldId="275"/>
            <ac:picMk id="15" creationId="{D3CA2F80-523D-5757-75C2-A1EB943EC15F}"/>
          </ac:picMkLst>
        </pc:pic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0:53:30.428" v="8188" actId="478"/>
          <ac:picMkLst>
            <pc:docMk/>
            <pc:sldMk cId="3652226273" sldId="275"/>
            <ac:picMk id="16" creationId="{25843499-A6E6-61B4-C88B-43F984E4C55C}"/>
          </ac:picMkLst>
        </pc:picChg>
      </pc:sldChg>
      <pc:sldChg chg="mod modClrScheme chgLayout">
        <pc:chgData name="허윤서(YUNSEO HEO)[yunseo]/사원/제조DX.제조DX솔루션.제조빅데이터분석2팀" userId="7ab2fe89-8325-46bf-8dba-b01dc11656f7" providerId="ADAL" clId="{1418097E-25C8-4306-AD1E-6D3D7B21B732}" dt="2026-06-30T02:44:37.837" v="2440"/>
        <pc:sldMkLst>
          <pc:docMk/>
          <pc:sldMk cId="1574489414" sldId="302"/>
        </pc:sldMkLst>
      </pc:sldChg>
      <pc:sldChg chg="addSp delSp modSp new del mod">
        <pc:chgData name="허윤서(YUNSEO HEO)[yunseo]/사원/제조DX.제조DX솔루션.제조빅데이터분석2팀" userId="7ab2fe89-8325-46bf-8dba-b01dc11656f7" providerId="ADAL" clId="{1418097E-25C8-4306-AD1E-6D3D7B21B732}" dt="2026-07-28T02:14:03.455" v="8727" actId="47"/>
        <pc:sldMkLst>
          <pc:docMk/>
          <pc:sldMk cId="4084918212" sldId="304"/>
        </pc:sldMkLst>
        <pc:spChg chg="del">
          <ac:chgData name="허윤서(YUNSEO HEO)[yunseo]/사원/제조DX.제조DX솔루션.제조빅데이터분석2팀" userId="7ab2fe89-8325-46bf-8dba-b01dc11656f7" providerId="ADAL" clId="{1418097E-25C8-4306-AD1E-6D3D7B21B732}" dt="2026-07-28T02:13:49.728" v="8724" actId="478"/>
          <ac:spMkLst>
            <pc:docMk/>
            <pc:sldMk cId="4084918212" sldId="304"/>
            <ac:spMk id="2" creationId="{99B77A1F-2E72-22F4-E803-45FA3C4430F4}"/>
          </ac:spMkLst>
        </pc:spChg>
        <pc:spChg chg="del">
          <ac:chgData name="허윤서(YUNSEO HEO)[yunseo]/사원/제조DX.제조DX솔루션.제조빅데이터분석2팀" userId="7ab2fe89-8325-46bf-8dba-b01dc11656f7" providerId="ADAL" clId="{1418097E-25C8-4306-AD1E-6D3D7B21B732}" dt="2026-07-28T02:13:49.728" v="8724" actId="478"/>
          <ac:spMkLst>
            <pc:docMk/>
            <pc:sldMk cId="4084918212" sldId="304"/>
            <ac:spMk id="3" creationId="{3E87E72C-B26F-CB57-D1BB-808A95118DB3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spMkLst>
            <pc:docMk/>
            <pc:sldMk cId="4084918212" sldId="304"/>
            <ac:spMk id="11" creationId="{F1434696-411E-28BD-7868-258F762D877D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spMkLst>
            <pc:docMk/>
            <pc:sldMk cId="4084918212" sldId="304"/>
            <ac:spMk id="12" creationId="{03C50EC6-628F-617C-A934-092D9E4EE614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spMkLst>
            <pc:docMk/>
            <pc:sldMk cId="4084918212" sldId="304"/>
            <ac:spMk id="16" creationId="{230CE313-8026-4648-4EEF-2FB8903190ED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spMkLst>
            <pc:docMk/>
            <pc:sldMk cId="4084918212" sldId="304"/>
            <ac:spMk id="17" creationId="{425257CB-D7CB-44E0-62A0-B4053DE5390B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spMkLst>
            <pc:docMk/>
            <pc:sldMk cId="4084918212" sldId="304"/>
            <ac:spMk id="18" creationId="{25BC388C-2D7C-DF6B-7A7B-C7CC02C11F8B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spMkLst>
            <pc:docMk/>
            <pc:sldMk cId="4084918212" sldId="304"/>
            <ac:spMk id="19" creationId="{19C30050-842B-E2CB-E344-63FD521C1CD8}"/>
          </ac:spMkLst>
        </pc:spChg>
        <pc:spChg chg="add 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spMkLst>
            <pc:docMk/>
            <pc:sldMk cId="4084918212" sldId="304"/>
            <ac:spMk id="21" creationId="{6E71182F-B13E-57D3-38AC-780A5D5F46D8}"/>
          </ac:spMkLst>
        </pc:spChg>
        <pc:spChg chg="add 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spMkLst>
            <pc:docMk/>
            <pc:sldMk cId="4084918212" sldId="304"/>
            <ac:spMk id="22" creationId="{1D9E0D06-7379-D9EA-6700-8338D40AF5F8}"/>
          </ac:spMkLst>
        </pc:sp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picMkLst>
            <pc:docMk/>
            <pc:sldMk cId="4084918212" sldId="304"/>
            <ac:picMk id="6" creationId="{05070DF1-157E-7409-ABB3-A999D322E83C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2:13:50.769" v="8725"/>
          <ac:picMkLst>
            <pc:docMk/>
            <pc:sldMk cId="4084918212" sldId="304"/>
            <ac:picMk id="7" creationId="{4C441D3A-174F-CA47-8766-9B0F6B31C74E}"/>
          </ac:picMkLst>
        </pc:picChg>
      </pc:sldChg>
      <pc:sldChg chg="addSp delSp modSp add mod">
        <pc:chgData name="허윤서(YUNSEO HEO)[yunseo]/사원/제조DX.제조DX솔루션.제조빅데이터분석2팀" userId="7ab2fe89-8325-46bf-8dba-b01dc11656f7" providerId="ADAL" clId="{1418097E-25C8-4306-AD1E-6D3D7B21B732}" dt="2026-07-28T01:18:23.835" v="8471" actId="20577"/>
        <pc:sldMkLst>
          <pc:docMk/>
          <pc:sldMk cId="3548972596" sldId="309"/>
        </pc:sldMkLst>
        <pc:spChg chg="mod">
          <ac:chgData name="허윤서(YUNSEO HEO)[yunseo]/사원/제조DX.제조DX솔루션.제조빅데이터분석2팀" userId="7ab2fe89-8325-46bf-8dba-b01dc11656f7" providerId="ADAL" clId="{1418097E-25C8-4306-AD1E-6D3D7B21B732}" dt="2026-07-14T01:45:31.141" v="3984" actId="20577"/>
          <ac:spMkLst>
            <pc:docMk/>
            <pc:sldMk cId="3548972596" sldId="309"/>
            <ac:spMk id="7" creationId="{EF3F6E8C-E96B-91C9-EEA8-6405E1BB3CC1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1:18:23.835" v="8471" actId="20577"/>
          <ac:spMkLst>
            <pc:docMk/>
            <pc:sldMk cId="3548972596" sldId="309"/>
            <ac:spMk id="8" creationId="{C6029C3B-01D0-C1B0-7474-C58C2B32D9F1}"/>
          </ac:spMkLst>
        </pc:spChg>
        <pc:graphicFrameChg chg="modGraphic">
          <ac:chgData name="허윤서(YUNSEO HEO)[yunseo]/사원/제조DX.제조DX솔루션.제조빅데이터분석2팀" userId="7ab2fe89-8325-46bf-8dba-b01dc11656f7" providerId="ADAL" clId="{1418097E-25C8-4306-AD1E-6D3D7B21B732}" dt="2026-07-28T01:12:18.323" v="8367" actId="207"/>
          <ac:graphicFrameMkLst>
            <pc:docMk/>
            <pc:sldMk cId="3548972596" sldId="309"/>
            <ac:graphicFrameMk id="4" creationId="{EFE7515C-9053-8E55-F29C-5AFC2AA3C072}"/>
          </ac:graphicFrameMkLst>
        </pc:graphicFrameChg>
        <pc:graphicFrameChg chg="modGraphic">
          <ac:chgData name="허윤서(YUNSEO HEO)[yunseo]/사원/제조DX.제조DX솔루션.제조빅데이터분석2팀" userId="7ab2fe89-8325-46bf-8dba-b01dc11656f7" providerId="ADAL" clId="{1418097E-25C8-4306-AD1E-6D3D7B21B732}" dt="2026-07-28T01:15:48.141" v="8435" actId="207"/>
          <ac:graphicFrameMkLst>
            <pc:docMk/>
            <pc:sldMk cId="3548972596" sldId="309"/>
            <ac:graphicFrameMk id="14" creationId="{11CF5407-E593-745C-734E-918F5AE6DA74}"/>
          </ac:graphicFrameMkLst>
        </pc:graphicFrameChg>
        <pc:graphicFrameChg chg="modGraphic">
          <ac:chgData name="허윤서(YUNSEO HEO)[yunseo]/사원/제조DX.제조DX솔루션.제조빅데이터분석2팀" userId="7ab2fe89-8325-46bf-8dba-b01dc11656f7" providerId="ADAL" clId="{1418097E-25C8-4306-AD1E-6D3D7B21B732}" dt="2026-07-28T01:13:45.006" v="8412" actId="207"/>
          <ac:graphicFrameMkLst>
            <pc:docMk/>
            <pc:sldMk cId="3548972596" sldId="309"/>
            <ac:graphicFrameMk id="17" creationId="{D4AE5B95-52B0-08F2-3550-2CBB42EFA5C2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1:17:06.448" v="8459" actId="207"/>
          <ac:graphicFrameMkLst>
            <pc:docMk/>
            <pc:sldMk cId="3548972596" sldId="309"/>
            <ac:graphicFrameMk id="19" creationId="{00F58160-0274-A722-577D-CC45AB2E3D70}"/>
          </ac:graphicFrameMkLst>
        </pc:graphicFrame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1:11:30.576" v="8325" actId="478"/>
          <ac:picMkLst>
            <pc:docMk/>
            <pc:sldMk cId="3548972596" sldId="309"/>
            <ac:picMk id="6" creationId="{7D876742-25FA-FC83-41C1-85AB8FB393D9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1:11:44.088" v="8332" actId="1035"/>
          <ac:picMkLst>
            <pc:docMk/>
            <pc:sldMk cId="3548972596" sldId="309"/>
            <ac:picMk id="10" creationId="{FC1DD239-2FDD-DCE1-6004-D8F5B48A6FA9}"/>
          </ac:picMkLst>
        </pc:pic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0:42:29.441" v="7969" actId="478"/>
          <ac:picMkLst>
            <pc:docMk/>
            <pc:sldMk cId="3548972596" sldId="309"/>
            <ac:picMk id="12" creationId="{375FDF74-4366-56E0-C1FA-9A5E5EBC8441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1:14:14.876" v="8416" actId="1076"/>
          <ac:picMkLst>
            <pc:docMk/>
            <pc:sldMk cId="3548972596" sldId="309"/>
            <ac:picMk id="13" creationId="{0DD2C9A1-00EF-6576-2887-E16BADA226A1}"/>
          </ac:picMkLst>
        </pc:pic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1:14:06.905" v="8413" actId="478"/>
          <ac:picMkLst>
            <pc:docMk/>
            <pc:sldMk cId="3548972596" sldId="309"/>
            <ac:picMk id="15" creationId="{88C86357-F3DE-A924-04AD-8FFA45196C4E}"/>
          </ac:picMkLst>
        </pc:picChg>
        <pc:picChg chg="add del mod">
          <ac:chgData name="허윤서(YUNSEO HEO)[yunseo]/사원/제조DX.제조DX솔루션.제조빅데이터분석2팀" userId="7ab2fe89-8325-46bf-8dba-b01dc11656f7" providerId="ADAL" clId="{1418097E-25C8-4306-AD1E-6D3D7B21B732}" dt="2026-07-28T01:16:23.414" v="8444" actId="478"/>
          <ac:picMkLst>
            <pc:docMk/>
            <pc:sldMk cId="3548972596" sldId="309"/>
            <ac:picMk id="18" creationId="{28741C24-F340-C704-9E7B-DACFE5B51D72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1:16:31.171" v="8447" actId="1076"/>
          <ac:picMkLst>
            <pc:docMk/>
            <pc:sldMk cId="3548972596" sldId="309"/>
            <ac:picMk id="20" creationId="{BED285AA-2C07-F1C6-5FB7-CC2D5893EBFB}"/>
          </ac:picMkLst>
        </pc:picChg>
      </pc:sldChg>
      <pc:sldChg chg="addSp delSp modSp mod">
        <pc:chgData name="허윤서(YUNSEO HEO)[yunseo]/사원/제조DX.제조DX솔루션.제조빅데이터분석2팀" userId="7ab2fe89-8325-46bf-8dba-b01dc11656f7" providerId="ADAL" clId="{1418097E-25C8-4306-AD1E-6D3D7B21B732}" dt="2026-07-28T01:42:03.134" v="8616" actId="207"/>
        <pc:sldMkLst>
          <pc:docMk/>
          <pc:sldMk cId="1705482803" sldId="2147482220"/>
        </pc:sldMkLst>
        <pc:spChg chg="mod">
          <ac:chgData name="허윤서(YUNSEO HEO)[yunseo]/사원/제조DX.제조DX솔루션.제조빅데이터분석2팀" userId="7ab2fe89-8325-46bf-8dba-b01dc11656f7" providerId="ADAL" clId="{1418097E-25C8-4306-AD1E-6D3D7B21B732}" dt="2026-07-28T01:18:10.016" v="8465" actId="20577"/>
          <ac:spMkLst>
            <pc:docMk/>
            <pc:sldMk cId="1705482803" sldId="2147482220"/>
            <ac:spMk id="9" creationId="{00000000-0000-0000-0000-000000000000}"/>
          </ac:spMkLst>
        </pc:sp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1:31:22.365" v="8537" actId="207"/>
          <ac:graphicFrameMkLst>
            <pc:docMk/>
            <pc:sldMk cId="1705482803" sldId="2147482220"/>
            <ac:graphicFrameMk id="4" creationId="{0472E171-D1D3-400C-B416-93D7B68E3795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1:39:58.649" v="8589" actId="207"/>
          <ac:graphicFrameMkLst>
            <pc:docMk/>
            <pc:sldMk cId="1705482803" sldId="2147482220"/>
            <ac:graphicFrameMk id="14" creationId="{C3470D81-2A51-44B3-A6BB-CD8CA0F3C09D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1:28:37.773" v="8509" actId="207"/>
          <ac:graphicFrameMkLst>
            <pc:docMk/>
            <pc:sldMk cId="1705482803" sldId="2147482220"/>
            <ac:graphicFrameMk id="17" creationId="{13E32185-611D-4FB9-A8E7-E49F2D59E1E0}"/>
          </ac:graphicFrameMkLst>
        </pc:graphicFrame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1:42:03.134" v="8616" actId="207"/>
          <ac:graphicFrameMkLst>
            <pc:docMk/>
            <pc:sldMk cId="1705482803" sldId="2147482220"/>
            <ac:graphicFrameMk id="19" creationId="{3E86696F-E35A-4B06-9B46-63A4A6A986C1}"/>
          </ac:graphicFrameMkLst>
        </pc:graphicFrameChg>
        <pc:picChg chg="add">
          <ac:chgData name="허윤서(YUNSEO HEO)[yunseo]/사원/제조DX.제조DX솔루션.제조빅데이터분석2팀" userId="7ab2fe89-8325-46bf-8dba-b01dc11656f7" providerId="ADAL" clId="{1418097E-25C8-4306-AD1E-6D3D7B21B732}" dt="2026-07-14T04:50:14.322" v="4946" actId="22"/>
          <ac:picMkLst>
            <pc:docMk/>
            <pc:sldMk cId="1705482803" sldId="2147482220"/>
            <ac:picMk id="6" creationId="{E8FC504A-839F-8203-53D8-35CFFC0DB0BA}"/>
          </ac:picMkLst>
        </pc:picChg>
        <pc:picChg chg="add">
          <ac:chgData name="허윤서(YUNSEO HEO)[yunseo]/사원/제조DX.제조DX솔루션.제조빅데이터분석2팀" userId="7ab2fe89-8325-46bf-8dba-b01dc11656f7" providerId="ADAL" clId="{1418097E-25C8-4306-AD1E-6D3D7B21B732}" dt="2026-07-14T04:50:14.322" v="4946" actId="22"/>
          <ac:picMkLst>
            <pc:docMk/>
            <pc:sldMk cId="1705482803" sldId="2147482220"/>
            <ac:picMk id="8" creationId="{3BB25D93-5987-961D-A0C0-9C033008603C}"/>
          </ac:picMkLst>
        </pc:picChg>
        <pc:picChg chg="add">
          <ac:chgData name="허윤서(YUNSEO HEO)[yunseo]/사원/제조DX.제조DX솔루션.제조빅데이터분석2팀" userId="7ab2fe89-8325-46bf-8dba-b01dc11656f7" providerId="ADAL" clId="{1418097E-25C8-4306-AD1E-6D3D7B21B732}" dt="2026-07-14T04:50:14.322" v="4946" actId="22"/>
          <ac:picMkLst>
            <pc:docMk/>
            <pc:sldMk cId="1705482803" sldId="2147482220"/>
            <ac:picMk id="13" creationId="{58658915-B312-0E03-1B7D-D1D1C06E40CF}"/>
          </ac:picMkLst>
        </pc:picChg>
      </pc:sldChg>
      <pc:sldChg chg="addSp delSp modSp mod">
        <pc:chgData name="허윤서(YUNSEO HEO)[yunseo]/사원/제조DX.제조DX솔루션.제조빅데이터분석2팀" userId="7ab2fe89-8325-46bf-8dba-b01dc11656f7" providerId="ADAL" clId="{1418097E-25C8-4306-AD1E-6D3D7B21B732}" dt="2026-07-28T02:14:29.824" v="8732" actId="20577"/>
        <pc:sldMkLst>
          <pc:docMk/>
          <pc:sldMk cId="3135813048" sldId="2147482239"/>
        </pc:sldMkLst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08:05.770" v="8712" actId="20577"/>
          <ac:spMkLst>
            <pc:docMk/>
            <pc:sldMk cId="3135813048" sldId="2147482239"/>
            <ac:spMk id="11" creationId="{CF496E53-711A-5EAC-B78E-5A9099A385B5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1T23:42:38.629" v="7849"/>
          <ac:spMkLst>
            <pc:docMk/>
            <pc:sldMk cId="3135813048" sldId="2147482239"/>
            <ac:spMk id="12" creationId="{6CD447CF-332B-406C-ACD4-B4A3CB52037F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4:29.824" v="8732" actId="20577"/>
          <ac:spMkLst>
            <pc:docMk/>
            <pc:sldMk cId="3135813048" sldId="2147482239"/>
            <ac:spMk id="18" creationId="{CD6FE8C4-D3CA-4ACB-997B-147E1EDF00F6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spMkLst>
            <pc:docMk/>
            <pc:sldMk cId="3135813048" sldId="2147482239"/>
            <ac:spMk id="21" creationId="{26BE6B8C-B3FB-C104-7F0B-35ED9E61ACB3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spMkLst>
            <pc:docMk/>
            <pc:sldMk cId="3135813048" sldId="2147482239"/>
            <ac:spMk id="28" creationId="{3027BC3D-7F22-B4B8-7385-49163514CDFD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spMkLst>
            <pc:docMk/>
            <pc:sldMk cId="3135813048" sldId="2147482239"/>
            <ac:spMk id="33" creationId="{77C8779E-0B4D-1B1F-9ECD-2F3E49CD4F29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spMkLst>
            <pc:docMk/>
            <pc:sldMk cId="3135813048" sldId="2147482239"/>
            <ac:spMk id="34" creationId="{EF2B6B5D-EB6E-D53A-FFE6-D93FC5F0ECB4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spMkLst>
            <pc:docMk/>
            <pc:sldMk cId="3135813048" sldId="2147482239"/>
            <ac:spMk id="35" creationId="{6EBADDC0-91E7-9555-E991-ACBBF7D927D7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spMkLst>
            <pc:docMk/>
            <pc:sldMk cId="3135813048" sldId="2147482239"/>
            <ac:spMk id="36" creationId="{B4C1E2D6-4100-54B2-ED63-AD3168F07DA0}"/>
          </ac:spMkLst>
        </pc:spChg>
        <pc:spChg chg="add 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spMkLst>
            <pc:docMk/>
            <pc:sldMk cId="3135813048" sldId="2147482239"/>
            <ac:spMk id="42" creationId="{D2CD9606-D96C-36F4-0C26-5C0090A92367}"/>
          </ac:spMkLst>
        </pc:spChg>
        <pc:spChg chg="add 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spMkLst>
            <pc:docMk/>
            <pc:sldMk cId="3135813048" sldId="2147482239"/>
            <ac:spMk id="44" creationId="{E3B4DBDD-06A1-CD30-A183-6EA611DA9B55}"/>
          </ac:spMkLst>
        </pc:spChg>
        <pc:spChg chg="add del mod">
          <ac:chgData name="허윤서(YUNSEO HEO)[yunseo]/사원/제조DX.제조DX솔루션.제조빅데이터분석2팀" userId="7ab2fe89-8325-46bf-8dba-b01dc11656f7" providerId="ADAL" clId="{1418097E-25C8-4306-AD1E-6D3D7B21B732}" dt="2026-07-28T02:13:35.733" v="8720" actId="478"/>
          <ac:spMkLst>
            <pc:docMk/>
            <pc:sldMk cId="3135813048" sldId="2147482239"/>
            <ac:spMk id="50" creationId="{A5E80D44-D65C-B62F-1466-78E664B7EBEB}"/>
          </ac:spMkLst>
        </pc:spChg>
        <pc:spChg chg="add del mod">
          <ac:chgData name="허윤서(YUNSEO HEO)[yunseo]/사원/제조DX.제조DX솔루션.제조빅데이터분석2팀" userId="7ab2fe89-8325-46bf-8dba-b01dc11656f7" providerId="ADAL" clId="{1418097E-25C8-4306-AD1E-6D3D7B21B732}" dt="2026-07-28T02:06:38.904" v="8640" actId="478"/>
          <ac:spMkLst>
            <pc:docMk/>
            <pc:sldMk cId="3135813048" sldId="2147482239"/>
            <ac:spMk id="52" creationId="{AE6DD7E0-EE74-34FC-96DF-E447870EDD96}"/>
          </ac:spMkLst>
        </pc:spChg>
        <pc:spChg chg="add del mod">
          <ac:chgData name="허윤서(YUNSEO HEO)[yunseo]/사원/제조DX.제조DX솔루션.제조빅데이터분석2팀" userId="7ab2fe89-8325-46bf-8dba-b01dc11656f7" providerId="ADAL" clId="{1418097E-25C8-4306-AD1E-6D3D7B21B732}" dt="2026-07-28T02:13:36.683" v="8721" actId="478"/>
          <ac:spMkLst>
            <pc:docMk/>
            <pc:sldMk cId="3135813048" sldId="2147482239"/>
            <ac:spMk id="54" creationId="{BCFF0831-6E68-2329-9504-87C027794962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spMkLst>
            <pc:docMk/>
            <pc:sldMk cId="3135813048" sldId="2147482239"/>
            <ac:spMk id="56" creationId="{3F699256-D24C-26B6-F3DD-3CDE9989CBB0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spMkLst>
            <pc:docMk/>
            <pc:sldMk cId="3135813048" sldId="2147482239"/>
            <ac:spMk id="57" creationId="{224EC2F4-0BFB-4273-2B32-EEE1AEC2467A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spMkLst>
            <pc:docMk/>
            <pc:sldMk cId="3135813048" sldId="2147482239"/>
            <ac:spMk id="61" creationId="{EFC147CB-48FB-0DFD-E3AD-FBB4FDEF18A7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spMkLst>
            <pc:docMk/>
            <pc:sldMk cId="3135813048" sldId="2147482239"/>
            <ac:spMk id="62" creationId="{D93FBFF4-E394-53AF-1640-B1AF9754BE8B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spMkLst>
            <pc:docMk/>
            <pc:sldMk cId="3135813048" sldId="2147482239"/>
            <ac:spMk id="63" creationId="{32804E84-94B8-79D7-1323-38737B9F667C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spMkLst>
            <pc:docMk/>
            <pc:sldMk cId="3135813048" sldId="2147482239"/>
            <ac:spMk id="64" creationId="{0F01B6AD-6E4D-F997-2878-7BBD9B7B2081}"/>
          </ac:spMkLst>
        </pc:spChg>
        <pc:spChg chg="add 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spMkLst>
            <pc:docMk/>
            <pc:sldMk cId="3135813048" sldId="2147482239"/>
            <ac:spMk id="66" creationId="{F60526B2-E63B-2173-16DC-05A2B9068B7E}"/>
          </ac:spMkLst>
        </pc:spChg>
        <pc:spChg chg="add 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spMkLst>
            <pc:docMk/>
            <pc:sldMk cId="3135813048" sldId="2147482239"/>
            <ac:spMk id="67" creationId="{6A2D0F54-99DF-3EA3-6B11-3C3E6D542371}"/>
          </ac:spMkLst>
        </pc:spChg>
        <pc:grpChg chg="add del mod">
          <ac:chgData name="허윤서(YUNSEO HEO)[yunseo]/사원/제조DX.제조DX솔루션.제조빅데이터분석2팀" userId="7ab2fe89-8325-46bf-8dba-b01dc11656f7" providerId="ADAL" clId="{1418097E-25C8-4306-AD1E-6D3D7B21B732}" dt="2026-07-28T02:13:29.261" v="8715" actId="478"/>
          <ac:grpSpMkLst>
            <pc:docMk/>
            <pc:sldMk cId="3135813048" sldId="2147482239"/>
            <ac:grpSpMk id="48" creationId="{77CA72B5-D3CF-9F46-74F0-3A843B34EA6A}"/>
          </ac:grpSpMkLst>
        </pc:grpChg>
        <pc:grpChg chg="add del mod">
          <ac:chgData name="허윤서(YUNSEO HEO)[yunseo]/사원/제조DX.제조DX솔루션.제조빅데이터분석2팀" userId="7ab2fe89-8325-46bf-8dba-b01dc11656f7" providerId="ADAL" clId="{1418097E-25C8-4306-AD1E-6D3D7B21B732}" dt="2026-07-28T02:13:33.919" v="8718" actId="478"/>
          <ac:grpSpMkLst>
            <pc:docMk/>
            <pc:sldMk cId="3135813048" sldId="2147482239"/>
            <ac:grpSpMk id="49" creationId="{26587A9D-ED80-9270-11DE-E1803F914334}"/>
          </ac:grpSpMkLst>
        </pc:grp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8T02:14:17.968" v="8728" actId="207"/>
          <ac:graphicFrameMkLst>
            <pc:docMk/>
            <pc:sldMk cId="3135813048" sldId="2147482239"/>
            <ac:graphicFrameMk id="2" creationId="{23BDCB60-C271-1742-2C93-76E31902F63A}"/>
          </ac:graphicFrameMkLst>
        </pc:graphicFrameChg>
        <pc:graphicFrameChg chg="add del mod modGraphic">
          <ac:chgData name="허윤서(YUNSEO HEO)[yunseo]/사원/제조DX.제조DX솔루션.제조빅데이터분석2팀" userId="7ab2fe89-8325-46bf-8dba-b01dc11656f7" providerId="ADAL" clId="{1418097E-25C8-4306-AD1E-6D3D7B21B732}" dt="2026-07-28T02:13:32.282" v="8717" actId="478"/>
          <ac:graphicFrameMkLst>
            <pc:docMk/>
            <pc:sldMk cId="3135813048" sldId="2147482239"/>
            <ac:graphicFrameMk id="24" creationId="{CB1E1DE9-356B-4185-A911-636EBB599881}"/>
          </ac:graphicFrameMkLst>
        </pc:graphicFrameChg>
        <pc:picChg chg="add del mod modCrop">
          <ac:chgData name="허윤서(YUNSEO HEO)[yunseo]/사원/제조DX.제조DX솔루션.제조빅데이터분석2팀" userId="7ab2fe89-8325-46bf-8dba-b01dc11656f7" providerId="ADAL" clId="{1418097E-25C8-4306-AD1E-6D3D7B21B732}" dt="2026-07-28T02:13:28.855" v="8714" actId="478"/>
          <ac:picMkLst>
            <pc:docMk/>
            <pc:sldMk cId="3135813048" sldId="2147482239"/>
            <ac:picMk id="6" creationId="{6601FD60-68AC-C76D-C371-9FC8B7187715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picMkLst>
            <pc:docMk/>
            <pc:sldMk cId="3135813048" sldId="2147482239"/>
            <ac:picMk id="7" creationId="{3ECFC4C2-D649-1018-CAA3-BBEC49D9E088}"/>
          </ac:picMkLst>
        </pc:picChg>
        <pc:picChg chg="add del mod modCrop">
          <ac:chgData name="허윤서(YUNSEO HEO)[yunseo]/사원/제조DX.제조DX솔루션.제조빅데이터분석2팀" userId="7ab2fe89-8325-46bf-8dba-b01dc11656f7" providerId="ADAL" clId="{1418097E-25C8-4306-AD1E-6D3D7B21B732}" dt="2026-07-28T02:06:37.465" v="8639" actId="478"/>
          <ac:picMkLst>
            <pc:docMk/>
            <pc:sldMk cId="3135813048" sldId="2147482239"/>
            <ac:picMk id="8" creationId="{F9191A7B-371E-D87F-7FAE-C4A9FA5B3D87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2:13:37.900" v="8722"/>
          <ac:picMkLst>
            <pc:docMk/>
            <pc:sldMk cId="3135813048" sldId="2147482239"/>
            <ac:picMk id="9" creationId="{4E9E5B44-10A8-538A-6063-D5BBBFC14F32}"/>
          </ac:picMkLst>
        </pc:picChg>
        <pc:picChg chg="add del mod modCrop">
          <ac:chgData name="허윤서(YUNSEO HEO)[yunseo]/사원/제조DX.제조DX솔루션.제조빅데이터분석2팀" userId="7ab2fe89-8325-46bf-8dba-b01dc11656f7" providerId="ADAL" clId="{1418097E-25C8-4306-AD1E-6D3D7B21B732}" dt="2026-07-28T02:13:34.391" v="8719" actId="478"/>
          <ac:picMkLst>
            <pc:docMk/>
            <pc:sldMk cId="3135813048" sldId="2147482239"/>
            <ac:picMk id="13" creationId="{A1003B6A-9BDA-DA50-4BCF-1D02F155CD4B}"/>
          </ac:picMkLst>
        </pc:picChg>
        <pc:picChg chg="add 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picMkLst>
            <pc:docMk/>
            <pc:sldMk cId="3135813048" sldId="2147482239"/>
            <ac:picMk id="46" creationId="{D80F67F4-6107-2DEE-18DC-8DD5A09DF8F0}"/>
          </ac:picMkLst>
        </pc:picChg>
        <pc:picChg chg="mod">
          <ac:chgData name="허윤서(YUNSEO HEO)[yunseo]/사원/제조DX.제조DX솔루션.제조빅데이터분석2팀" userId="7ab2fe89-8325-46bf-8dba-b01dc11656f7" providerId="ADAL" clId="{1418097E-25C8-4306-AD1E-6D3D7B21B732}" dt="2026-07-28T02:14:01.080" v="8726"/>
          <ac:picMkLst>
            <pc:docMk/>
            <pc:sldMk cId="3135813048" sldId="2147482239"/>
            <ac:picMk id="58" creationId="{A0B0BAC6-A1B3-13B8-B534-9575D511435B}"/>
          </ac:picMkLst>
        </pc:picChg>
      </pc:sldChg>
      <pc:sldChg chg="modSp mod">
        <pc:chgData name="허윤서(YUNSEO HEO)[yunseo]/사원/제조DX.제조DX솔루션.제조빅데이터분석2팀" userId="7ab2fe89-8325-46bf-8dba-b01dc11656f7" providerId="ADAL" clId="{1418097E-25C8-4306-AD1E-6D3D7B21B732}" dt="2026-07-21T23:44:32.472" v="7909"/>
        <pc:sldMkLst>
          <pc:docMk/>
          <pc:sldMk cId="1582208706" sldId="2147482261"/>
        </pc:sldMkLst>
        <pc:spChg chg="mod">
          <ac:chgData name="허윤서(YUNSEO HEO)[yunseo]/사원/제조DX.제조DX솔루션.제조빅데이터분석2팀" userId="7ab2fe89-8325-46bf-8dba-b01dc11656f7" providerId="ADAL" clId="{1418097E-25C8-4306-AD1E-6D3D7B21B732}" dt="2026-07-21T23:44:32.472" v="7909"/>
          <ac:spMkLst>
            <pc:docMk/>
            <pc:sldMk cId="1582208706" sldId="2147482261"/>
            <ac:spMk id="12" creationId="{6CD447CF-332B-406C-ACD4-B4A3CB52037F}"/>
          </ac:spMkLst>
        </pc:spChg>
        <pc:spChg chg="mod">
          <ac:chgData name="허윤서(YUNSEO HEO)[yunseo]/사원/제조DX.제조DX솔루션.제조빅데이터분석2팀" userId="7ab2fe89-8325-46bf-8dba-b01dc11656f7" providerId="ADAL" clId="{1418097E-25C8-4306-AD1E-6D3D7B21B732}" dt="2026-07-21T23:44:11.649" v="7875" actId="20577"/>
          <ac:spMkLst>
            <pc:docMk/>
            <pc:sldMk cId="1582208706" sldId="2147482261"/>
            <ac:spMk id="18" creationId="{CD6FE8C4-D3CA-4ACB-997B-147E1EDF00F6}"/>
          </ac:spMkLst>
        </pc:spChg>
        <pc:graphicFrameChg chg="mod modGraphic">
          <ac:chgData name="허윤서(YUNSEO HEO)[yunseo]/사원/제조DX.제조DX솔루션.제조빅데이터분석2팀" userId="7ab2fe89-8325-46bf-8dba-b01dc11656f7" providerId="ADAL" clId="{1418097E-25C8-4306-AD1E-6D3D7B21B732}" dt="2026-07-21T07:09:52.954" v="7203" actId="20577"/>
          <ac:graphicFrameMkLst>
            <pc:docMk/>
            <pc:sldMk cId="1582208706" sldId="2147482261"/>
            <ac:graphicFrameMk id="2" creationId="{7D3CEEF4-CC9E-3891-09F5-7CAC44B000F3}"/>
          </ac:graphicFrameMkLst>
        </pc:graphicFrameChg>
        <pc:graphicFrameChg chg="modGraphic">
          <ac:chgData name="허윤서(YUNSEO HEO)[yunseo]/사원/제조DX.제조DX솔루션.제조빅데이터분석2팀" userId="7ab2fe89-8325-46bf-8dba-b01dc11656f7" providerId="ADAL" clId="{1418097E-25C8-4306-AD1E-6D3D7B21B732}" dt="2026-07-21T07:10:44.175" v="7204" actId="207"/>
          <ac:graphicFrameMkLst>
            <pc:docMk/>
            <pc:sldMk cId="1582208706" sldId="2147482261"/>
            <ac:graphicFrameMk id="24" creationId="{CB1E1DE9-356B-4185-A911-636EBB599881}"/>
          </ac:graphicFrameMkLst>
        </pc:graphicFrameChg>
      </pc:sldChg>
    </pc:docChg>
  </pc:docChgLst>
  <pc:docChgLst>
    <pc:chgData name="김희재(HEEJAE KIM)[gameroo]/선임/제조DX.제조DX솔루션.제조빅데이터분석1팀" userId="4f6d47c6-2fc0-4972-901b-e4e5bc0c4fcd" providerId="ADAL" clId="{FCBAA23C-8621-48A7-83A2-A22D092E2745}"/>
    <pc:docChg chg="undo custSel addSld delSld modSld modSection">
      <pc:chgData name="김희재(HEEJAE KIM)[gameroo]/선임/제조DX.제조DX솔루션.제조빅데이터분석1팀" userId="4f6d47c6-2fc0-4972-901b-e4e5bc0c4fcd" providerId="ADAL" clId="{FCBAA23C-8621-48A7-83A2-A22D092E2745}" dt="2026-07-08T04:10:18.932" v="8648" actId="20577"/>
      <pc:docMkLst>
        <pc:docMk/>
      </pc:docMkLst>
      <pc:sldChg chg="modSp mod">
        <pc:chgData name="김희재(HEEJAE KIM)[gameroo]/선임/제조DX.제조DX솔루션.제조빅데이터분석1팀" userId="4f6d47c6-2fc0-4972-901b-e4e5bc0c4fcd" providerId="ADAL" clId="{FCBAA23C-8621-48A7-83A2-A22D092E2745}" dt="2026-07-08T04:10:18.932" v="8648" actId="20577"/>
        <pc:sldMkLst>
          <pc:docMk/>
          <pc:sldMk cId="3821952864" sldId="287"/>
        </pc:sldMkLst>
        <pc:spChg chg="mod">
          <ac:chgData name="김희재(HEEJAE KIM)[gameroo]/선임/제조DX.제조DX솔루션.제조빅데이터분석1팀" userId="4f6d47c6-2fc0-4972-901b-e4e5bc0c4fcd" providerId="ADAL" clId="{FCBAA23C-8621-48A7-83A2-A22D092E2745}" dt="2026-07-01T02:07:18.587" v="1503"/>
          <ac:spMkLst>
            <pc:docMk/>
            <pc:sldMk cId="3821952864" sldId="287"/>
            <ac:spMk id="9" creationId="{00000000-0000-0000-0000-000000000000}"/>
          </ac:spMkLst>
        </pc:spChg>
        <pc:spChg chg="mod">
          <ac:chgData name="김희재(HEEJAE KIM)[gameroo]/선임/제조DX.제조DX솔루션.제조빅데이터분석1팀" userId="4f6d47c6-2fc0-4972-901b-e4e5bc0c4fcd" providerId="ADAL" clId="{FCBAA23C-8621-48A7-83A2-A22D092E2745}" dt="2026-07-01T00:44:14.258" v="1280"/>
          <ac:spMkLst>
            <pc:docMk/>
            <pc:sldMk cId="3821952864" sldId="287"/>
            <ac:spMk id="11" creationId="{86227DEB-244F-40D9-A14B-935F021B9AFB}"/>
          </ac:spMkLst>
        </pc:spChg>
        <pc:spChg chg="mod">
          <ac:chgData name="김희재(HEEJAE KIM)[gameroo]/선임/제조DX.제조DX솔루션.제조빅데이터분석1팀" userId="4f6d47c6-2fc0-4972-901b-e4e5bc0c4fcd" providerId="ADAL" clId="{FCBAA23C-8621-48A7-83A2-A22D092E2745}" dt="2026-07-01T02:57:40.342" v="5607" actId="20577"/>
          <ac:spMkLst>
            <pc:docMk/>
            <pc:sldMk cId="3821952864" sldId="287"/>
            <ac:spMk id="13" creationId="{00000000-0000-0000-0000-000000000000}"/>
          </ac:spMkLst>
        </pc:spChg>
        <pc:graphicFrameChg chg="mod modGraphic">
          <ac:chgData name="김희재(HEEJAE KIM)[gameroo]/선임/제조DX.제조DX솔루션.제조빅데이터분석1팀" userId="4f6d47c6-2fc0-4972-901b-e4e5bc0c4fcd" providerId="ADAL" clId="{FCBAA23C-8621-48A7-83A2-A22D092E2745}" dt="2026-07-08T04:10:18.932" v="8648" actId="20577"/>
          <ac:graphicFrameMkLst>
            <pc:docMk/>
            <pc:sldMk cId="3821952864" sldId="287"/>
            <ac:graphicFrameMk id="19" creationId="{3E86696F-E35A-4B06-9B46-63A4A6A986C1}"/>
          </ac:graphicFrameMkLst>
        </pc:graphicFrameChg>
      </pc:sldChg>
      <pc:sldChg chg="addSp delSp modSp add mod">
        <pc:chgData name="김희재(HEEJAE KIM)[gameroo]/선임/제조DX.제조DX솔루션.제조빅데이터분석1팀" userId="4f6d47c6-2fc0-4972-901b-e4e5bc0c4fcd" providerId="ADAL" clId="{FCBAA23C-8621-48A7-83A2-A22D092E2745}" dt="2026-07-01T03:01:08.934" v="5791" actId="14100"/>
        <pc:sldMkLst>
          <pc:docMk/>
          <pc:sldMk cId="539472840" sldId="310"/>
        </pc:sldMkLst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5:52.739" v="5549" actId="1036"/>
          <ac:spMkLst>
            <pc:docMk/>
            <pc:sldMk cId="539472840" sldId="310"/>
            <ac:spMk id="7" creationId="{72844E9E-A8CF-CAC7-8BFD-2351F98BB019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5:52.739" v="5549" actId="1036"/>
          <ac:spMkLst>
            <pc:docMk/>
            <pc:sldMk cId="539472840" sldId="310"/>
            <ac:spMk id="12" creationId="{9A16D9F8-8CD9-F586-AD8A-2962AE27C47B}"/>
          </ac:spMkLst>
        </pc:spChg>
        <pc:spChg chg="mod">
          <ac:chgData name="김희재(HEEJAE KIM)[gameroo]/선임/제조DX.제조DX솔루션.제조빅데이터분석1팀" userId="4f6d47c6-2fc0-4972-901b-e4e5bc0c4fcd" providerId="ADAL" clId="{FCBAA23C-8621-48A7-83A2-A22D092E2745}" dt="2026-07-01T03:01:08.934" v="5791" actId="14100"/>
          <ac:spMkLst>
            <pc:docMk/>
            <pc:sldMk cId="539472840" sldId="310"/>
            <ac:spMk id="13" creationId="{00000000-0000-0000-0000-000000000000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5:52.739" v="5549" actId="1036"/>
          <ac:spMkLst>
            <pc:docMk/>
            <pc:sldMk cId="539472840" sldId="310"/>
            <ac:spMk id="14" creationId="{53C2E032-37D7-028F-6B43-D469F65587F8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5:52.739" v="5549" actId="1036"/>
          <ac:spMkLst>
            <pc:docMk/>
            <pc:sldMk cId="539472840" sldId="310"/>
            <ac:spMk id="18" creationId="{9BE6334C-9063-9141-6922-8FFA74F21EB4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5:52.739" v="5549" actId="1036"/>
          <ac:spMkLst>
            <pc:docMk/>
            <pc:sldMk cId="539472840" sldId="310"/>
            <ac:spMk id="20" creationId="{5B656DD7-311E-EEEB-B045-84CB01EC9CFB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6:01.175" v="5574" actId="1035"/>
          <ac:spMkLst>
            <pc:docMk/>
            <pc:sldMk cId="539472840" sldId="310"/>
            <ac:spMk id="34" creationId="{386BA337-DD2A-5F57-7380-AB1B9B93DD4E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6:01.175" v="5574" actId="1035"/>
          <ac:spMkLst>
            <pc:docMk/>
            <pc:sldMk cId="539472840" sldId="310"/>
            <ac:spMk id="35" creationId="{808EAF3A-0478-BD9A-8894-788B880DF01B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6:01.175" v="5574" actId="1035"/>
          <ac:spMkLst>
            <pc:docMk/>
            <pc:sldMk cId="539472840" sldId="310"/>
            <ac:spMk id="36" creationId="{D05877F1-CB1A-D168-760B-CB11E795204C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6:01.175" v="5574" actId="1035"/>
          <ac:spMkLst>
            <pc:docMk/>
            <pc:sldMk cId="539472840" sldId="310"/>
            <ac:spMk id="37" creationId="{3B432EDC-78EA-A839-4529-46B1B4B7E2E9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6:01.175" v="5574" actId="1035"/>
          <ac:spMkLst>
            <pc:docMk/>
            <pc:sldMk cId="539472840" sldId="310"/>
            <ac:spMk id="39" creationId="{56251FAA-C691-09B4-C811-52BCB1626211}"/>
          </ac:spMkLst>
        </pc:spChg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2:56:01.175" v="5574" actId="1035"/>
          <ac:spMkLst>
            <pc:docMk/>
            <pc:sldMk cId="539472840" sldId="310"/>
            <ac:spMk id="40" creationId="{D89D797F-42C4-A754-2355-D90C4569E1FB}"/>
          </ac:spMkLst>
        </pc:spChg>
        <pc:graphicFrameChg chg="add del mod modGraphic">
          <ac:chgData name="김희재(HEEJAE KIM)[gameroo]/선임/제조DX.제조DX솔루션.제조빅데이터분석1팀" userId="4f6d47c6-2fc0-4972-901b-e4e5bc0c4fcd" providerId="ADAL" clId="{FCBAA23C-8621-48A7-83A2-A22D092E2745}" dt="2026-07-01T02:55:45.511" v="5526" actId="20577"/>
          <ac:graphicFrameMkLst>
            <pc:docMk/>
            <pc:sldMk cId="539472840" sldId="310"/>
            <ac:graphicFrameMk id="19" creationId="{3E86696F-E35A-4B06-9B46-63A4A6A986C1}"/>
          </ac:graphicFrameMkLst>
        </pc:graphicFrameChg>
        <pc:picChg chg="add mod">
          <ac:chgData name="김희재(HEEJAE KIM)[gameroo]/선임/제조DX.제조DX솔루션.제조빅데이터분석1팀" userId="4f6d47c6-2fc0-4972-901b-e4e5bc0c4fcd" providerId="ADAL" clId="{FCBAA23C-8621-48A7-83A2-A22D092E2745}" dt="2026-07-01T02:55:52.739" v="5549" actId="1036"/>
          <ac:picMkLst>
            <pc:docMk/>
            <pc:sldMk cId="539472840" sldId="310"/>
            <ac:picMk id="3" creationId="{DBC9D80B-0263-C833-B74E-859AF005B2A0}"/>
          </ac:picMkLst>
        </pc:picChg>
        <pc:picChg chg="add mod">
          <ac:chgData name="김희재(HEEJAE KIM)[gameroo]/선임/제조DX.제조DX솔루션.제조빅데이터분석1팀" userId="4f6d47c6-2fc0-4972-901b-e4e5bc0c4fcd" providerId="ADAL" clId="{FCBAA23C-8621-48A7-83A2-A22D092E2745}" dt="2026-07-01T02:55:52.739" v="5549" actId="1036"/>
          <ac:picMkLst>
            <pc:docMk/>
            <pc:sldMk cId="539472840" sldId="310"/>
            <ac:picMk id="5" creationId="{63D57B42-CE4D-A463-889B-B8B6DE09C58A}"/>
          </ac:picMkLst>
        </pc:picChg>
        <pc:picChg chg="add mod">
          <ac:chgData name="김희재(HEEJAE KIM)[gameroo]/선임/제조DX.제조DX솔루션.제조빅데이터분석1팀" userId="4f6d47c6-2fc0-4972-901b-e4e5bc0c4fcd" providerId="ADAL" clId="{FCBAA23C-8621-48A7-83A2-A22D092E2745}" dt="2026-07-01T02:56:01.175" v="5574" actId="1035"/>
          <ac:picMkLst>
            <pc:docMk/>
            <pc:sldMk cId="539472840" sldId="310"/>
            <ac:picMk id="24" creationId="{34C7888F-2FFA-9C78-C093-5CCCA761A4C7}"/>
          </ac:picMkLst>
        </pc:picChg>
        <pc:picChg chg="add mod">
          <ac:chgData name="김희재(HEEJAE KIM)[gameroo]/선임/제조DX.제조DX솔루션.제조빅데이터분석1팀" userId="4f6d47c6-2fc0-4972-901b-e4e5bc0c4fcd" providerId="ADAL" clId="{FCBAA23C-8621-48A7-83A2-A22D092E2745}" dt="2026-07-01T02:56:01.175" v="5574" actId="1035"/>
          <ac:picMkLst>
            <pc:docMk/>
            <pc:sldMk cId="539472840" sldId="310"/>
            <ac:picMk id="31" creationId="{8F5F72CC-FFE7-C05A-E460-6F5B6CC42C3A}"/>
          </ac:picMkLst>
        </pc:picChg>
        <pc:cxnChg chg="add mod">
          <ac:chgData name="김희재(HEEJAE KIM)[gameroo]/선임/제조DX.제조DX솔루션.제조빅데이터분석1팀" userId="4f6d47c6-2fc0-4972-901b-e4e5bc0c4fcd" providerId="ADAL" clId="{FCBAA23C-8621-48A7-83A2-A22D092E2745}" dt="2026-07-01T02:55:52.739" v="5549" actId="1036"/>
          <ac:cxnSpMkLst>
            <pc:docMk/>
            <pc:sldMk cId="539472840" sldId="310"/>
            <ac:cxnSpMk id="15" creationId="{3197297E-1BB5-ECEE-3C78-57D4AE43244A}"/>
          </ac:cxnSpMkLst>
        </pc:cxnChg>
      </pc:sldChg>
      <pc:sldChg chg="addSp delSp modSp add mod">
        <pc:chgData name="김희재(HEEJAE KIM)[gameroo]/선임/제조DX.제조DX솔루션.제조빅데이터분석1팀" userId="4f6d47c6-2fc0-4972-901b-e4e5bc0c4fcd" providerId="ADAL" clId="{FCBAA23C-8621-48A7-83A2-A22D092E2745}" dt="2026-07-01T04:27:57.190" v="8426"/>
        <pc:sldMkLst>
          <pc:docMk/>
          <pc:sldMk cId="1027075516" sldId="312"/>
        </pc:sldMkLst>
        <pc:spChg chg="add mod">
          <ac:chgData name="김희재(HEEJAE KIM)[gameroo]/선임/제조DX.제조DX솔루션.제조빅데이터분석1팀" userId="4f6d47c6-2fc0-4972-901b-e4e5bc0c4fcd" providerId="ADAL" clId="{FCBAA23C-8621-48A7-83A2-A22D092E2745}" dt="2026-07-01T04:24:02.681" v="8061" actId="1076"/>
          <ac:spMkLst>
            <pc:docMk/>
            <pc:sldMk cId="1027075516" sldId="312"/>
            <ac:spMk id="6" creationId="{1CBFCABB-1DAB-5EAB-7479-5B9BEBE61916}"/>
          </ac:spMkLst>
        </pc:spChg>
        <pc:spChg chg="mod">
          <ac:chgData name="김희재(HEEJAE KIM)[gameroo]/선임/제조DX.제조DX솔루션.제조빅데이터분석1팀" userId="4f6d47c6-2fc0-4972-901b-e4e5bc0c4fcd" providerId="ADAL" clId="{FCBAA23C-8621-48A7-83A2-A22D092E2745}" dt="2026-07-01T04:24:19.699" v="8073" actId="20577"/>
          <ac:spMkLst>
            <pc:docMk/>
            <pc:sldMk cId="1027075516" sldId="312"/>
            <ac:spMk id="11" creationId="{86227DEB-244F-40D9-A14B-935F021B9AFB}"/>
          </ac:spMkLst>
        </pc:spChg>
        <pc:spChg chg="mod">
          <ac:chgData name="김희재(HEEJAE KIM)[gameroo]/선임/제조DX.제조DX솔루션.제조빅데이터분석1팀" userId="4f6d47c6-2fc0-4972-901b-e4e5bc0c4fcd" providerId="ADAL" clId="{FCBAA23C-8621-48A7-83A2-A22D092E2745}" dt="2026-07-01T03:59:07.804" v="6699" actId="20577"/>
          <ac:spMkLst>
            <pc:docMk/>
            <pc:sldMk cId="1027075516" sldId="312"/>
            <ac:spMk id="13" creationId="{00000000-0000-0000-0000-000000000000}"/>
          </ac:spMkLst>
        </pc:spChg>
        <pc:graphicFrameChg chg="add mod modGraphic">
          <ac:chgData name="김희재(HEEJAE KIM)[gameroo]/선임/제조DX.제조DX솔루션.제조빅데이터분석1팀" userId="4f6d47c6-2fc0-4972-901b-e4e5bc0c4fcd" providerId="ADAL" clId="{FCBAA23C-8621-48A7-83A2-A22D092E2745}" dt="2026-07-01T04:27:57.190" v="8426"/>
          <ac:graphicFrameMkLst>
            <pc:docMk/>
            <pc:sldMk cId="1027075516" sldId="312"/>
            <ac:graphicFrameMk id="2" creationId="{431741D5-BE36-671D-3ECC-41E2423EBFE6}"/>
          </ac:graphicFrameMkLst>
        </pc:graphicFrameChg>
        <pc:graphicFrameChg chg="add mod modGraphic">
          <ac:chgData name="김희재(HEEJAE KIM)[gameroo]/선임/제조DX.제조DX솔루션.제조빅데이터분석1팀" userId="4f6d47c6-2fc0-4972-901b-e4e5bc0c4fcd" providerId="ADAL" clId="{FCBAA23C-8621-48A7-83A2-A22D092E2745}" dt="2026-07-01T04:26:35.729" v="8248" actId="1035"/>
          <ac:graphicFrameMkLst>
            <pc:docMk/>
            <pc:sldMk cId="1027075516" sldId="312"/>
            <ac:graphicFrameMk id="4" creationId="{D358312D-CBDA-954B-1293-46BB6AFB3223}"/>
          </ac:graphicFrameMkLst>
        </pc:graphicFrameChg>
        <pc:graphicFrameChg chg="mod modGraphic">
          <ac:chgData name="김희재(HEEJAE KIM)[gameroo]/선임/제조DX.제조DX솔루션.제조빅데이터분석1팀" userId="4f6d47c6-2fc0-4972-901b-e4e5bc0c4fcd" providerId="ADAL" clId="{FCBAA23C-8621-48A7-83A2-A22D092E2745}" dt="2026-07-01T04:26:29.833" v="8235" actId="20577"/>
          <ac:graphicFrameMkLst>
            <pc:docMk/>
            <pc:sldMk cId="1027075516" sldId="312"/>
            <ac:graphicFrameMk id="19" creationId="{3E86696F-E35A-4B06-9B46-63A4A6A986C1}"/>
          </ac:graphicFrameMkLst>
        </pc:graphicFrameChg>
      </pc:sldChg>
      <pc:sldMasterChg chg="delSldLayout">
        <pc:chgData name="김희재(HEEJAE KIM)[gameroo]/선임/제조DX.제조DX솔루션.제조빅데이터분석1팀" userId="4f6d47c6-2fc0-4972-901b-e4e5bc0c4fcd" providerId="ADAL" clId="{FCBAA23C-8621-48A7-83A2-A22D092E2745}" dt="2026-07-01T02:06:57.875" v="1482" actId="47"/>
        <pc:sldMasterMkLst>
          <pc:docMk/>
          <pc:sldMasterMk cId="767051808" sldId="2147483930"/>
        </pc:sldMasterMkLst>
      </pc:sldMasterChg>
    </pc:docChg>
  </pc:docChgLst>
  <pc:docChgLst>
    <pc:chgData name="윤병호(BYEONGHO YUN)[bhyun91]/선임/제조DX.제조DX솔루션.추적솔루션개발팀" userId="94db4b4c-14ac-4104-bc57-d99881f0b25d" providerId="ADAL" clId="{3A3008C1-9E1D-4633-BBED-9779414BB529}"/>
    <pc:docChg chg="custSel modSld sldOrd">
      <pc:chgData name="윤병호(BYEONGHO YUN)[bhyun91]/선임/제조DX.제조DX솔루션.추적솔루션개발팀" userId="94db4b4c-14ac-4104-bc57-d99881f0b25d" providerId="ADAL" clId="{3A3008C1-9E1D-4633-BBED-9779414BB529}" dt="2026-07-01T05:08:04.654" v="1920" actId="207"/>
      <pc:docMkLst>
        <pc:docMk/>
      </pc:docMkLst>
      <pc:sldChg chg="modSp mod">
        <pc:chgData name="윤병호(BYEONGHO YUN)[bhyun91]/선임/제조DX.제조DX솔루션.추적솔루션개발팀" userId="94db4b4c-14ac-4104-bc57-d99881f0b25d" providerId="ADAL" clId="{3A3008C1-9E1D-4633-BBED-9779414BB529}" dt="2026-07-01T05:00:40.456" v="15" actId="207"/>
        <pc:sldMkLst>
          <pc:docMk/>
          <pc:sldMk cId="2559780372" sldId="2147481944"/>
        </pc:sldMkLst>
        <pc:graphicFrameChg chg="mod modGraphic">
          <ac:chgData name="윤병호(BYEONGHO YUN)[bhyun91]/선임/제조DX.제조DX솔루션.추적솔루션개발팀" userId="94db4b4c-14ac-4104-bc57-d99881f0b25d" providerId="ADAL" clId="{3A3008C1-9E1D-4633-BBED-9779414BB529}" dt="2026-07-01T05:00:40.456" v="15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 mod ord">
        <pc:chgData name="윤병호(BYEONGHO YUN)[bhyun91]/선임/제조DX.제조DX솔루션.추적솔루션개발팀" userId="94db4b4c-14ac-4104-bc57-d99881f0b25d" providerId="ADAL" clId="{3A3008C1-9E1D-4633-BBED-9779414BB529}" dt="2026-07-01T05:08:04.654" v="1920" actId="207"/>
        <pc:sldMkLst>
          <pc:docMk/>
          <pc:sldMk cId="593023446" sldId="2147482183"/>
        </pc:sldMkLst>
        <pc:graphicFrameChg chg="mod modGraphic">
          <ac:chgData name="윤병호(BYEONGHO YUN)[bhyun91]/선임/제조DX.제조DX솔루션.추적솔루션개발팀" userId="94db4b4c-14ac-4104-bc57-d99881f0b25d" providerId="ADAL" clId="{3A3008C1-9E1D-4633-BBED-9779414BB529}" dt="2026-07-01T05:08:04.654" v="1920" actId="20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</pc:docChg>
  </pc:docChgLst>
  <pc:docChgLst>
    <pc:chgData name="서동민(DONGMIN SEO)[seodm]/책임/제조DX.제조DX솔루션.제조빅데이터분석1팀" userId="76da3594-28f0-492a-8a77-a4d7231a6557" providerId="ADAL" clId="{62984660-A2EB-466F-ACEA-813BD88D34AC}"/>
    <pc:docChg chg="custSel modSld">
      <pc:chgData name="서동민(DONGMIN SEO)[seodm]/책임/제조DX.제조DX솔루션.제조빅데이터분석1팀" userId="76da3594-28f0-492a-8a77-a4d7231a6557" providerId="ADAL" clId="{62984660-A2EB-466F-ACEA-813BD88D34AC}" dt="2026-07-01T00:22:01.379" v="32" actId="207"/>
      <pc:docMkLst>
        <pc:docMk/>
      </pc:docMkLst>
      <pc:sldChg chg="modSp mod">
        <pc:chgData name="서동민(DONGMIN SEO)[seodm]/책임/제조DX.제조DX솔루션.제조빅데이터분석1팀" userId="76da3594-28f0-492a-8a77-a4d7231a6557" providerId="ADAL" clId="{62984660-A2EB-466F-ACEA-813BD88D34AC}" dt="2026-07-01T00:22:01.379" v="32" actId="207"/>
        <pc:sldMkLst>
          <pc:docMk/>
          <pc:sldMk cId="3964604079" sldId="278"/>
        </pc:sldMkLst>
        <pc:spChg chg="mod">
          <ac:chgData name="서동민(DONGMIN SEO)[seodm]/책임/제조DX.제조DX솔루션.제조빅데이터분석1팀" userId="76da3594-28f0-492a-8a77-a4d7231a6557" providerId="ADAL" clId="{62984660-A2EB-466F-ACEA-813BD88D34AC}" dt="2026-07-01T00:21:59.076" v="31"/>
          <ac:spMkLst>
            <pc:docMk/>
            <pc:sldMk cId="3964604079" sldId="278"/>
            <ac:spMk id="3" creationId="{0CC39962-AED9-0FD6-7F0C-29A8FBE67A4F}"/>
          </ac:spMkLst>
        </pc:spChg>
        <pc:graphicFrameChg chg="modGraphic">
          <ac:chgData name="서동민(DONGMIN SEO)[seodm]/책임/제조DX.제조DX솔루션.제조빅데이터분석1팀" userId="76da3594-28f0-492a-8a77-a4d7231a6557" providerId="ADAL" clId="{62984660-A2EB-466F-ACEA-813BD88D34AC}" dt="2026-07-01T00:22:01.379" v="32" actId="207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 modShow">
        <pc:chgData name="서동민(DONGMIN SEO)[seodm]/책임/제조DX.제조DX솔루션.제조빅데이터분석1팀" userId="76da3594-28f0-492a-8a77-a4d7231a6557" providerId="ADAL" clId="{62984660-A2EB-466F-ACEA-813BD88D34AC}" dt="2026-07-01T00:07:41.005" v="0" actId="729"/>
        <pc:sldMkLst>
          <pc:docMk/>
          <pc:sldMk cId="3940923173" sldId="290"/>
        </pc:sldMkLst>
      </pc:sldChg>
      <pc:sldChg chg="addSp delSp modSp mod">
        <pc:chgData name="서동민(DONGMIN SEO)[seodm]/책임/제조DX.제조DX솔루션.제조빅데이터분석1팀" userId="76da3594-28f0-492a-8a77-a4d7231a6557" providerId="ADAL" clId="{62984660-A2EB-466F-ACEA-813BD88D34AC}" dt="2026-07-01T00:21:06.798" v="16" actId="20577"/>
        <pc:sldMkLst>
          <pc:docMk/>
          <pc:sldMk cId="2213332889" sldId="2147482204"/>
        </pc:sldMkLst>
        <pc:spChg chg="mod">
          <ac:chgData name="서동민(DONGMIN SEO)[seodm]/책임/제조DX.제조DX솔루션.제조빅데이터분석1팀" userId="76da3594-28f0-492a-8a77-a4d7231a6557" providerId="ADAL" clId="{62984660-A2EB-466F-ACEA-813BD88D34AC}" dt="2026-07-01T00:21:06.798" v="16" actId="20577"/>
          <ac:spMkLst>
            <pc:docMk/>
            <pc:sldMk cId="2213332889" sldId="2147482204"/>
            <ac:spMk id="5" creationId="{FF4AD222-410F-D567-CC89-3D34E933499E}"/>
          </ac:spMkLst>
        </pc:spChg>
        <pc:graphicFrameChg chg="modGraphic">
          <ac:chgData name="서동민(DONGMIN SEO)[seodm]/책임/제조DX.제조DX솔루션.제조빅데이터분석1팀" userId="76da3594-28f0-492a-8a77-a4d7231a6557" providerId="ADAL" clId="{62984660-A2EB-466F-ACEA-813BD88D34AC}" dt="2026-07-01T00:20:55.069" v="8" actId="20577"/>
          <ac:graphicFrameMkLst>
            <pc:docMk/>
            <pc:sldMk cId="2213332889" sldId="2147482204"/>
            <ac:graphicFrameMk id="8" creationId="{D7007598-164F-9E44-A8E6-E27244A849E6}"/>
          </ac:graphicFrameMkLst>
        </pc:graphicFrameChg>
      </pc:sldChg>
      <pc:sldChg chg="modSp mod">
        <pc:chgData name="서동민(DONGMIN SEO)[seodm]/책임/제조DX.제조DX솔루션.제조빅데이터분석1팀" userId="76da3594-28f0-492a-8a77-a4d7231a6557" providerId="ADAL" clId="{62984660-A2EB-466F-ACEA-813BD88D34AC}" dt="2026-07-01T00:21:46.394" v="22" actId="207"/>
        <pc:sldMkLst>
          <pc:docMk/>
          <pc:sldMk cId="730280615" sldId="2147482238"/>
        </pc:sldMkLst>
        <pc:spChg chg="mod">
          <ac:chgData name="서동민(DONGMIN SEO)[seodm]/책임/제조DX.제조DX솔루션.제조빅데이터분석1팀" userId="76da3594-28f0-492a-8a77-a4d7231a6557" providerId="ADAL" clId="{62984660-A2EB-466F-ACEA-813BD88D34AC}" dt="2026-07-01T00:21:42.594" v="21" actId="20577"/>
          <ac:spMkLst>
            <pc:docMk/>
            <pc:sldMk cId="730280615" sldId="2147482238"/>
            <ac:spMk id="3" creationId="{0CC39962-AED9-0FD6-7F0C-29A8FBE67A4F}"/>
          </ac:spMkLst>
        </pc:spChg>
        <pc:graphicFrameChg chg="modGraphic">
          <ac:chgData name="서동민(DONGMIN SEO)[seodm]/책임/제조DX.제조DX솔루션.제조빅데이터분석1팀" userId="76da3594-28f0-492a-8a77-a4d7231a6557" providerId="ADAL" clId="{62984660-A2EB-466F-ACEA-813BD88D34AC}" dt="2026-07-01T00:21:46.394" v="22" actId="207"/>
          <ac:graphicFrameMkLst>
            <pc:docMk/>
            <pc:sldMk cId="730280615" sldId="2147482238"/>
            <ac:graphicFrameMk id="19" creationId="{3E86696F-E35A-4B06-9B46-63A4A6A986C1}"/>
          </ac:graphicFrameMkLst>
        </pc:graphicFrameChg>
      </pc:sldChg>
    </pc:docChg>
  </pc:docChgLst>
  <pc:docChgLst>
    <pc:chgData name="최성민(SEONGMIN CHOI)[choi.sm]/책임/제조DX.제조DX솔루션.추적솔루션개발팀" userId="07d78882-1949-43a5-b27f-5851f4ea844b" providerId="ADAL" clId="{E36EDAC7-0FA7-4571-ADF9-53BF35BB8FEF}"/>
    <pc:docChg chg="undo custSel modSld">
      <pc:chgData name="최성민(SEONGMIN CHOI)[choi.sm]/책임/제조DX.제조DX솔루션.추적솔루션개발팀" userId="07d78882-1949-43a5-b27f-5851f4ea844b" providerId="ADAL" clId="{E36EDAC7-0FA7-4571-ADF9-53BF35BB8FEF}" dt="2026-07-15T19:37:12.043" v="879" actId="207"/>
      <pc:docMkLst>
        <pc:docMk/>
      </pc:docMkLst>
      <pc:sldChg chg="modSp mod">
        <pc:chgData name="최성민(SEONGMIN CHOI)[choi.sm]/책임/제조DX.제조DX솔루션.추적솔루션개발팀" userId="07d78882-1949-43a5-b27f-5851f4ea844b" providerId="ADAL" clId="{E36EDAC7-0FA7-4571-ADF9-53BF35BB8FEF}" dt="2026-07-15T19:37:12.043" v="879" actId="207"/>
        <pc:sldMkLst>
          <pc:docMk/>
          <pc:sldMk cId="3147894625" sldId="284"/>
        </pc:sldMkLst>
        <pc:spChg chg="mod">
          <ac:chgData name="최성민(SEONGMIN CHOI)[choi.sm]/책임/제조DX.제조DX솔루션.추적솔루션개발팀" userId="07d78882-1949-43a5-b27f-5851f4ea844b" providerId="ADAL" clId="{E36EDAC7-0FA7-4571-ADF9-53BF35BB8FEF}" dt="2026-07-15T19:37:12.043" v="879" actId="207"/>
          <ac:spMkLst>
            <pc:docMk/>
            <pc:sldMk cId="3147894625" sldId="284"/>
            <ac:spMk id="7" creationId="{BA910CD7-E9CF-953B-5522-AC8930FB5FE7}"/>
          </ac:spMkLst>
        </pc:spChg>
        <pc:spChg chg="mod">
          <ac:chgData name="최성민(SEONGMIN CHOI)[choi.sm]/책임/제조DX.제조DX솔루션.추적솔루션개발팀" userId="07d78882-1949-43a5-b27f-5851f4ea844b" providerId="ADAL" clId="{E36EDAC7-0FA7-4571-ADF9-53BF35BB8FEF}" dt="2026-07-15T19:31:22.594" v="586" actId="20577"/>
          <ac:spMkLst>
            <pc:docMk/>
            <pc:sldMk cId="3147894625" sldId="284"/>
            <ac:spMk id="9" creationId="{1A064BA9-9B98-338B-D5F8-37689F43EA46}"/>
          </ac:spMkLst>
        </pc:spChg>
      </pc:sldChg>
    </pc:docChg>
  </pc:docChgLst>
  <pc:docChgLst>
    <pc:chgData name="최재호(JAE HO CHOI)[jaeho_c]/선임/제조DX.제조DX솔루션.제조빅데이터분석1팀" userId="e6d80de8-376d-47c4-b6ee-7d3a37679110" providerId="ADAL" clId="{5DB3CBA0-1F19-41EC-AC96-55144B331AB3}"/>
    <pc:docChg chg="undo custSel modSld">
      <pc:chgData name="최재호(JAE HO CHOI)[jaeho_c]/선임/제조DX.제조DX솔루션.제조빅데이터분석1팀" userId="e6d80de8-376d-47c4-b6ee-7d3a37679110" providerId="ADAL" clId="{5DB3CBA0-1F19-41EC-AC96-55144B331AB3}" dt="2026-07-01T02:27:42.513" v="3661"/>
      <pc:docMkLst>
        <pc:docMk/>
      </pc:docMkLst>
      <pc:sldChg chg="addSp delSp modSp mod">
        <pc:chgData name="최재호(JAE HO CHOI)[jaeho_c]/선임/제조DX.제조DX솔루션.제조빅데이터분석1팀" userId="e6d80de8-376d-47c4-b6ee-7d3a37679110" providerId="ADAL" clId="{5DB3CBA0-1F19-41EC-AC96-55144B331AB3}" dt="2026-07-01T01:46:39.322" v="1746"/>
        <pc:sldMkLst>
          <pc:docMk/>
          <pc:sldMk cId="1658368104" sldId="271"/>
        </pc:sldMkLst>
        <pc:spChg chg="mod">
          <ac:chgData name="최재호(JAE HO CHOI)[jaeho_c]/선임/제조DX.제조DX솔루션.제조빅데이터분석1팀" userId="e6d80de8-376d-47c4-b6ee-7d3a37679110" providerId="ADAL" clId="{5DB3CBA0-1F19-41EC-AC96-55144B331AB3}" dt="2026-07-01T01:46:34.502" v="1745" actId="6549"/>
          <ac:spMkLst>
            <pc:docMk/>
            <pc:sldMk cId="1658368104" sldId="271"/>
            <ac:spMk id="3" creationId="{0CC39962-AED9-0FD6-7F0C-29A8FBE67A4F}"/>
          </ac:spMkLst>
        </pc:spChg>
        <pc:graphicFrameChg chg="mod">
          <ac:chgData name="최재호(JAE HO CHOI)[jaeho_c]/선임/제조DX.제조DX솔루션.제조빅데이터분석1팀" userId="e6d80de8-376d-47c4-b6ee-7d3a37679110" providerId="ADAL" clId="{5DB3CBA0-1F19-41EC-AC96-55144B331AB3}" dt="2026-07-01T01:46:39.322" v="1746"/>
          <ac:graphicFrameMkLst>
            <pc:docMk/>
            <pc:sldMk cId="1658368104" sldId="271"/>
            <ac:graphicFrameMk id="8" creationId="{20B06134-80A1-A70E-267B-F09712CB9EE0}"/>
          </ac:graphicFrameMkLst>
        </pc:graphicFrameChg>
        <pc:graphicFrameChg chg="mod modGraphic">
          <ac:chgData name="최재호(JAE HO CHOI)[jaeho_c]/선임/제조DX.제조DX솔루션.제조빅데이터분석1팀" userId="e6d80de8-376d-47c4-b6ee-7d3a37679110" providerId="ADAL" clId="{5DB3CBA0-1F19-41EC-AC96-55144B331AB3}" dt="2026-07-01T01:46:25.171" v="1739" actId="20577"/>
          <ac:graphicFrameMkLst>
            <pc:docMk/>
            <pc:sldMk cId="1658368104" sldId="271"/>
            <ac:graphicFrameMk id="19" creationId="{3E86696F-E35A-4B06-9B46-63A4A6A986C1}"/>
          </ac:graphicFrameMkLst>
        </pc:graphicFrameChg>
      </pc:sldChg>
      <pc:sldChg chg="modSp mod">
        <pc:chgData name="최재호(JAE HO CHOI)[jaeho_c]/선임/제조DX.제조DX솔루션.제조빅데이터분석1팀" userId="e6d80de8-376d-47c4-b6ee-7d3a37679110" providerId="ADAL" clId="{5DB3CBA0-1F19-41EC-AC96-55144B331AB3}" dt="2026-07-01T00:25:02.795" v="893" actId="20577"/>
        <pc:sldMkLst>
          <pc:docMk/>
          <pc:sldMk cId="2998139347" sldId="276"/>
        </pc:sldMkLst>
        <pc:spChg chg="mod">
          <ac:chgData name="최재호(JAE HO CHOI)[jaeho_c]/선임/제조DX.제조DX솔루션.제조빅데이터분석1팀" userId="e6d80de8-376d-47c4-b6ee-7d3a37679110" providerId="ADAL" clId="{5DB3CBA0-1F19-41EC-AC96-55144B331AB3}" dt="2026-07-01T00:25:02.795" v="893" actId="20577"/>
          <ac:spMkLst>
            <pc:docMk/>
            <pc:sldMk cId="2998139347" sldId="276"/>
            <ac:spMk id="3" creationId="{0CC39962-AED9-0FD6-7F0C-29A8FBE67A4F}"/>
          </ac:spMkLst>
        </pc:spChg>
        <pc:graphicFrameChg chg="mod modGraphic">
          <ac:chgData name="최재호(JAE HO CHOI)[jaeho_c]/선임/제조DX.제조DX솔루션.제조빅데이터분석1팀" userId="e6d80de8-376d-47c4-b6ee-7d3a37679110" providerId="ADAL" clId="{5DB3CBA0-1F19-41EC-AC96-55144B331AB3}" dt="2026-07-01T00:19:41.556" v="333" actId="20577"/>
          <ac:graphicFrameMkLst>
            <pc:docMk/>
            <pc:sldMk cId="2998139347" sldId="276"/>
            <ac:graphicFrameMk id="8" creationId="{4826C7E2-5508-8D4A-3DFF-CA74D4092464}"/>
          </ac:graphicFrameMkLst>
        </pc:graphicFrameChg>
        <pc:graphicFrameChg chg="mod modGraphic">
          <ac:chgData name="최재호(JAE HO CHOI)[jaeho_c]/선임/제조DX.제조DX솔루션.제조빅데이터분석1팀" userId="e6d80de8-376d-47c4-b6ee-7d3a37679110" providerId="ADAL" clId="{5DB3CBA0-1F19-41EC-AC96-55144B331AB3}" dt="2026-07-01T00:24:56.830" v="886" actId="207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modSp mod">
        <pc:chgData name="최재호(JAE HO CHOI)[jaeho_c]/선임/제조DX.제조DX솔루션.제조빅데이터분석1팀" userId="e6d80de8-376d-47c4-b6ee-7d3a37679110" providerId="ADAL" clId="{5DB3CBA0-1F19-41EC-AC96-55144B331AB3}" dt="2026-07-01T02:27:42.513" v="3661"/>
        <pc:sldMkLst>
          <pc:docMk/>
          <pc:sldMk cId="1819753006" sldId="295"/>
        </pc:sldMkLst>
        <pc:spChg chg="mod">
          <ac:chgData name="최재호(JAE HO CHOI)[jaeho_c]/선임/제조DX.제조DX솔루션.제조빅데이터분석1팀" userId="e6d80de8-376d-47c4-b6ee-7d3a37679110" providerId="ADAL" clId="{5DB3CBA0-1F19-41EC-AC96-55144B331AB3}" dt="2026-07-01T02:27:13.117" v="3658" actId="20577"/>
          <ac:spMkLst>
            <pc:docMk/>
            <pc:sldMk cId="1819753006" sldId="295"/>
            <ac:spMk id="3" creationId="{0CC39962-AED9-0FD6-7F0C-29A8FBE67A4F}"/>
          </ac:spMkLst>
        </pc:spChg>
        <pc:graphicFrameChg chg="mod modGraphic">
          <ac:chgData name="최재호(JAE HO CHOI)[jaeho_c]/선임/제조DX.제조DX솔루션.제조빅데이터분석1팀" userId="e6d80de8-376d-47c4-b6ee-7d3a37679110" providerId="ADAL" clId="{5DB3CBA0-1F19-41EC-AC96-55144B331AB3}" dt="2026-07-01T02:27:37.686" v="3660" actId="207"/>
          <ac:graphicFrameMkLst>
            <pc:docMk/>
            <pc:sldMk cId="1819753006" sldId="295"/>
            <ac:graphicFrameMk id="19" creationId="{3E86696F-E35A-4B06-9B46-63A4A6A986C1}"/>
          </ac:graphicFrameMkLst>
        </pc:graphicFrameChg>
        <pc:graphicFrameChg chg="mod">
          <ac:chgData name="최재호(JAE HO CHOI)[jaeho_c]/선임/제조DX.제조DX솔루션.제조빅데이터분석1팀" userId="e6d80de8-376d-47c4-b6ee-7d3a37679110" providerId="ADAL" clId="{5DB3CBA0-1F19-41EC-AC96-55144B331AB3}" dt="2026-07-01T02:27:42.513" v="3661"/>
          <ac:graphicFrameMkLst>
            <pc:docMk/>
            <pc:sldMk cId="1819753006" sldId="295"/>
            <ac:graphicFrameMk id="54" creationId="{89A90028-7CAD-BF32-F506-A73064DE8B42}"/>
          </ac:graphicFrameMkLst>
        </pc:graphicFrameChg>
      </pc:sldChg>
      <pc:sldChg chg="addSp modSp mod">
        <pc:chgData name="최재호(JAE HO CHOI)[jaeho_c]/선임/제조DX.제조DX솔루션.제조빅데이터분석1팀" userId="e6d80de8-376d-47c4-b6ee-7d3a37679110" providerId="ADAL" clId="{5DB3CBA0-1F19-41EC-AC96-55144B331AB3}" dt="2026-07-01T02:17:42.742" v="3592" actId="20577"/>
        <pc:sldMkLst>
          <pc:docMk/>
          <pc:sldMk cId="3996139020" sldId="2147482213"/>
        </pc:sldMkLst>
        <pc:spChg chg="mod">
          <ac:chgData name="최재호(JAE HO CHOI)[jaeho_c]/선임/제조DX.제조DX솔루션.제조빅데이터분석1팀" userId="e6d80de8-376d-47c4-b6ee-7d3a37679110" providerId="ADAL" clId="{5DB3CBA0-1F19-41EC-AC96-55144B331AB3}" dt="2026-07-01T02:17:42.742" v="3592" actId="20577"/>
          <ac:spMkLst>
            <pc:docMk/>
            <pc:sldMk cId="3996139020" sldId="2147482213"/>
            <ac:spMk id="3" creationId="{0CC39962-AED9-0FD6-7F0C-29A8FBE67A4F}"/>
          </ac:spMkLst>
        </pc:spChg>
        <pc:graphicFrameChg chg="mod modGraphic">
          <ac:chgData name="최재호(JAE HO CHOI)[jaeho_c]/선임/제조DX.제조DX솔루션.제조빅데이터분석1팀" userId="e6d80de8-376d-47c4-b6ee-7d3a37679110" providerId="ADAL" clId="{5DB3CBA0-1F19-41EC-AC96-55144B331AB3}" dt="2026-07-01T02:17:31.327" v="3580" actId="20577"/>
          <ac:graphicFrameMkLst>
            <pc:docMk/>
            <pc:sldMk cId="3996139020" sldId="2147482213"/>
            <ac:graphicFrameMk id="19" creationId="{3E86696F-E35A-4B06-9B46-63A4A6A986C1}"/>
          </ac:graphicFrameMkLst>
        </pc:graphicFrameChg>
        <pc:picChg chg="add mod">
          <ac:chgData name="최재호(JAE HO CHOI)[jaeho_c]/선임/제조DX.제조DX솔루션.제조빅데이터분석1팀" userId="e6d80de8-376d-47c4-b6ee-7d3a37679110" providerId="ADAL" clId="{5DB3CBA0-1F19-41EC-AC96-55144B331AB3}" dt="2026-07-01T02:14:49.627" v="3215" actId="1076"/>
          <ac:picMkLst>
            <pc:docMk/>
            <pc:sldMk cId="3996139020" sldId="2147482213"/>
            <ac:picMk id="5" creationId="{D4F9EFE4-1F0A-4217-1810-F1A0AF81E8B6}"/>
          </ac:picMkLst>
        </pc:picChg>
      </pc:sldChg>
    </pc:docChg>
  </pc:docChgLst>
  <pc:docChgLst>
    <pc:chgData name="박종현(JONG HYUN PARK)[parkjonghyun]/책임/제조DX.제조DX솔루션.추적솔루션개발팀" userId="bd556fbe-4056-41f8-81f6-e4b44a6c8ed9" providerId="ADAL" clId="{D4D1D0DE-B500-4B12-8A72-8A805BBAC9E7}"/>
    <pc:docChg chg="custSel modSld sldOrd modMainMaster modSection">
      <pc:chgData name="박종현(JONG HYUN PARK)[parkjonghyun]/책임/제조DX.제조DX솔루션.추적솔루션개발팀" userId="bd556fbe-4056-41f8-81f6-e4b44a6c8ed9" providerId="ADAL" clId="{D4D1D0DE-B500-4B12-8A72-8A805BBAC9E7}" dt="2026-07-01T23:22:48.667" v="3461" actId="729"/>
      <pc:docMkLst>
        <pc:docMk/>
      </pc:docMkLst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301" v="2895" actId="207"/>
        <pc:sldMkLst>
          <pc:docMk/>
          <pc:sldMk cId="2860801152" sldId="257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289" v="2883" actId="207"/>
          <ac:graphicFrameMkLst>
            <pc:docMk/>
            <pc:sldMk cId="2860801152" sldId="257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295" v="2889" actId="207"/>
          <ac:graphicFrameMkLst>
            <pc:docMk/>
            <pc:sldMk cId="2860801152" sldId="257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301" v="2895" actId="207"/>
          <ac:graphicFrameMkLst>
            <pc:docMk/>
            <pc:sldMk cId="2860801152" sldId="257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285" v="2879" actId="207"/>
          <ac:graphicFrameMkLst>
            <pc:docMk/>
            <pc:sldMk cId="2860801152" sldId="25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1383493917" sldId="260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1383493917" sldId="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0.884" v="2296" actId="207"/>
        <pc:sldMkLst>
          <pc:docMk/>
          <pc:sldMk cId="1959088351" sldId="261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0.884" v="2296" actId="207"/>
          <ac:graphicFrameMkLst>
            <pc:docMk/>
            <pc:sldMk cId="1959088351" sldId="261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2.581" v="867" actId="207"/>
        <pc:sldMkLst>
          <pc:docMk/>
          <pc:sldMk cId="1575311981" sldId="264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2.581" v="867" actId="207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5.074" v="3172" actId="207"/>
        <pc:sldMkLst>
          <pc:docMk/>
          <pc:sldMk cId="240573304" sldId="265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002" v="3163" actId="207"/>
          <ac:spMkLst>
            <pc:docMk/>
            <pc:sldMk cId="240573304" sldId="265"/>
            <ac:spMk id="11" creationId="{6393F995-C89E-D69C-3E67-41AED422D370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5.074" v="3172" actId="207"/>
          <ac:graphicFrameMkLst>
            <pc:docMk/>
            <pc:sldMk cId="240573304" sldId="265"/>
            <ac:graphicFrameMk id="2" creationId="{4AD28A90-1C5E-B3ED-AFEA-E4E930343D4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926" v="3146" actId="207"/>
          <ac:graphicFrameMkLst>
            <pc:docMk/>
            <pc:sldMk cId="240573304" sldId="265"/>
            <ac:graphicFrameMk id="24" creationId="{F51285F9-8EF7-203F-DE5F-18902235DFA9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0.080" v="2223" actId="207"/>
        <pc:sldMkLst>
          <pc:docMk/>
          <pc:sldMk cId="4231600243" sldId="266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0.080" v="2223" actId="207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delSp modSp mod">
        <pc:chgData name="박종현(JONG HYUN PARK)[parkjonghyun]/책임/제조DX.제조DX솔루션.추적솔루션개발팀" userId="bd556fbe-4056-41f8-81f6-e4b44a6c8ed9" providerId="ADAL" clId="{D4D1D0DE-B500-4B12-8A72-8A805BBAC9E7}" dt="2026-06-30T04:57:08.572" v="175" actId="207"/>
        <pc:sldMkLst>
          <pc:docMk/>
          <pc:sldMk cId="1866426398" sldId="267"/>
        </pc:sldMkLst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2.210" v="828" actId="207"/>
        <pc:sldMkLst>
          <pc:docMk/>
          <pc:sldMk cId="3077798272" sldId="269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2.147" v="822" actId="207"/>
          <ac:graphicFrameMkLst>
            <pc:docMk/>
            <pc:sldMk cId="3077798272" sldId="269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1981276098" sldId="270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1981276098" sldId="27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8.421" v="1813" actId="207"/>
        <pc:sldMkLst>
          <pc:docMk/>
          <pc:sldMk cId="1658368104" sldId="271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8.421" v="1813" actId="207"/>
          <ac:graphicFrameMkLst>
            <pc:docMk/>
            <pc:sldMk cId="1658368104" sldId="271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501" v="3032" actId="207"/>
        <pc:sldMkLst>
          <pc:docMk/>
          <pc:sldMk cId="637397627" sldId="272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501" v="3032" actId="207"/>
          <ac:graphicFrameMkLst>
            <pc:docMk/>
            <pc:sldMk cId="637397627" sldId="272"/>
            <ac:graphicFrameMk id="2" creationId="{AC5B9146-E653-3420-3C27-002D839EC57B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481" v="3023" actId="207"/>
          <ac:graphicFrameMkLst>
            <pc:docMk/>
            <pc:sldMk cId="637397627" sldId="272"/>
            <ac:graphicFrameMk id="7" creationId="{8F4AC270-697A-3B2A-E267-84779B3435EA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31981788" sldId="273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31981788" sldId="27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5.363" v="3335" actId="207"/>
        <pc:sldMkLst>
          <pc:docMk/>
          <pc:sldMk cId="617767194" sldId="274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5.363" v="3335" actId="207"/>
          <ac:graphicFrameMkLst>
            <pc:docMk/>
            <pc:sldMk cId="617767194" sldId="274"/>
            <ac:graphicFrameMk id="2" creationId="{0863F0B0-6407-C240-5659-F188463E19BC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5.332" v="3326" actId="207"/>
          <ac:graphicFrameMkLst>
            <pc:docMk/>
            <pc:sldMk cId="617767194" sldId="274"/>
            <ac:graphicFrameMk id="24" creationId="{4DC597DF-6E8D-9B2D-1957-8DAAF5490FE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347" v="2936" actId="207"/>
        <pc:sldMkLst>
          <pc:docMk/>
          <pc:sldMk cId="3652226273" sldId="275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336" v="2922" actId="207"/>
          <ac:graphicFrameMkLst>
            <pc:docMk/>
            <pc:sldMk cId="3652226273" sldId="275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342" v="2928" actId="207"/>
          <ac:graphicFrameMkLst>
            <pc:docMk/>
            <pc:sldMk cId="3652226273" sldId="275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347" v="2936" actId="207"/>
          <ac:graphicFrameMkLst>
            <pc:docMk/>
            <pc:sldMk cId="3652226273" sldId="275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332" v="2918" actId="207"/>
          <ac:graphicFrameMkLst>
            <pc:docMk/>
            <pc:sldMk cId="3652226273" sldId="27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8.292" v="1756" actId="207"/>
        <pc:sldMkLst>
          <pc:docMk/>
          <pc:sldMk cId="2998139347" sldId="276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8.292" v="1756" actId="207"/>
          <ac:graphicFrameMkLst>
            <pc:docMk/>
            <pc:sldMk cId="2998139347" sldId="276"/>
            <ac:graphicFrameMk id="8" creationId="{4826C7E2-5508-8D4A-3DFF-CA74D409246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8.265" v="1734" actId="207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7.854" v="1596" actId="207"/>
        <pc:sldMkLst>
          <pc:docMk/>
          <pc:sldMk cId="1164402689" sldId="277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7.854" v="1596" actId="207"/>
          <ac:spMkLst>
            <pc:docMk/>
            <pc:sldMk cId="1164402689" sldId="277"/>
            <ac:spMk id="27" creationId="{08C84109-C88C-C992-AB98-171121FDA23A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7.810" v="1594" actId="207"/>
          <ac:graphicFrameMkLst>
            <pc:docMk/>
            <pc:sldMk cId="1164402689" sldId="27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9.216" v="1839" actId="207"/>
        <pc:sldMkLst>
          <pc:docMk/>
          <pc:sldMk cId="3964604079" sldId="278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9.216" v="1839" actId="207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0.979" v="618" actId="207"/>
        <pc:sldMkLst>
          <pc:docMk/>
          <pc:sldMk cId="447217772" sldId="279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0.979" v="618" actId="207"/>
          <ac:graphicFrameMkLst>
            <pc:docMk/>
            <pc:sldMk cId="447217772" sldId="279"/>
            <ac:graphicFrameMk id="2" creationId="{29E34190-670E-8138-9058-C8A6221C765B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3318036112" sldId="280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3318036112" sldId="280"/>
            <ac:graphicFrameMk id="6" creationId="{CB71793C-E619-C2BD-283C-8472FEA4785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3015176440" sldId="281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3015176440" sldId="281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8.488" v="1817" actId="207"/>
        <pc:sldMkLst>
          <pc:docMk/>
          <pc:sldMk cId="3806308629" sldId="282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8.488" v="1817" actId="207"/>
          <ac:graphicFrameMkLst>
            <pc:docMk/>
            <pc:sldMk cId="3806308629" sldId="282"/>
            <ac:graphicFrameMk id="13" creationId="{56E713C9-85F1-C7D7-A216-CB7C582801DE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8.457" v="1815" actId="207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1.934" v="752" actId="207"/>
        <pc:sldMkLst>
          <pc:docMk/>
          <pc:sldMk cId="3147894625" sldId="284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1.934" v="752" actId="207"/>
          <ac:spMkLst>
            <pc:docMk/>
            <pc:sldMk cId="3147894625" sldId="284"/>
            <ac:spMk id="7" creationId="{BA910CD7-E9CF-953B-5522-AC8930FB5FE7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3147894625" sldId="284"/>
            <ac:graphicFrameMk id="6" creationId="{222CF891-BA04-43DA-4BB9-9CF561AB2E0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2.357" v="859" actId="207"/>
        <pc:sldMkLst>
          <pc:docMk/>
          <pc:sldMk cId="2229533" sldId="285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2229533" sldId="285"/>
            <ac:graphicFrameMk id="7" creationId="{3E86696F-E35A-4B06-9B46-63A4A6A986C1}"/>
          </ac:graphicFrameMkLst>
        </pc:graphicFrameChg>
      </pc:sldChg>
      <pc:sldChg chg="mod modShow">
        <pc:chgData name="박종현(JONG HYUN PARK)[parkjonghyun]/책임/제조DX.제조DX솔루션.추적솔루션개발팀" userId="bd556fbe-4056-41f8-81f6-e4b44a6c8ed9" providerId="ADAL" clId="{D4D1D0DE-B500-4B12-8A72-8A805BBAC9E7}" dt="2026-07-01T23:22:48.667" v="3461" actId="729"/>
        <pc:sldMkLst>
          <pc:docMk/>
          <pc:sldMk cId="859906681" sldId="286"/>
        </pc:sldMkLst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8.148" v="1674" actId="207"/>
        <pc:sldMkLst>
          <pc:docMk/>
          <pc:sldMk cId="3821952864" sldId="287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8.148" v="1674" actId="207"/>
          <ac:graphicFrameMkLst>
            <pc:docMk/>
            <pc:sldMk cId="3821952864" sldId="28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3940923173" sldId="290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3940923173" sldId="290"/>
            <ac:graphicFrameMk id="8" creationId="{D7007598-164F-9E44-A8E6-E27244A849E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0.244" v="2288" actId="207"/>
        <pc:sldMkLst>
          <pc:docMk/>
          <pc:sldMk cId="2407900480" sldId="291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0.244" v="2288" actId="207"/>
          <ac:graphicFrameMkLst>
            <pc:docMk/>
            <pc:sldMk cId="2407900480" sldId="291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D4D1D0DE-B500-4B12-8A72-8A805BBAC9E7}" dt="2026-06-30T04:55:59.684" v="2" actId="729"/>
        <pc:sldMkLst>
          <pc:docMk/>
          <pc:sldMk cId="489701206" sldId="292"/>
        </pc:sldMkLst>
      </pc:sldChg>
      <pc:sldChg chg="mod modShow">
        <pc:chgData name="박종현(JONG HYUN PARK)[parkjonghyun]/책임/제조DX.제조DX솔루션.추적솔루션개발팀" userId="bd556fbe-4056-41f8-81f6-e4b44a6c8ed9" providerId="ADAL" clId="{D4D1D0DE-B500-4B12-8A72-8A805BBAC9E7}" dt="2026-07-01T23:22:48.667" v="3461" actId="729"/>
        <pc:sldMkLst>
          <pc:docMk/>
          <pc:sldMk cId="464636284" sldId="293"/>
        </pc:sldMkLst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1.070" v="2324" actId="207"/>
        <pc:sldMkLst>
          <pc:docMk/>
          <pc:sldMk cId="2314496523" sldId="294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1.070" v="2324" actId="207"/>
          <ac:graphicFrameMkLst>
            <pc:docMk/>
            <pc:sldMk cId="2314496523" sldId="294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0.144" v="2280" actId="207"/>
        <pc:sldMkLst>
          <pc:docMk/>
          <pc:sldMk cId="1819753006" sldId="295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0.144" v="2280" actId="207"/>
          <ac:graphicFrameMkLst>
            <pc:docMk/>
            <pc:sldMk cId="1819753006" sldId="29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0.994" v="2316" actId="207"/>
        <pc:sldMkLst>
          <pc:docMk/>
          <pc:sldMk cId="4069405983" sldId="297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0.994" v="2316" actId="207"/>
          <ac:graphicFrameMkLst>
            <pc:docMk/>
            <pc:sldMk cId="4069405983" sldId="297"/>
            <ac:graphicFrameMk id="2" creationId="{1B328436-563D-910D-A106-E92841203CA3}"/>
          </ac:graphicFrameMkLst>
        </pc:graphicFrameChg>
      </pc:sldChg>
      <pc:sldChg chg="modSp mod ord modShow">
        <pc:chgData name="박종현(JONG HYUN PARK)[parkjonghyun]/책임/제조DX.제조DX솔루션.추적솔루션개발팀" userId="bd556fbe-4056-41f8-81f6-e4b44a6c8ed9" providerId="ADAL" clId="{D4D1D0DE-B500-4B12-8A72-8A805BBAC9E7}" dt="2026-06-30T04:57:25.761" v="3443" actId="207"/>
        <pc:sldMkLst>
          <pc:docMk/>
          <pc:sldMk cId="1546065171" sldId="301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00" v="3404" actId="207"/>
          <ac:spMkLst>
            <pc:docMk/>
            <pc:sldMk cId="1546065171" sldId="301"/>
            <ac:spMk id="39" creationId="{BA8E45A6-971E-D79A-4679-FB8FE84C5CB1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00" v="3405" actId="207"/>
          <ac:spMkLst>
            <pc:docMk/>
            <pc:sldMk cId="1546065171" sldId="301"/>
            <ac:spMk id="51" creationId="{E56D5BBE-ACF1-6212-5F61-3AF014A32D9A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01" v="3406" actId="207"/>
          <ac:spMkLst>
            <pc:docMk/>
            <pc:sldMk cId="1546065171" sldId="301"/>
            <ac:spMk id="80" creationId="{B206511D-DC72-1431-F858-46E26ABA3969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03" v="3407" actId="207"/>
          <ac:spMkLst>
            <pc:docMk/>
            <pc:sldMk cId="1546065171" sldId="301"/>
            <ac:spMk id="88" creationId="{96A6A609-E34F-9ADE-23F6-8C89FAF3436F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08" v="3408" actId="207"/>
          <ac:spMkLst>
            <pc:docMk/>
            <pc:sldMk cId="1546065171" sldId="301"/>
            <ac:spMk id="105" creationId="{310AD2A0-26B8-AF14-E36C-E351FC7568FA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10" v="3409" actId="207"/>
          <ac:spMkLst>
            <pc:docMk/>
            <pc:sldMk cId="1546065171" sldId="301"/>
            <ac:spMk id="228" creationId="{7F0BDAE6-9F51-4B48-CAC2-EC9EA327D815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12" v="3410" actId="207"/>
          <ac:spMkLst>
            <pc:docMk/>
            <pc:sldMk cId="1546065171" sldId="301"/>
            <ac:spMk id="258" creationId="{26F75813-0D28-AA8F-DC4F-CCB4FBB4B021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12" v="3411" actId="207"/>
          <ac:spMkLst>
            <pc:docMk/>
            <pc:sldMk cId="1546065171" sldId="301"/>
            <ac:spMk id="270" creationId="{8B4FBFE5-D9B8-FBDE-53EA-DFBCC75D416A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16" v="3412" actId="207"/>
          <ac:spMkLst>
            <pc:docMk/>
            <pc:sldMk cId="1546065171" sldId="301"/>
            <ac:spMk id="301" creationId="{8612D61E-31FC-BC50-C9F4-4A7FF1418A67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17" v="3413" actId="207"/>
          <ac:spMkLst>
            <pc:docMk/>
            <pc:sldMk cId="1546065171" sldId="301"/>
            <ac:spMk id="318" creationId="{17A5DDD7-BA69-5FB9-17C7-E96F62CDF274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19" v="3414" actId="207"/>
          <ac:spMkLst>
            <pc:docMk/>
            <pc:sldMk cId="1546065171" sldId="301"/>
            <ac:spMk id="331" creationId="{6731CBB3-4780-1E32-B93C-1A988F88030B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21" v="3415" actId="207"/>
          <ac:spMkLst>
            <pc:docMk/>
            <pc:sldMk cId="1546065171" sldId="301"/>
            <ac:spMk id="351" creationId="{8EB83B54-6E37-09E9-0491-271CADFCDF40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23" v="3416" actId="207"/>
          <ac:spMkLst>
            <pc:docMk/>
            <pc:sldMk cId="1546065171" sldId="301"/>
            <ac:spMk id="433" creationId="{ECC7FD61-2791-9A53-839D-CF8A1465BB50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26" v="3417" actId="207"/>
          <ac:spMkLst>
            <pc:docMk/>
            <pc:sldMk cId="1546065171" sldId="301"/>
            <ac:spMk id="453" creationId="{C24E00E5-9378-353A-729E-9CD712B945C9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26" v="3418" actId="207"/>
          <ac:spMkLst>
            <pc:docMk/>
            <pc:sldMk cId="1546065171" sldId="301"/>
            <ac:spMk id="468" creationId="{0EE0FBC4-4E21-FADF-98E8-AA0306B354F5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28" v="3419" actId="207"/>
          <ac:spMkLst>
            <pc:docMk/>
            <pc:sldMk cId="1546065171" sldId="301"/>
            <ac:spMk id="489" creationId="{B787E6EF-6ED1-B6DB-9999-1697E491C3E6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33" v="3422" actId="207"/>
          <ac:spMkLst>
            <pc:docMk/>
            <pc:sldMk cId="1546065171" sldId="301"/>
            <ac:spMk id="523" creationId="{21ACE9D2-95B3-AA35-BE6D-8816041E0936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35" v="3425" actId="207"/>
          <ac:spMkLst>
            <pc:docMk/>
            <pc:sldMk cId="1546065171" sldId="301"/>
            <ac:spMk id="524" creationId="{E73A48AF-0C87-642E-AC05-DA03A94E84C2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37" v="3427" actId="207"/>
          <ac:spMkLst>
            <pc:docMk/>
            <pc:sldMk cId="1546065171" sldId="301"/>
            <ac:spMk id="525" creationId="{67376317-B650-16BF-EF45-580E88B06031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41" v="3429" actId="207"/>
          <ac:spMkLst>
            <pc:docMk/>
            <pc:sldMk cId="1546065171" sldId="301"/>
            <ac:spMk id="526" creationId="{C0CE5424-3C1C-872C-02D7-05D0FCDC1D90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41" v="3430" actId="207"/>
          <ac:spMkLst>
            <pc:docMk/>
            <pc:sldMk cId="1546065171" sldId="301"/>
            <ac:spMk id="544" creationId="{68A69AAC-9EE8-E361-DEDD-4E26EBCE1407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43" v="3431" actId="207"/>
          <ac:spMkLst>
            <pc:docMk/>
            <pc:sldMk cId="1546065171" sldId="301"/>
            <ac:spMk id="550" creationId="{F6F7533E-5651-52AB-C6B2-3B318E93C63C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45" v="3432" actId="207"/>
          <ac:spMkLst>
            <pc:docMk/>
            <pc:sldMk cId="1546065171" sldId="301"/>
            <ac:spMk id="572" creationId="{A78DD4AB-1628-8943-FC00-D1DD87AC038C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47" v="3433" actId="207"/>
          <ac:spMkLst>
            <pc:docMk/>
            <pc:sldMk cId="1546065171" sldId="301"/>
            <ac:spMk id="584" creationId="{A8992F5A-A8EB-269F-8D33-5676944BE49C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49" v="3434" actId="207"/>
          <ac:spMkLst>
            <pc:docMk/>
            <pc:sldMk cId="1546065171" sldId="301"/>
            <ac:spMk id="607" creationId="{B70C4A16-6BBF-AD60-0A33-53714C8554BC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49" v="3435" actId="207"/>
          <ac:spMkLst>
            <pc:docMk/>
            <pc:sldMk cId="1546065171" sldId="301"/>
            <ac:spMk id="613" creationId="{2EFE04A2-A260-A9EF-1891-03EBDDB5A7F3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53" v="3436" actId="207"/>
          <ac:spMkLst>
            <pc:docMk/>
            <pc:sldMk cId="1546065171" sldId="301"/>
            <ac:spMk id="635" creationId="{A43E0609-3256-3CF1-5B34-ACE8795B0813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53" v="3437" actId="207"/>
          <ac:spMkLst>
            <pc:docMk/>
            <pc:sldMk cId="1546065171" sldId="301"/>
            <ac:spMk id="643" creationId="{14A980AF-56BD-992C-8E4C-15369A2A2C3C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55" v="3438" actId="207"/>
          <ac:spMkLst>
            <pc:docMk/>
            <pc:sldMk cId="1546065171" sldId="301"/>
            <ac:spMk id="655" creationId="{DA60D445-5979-3CEB-D416-53979C6F3ADD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57" v="3439" actId="207"/>
          <ac:spMkLst>
            <pc:docMk/>
            <pc:sldMk cId="1546065171" sldId="301"/>
            <ac:spMk id="657" creationId="{883CDA90-078B-17FD-90E5-440B0BB6A38E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59" v="3441" actId="207"/>
          <ac:spMkLst>
            <pc:docMk/>
            <pc:sldMk cId="1546065171" sldId="301"/>
            <ac:spMk id="658" creationId="{25648E3E-412B-CC9F-7838-9A05ECD6B601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761" v="3443" actId="207"/>
          <ac:spMkLst>
            <pc:docMk/>
            <pc:sldMk cId="1546065171" sldId="301"/>
            <ac:spMk id="659" creationId="{FF8A5176-DE9D-AE13-9BE5-F329548F9DB9}"/>
          </ac:spMkLst>
        </pc:spChg>
      </pc:sldChg>
      <pc:sldChg chg="mod ord modShow">
        <pc:chgData name="박종현(JONG HYUN PARK)[parkjonghyun]/책임/제조DX.제조DX솔루션.추적솔루션개발팀" userId="bd556fbe-4056-41f8-81f6-e4b44a6c8ed9" providerId="ADAL" clId="{D4D1D0DE-B500-4B12-8A72-8A805BBAC9E7}" dt="2026-06-30T04:55:59.684" v="2" actId="729"/>
        <pc:sldMkLst>
          <pc:docMk/>
          <pc:sldMk cId="1574489414" sldId="302"/>
        </pc:sldMkLst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2.513" v="2602" actId="207"/>
        <pc:sldMkLst>
          <pc:docMk/>
          <pc:sldMk cId="2316390563" sldId="305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2.513" v="2602" actId="207"/>
          <ac:graphicFrameMkLst>
            <pc:docMk/>
            <pc:sldMk cId="2316390563" sldId="305"/>
            <ac:graphicFrameMk id="2" creationId="{B60E234D-EE66-9597-E390-126FA3F90CA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2.499" v="2588" actId="207"/>
          <ac:graphicFrameMkLst>
            <pc:docMk/>
            <pc:sldMk cId="2316390563" sldId="305"/>
            <ac:graphicFrameMk id="7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D4D1D0DE-B500-4B12-8A72-8A805BBAC9E7}" dt="2026-06-30T04:55:59.684" v="2" actId="729"/>
        <pc:sldMkLst>
          <pc:docMk/>
          <pc:sldMk cId="786766753" sldId="311"/>
        </pc:sldMkLst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1.858" v="748" actId="207"/>
        <pc:sldMkLst>
          <pc:docMk/>
          <pc:sldMk cId="2130555548" sldId="2147481730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1.858" v="748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1.848" v="743" actId="20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0.572" v="563" actId="207"/>
        <pc:sldMkLst>
          <pc:docMk/>
          <pc:sldMk cId="360237742" sldId="2147481816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0.542" v="537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1.988" v="768" actId="207"/>
        <pc:sldMkLst>
          <pc:docMk/>
          <pc:sldMk cId="3485727604" sldId="2147481872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1.988" v="768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0.378" v="460" actId="207"/>
        <pc:sldMkLst>
          <pc:docMk/>
          <pc:sldMk cId="1726257096" sldId="2147481882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0.378" v="460" actId="207"/>
          <ac:graphicFrameMkLst>
            <pc:docMk/>
            <pc:sldMk cId="1726257096" sldId="2147481882"/>
            <ac:graphicFrameMk id="7" creationId="{66C2A45B-A73D-11DD-25E0-11E4B52F84BA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0.357" v="436" actId="20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0.345" v="430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0.881" v="585" actId="207"/>
        <pc:sldMkLst>
          <pc:docMk/>
          <pc:sldMk cId="1439661179" sldId="2147481935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0.881" v="585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09.355" v="292" actId="207"/>
        <pc:sldMkLst>
          <pc:docMk/>
          <pc:sldMk cId="2559780372" sldId="2147481944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09.355" v="292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1.761" v="702" actId="207"/>
        <pc:sldMkLst>
          <pc:docMk/>
          <pc:sldMk cId="1840780179" sldId="2147482020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1.761" v="702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09.615" v="340" actId="207"/>
        <pc:sldMkLst>
          <pc:docMk/>
          <pc:sldMk cId="593023446" sldId="2147482183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09.615" v="340" actId="20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  <pc:sldChg chg="delSp modSp mod">
        <pc:chgData name="박종현(JONG HYUN PARK)[parkjonghyun]/책임/제조DX.제조DX솔루션.추적솔루션개발팀" userId="bd556fbe-4056-41f8-81f6-e4b44a6c8ed9" providerId="ADAL" clId="{D4D1D0DE-B500-4B12-8A72-8A805BBAC9E7}" dt="2026-06-30T04:58:25.068" v="3448" actId="1076"/>
        <pc:sldMkLst>
          <pc:docMk/>
          <pc:sldMk cId="383782190" sldId="2147482198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1.904" v="2469" actId="207"/>
          <ac:spMkLst>
            <pc:docMk/>
            <pc:sldMk cId="383782190" sldId="2147482198"/>
            <ac:spMk id="2" creationId="{8F7D21B9-04E2-7414-5CA5-2BEEAD1F17F8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8:25.068" v="3448" actId="1076"/>
          <ac:spMkLst>
            <pc:docMk/>
            <pc:sldMk cId="383782190" sldId="2147482198"/>
            <ac:spMk id="10" creationId="{E41185F6-09DD-D939-A664-6E8806D829A0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5.976" v="1275" actId="207"/>
        <pc:sldMkLst>
          <pc:docMk/>
          <pc:sldMk cId="3138319042" sldId="2147482201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5.976" v="1275" actId="207"/>
          <ac:spMkLst>
            <pc:docMk/>
            <pc:sldMk cId="3138319042" sldId="2147482201"/>
            <ac:spMk id="17" creationId="{6C3BBE40-7449-303A-D8D1-336D49270DB6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7.424" v="1378" actId="207"/>
        <pc:sldMkLst>
          <pc:docMk/>
          <pc:sldMk cId="3007496545" sldId="2147482202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7.424" v="1378" actId="207"/>
          <ac:graphicFrameMkLst>
            <pc:docMk/>
            <pc:sldMk cId="3007496545" sldId="214748220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2213332889" sldId="2147482204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2213332889" sldId="2147482204"/>
            <ac:graphicFrameMk id="8" creationId="{D7007598-164F-9E44-A8E6-E27244A849E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1053140835" sldId="2147482207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1053140835" sldId="214748220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3996139020" sldId="2147482213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3996139020" sldId="214748221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042" v="2731" actId="207"/>
        <pc:sldMkLst>
          <pc:docMk/>
          <pc:sldMk cId="2140725847" sldId="2147482218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042" v="2731" actId="207"/>
          <ac:graphicFrameMkLst>
            <pc:docMk/>
            <pc:sldMk cId="2140725847" sldId="214748221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209" v="2819" actId="207"/>
        <pc:sldMkLst>
          <pc:docMk/>
          <pc:sldMk cId="3803082211" sldId="2147482219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209" v="2819" actId="207"/>
          <ac:graphicFrameMkLst>
            <pc:docMk/>
            <pc:sldMk cId="3803082211" sldId="2147482219"/>
            <ac:graphicFrameMk id="12" creationId="{1E69F660-EF93-3921-C896-45CFA388228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136" v="2791" actId="207"/>
          <ac:graphicFrameMkLst>
            <pc:docMk/>
            <pc:sldMk cId="3803082211" sldId="2147482219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248" v="2849" actId="207"/>
        <pc:sldMkLst>
          <pc:docMk/>
          <pc:sldMk cId="1705482803" sldId="2147482220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240" v="2844" actId="207"/>
          <ac:graphicFrameMkLst>
            <pc:docMk/>
            <pc:sldMk cId="1705482803" sldId="2147482220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242" v="2845" actId="207"/>
          <ac:graphicFrameMkLst>
            <pc:docMk/>
            <pc:sldMk cId="1705482803" sldId="2147482220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248" v="2849" actId="207"/>
          <ac:graphicFrameMkLst>
            <pc:docMk/>
            <pc:sldMk cId="1705482803" sldId="2147482220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238" v="2843" actId="207"/>
          <ac:graphicFrameMkLst>
            <pc:docMk/>
            <pc:sldMk cId="1705482803" sldId="214748222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783" v="3125" actId="207"/>
        <pc:sldMkLst>
          <pc:docMk/>
          <pc:sldMk cId="2470925023" sldId="2147482223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783" v="3125" actId="207"/>
          <ac:graphicFrameMkLst>
            <pc:docMk/>
            <pc:sldMk cId="2470925023" sldId="2147482223"/>
            <ac:graphicFrameMk id="2" creationId="{5E211AA2-28C5-2BA3-AE11-A185334FC7F1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741" v="3120" actId="207"/>
          <ac:graphicFrameMkLst>
            <pc:docMk/>
            <pc:sldMk cId="2470925023" sldId="214748222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816" v="3142" actId="207"/>
        <pc:sldMkLst>
          <pc:docMk/>
          <pc:sldMk cId="1583628032" sldId="2147482224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4.816" v="3142" actId="207"/>
          <ac:graphicFrameMkLst>
            <pc:docMk/>
            <pc:sldMk cId="1583628032" sldId="2147482224"/>
            <ac:graphicFrameMk id="8" creationId="{AFD2DECE-A7E1-5140-7645-B384AC43DFAB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791" v="3131" actId="207"/>
          <ac:graphicFrameMkLst>
            <pc:docMk/>
            <pc:sldMk cId="1583628032" sldId="2147482224"/>
            <ac:graphicFrameMk id="24" creationId="{CB1E1DE9-356B-4185-A911-636EBB59988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302884185" sldId="2147482228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302884185" sldId="2147482228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7.756" v="1552" actId="207"/>
        <pc:sldMkLst>
          <pc:docMk/>
          <pc:sldMk cId="1096148160" sldId="2147482231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7.756" v="1552" actId="207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7.643" v="1403" actId="207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2044104145" sldId="2147482237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2044104145" sldId="2147482237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8.511" v="1828" actId="207"/>
        <pc:sldMkLst>
          <pc:docMk/>
          <pc:sldMk cId="730280615" sldId="2147482238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8.511" v="1828" actId="207"/>
          <ac:graphicFrameMkLst>
            <pc:docMk/>
            <pc:sldMk cId="730280615" sldId="214748223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5.328" v="3324" actId="207"/>
        <pc:sldMkLst>
          <pc:docMk/>
          <pc:sldMk cId="3135813048" sldId="2147482239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5.328" v="3324" actId="207"/>
          <ac:graphicFrameMkLst>
            <pc:docMk/>
            <pc:sldMk cId="3135813048" sldId="2147482239"/>
            <ac:graphicFrameMk id="2" creationId="{23BDCB60-C271-1742-2C93-76E31902F63A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5.284" v="3315" actId="207"/>
          <ac:graphicFrameMkLst>
            <pc:docMk/>
            <pc:sldMk cId="3135813048" sldId="2147482239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9.726" v="2143" actId="207"/>
        <pc:sldMkLst>
          <pc:docMk/>
          <pc:sldMk cId="1623153691" sldId="2147482240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9.708" v="2139" actId="207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9.884" v="2147" actId="207"/>
        <pc:sldMkLst>
          <pc:docMk/>
          <pc:sldMk cId="2551307454" sldId="2147482250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9.884" v="2147" actId="207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09.733" v="373" actId="207"/>
        <pc:sldMkLst>
          <pc:docMk/>
          <pc:sldMk cId="3689145808" sldId="2147482251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09.719" v="352" actId="207"/>
          <ac:spMkLst>
            <pc:docMk/>
            <pc:sldMk cId="3689145808" sldId="2147482251"/>
            <ac:spMk id="7" creationId="{3FB22F0A-A48E-F909-20F5-057DFE7E2546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09.703" v="347" actId="207"/>
          <ac:spMkLst>
            <pc:docMk/>
            <pc:sldMk cId="3689145808" sldId="2147482251"/>
            <ac:spMk id="19" creationId="{5352E5F4-D151-4C3D-9E5F-99A1B7FDF265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09.733" v="373" actId="207"/>
          <ac:graphicFrameMkLst>
            <pc:docMk/>
            <pc:sldMk cId="3689145808" sldId="2147482251"/>
            <ac:graphicFrameMk id="8" creationId="{84D32A1C-1CB8-11A9-97D3-FDB5750D96AE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09.699" v="343" actId="207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9.438" v="2078" actId="207"/>
        <pc:sldMkLst>
          <pc:docMk/>
          <pc:sldMk cId="3433858500" sldId="2147482257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9.438" v="2078" actId="20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9.300" v="1891" actId="207"/>
          <ac:graphicFrameMkLst>
            <pc:docMk/>
            <pc:sldMk cId="3433858500" sldId="2147482257"/>
            <ac:graphicFrameMk id="19" creationId="{3E86696F-E35A-4B06-9B46-63A4A6A986C1}"/>
          </ac:graphicFrameMkLst>
        </pc:graphicFrameChg>
      </pc:sldChg>
      <pc:sldChg chg="delSp modSp mod">
        <pc:chgData name="박종현(JONG HYUN PARK)[parkjonghyun]/책임/제조DX.제조DX솔루션.추적솔루션개발팀" userId="bd556fbe-4056-41f8-81f6-e4b44a6c8ed9" providerId="ADAL" clId="{D4D1D0DE-B500-4B12-8A72-8A805BBAC9E7}" dt="2026-06-30T04:57:59.157" v="3445" actId="478"/>
        <pc:sldMkLst>
          <pc:docMk/>
          <pc:sldMk cId="3393013521" sldId="2147482258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6.909" v="1359" actId="207"/>
          <ac:spMkLst>
            <pc:docMk/>
            <pc:sldMk cId="3393013521" sldId="2147482258"/>
            <ac:spMk id="3" creationId="{9693D0C0-D94B-D08F-2AFD-BDB02EFF95BF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2.832" v="922" actId="207"/>
        <pc:sldMkLst>
          <pc:docMk/>
          <pc:sldMk cId="1494465681" sldId="2147482260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2.832" v="922" actId="207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5.464" v="3385" actId="207"/>
        <pc:sldMkLst>
          <pc:docMk/>
          <pc:sldMk cId="1582208706" sldId="2147482261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444" v="3376" actId="207"/>
          <ac:spMkLst>
            <pc:docMk/>
            <pc:sldMk cId="1582208706" sldId="2147482261"/>
            <ac:spMk id="11" creationId="{CF496E53-711A-5EAC-B78E-5A9099A385B5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5.464" v="3385" actId="207"/>
          <ac:graphicFrameMkLst>
            <pc:docMk/>
            <pc:sldMk cId="1582208706" sldId="2147482261"/>
            <ac:graphicFrameMk id="2" creationId="{7D3CEEF4-CC9E-3891-09F5-7CAC44B000F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5.371" v="3341" actId="207"/>
          <ac:graphicFrameMkLst>
            <pc:docMk/>
            <pc:sldMk cId="1582208706" sldId="2147482261"/>
            <ac:graphicFrameMk id="24" creationId="{CB1E1DE9-356B-4185-A911-636EBB59988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1251161517" sldId="2147482682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1251161517" sldId="2147482682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3.390" v="976" actId="207"/>
        <pc:sldMkLst>
          <pc:docMk/>
          <pc:sldMk cId="3705966459" sldId="2147482683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3.390" v="976" actId="207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0.216" v="2282" actId="207"/>
        <pc:sldMkLst>
          <pc:docMk/>
          <pc:sldMk cId="693105532" sldId="2147482685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0.216" v="2282" actId="207"/>
          <ac:graphicFrameMkLst>
            <pc:docMk/>
            <pc:sldMk cId="693105532" sldId="214748268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3.679" v="1101" actId="207"/>
        <pc:sldMkLst>
          <pc:docMk/>
          <pc:sldMk cId="3349397549" sldId="2147482686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3.679" v="1101" actId="207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08.952" v="222" actId="207"/>
        <pc:sldMkLst>
          <pc:docMk/>
          <pc:sldMk cId="824667721" sldId="2147482687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08.929" v="218" actId="207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08.952" v="222" actId="207"/>
          <ac:graphicFrameMkLst>
            <pc:docMk/>
            <pc:sldMk cId="824667721" sldId="2147482687"/>
            <ac:graphicFrameMk id="26" creationId="{2842E449-6F72-A6B5-D5A0-C26F995E977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2.445" v="2533" actId="207"/>
        <pc:sldMkLst>
          <pc:docMk/>
          <pc:sldMk cId="2711025772" sldId="2147482692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2.445" v="2533" actId="207"/>
          <ac:graphicFrameMkLst>
            <pc:docMk/>
            <pc:sldMk cId="2711025772" sldId="2147482692"/>
            <ac:graphicFrameMk id="4" creationId="{B857579C-535A-FFE0-AC64-252DA3656126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2.432" v="2519" actId="207"/>
          <ac:graphicFrameMkLst>
            <pc:docMk/>
            <pc:sldMk cId="2711025772" sldId="2147482692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5.277" v="3309" actId="207"/>
        <pc:sldMkLst>
          <pc:docMk/>
          <pc:sldMk cId="2163506278" sldId="2147482693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5.199" v="3265" actId="207"/>
          <ac:graphicFrameMkLst>
            <pc:docMk/>
            <pc:sldMk cId="2163506278" sldId="214748269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2.091" v="793" actId="207"/>
        <pc:sldMkLst>
          <pc:docMk/>
          <pc:sldMk cId="634528031" sldId="2147482698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2.091" v="793" actId="207"/>
          <ac:graphicFrameMkLst>
            <pc:docMk/>
            <pc:sldMk cId="634528031" sldId="2147482698"/>
            <ac:graphicFrameMk id="2" creationId="{E8F1B650-686C-6D56-A884-FC37B72679D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2.075" v="778" actId="207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2.478" v="863" actId="207"/>
        <pc:sldMkLst>
          <pc:docMk/>
          <pc:sldMk cId="1591452041" sldId="2147482699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2.478" v="863" actId="207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09.313" v="287" actId="207"/>
        <pc:sldMkLst>
          <pc:docMk/>
          <pc:sldMk cId="1902114785" sldId="2147482700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09.313" v="287" actId="207"/>
          <ac:graphicFrameMkLst>
            <pc:docMk/>
            <pc:sldMk cId="1902114785" sldId="2147482700"/>
            <ac:graphicFrameMk id="5" creationId="{AC4923AA-DA66-8734-EF49-6B23688F531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09.296" v="284" actId="207"/>
          <ac:graphicFrameMkLst>
            <pc:docMk/>
            <pc:sldMk cId="1902114785" sldId="214748270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5.163" v="3249" actId="207"/>
        <pc:sldMkLst>
          <pc:docMk/>
          <pc:sldMk cId="2600994211" sldId="2147482703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5.163" v="3249" actId="207"/>
          <ac:graphicFrameMkLst>
            <pc:docMk/>
            <pc:sldMk cId="2600994211" sldId="2147482703"/>
            <ac:graphicFrameMk id="4" creationId="{339D7E23-5395-C397-C3B2-1E9BB9A73BF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5.153" v="3244" actId="207"/>
          <ac:graphicFrameMkLst>
            <pc:docMk/>
            <pc:sldMk cId="2600994211" sldId="214748270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3.947" v="1119" actId="207"/>
        <pc:sldMkLst>
          <pc:docMk/>
          <pc:sldMk cId="176752497" sldId="2147482704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3.947" v="1119" actId="207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2.313" v="853" actId="207"/>
        <pc:sldMkLst>
          <pc:docMk/>
          <pc:sldMk cId="2351887343" sldId="2147482720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2.313" v="853" actId="207"/>
          <ac:graphicFrameMkLst>
            <pc:docMk/>
            <pc:sldMk cId="2351887343" sldId="2147482720"/>
            <ac:graphicFrameMk id="2" creationId="{E8F1B650-686C-6D56-A884-FC37B72679D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2.298" v="838" actId="207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3240149412" sldId="2147483549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3240149412" sldId="2147483549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979026283" sldId="2147483550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979026283" sldId="214748355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3.832" v="2723" actId="207"/>
        <pc:sldMkLst>
          <pc:docMk/>
          <pc:sldMk cId="214640671" sldId="2147483552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3.832" v="2723" actId="207"/>
          <ac:graphicFrameMkLst>
            <pc:docMk/>
            <pc:sldMk cId="214640671" sldId="2147483552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4.004" v="2727" actId="207"/>
        <pc:sldMkLst>
          <pc:docMk/>
          <pc:sldMk cId="3770862717" sldId="2147483553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4.004" v="2727" actId="207"/>
          <ac:graphicFrameMkLst>
            <pc:docMk/>
            <pc:sldMk cId="3770862717" sldId="214748355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22.982" v="2636" actId="207"/>
        <pc:sldMkLst>
          <pc:docMk/>
          <pc:sldMk cId="3807737962" sldId="2147483554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2.982" v="2636" actId="207"/>
          <ac:graphicFrameMkLst>
            <pc:docMk/>
            <pc:sldMk cId="3807737962" sldId="2147483554"/>
            <ac:graphicFrameMk id="2" creationId="{4A0040B0-1025-2BBD-281B-2A117CCB14AF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22.968" v="2622" actId="207"/>
          <ac:graphicFrameMkLst>
            <pc:docMk/>
            <pc:sldMk cId="3807737962" sldId="2147483554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791305064" sldId="2147483555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791305064" sldId="2147483555"/>
            <ac:graphicFrameMk id="7" creationId="{0AB7F7B6-CDDD-CF8E-AD3E-414B4A9E82F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3.853" v="1105" actId="207"/>
        <pc:sldMkLst>
          <pc:docMk/>
          <pc:sldMk cId="3762530128" sldId="2147483559"/>
        </pc:sldMkLst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3.853" v="1105" actId="207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4D1D0DE-B500-4B12-8A72-8A805BBAC9E7}" dt="2026-06-30T04:57:13.666" v="1097" actId="207"/>
        <pc:sldMkLst>
          <pc:docMk/>
          <pc:sldMk cId="1136522401" sldId="2147483560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3.592" v="1047" actId="207"/>
          <ac:spMkLst>
            <pc:docMk/>
            <pc:sldMk cId="1136522401" sldId="2147483560"/>
            <ac:spMk id="4" creationId="{14F897C0-C7A7-88B8-F9DA-FB64D8CE916A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3.632" v="1074" actId="207"/>
          <ac:spMkLst>
            <pc:docMk/>
            <pc:sldMk cId="1136522401" sldId="2147483560"/>
            <ac:spMk id="5" creationId="{D9FEACD1-1AC0-E849-C55B-BFE3A57B6F28}"/>
          </ac:spMkLst>
        </pc:spChg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13.666" v="1097" actId="207"/>
          <ac:spMkLst>
            <pc:docMk/>
            <pc:sldMk cId="1136522401" sldId="2147483560"/>
            <ac:spMk id="7" creationId="{49EEB6A3-E526-A8A7-D5B3-0AE1BE17E348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13.550" v="1022" actId="207"/>
          <ac:graphicFrameMkLst>
            <pc:docMk/>
            <pc:sldMk cId="1136522401" sldId="2147483560"/>
            <ac:graphicFrameMk id="2" creationId="{29B1D172-F1EC-21BC-42D0-D6DDAB0A68EA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4D1D0DE-B500-4B12-8A72-8A805BBAC9E7}" dt="2026-06-30T04:57:13.496" v="1021" actId="207"/>
          <ac:graphicFrameMkLst>
            <pc:docMk/>
            <pc:sldMk cId="1136522401" sldId="2147483560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4D1D0DE-B500-4B12-8A72-8A805BBAC9E7}" dt="2026-06-30T04:56:45.802" v="6"/>
        <pc:sldMkLst>
          <pc:docMk/>
          <pc:sldMk cId="1096584596" sldId="2147483570"/>
        </pc:sldMkLst>
        <pc:graphicFrameChg chg="mod">
          <ac:chgData name="박종현(JONG HYUN PARK)[parkjonghyun]/책임/제조DX.제조DX솔루션.추적솔루션개발팀" userId="bd556fbe-4056-41f8-81f6-e4b44a6c8ed9" providerId="ADAL" clId="{D4D1D0DE-B500-4B12-8A72-8A805BBAC9E7}" dt="2026-06-30T04:56:45.802" v="6"/>
          <ac:graphicFrameMkLst>
            <pc:docMk/>
            <pc:sldMk cId="1096584596" sldId="2147483570"/>
            <ac:graphicFrameMk id="7" creationId="{705DF5FD-B3F8-0599-B62C-79558A5FD127}"/>
          </ac:graphicFrameMkLst>
        </pc:graphicFrameChg>
      </pc:sldChg>
      <pc:sldChg chg="mod modShow">
        <pc:chgData name="박종현(JONG HYUN PARK)[parkjonghyun]/책임/제조DX.제조DX솔루션.추적솔루션개발팀" userId="bd556fbe-4056-41f8-81f6-e4b44a6c8ed9" providerId="ADAL" clId="{D4D1D0DE-B500-4B12-8A72-8A805BBAC9E7}" dt="2026-07-01T23:22:48.667" v="3461" actId="729"/>
        <pc:sldMkLst>
          <pc:docMk/>
          <pc:sldMk cId="2406822980" sldId="2147483629"/>
        </pc:sldMkLst>
      </pc:sldChg>
      <pc:sldChg chg="mod modShow">
        <pc:chgData name="박종현(JONG HYUN PARK)[parkjonghyun]/책임/제조DX.제조DX솔루션.추적솔루션개발팀" userId="bd556fbe-4056-41f8-81f6-e4b44a6c8ed9" providerId="ADAL" clId="{D4D1D0DE-B500-4B12-8A72-8A805BBAC9E7}" dt="2026-07-01T23:22:48.667" v="3461" actId="729"/>
        <pc:sldMkLst>
          <pc:docMk/>
          <pc:sldMk cId="103619689" sldId="2147483636"/>
        </pc:sldMkLst>
      </pc:sldChg>
      <pc:sldChg chg="mod modShow">
        <pc:chgData name="박종현(JONG HYUN PARK)[parkjonghyun]/책임/제조DX.제조DX솔루션.추적솔루션개발팀" userId="bd556fbe-4056-41f8-81f6-e4b44a6c8ed9" providerId="ADAL" clId="{D4D1D0DE-B500-4B12-8A72-8A805BBAC9E7}" dt="2026-07-01T23:22:48.667" v="3461" actId="729"/>
        <pc:sldMkLst>
          <pc:docMk/>
          <pc:sldMk cId="4139713825" sldId="2147483637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D4D1D0DE-B500-4B12-8A72-8A805BBAC9E7}" dt="2026-06-30T04:55:59.684" v="2" actId="729"/>
        <pc:sldMkLst>
          <pc:docMk/>
          <pc:sldMk cId="2620132218" sldId="2147483642"/>
        </pc:sldMkLst>
      </pc:sldChg>
      <pc:sldChg chg="modSp mod ord modShow">
        <pc:chgData name="박종현(JONG HYUN PARK)[parkjonghyun]/책임/제조DX.제조DX솔루션.추적솔루션개발팀" userId="bd556fbe-4056-41f8-81f6-e4b44a6c8ed9" providerId="ADAL" clId="{D4D1D0DE-B500-4B12-8A72-8A805BBAC9E7}" dt="2026-06-30T04:57:25.598" v="3401" actId="207"/>
        <pc:sldMkLst>
          <pc:docMk/>
          <pc:sldMk cId="3470734284" sldId="2147483643"/>
        </pc:sld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6-30T04:57:25.598" v="3401" actId="207"/>
          <ac:spMkLst>
            <pc:docMk/>
            <pc:sldMk cId="3470734284" sldId="2147483643"/>
            <ac:spMk id="21" creationId="{0E476064-05AB-5F30-12DF-547AC00BE4D9}"/>
          </ac:spMkLst>
        </pc:spChg>
      </pc:sldChg>
      <pc:sldChg chg="mod ord modShow">
        <pc:chgData name="박종현(JONG HYUN PARK)[parkjonghyun]/책임/제조DX.제조DX솔루션.추적솔루션개발팀" userId="bd556fbe-4056-41f8-81f6-e4b44a6c8ed9" providerId="ADAL" clId="{D4D1D0DE-B500-4B12-8A72-8A805BBAC9E7}" dt="2026-06-30T04:55:59.684" v="2" actId="729"/>
        <pc:sldMkLst>
          <pc:docMk/>
          <pc:sldMk cId="247193681" sldId="2147483645"/>
        </pc:sldMkLst>
      </pc:sldChg>
      <pc:sldChg chg="modSp mod ord modShow">
        <pc:chgData name="박종현(JONG HYUN PARK)[parkjonghyun]/책임/제조DX.제조DX솔루션.추적솔루션개발팀" userId="bd556fbe-4056-41f8-81f6-e4b44a6c8ed9" providerId="ADAL" clId="{D4D1D0DE-B500-4B12-8A72-8A805BBAC9E7}" dt="2026-06-30T04:57:25.686" v="3403" actId="207"/>
        <pc:sldMkLst>
          <pc:docMk/>
          <pc:sldMk cId="1327188353" sldId="2147483646"/>
        </pc:sldMkLst>
        <pc:graphicFrameChg chg="modGraphic">
          <ac:chgData name="박종현(JONG HYUN PARK)[parkjonghyun]/책임/제조DX.제조DX솔루션.추적솔루션개발팀" userId="bd556fbe-4056-41f8-81f6-e4b44a6c8ed9" providerId="ADAL" clId="{D4D1D0DE-B500-4B12-8A72-8A805BBAC9E7}" dt="2026-06-30T04:57:25.686" v="3403" actId="207"/>
          <ac:graphicFrameMkLst>
            <pc:docMk/>
            <pc:sldMk cId="1327188353" sldId="2147483646"/>
            <ac:graphicFrameMk id="7" creationId="{EDD68338-A51F-D22D-0B05-1D3CDBCDF9CB}"/>
          </ac:graphicFrameMkLst>
        </pc:graphicFrameChg>
      </pc:sldChg>
      <pc:sldMasterChg chg="modSp mod">
        <pc:chgData name="박종현(JONG HYUN PARK)[parkjonghyun]/책임/제조DX.제조DX솔루션.추적솔루션개발팀" userId="bd556fbe-4056-41f8-81f6-e4b44a6c8ed9" providerId="ADAL" clId="{D4D1D0DE-B500-4B12-8A72-8A805BBAC9E7}" dt="2026-07-01T23:22:10.700" v="3458" actId="20577"/>
        <pc:sldMasterMkLst>
          <pc:docMk/>
          <pc:sldMasterMk cId="2856474258" sldId="2147483926"/>
        </pc:sldMaster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7-01T23:22:10.700" v="3458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  <pc:sldMasterChg chg="modSp mod">
        <pc:chgData name="박종현(JONG HYUN PARK)[parkjonghyun]/책임/제조DX.제조DX솔루션.추적솔루션개발팀" userId="bd556fbe-4056-41f8-81f6-e4b44a6c8ed9" providerId="ADAL" clId="{D4D1D0DE-B500-4B12-8A72-8A805BBAC9E7}" dt="2026-07-01T23:22:15.986" v="3460" actId="20577"/>
        <pc:sldMasterMkLst>
          <pc:docMk/>
          <pc:sldMasterMk cId="767051808" sldId="2147483930"/>
        </pc:sldMasterMkLst>
        <pc:spChg chg="mod">
          <ac:chgData name="박종현(JONG HYUN PARK)[parkjonghyun]/책임/제조DX.제조DX솔루션.추적솔루션개발팀" userId="bd556fbe-4056-41f8-81f6-e4b44a6c8ed9" providerId="ADAL" clId="{D4D1D0DE-B500-4B12-8A72-8A805BBAC9E7}" dt="2026-07-01T23:22:15.986" v="3460" actId="20577"/>
          <ac:spMkLst>
            <pc:docMk/>
            <pc:sldMasterMk cId="767051808" sldId="2147483930"/>
            <ac:spMk id="3" creationId="{00000000-0000-0000-0000-000000000000}"/>
          </ac:spMkLst>
        </pc:spChg>
      </pc:sldMasterChg>
    </pc:docChg>
  </pc:docChgLst>
  <pc:docChgLst>
    <pc:chgData name="하현수(HYUNSU HA)[hhyunsu]/선임/제조DX.제조DX솔루션.제조빅데이터분석2팀" userId="9e77bdc7-3e9b-448f-b147-818418b5b91e" providerId="ADAL" clId="{569C0BDC-DEF1-4529-9EAE-F71717C2CC69}"/>
    <pc:docChg chg="custSel modSld">
      <pc:chgData name="하현수(HYUNSU HA)[hhyunsu]/선임/제조DX.제조DX솔루션.제조빅데이터분석2팀" userId="9e77bdc7-3e9b-448f-b147-818418b5b91e" providerId="ADAL" clId="{569C0BDC-DEF1-4529-9EAE-F71717C2CC69}" dt="2026-07-15T05:31:46.004" v="19" actId="20577"/>
      <pc:docMkLst>
        <pc:docMk/>
      </pc:docMkLst>
      <pc:sldChg chg="addSp delSp modSp mod">
        <pc:chgData name="하현수(HYUNSU HA)[hhyunsu]/선임/제조DX.제조DX솔루션.제조빅데이터분석2팀" userId="9e77bdc7-3e9b-448f-b147-818418b5b91e" providerId="ADAL" clId="{569C0BDC-DEF1-4529-9EAE-F71717C2CC69}" dt="2026-07-15T05:31:46.004" v="19" actId="20577"/>
        <pc:sldMkLst>
          <pc:docMk/>
          <pc:sldMk cId="2163506278" sldId="2147482693"/>
        </pc:sldMkLst>
        <pc:spChg chg="mod">
          <ac:chgData name="하현수(HYUNSU HA)[hhyunsu]/선임/제조DX.제조DX솔루션.제조빅데이터분석2팀" userId="9e77bdc7-3e9b-448f-b147-818418b5b91e" providerId="ADAL" clId="{569C0BDC-DEF1-4529-9EAE-F71717C2CC69}" dt="2026-07-15T05:31:46.004" v="19" actId="20577"/>
          <ac:spMkLst>
            <pc:docMk/>
            <pc:sldMk cId="2163506278" sldId="2147482693"/>
            <ac:spMk id="3" creationId="{71C1D93C-C40A-9ABC-7C47-D7B7F509A4AB}"/>
          </ac:spMkLst>
        </pc:spChg>
        <pc:spChg chg="mod">
          <ac:chgData name="하현수(HYUNSU HA)[hhyunsu]/선임/제조DX.제조DX솔루션.제조빅데이터분석2팀" userId="9e77bdc7-3e9b-448f-b147-818418b5b91e" providerId="ADAL" clId="{569C0BDC-DEF1-4529-9EAE-F71717C2CC69}" dt="2026-07-15T05:25:42.072" v="5" actId="20577"/>
          <ac:spMkLst>
            <pc:docMk/>
            <pc:sldMk cId="2163506278" sldId="2147482693"/>
            <ac:spMk id="18" creationId="{CD6FE8C4-D3CA-4ACB-997B-147E1EDF00F6}"/>
          </ac:spMkLst>
        </pc:spChg>
        <pc:graphicFrameChg chg="modGraphic">
          <ac:chgData name="하현수(HYUNSU HA)[hhyunsu]/선임/제조DX.제조DX솔루션.제조빅데이터분석2팀" userId="9e77bdc7-3e9b-448f-b147-818418b5b91e" providerId="ADAL" clId="{569C0BDC-DEF1-4529-9EAE-F71717C2CC69}" dt="2026-07-15T05:25:35.527" v="2" actId="207"/>
          <ac:graphicFrameMkLst>
            <pc:docMk/>
            <pc:sldMk cId="2163506278" sldId="2147482693"/>
            <ac:graphicFrameMk id="24" creationId="{CB1E1DE9-356B-4185-A911-636EBB599881}"/>
          </ac:graphicFrameMkLst>
        </pc:graphicFrameChg>
      </pc:sldChg>
    </pc:docChg>
  </pc:docChgLst>
  <pc:docChgLst>
    <pc:chgData name="임성묵(SUNGMOOK LIM)[muksung0084]/선임/제조DX.제조DX솔루션.제조빅데이터분석2팀" userId="caabadf1-d768-4a71-b809-79647c0ca9fa" providerId="ADAL" clId="{4F51646F-A320-4A0D-8E54-A93B251181C1}"/>
    <pc:docChg chg="custSel modSld">
      <pc:chgData name="임성묵(SUNGMOOK LIM)[muksung0084]/선임/제조DX.제조DX솔루션.제조빅데이터분석2팀" userId="caabadf1-d768-4a71-b809-79647c0ca9fa" providerId="ADAL" clId="{4F51646F-A320-4A0D-8E54-A93B251181C1}" dt="2026-07-01T01:44:56.506" v="1424" actId="207"/>
      <pc:docMkLst>
        <pc:docMk/>
      </pc:docMkLst>
      <pc:sldChg chg="addSp delSp modSp mod">
        <pc:chgData name="임성묵(SUNGMOOK LIM)[muksung0084]/선임/제조DX.제조DX솔루션.제조빅데이터분석2팀" userId="caabadf1-d768-4a71-b809-79647c0ca9fa" providerId="ADAL" clId="{4F51646F-A320-4A0D-8E54-A93B251181C1}" dt="2026-07-01T01:30:47.011" v="1311" actId="14100"/>
        <pc:sldMkLst>
          <pc:docMk/>
          <pc:sldMk cId="2470925023" sldId="2147482223"/>
        </pc:sldMkLst>
        <pc:spChg chg="mod">
          <ac:chgData name="임성묵(SUNGMOOK LIM)[muksung0084]/선임/제조DX.제조DX솔루션.제조빅데이터분석2팀" userId="caabadf1-d768-4a71-b809-79647c0ca9fa" providerId="ADAL" clId="{4F51646F-A320-4A0D-8E54-A93B251181C1}" dt="2026-07-01T01:17:00.408" v="147" actId="20577"/>
          <ac:spMkLst>
            <pc:docMk/>
            <pc:sldMk cId="2470925023" sldId="2147482223"/>
            <ac:spMk id="4" creationId="{A8329799-32F9-16C3-C532-E5834399BC62}"/>
          </ac:spMkLst>
        </pc:spChg>
        <pc:spChg chg="add mod">
          <ac:chgData name="임성묵(SUNGMOOK LIM)[muksung0084]/선임/제조DX.제조DX솔루션.제조빅데이터분석2팀" userId="caabadf1-d768-4a71-b809-79647c0ca9fa" providerId="ADAL" clId="{4F51646F-A320-4A0D-8E54-A93B251181C1}" dt="2026-07-01T01:19:29.006" v="176" actId="14100"/>
          <ac:spMkLst>
            <pc:docMk/>
            <pc:sldMk cId="2470925023" sldId="2147482223"/>
            <ac:spMk id="7" creationId="{9C727DE2-4F65-884D-0E0E-F6404E5270EA}"/>
          </ac:spMkLst>
        </pc:spChg>
        <pc:spChg chg="add mod">
          <ac:chgData name="임성묵(SUNGMOOK LIM)[muksung0084]/선임/제조DX.제조DX솔루션.제조빅데이터분석2팀" userId="caabadf1-d768-4a71-b809-79647c0ca9fa" providerId="ADAL" clId="{4F51646F-A320-4A0D-8E54-A93B251181C1}" dt="2026-07-01T01:30:47.011" v="1311" actId="14100"/>
          <ac:spMkLst>
            <pc:docMk/>
            <pc:sldMk cId="2470925023" sldId="2147482223"/>
            <ac:spMk id="9" creationId="{02B8C36E-9617-D686-BA5C-D439A5B706B4}"/>
          </ac:spMkLst>
        </pc:spChg>
        <pc:spChg chg="add mod">
          <ac:chgData name="임성묵(SUNGMOOK LIM)[muksung0084]/선임/제조DX.제조DX솔루션.제조빅데이터분석2팀" userId="caabadf1-d768-4a71-b809-79647c0ca9fa" providerId="ADAL" clId="{4F51646F-A320-4A0D-8E54-A93B251181C1}" dt="2026-07-01T01:17:29.824" v="151" actId="1035"/>
          <ac:spMkLst>
            <pc:docMk/>
            <pc:sldMk cId="2470925023" sldId="2147482223"/>
            <ac:spMk id="11" creationId="{C2183B71-80F4-FA4C-0784-6BC7F12D1585}"/>
          </ac:spMkLst>
        </pc:spChg>
        <pc:spChg chg="mod">
          <ac:chgData name="임성묵(SUNGMOOK LIM)[muksung0084]/선임/제조DX.제조DX솔루션.제조빅데이터분석2팀" userId="caabadf1-d768-4a71-b809-79647c0ca9fa" providerId="ADAL" clId="{4F51646F-A320-4A0D-8E54-A93B251181C1}" dt="2026-07-01T01:30:35.771" v="1309" actId="20577"/>
          <ac:spMkLst>
            <pc:docMk/>
            <pc:sldMk cId="2470925023" sldId="2147482223"/>
            <ac:spMk id="18" creationId="{CD6FE8C4-D3CA-4ACB-997B-147E1EDF00F6}"/>
          </ac:spMkLst>
        </pc:spChg>
        <pc:spChg chg="mod">
          <ac:chgData name="임성묵(SUNGMOOK LIM)[muksung0084]/선임/제조DX.제조DX솔루션.제조빅데이터분석2팀" userId="caabadf1-d768-4a71-b809-79647c0ca9fa" providerId="ADAL" clId="{4F51646F-A320-4A0D-8E54-A93B251181C1}" dt="2026-07-01T01:29:40.580" v="1263" actId="1076"/>
          <ac:spMkLst>
            <pc:docMk/>
            <pc:sldMk cId="2470925023" sldId="2147482223"/>
            <ac:spMk id="35" creationId="{602EBBB0-584F-9976-A2E7-AAF7C63FB8B0}"/>
          </ac:spMkLst>
        </pc:spChg>
        <pc:graphicFrameChg chg="mod modGraphic">
          <ac:chgData name="임성묵(SUNGMOOK LIM)[muksung0084]/선임/제조DX.제조DX솔루션.제조빅데이터분석2팀" userId="caabadf1-d768-4a71-b809-79647c0ca9fa" providerId="ADAL" clId="{4F51646F-A320-4A0D-8E54-A93B251181C1}" dt="2026-07-01T01:18:58.973" v="173" actId="207"/>
          <ac:graphicFrameMkLst>
            <pc:docMk/>
            <pc:sldMk cId="2470925023" sldId="2147482223"/>
            <ac:graphicFrameMk id="2" creationId="{5E211AA2-28C5-2BA3-AE11-A185334FC7F1}"/>
          </ac:graphicFrameMkLst>
        </pc:graphicFrameChg>
        <pc:graphicFrameChg chg="mod modGraphic">
          <ac:chgData name="임성묵(SUNGMOOK LIM)[muksung0084]/선임/제조DX.제조DX솔루션.제조빅데이터분석2팀" userId="caabadf1-d768-4a71-b809-79647c0ca9fa" providerId="ADAL" clId="{4F51646F-A320-4A0D-8E54-A93B251181C1}" dt="2026-07-01T01:30:11.927" v="1287" actId="20577"/>
          <ac:graphicFrameMkLst>
            <pc:docMk/>
            <pc:sldMk cId="2470925023" sldId="2147482223"/>
            <ac:graphicFrameMk id="24" creationId="{CB1E1DE9-356B-4185-A911-636EBB599881}"/>
          </ac:graphicFrameMkLst>
        </pc:graphicFrameChg>
      </pc:sldChg>
      <pc:sldChg chg="modSp mod">
        <pc:chgData name="임성묵(SUNGMOOK LIM)[muksung0084]/선임/제조DX.제조DX솔루션.제조빅데이터분석2팀" userId="caabadf1-d768-4a71-b809-79647c0ca9fa" providerId="ADAL" clId="{4F51646F-A320-4A0D-8E54-A93B251181C1}" dt="2026-07-01T01:32:51.817" v="1363" actId="20577"/>
        <pc:sldMkLst>
          <pc:docMk/>
          <pc:sldMk cId="1583628032" sldId="2147482224"/>
        </pc:sldMkLst>
        <pc:spChg chg="mod">
          <ac:chgData name="임성묵(SUNGMOOK LIM)[muksung0084]/선임/제조DX.제조DX솔루션.제조빅데이터분석2팀" userId="caabadf1-d768-4a71-b809-79647c0ca9fa" providerId="ADAL" clId="{4F51646F-A320-4A0D-8E54-A93B251181C1}" dt="2026-07-01T01:31:57.288" v="1343" actId="20577"/>
          <ac:spMkLst>
            <pc:docMk/>
            <pc:sldMk cId="1583628032" sldId="2147482224"/>
            <ac:spMk id="2" creationId="{85F704CE-CDBB-23C0-2A27-DBB9E27DE583}"/>
          </ac:spMkLst>
        </pc:spChg>
        <pc:spChg chg="mod">
          <ac:chgData name="임성묵(SUNGMOOK LIM)[muksung0084]/선임/제조DX.제조DX솔루션.제조빅데이터분석2팀" userId="caabadf1-d768-4a71-b809-79647c0ca9fa" providerId="ADAL" clId="{4F51646F-A320-4A0D-8E54-A93B251181C1}" dt="2026-07-01T01:30:26.674" v="1300" actId="20577"/>
          <ac:spMkLst>
            <pc:docMk/>
            <pc:sldMk cId="1583628032" sldId="2147482224"/>
            <ac:spMk id="18" creationId="{CD6FE8C4-D3CA-4ACB-997B-147E1EDF00F6}"/>
          </ac:spMkLst>
        </pc:spChg>
        <pc:graphicFrameChg chg="mod modGraphic">
          <ac:chgData name="임성묵(SUNGMOOK LIM)[muksung0084]/선임/제조DX.제조DX솔루션.제조빅데이터분석2팀" userId="caabadf1-d768-4a71-b809-79647c0ca9fa" providerId="ADAL" clId="{4F51646F-A320-4A0D-8E54-A93B251181C1}" dt="2026-07-01T01:32:51.817" v="1363" actId="20577"/>
          <ac:graphicFrameMkLst>
            <pc:docMk/>
            <pc:sldMk cId="1583628032" sldId="2147482224"/>
            <ac:graphicFrameMk id="8" creationId="{AFD2DECE-A7E1-5140-7645-B384AC43DFAB}"/>
          </ac:graphicFrameMkLst>
        </pc:graphicFrameChg>
        <pc:graphicFrameChg chg="modGraphic">
          <ac:chgData name="임성묵(SUNGMOOK LIM)[muksung0084]/선임/제조DX.제조DX솔루션.제조빅데이터분석2팀" userId="caabadf1-d768-4a71-b809-79647c0ca9fa" providerId="ADAL" clId="{4F51646F-A320-4A0D-8E54-A93B251181C1}" dt="2026-07-01T01:30:19.103" v="1289" actId="20577"/>
          <ac:graphicFrameMkLst>
            <pc:docMk/>
            <pc:sldMk cId="1583628032" sldId="2147482224"/>
            <ac:graphicFrameMk id="24" creationId="{CB1E1DE9-356B-4185-A911-636EBB599881}"/>
          </ac:graphicFrameMkLst>
        </pc:graphicFrameChg>
      </pc:sldChg>
      <pc:sldChg chg="modSp mod">
        <pc:chgData name="임성묵(SUNGMOOK LIM)[muksung0084]/선임/제조DX.제조DX솔루션.제조빅데이터분석2팀" userId="caabadf1-d768-4a71-b809-79647c0ca9fa" providerId="ADAL" clId="{4F51646F-A320-4A0D-8E54-A93B251181C1}" dt="2026-07-01T01:14:57.267" v="25" actId="20577"/>
        <pc:sldMkLst>
          <pc:docMk/>
          <pc:sldMk cId="3770862717" sldId="2147483553"/>
        </pc:sldMkLst>
        <pc:spChg chg="mod">
          <ac:chgData name="임성묵(SUNGMOOK LIM)[muksung0084]/선임/제조DX.제조DX솔루션.제조빅데이터분석2팀" userId="caabadf1-d768-4a71-b809-79647c0ca9fa" providerId="ADAL" clId="{4F51646F-A320-4A0D-8E54-A93B251181C1}" dt="2026-07-01T01:14:57.267" v="25" actId="20577"/>
          <ac:spMkLst>
            <pc:docMk/>
            <pc:sldMk cId="3770862717" sldId="2147483553"/>
            <ac:spMk id="3" creationId="{0CC39962-AED9-0FD6-7F0C-29A8FBE67A4F}"/>
          </ac:spMkLst>
        </pc:spChg>
        <pc:graphicFrameChg chg="modGraphic">
          <ac:chgData name="임성묵(SUNGMOOK LIM)[muksung0084]/선임/제조DX.제조DX솔루션.제조빅데이터분석2팀" userId="caabadf1-d768-4a71-b809-79647c0ca9fa" providerId="ADAL" clId="{4F51646F-A320-4A0D-8E54-A93B251181C1}" dt="2026-07-01T01:14:26.659" v="1" actId="20577"/>
          <ac:graphicFrameMkLst>
            <pc:docMk/>
            <pc:sldMk cId="3770862717" sldId="2147483553"/>
            <ac:graphicFrameMk id="19" creationId="{3E86696F-E35A-4B06-9B46-63A4A6A986C1}"/>
          </ac:graphicFrameMkLst>
        </pc:graphicFrameChg>
      </pc:sldChg>
    </pc:docChg>
  </pc:docChgLst>
  <pc:docChgLst>
    <pc:chgData name="윤성렬(SUNGRYEOL YUN)[sungryeol.y]/사원/제조DX.제조DX솔루션.추적솔루션개발팀" userId="b5311d10-d61f-46bb-bd4a-1d8342705f0f" providerId="ADAL" clId="{DCEC718E-8EE7-4FFF-AEE2-853583F1687A}"/>
    <pc:docChg chg="custSel modSld">
      <pc:chgData name="윤성렬(SUNGRYEOL YUN)[sungryeol.y]/사원/제조DX.제조DX솔루션.추적솔루션개발팀" userId="b5311d10-d61f-46bb-bd4a-1d8342705f0f" providerId="ADAL" clId="{DCEC718E-8EE7-4FFF-AEE2-853583F1687A}" dt="2026-07-22T01:53:59.623" v="121" actId="207"/>
      <pc:docMkLst>
        <pc:docMk/>
      </pc:docMkLst>
      <pc:sldChg chg="modSp mod">
        <pc:chgData name="윤성렬(SUNGRYEOL YUN)[sungryeol.y]/사원/제조DX.제조DX솔루션.추적솔루션개발팀" userId="b5311d10-d61f-46bb-bd4a-1d8342705f0f" providerId="ADAL" clId="{DCEC718E-8EE7-4FFF-AEE2-853583F1687A}" dt="2026-07-22T01:50:07.159" v="13" actId="20577"/>
        <pc:sldMkLst>
          <pc:docMk/>
          <pc:sldMk cId="3349397549" sldId="2147482686"/>
        </pc:sldMkLst>
        <pc:spChg chg="mod">
          <ac:chgData name="윤성렬(SUNGRYEOL YUN)[sungryeol.y]/사원/제조DX.제조DX솔루션.추적솔루션개발팀" userId="b5311d10-d61f-46bb-bd4a-1d8342705f0f" providerId="ADAL" clId="{DCEC718E-8EE7-4FFF-AEE2-853583F1687A}" dt="2026-07-22T01:50:07.159" v="13" actId="20577"/>
          <ac:spMkLst>
            <pc:docMk/>
            <pc:sldMk cId="3349397549" sldId="2147482686"/>
            <ac:spMk id="37" creationId="{6D72F316-602B-48D7-851D-262E403B6ADD}"/>
          </ac:spMkLst>
        </pc:spChg>
        <pc:graphicFrameChg chg="modGraphic">
          <ac:chgData name="윤성렬(SUNGRYEOL YUN)[sungryeol.y]/사원/제조DX.제조DX솔루션.추적솔루션개발팀" userId="b5311d10-d61f-46bb-bd4a-1d8342705f0f" providerId="ADAL" clId="{DCEC718E-8EE7-4FFF-AEE2-853583F1687A}" dt="2026-07-22T01:49:53.741" v="4" actId="207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윤성렬(SUNGRYEOL YUN)[sungryeol.y]/사원/제조DX.제조DX솔루션.추적솔루션개발팀" userId="b5311d10-d61f-46bb-bd4a-1d8342705f0f" providerId="ADAL" clId="{DCEC718E-8EE7-4FFF-AEE2-853583F1687A}" dt="2026-07-22T01:53:59.623" v="121" actId="207"/>
        <pc:sldMkLst>
          <pc:docMk/>
          <pc:sldMk cId="176752497" sldId="2147482704"/>
        </pc:sldMkLst>
        <pc:spChg chg="mod">
          <ac:chgData name="윤성렬(SUNGRYEOL YUN)[sungryeol.y]/사원/제조DX.제조DX솔루션.추적솔루션개발팀" userId="b5311d10-d61f-46bb-bd4a-1d8342705f0f" providerId="ADAL" clId="{DCEC718E-8EE7-4FFF-AEE2-853583F1687A}" dt="2026-07-22T01:53:53.649" v="120" actId="20577"/>
          <ac:spMkLst>
            <pc:docMk/>
            <pc:sldMk cId="176752497" sldId="2147482704"/>
            <ac:spMk id="22" creationId="{D2932BAF-C9D9-52CD-DE0E-3795080B5229}"/>
          </ac:spMkLst>
        </pc:spChg>
        <pc:graphicFrameChg chg="mod modGraphic">
          <ac:chgData name="윤성렬(SUNGRYEOL YUN)[sungryeol.y]/사원/제조DX.제조DX솔루션.추적솔루션개발팀" userId="b5311d10-d61f-46bb-bd4a-1d8342705f0f" providerId="ADAL" clId="{DCEC718E-8EE7-4FFF-AEE2-853583F1687A}" dt="2026-07-22T01:53:59.623" v="121" actId="207"/>
          <ac:graphicFrameMkLst>
            <pc:docMk/>
            <pc:sldMk cId="176752497" sldId="2147482704"/>
            <ac:graphicFrameMk id="3" creationId="{1B7BB873-9519-D343-60B1-12AB53C11173}"/>
          </ac:graphicFrameMkLst>
        </pc:graphicFrameChg>
        <pc:graphicFrameChg chg="modGraphic">
          <ac:chgData name="윤성렬(SUNGRYEOL YUN)[sungryeol.y]/사원/제조DX.제조DX솔루션.추적솔루션개발팀" userId="b5311d10-d61f-46bb-bd4a-1d8342705f0f" providerId="ADAL" clId="{DCEC718E-8EE7-4FFF-AEE2-853583F1687A}" dt="2026-07-22T01:53:50.994" v="116" actId="207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윤성렬(SUNGRYEOL YUN)[sungryeol.y]/사원/제조DX.제조DX솔루션.추적솔루션개발팀" userId="b5311d10-d61f-46bb-bd4a-1d8342705f0f" providerId="ADAL" clId="{DCEC718E-8EE7-4FFF-AEE2-853583F1687A}" dt="2026-07-22T01:50:35.525" v="58" actId="20577"/>
        <pc:sldMkLst>
          <pc:docMk/>
          <pc:sldMk cId="3762530128" sldId="2147483559"/>
        </pc:sldMkLst>
        <pc:spChg chg="mod">
          <ac:chgData name="윤성렬(SUNGRYEOL YUN)[sungryeol.y]/사원/제조DX.제조DX솔루션.추적솔루션개발팀" userId="b5311d10-d61f-46bb-bd4a-1d8342705f0f" providerId="ADAL" clId="{DCEC718E-8EE7-4FFF-AEE2-853583F1687A}" dt="2026-07-22T01:50:35.525" v="58" actId="20577"/>
          <ac:spMkLst>
            <pc:docMk/>
            <pc:sldMk cId="3762530128" sldId="2147483559"/>
            <ac:spMk id="37" creationId="{6D72F316-602B-48D7-851D-262E403B6ADD}"/>
          </ac:spMkLst>
        </pc:spChg>
        <pc:graphicFrameChg chg="mod modGraphic">
          <ac:chgData name="윤성렬(SUNGRYEOL YUN)[sungryeol.y]/사원/제조DX.제조DX솔루션.추적솔루션개발팀" userId="b5311d10-d61f-46bb-bd4a-1d8342705f0f" providerId="ADAL" clId="{DCEC718E-8EE7-4FFF-AEE2-853583F1687A}" dt="2026-07-22T01:50:24.557" v="54" actId="20577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</pc:docChg>
  </pc:docChgLst>
  <pc:docChgLst>
    <pc:chgData name="조은지(EUNJI JO)[joeunji]/선임/제조DX.제조DX솔루션.제조빅데이터분석1팀" userId="d82ce3d5-2c2f-4d6b-9fbb-477c92d9f333" providerId="ADAL" clId="{09AF6CF5-CA19-4071-8B39-9995420E4214}"/>
    <pc:docChg chg="undo custSel modSld">
      <pc:chgData name="조은지(EUNJI JO)[joeunji]/선임/제조DX.제조DX솔루션.제조빅데이터분석1팀" userId="d82ce3d5-2c2f-4d6b-9fbb-477c92d9f333" providerId="ADAL" clId="{09AF6CF5-CA19-4071-8B39-9995420E4214}" dt="2026-07-22T02:46:03.689" v="1049" actId="207"/>
      <pc:docMkLst>
        <pc:docMk/>
      </pc:docMkLst>
      <pc:sldChg chg="modSp mod">
        <pc:chgData name="조은지(EUNJI JO)[joeunji]/선임/제조DX.제조DX솔루션.제조빅데이터분석1팀" userId="d82ce3d5-2c2f-4d6b-9fbb-477c92d9f333" providerId="ADAL" clId="{09AF6CF5-CA19-4071-8B39-9995420E4214}" dt="2026-07-22T02:46:03.689" v="1049" actId="207"/>
        <pc:sldMkLst>
          <pc:docMk/>
          <pc:sldMk cId="4231600243" sldId="266"/>
        </pc:sldMkLst>
        <pc:spChg chg="mod">
          <ac:chgData name="조은지(EUNJI JO)[joeunji]/선임/제조DX.제조DX솔루션.제조빅데이터분석1팀" userId="d82ce3d5-2c2f-4d6b-9fbb-477c92d9f333" providerId="ADAL" clId="{09AF6CF5-CA19-4071-8B39-9995420E4214}" dt="2026-07-22T02:34:11.030" v="683" actId="20577"/>
          <ac:spMkLst>
            <pc:docMk/>
            <pc:sldMk cId="4231600243" sldId="266"/>
            <ac:spMk id="3" creationId="{0CC39962-AED9-0FD6-7F0C-29A8FBE67A4F}"/>
          </ac:spMkLst>
        </pc:spChg>
        <pc:graphicFrameChg chg="mod modGraphic">
          <ac:chgData name="조은지(EUNJI JO)[joeunji]/선임/제조DX.제조DX솔루션.제조빅데이터분석1팀" userId="d82ce3d5-2c2f-4d6b-9fbb-477c92d9f333" providerId="ADAL" clId="{09AF6CF5-CA19-4071-8B39-9995420E4214}" dt="2026-07-22T02:46:03.689" v="1049" actId="207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modSp mod">
        <pc:chgData name="조은지(EUNJI JO)[joeunji]/선임/제조DX.제조DX솔루션.제조빅데이터분석1팀" userId="d82ce3d5-2c2f-4d6b-9fbb-477c92d9f333" providerId="ADAL" clId="{09AF6CF5-CA19-4071-8B39-9995420E4214}" dt="2026-07-21T23:58:14.492" v="4" actId="20577"/>
        <pc:sldMkLst>
          <pc:docMk/>
          <pc:sldMk cId="3806308629" sldId="282"/>
        </pc:sldMkLst>
        <pc:spChg chg="mod">
          <ac:chgData name="조은지(EUNJI JO)[joeunji]/선임/제조DX.제조DX솔루션.제조빅데이터분석1팀" userId="d82ce3d5-2c2f-4d6b-9fbb-477c92d9f333" providerId="ADAL" clId="{09AF6CF5-CA19-4071-8B39-9995420E4214}" dt="2026-07-21T23:58:14.492" v="4" actId="20577"/>
          <ac:spMkLst>
            <pc:docMk/>
            <pc:sldMk cId="3806308629" sldId="282"/>
            <ac:spMk id="3" creationId="{0CC39962-AED9-0FD6-7F0C-29A8FBE67A4F}"/>
          </ac:spMkLst>
        </pc:spChg>
        <pc:graphicFrameChg chg="modGraphic">
          <ac:chgData name="조은지(EUNJI JO)[joeunji]/선임/제조DX.제조DX솔루션.제조빅데이터분석1팀" userId="d82ce3d5-2c2f-4d6b-9fbb-477c92d9f333" providerId="ADAL" clId="{09AF6CF5-CA19-4071-8B39-9995420E4214}" dt="2026-07-21T23:58:08.199" v="0" actId="207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addSp delSp modSp mod">
        <pc:chgData name="조은지(EUNJI JO)[joeunji]/선임/제조DX.제조DX솔루션.제조빅데이터분석1팀" userId="d82ce3d5-2c2f-4d6b-9fbb-477c92d9f333" providerId="ADAL" clId="{09AF6CF5-CA19-4071-8B39-9995420E4214}" dt="2026-07-22T02:20:00.276" v="674"/>
        <pc:sldMkLst>
          <pc:docMk/>
          <pc:sldMk cId="518597180" sldId="317"/>
        </pc:sldMkLst>
        <pc:spChg chg="mod">
          <ac:chgData name="조은지(EUNJI JO)[joeunji]/선임/제조DX.제조DX솔루션.제조빅데이터분석1팀" userId="d82ce3d5-2c2f-4d6b-9fbb-477c92d9f333" providerId="ADAL" clId="{09AF6CF5-CA19-4071-8B39-9995420E4214}" dt="2026-07-22T00:01:09.402" v="8" actId="20577"/>
          <ac:spMkLst>
            <pc:docMk/>
            <pc:sldMk cId="518597180" sldId="317"/>
            <ac:spMk id="3" creationId="{0CC39962-AED9-0FD6-7F0C-29A8FBE67A4F}"/>
          </ac:spMkLst>
        </pc:spChg>
        <pc:grpChg chg="add mod">
          <ac:chgData name="조은지(EUNJI JO)[joeunji]/선임/제조DX.제조DX솔루션.제조빅데이터분석1팀" userId="d82ce3d5-2c2f-4d6b-9fbb-477c92d9f333" providerId="ADAL" clId="{09AF6CF5-CA19-4071-8B39-9995420E4214}" dt="2026-07-22T01:32:44.420" v="86" actId="1076"/>
          <ac:grpSpMkLst>
            <pc:docMk/>
            <pc:sldMk cId="518597180" sldId="317"/>
            <ac:grpSpMk id="7" creationId="{41ED96AA-CCD9-F972-7BA3-7CDA49A76D6F}"/>
          </ac:grpSpMkLst>
        </pc:grpChg>
        <pc:graphicFrameChg chg="mod modGraphic">
          <ac:chgData name="조은지(EUNJI JO)[joeunji]/선임/제조DX.제조DX솔루션.제조빅데이터분석1팀" userId="d82ce3d5-2c2f-4d6b-9fbb-477c92d9f333" providerId="ADAL" clId="{09AF6CF5-CA19-4071-8B39-9995420E4214}" dt="2026-07-22T02:20:00.276" v="674"/>
          <ac:graphicFrameMkLst>
            <pc:docMk/>
            <pc:sldMk cId="518597180" sldId="317"/>
            <ac:graphicFrameMk id="19" creationId="{3E86696F-E35A-4B06-9B46-63A4A6A986C1}"/>
          </ac:graphicFrameMkLst>
        </pc:graphicFrameChg>
        <pc:picChg chg="add mod modCrop">
          <ac:chgData name="조은지(EUNJI JO)[joeunji]/선임/제조DX.제조DX솔루션.제조빅데이터분석1팀" userId="d82ce3d5-2c2f-4d6b-9fbb-477c92d9f333" providerId="ADAL" clId="{09AF6CF5-CA19-4071-8B39-9995420E4214}" dt="2026-07-22T02:18:47.025" v="421" actId="1076"/>
          <ac:picMkLst>
            <pc:docMk/>
            <pc:sldMk cId="518597180" sldId="317"/>
            <ac:picMk id="5" creationId="{0B09F5C6-9FF7-EF29-7F7D-E58D78971034}"/>
          </ac:picMkLst>
        </pc:picChg>
        <pc:picChg chg="add mod">
          <ac:chgData name="조은지(EUNJI JO)[joeunji]/선임/제조DX.제조DX솔루션.제조빅데이터분석1팀" userId="d82ce3d5-2c2f-4d6b-9fbb-477c92d9f333" providerId="ADAL" clId="{09AF6CF5-CA19-4071-8B39-9995420E4214}" dt="2026-07-22T01:32:35.535" v="84" actId="164"/>
          <ac:picMkLst>
            <pc:docMk/>
            <pc:sldMk cId="518597180" sldId="317"/>
            <ac:picMk id="6" creationId="{0C048364-1FB5-DC64-F229-6D1BA06CEDFD}"/>
          </ac:picMkLst>
        </pc:picChg>
        <pc:picChg chg="add del mod">
          <ac:chgData name="조은지(EUNJI JO)[joeunji]/선임/제조DX.제조DX솔루션.제조빅데이터분석1팀" userId="d82ce3d5-2c2f-4d6b-9fbb-477c92d9f333" providerId="ADAL" clId="{09AF6CF5-CA19-4071-8B39-9995420E4214}" dt="2026-07-22T01:32:35.535" v="84" actId="164"/>
          <ac:picMkLst>
            <pc:docMk/>
            <pc:sldMk cId="518597180" sldId="317"/>
            <ac:picMk id="34" creationId="{AFBC220D-B54A-6BBA-A7FC-8117EFD8D35B}"/>
          </ac:picMkLst>
        </pc:picChg>
      </pc:sldChg>
      <pc:sldChg chg="modSp mod">
        <pc:chgData name="조은지(EUNJI JO)[joeunji]/선임/제조DX.제조DX솔루션.제조빅데이터분석1팀" userId="d82ce3d5-2c2f-4d6b-9fbb-477c92d9f333" providerId="ADAL" clId="{09AF6CF5-CA19-4071-8B39-9995420E4214}" dt="2026-07-22T02:33:40.819" v="679" actId="20577"/>
        <pc:sldMkLst>
          <pc:docMk/>
          <pc:sldMk cId="2551307454" sldId="2147482250"/>
        </pc:sldMkLst>
        <pc:spChg chg="mod">
          <ac:chgData name="조은지(EUNJI JO)[joeunji]/선임/제조DX.제조DX솔루션.제조빅데이터분석1팀" userId="d82ce3d5-2c2f-4d6b-9fbb-477c92d9f333" providerId="ADAL" clId="{09AF6CF5-CA19-4071-8B39-9995420E4214}" dt="2026-07-22T02:33:40.819" v="679" actId="20577"/>
          <ac:spMkLst>
            <pc:docMk/>
            <pc:sldMk cId="2551307454" sldId="2147482250"/>
            <ac:spMk id="3" creationId="{0CC39962-AED9-0FD6-7F0C-29A8FBE67A4F}"/>
          </ac:spMkLst>
        </pc:spChg>
        <pc:graphicFrameChg chg="modGraphic">
          <ac:chgData name="조은지(EUNJI JO)[joeunji]/선임/제조DX.제조DX솔루션.제조빅데이터분석1팀" userId="d82ce3d5-2c2f-4d6b-9fbb-477c92d9f333" providerId="ADAL" clId="{09AF6CF5-CA19-4071-8B39-9995420E4214}" dt="2026-07-22T02:33:35.093" v="675" actId="207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</pc:docChg>
  </pc:docChgLst>
  <pc:docChgLst>
    <pc:chgData name="김지원(JIWON KIM)[jiwonkim]/사원/제조DX.제조DX솔루션.제조빅데이터분석2팀" userId="943d6483-24ce-443d-b7b2-0672c51f7cc5" providerId="ADAL" clId="{5F7E69DC-E2F1-4673-9039-2D8AAF6BE60D}"/>
    <pc:docChg chg="undo custSel modSld">
      <pc:chgData name="김지원(JIWON KIM)[jiwonkim]/사원/제조DX.제조DX솔루션.제조빅데이터분석2팀" userId="943d6483-24ce-443d-b7b2-0672c51f7cc5" providerId="ADAL" clId="{5F7E69DC-E2F1-4673-9039-2D8AAF6BE60D}" dt="2026-07-21T07:36:58.190" v="3343" actId="20577"/>
      <pc:docMkLst>
        <pc:docMk/>
      </pc:docMkLst>
      <pc:sldChg chg="addSp delSp modSp mod">
        <pc:chgData name="김지원(JIWON KIM)[jiwonkim]/사원/제조DX.제조DX솔루션.제조빅데이터분석2팀" userId="943d6483-24ce-443d-b7b2-0672c51f7cc5" providerId="ADAL" clId="{5F7E69DC-E2F1-4673-9039-2D8AAF6BE60D}" dt="2026-07-21T07:36:58.190" v="3343" actId="20577"/>
        <pc:sldMkLst>
          <pc:docMk/>
          <pc:sldMk cId="3410703132" sldId="326"/>
        </pc:sldMkLst>
        <pc:spChg chg="mod">
          <ac:chgData name="김지원(JIWON KIM)[jiwonkim]/사원/제조DX.제조DX솔루션.제조빅데이터분석2팀" userId="943d6483-24ce-443d-b7b2-0672c51f7cc5" providerId="ADAL" clId="{5F7E69DC-E2F1-4673-9039-2D8AAF6BE60D}" dt="2026-07-21T07:18:56.671" v="646" actId="20577"/>
          <ac:spMkLst>
            <pc:docMk/>
            <pc:sldMk cId="3410703132" sldId="326"/>
            <ac:spMk id="63" creationId="{F7E9B123-1E21-48F6-86C5-2777566B3419}"/>
          </ac:spMkLst>
        </pc:spChg>
        <pc:graphicFrameChg chg="mod modGraphic">
          <ac:chgData name="김지원(JIWON KIM)[jiwonkim]/사원/제조DX.제조DX솔루션.제조빅데이터분석2팀" userId="943d6483-24ce-443d-b7b2-0672c51f7cc5" providerId="ADAL" clId="{5F7E69DC-E2F1-4673-9039-2D8AAF6BE60D}" dt="2026-07-21T07:36:58.190" v="3343" actId="20577"/>
          <ac:graphicFrameMkLst>
            <pc:docMk/>
            <pc:sldMk cId="3410703132" sldId="326"/>
            <ac:graphicFrameMk id="7" creationId="{3E86696F-E35A-4B06-9B46-63A4A6A986C1}"/>
          </ac:graphicFrameMkLst>
        </pc:graphicFrameChg>
      </pc:sldChg>
      <pc:sldChg chg="delSp mod">
        <pc:chgData name="김지원(JIWON KIM)[jiwonkim]/사원/제조DX.제조DX솔루션.제조빅데이터분석2팀" userId="943d6483-24ce-443d-b7b2-0672c51f7cc5" providerId="ADAL" clId="{5F7E69DC-E2F1-4673-9039-2D8AAF6BE60D}" dt="2026-07-21T07:14:33.679" v="2" actId="478"/>
        <pc:sldMkLst>
          <pc:docMk/>
          <pc:sldMk cId="2711025772" sldId="2147482692"/>
        </pc:sldMkLst>
      </pc:sldChg>
    </pc:docChg>
  </pc:docChgLst>
  <pc:docChgLst>
    <pc:chgData name="오현석(HYUNSUK OH)[ohyunsuk]/책임/제조DX.제조DX솔루션.제조빅데이터분석2팀" userId="dd3171de-802a-442b-af45-bf7ff1166235" providerId="ADAL" clId="{DE746449-F92D-483F-A980-BAE0FC8FAB16}"/>
    <pc:docChg chg="undo redo custSel addSld modSld modSection">
      <pc:chgData name="오현석(HYUNSUK OH)[ohyunsuk]/책임/제조DX.제조DX솔루션.제조빅데이터분석2팀" userId="dd3171de-802a-442b-af45-bf7ff1166235" providerId="ADAL" clId="{DE746449-F92D-483F-A980-BAE0FC8FAB16}" dt="2026-07-16T00:06:34.847" v="2470" actId="20577"/>
      <pc:docMkLst>
        <pc:docMk/>
      </pc:docMkLst>
      <pc:sldChg chg="addSp delSp modSp add mod">
        <pc:chgData name="오현석(HYUNSUK OH)[ohyunsuk]/책임/제조DX.제조DX솔루션.제조빅데이터분석2팀" userId="dd3171de-802a-442b-af45-bf7ff1166235" providerId="ADAL" clId="{DE746449-F92D-483F-A980-BAE0FC8FAB16}" dt="2026-07-16T00:06:34.847" v="2470" actId="20577"/>
        <pc:sldMkLst>
          <pc:docMk/>
          <pc:sldMk cId="1174199180" sldId="307"/>
        </pc:sldMkLst>
        <pc:spChg chg="add mod">
          <ac:chgData name="오현석(HYUNSUK OH)[ohyunsuk]/책임/제조DX.제조DX솔루션.제조빅데이터분석2팀" userId="dd3171de-802a-442b-af45-bf7ff1166235" providerId="ADAL" clId="{DE746449-F92D-483F-A980-BAE0FC8FAB16}" dt="2026-07-16T00:06:16.989" v="2430" actId="207"/>
          <ac:spMkLst>
            <pc:docMk/>
            <pc:sldMk cId="1174199180" sldId="307"/>
            <ac:spMk id="3" creationId="{2FBA7F0C-ED94-BC06-98BF-29FCD12A7716}"/>
          </ac:spMkLst>
        </pc:spChg>
        <pc:spChg chg="add del mod">
          <ac:chgData name="오현석(HYUNSUK OH)[ohyunsuk]/책임/제조DX.제조DX솔루션.제조빅데이터분석2팀" userId="dd3171de-802a-442b-af45-bf7ff1166235" providerId="ADAL" clId="{DE746449-F92D-483F-A980-BAE0FC8FAB16}" dt="2026-07-16T00:06:34.847" v="2470" actId="20577"/>
          <ac:spMkLst>
            <pc:docMk/>
            <pc:sldMk cId="1174199180" sldId="307"/>
            <ac:spMk id="13" creationId="{9B74F298-263A-4E29-0256-030630869BDC}"/>
          </ac:spMkLst>
        </pc:spChg>
        <pc:graphicFrameChg chg="modGraphic">
          <ac:chgData name="오현석(HYUNSUK OH)[ohyunsuk]/책임/제조DX.제조DX솔루션.제조빅데이터분석2팀" userId="dd3171de-802a-442b-af45-bf7ff1166235" providerId="ADAL" clId="{DE746449-F92D-483F-A980-BAE0FC8FAB16}" dt="2026-07-16T00:01:33.312" v="2317" actId="20577"/>
          <ac:graphicFrameMkLst>
            <pc:docMk/>
            <pc:sldMk cId="1174199180" sldId="307"/>
            <ac:graphicFrameMk id="24" creationId="{1DAD0895-E430-C35B-1FC3-9C4AC422E60E}"/>
          </ac:graphicFrameMkLst>
        </pc:graphicFrameChg>
        <pc:picChg chg="add mod">
          <ac:chgData name="오현석(HYUNSUK OH)[ohyunsuk]/책임/제조DX.제조DX솔루션.제조빅데이터분석2팀" userId="dd3171de-802a-442b-af45-bf7ff1166235" providerId="ADAL" clId="{DE746449-F92D-483F-A980-BAE0FC8FAB16}" dt="2026-07-16T00:03:40.119" v="2344" actId="1076"/>
          <ac:picMkLst>
            <pc:docMk/>
            <pc:sldMk cId="1174199180" sldId="307"/>
            <ac:picMk id="4" creationId="{D7FB2FBE-D17D-BB66-F8DD-0C80A4CB6674}"/>
          </ac:picMkLst>
        </pc:picChg>
      </pc:sldChg>
      <pc:sldChg chg="delSp modSp mod">
        <pc:chgData name="오현석(HYUNSUK OH)[ohyunsuk]/책임/제조DX.제조DX솔루션.제조빅데이터분석2팀" userId="dd3171de-802a-442b-af45-bf7ff1166235" providerId="ADAL" clId="{DE746449-F92D-483F-A980-BAE0FC8FAB16}" dt="2026-07-16T00:02:12.717" v="2326" actId="20577"/>
        <pc:sldMkLst>
          <pc:docMk/>
          <pc:sldMk cId="2955082988" sldId="313"/>
        </pc:sldMkLst>
        <pc:spChg chg="mod">
          <ac:chgData name="오현석(HYUNSUK OH)[ohyunsuk]/책임/제조DX.제조DX솔루션.제조빅데이터분석2팀" userId="dd3171de-802a-442b-af45-bf7ff1166235" providerId="ADAL" clId="{DE746449-F92D-483F-A980-BAE0FC8FAB16}" dt="2026-07-16T00:02:03.835" v="2324" actId="20577"/>
          <ac:spMkLst>
            <pc:docMk/>
            <pc:sldMk cId="2955082988" sldId="313"/>
            <ac:spMk id="5" creationId="{8E05184C-0E27-D0BC-3A05-31976BE2A280}"/>
          </ac:spMkLst>
        </pc:spChg>
        <pc:spChg chg="mod">
          <ac:chgData name="오현석(HYUNSUK OH)[ohyunsuk]/책임/제조DX.제조DX솔루션.제조빅데이터분석2팀" userId="dd3171de-802a-442b-af45-bf7ff1166235" providerId="ADAL" clId="{DE746449-F92D-483F-A980-BAE0FC8FAB16}" dt="2026-07-16T00:02:12.717" v="2326" actId="20577"/>
          <ac:spMkLst>
            <pc:docMk/>
            <pc:sldMk cId="2955082988" sldId="313"/>
            <ac:spMk id="11" creationId="{C1A5C2E2-7541-8E0A-41D4-A7B30D1A6A7C}"/>
          </ac:spMkLst>
        </pc:spChg>
        <pc:graphicFrameChg chg="modGraphic">
          <ac:chgData name="오현석(HYUNSUK OH)[ohyunsuk]/책임/제조DX.제조DX솔루션.제조빅데이터분석2팀" userId="dd3171de-802a-442b-af45-bf7ff1166235" providerId="ADAL" clId="{DE746449-F92D-483F-A980-BAE0FC8FAB16}" dt="2026-07-15T23:35:45.663" v="675" actId="20577"/>
          <ac:graphicFrameMkLst>
            <pc:docMk/>
            <pc:sldMk cId="2955082988" sldId="313"/>
            <ac:graphicFrameMk id="24" creationId="{7DA8CA07-EEAF-DC91-ABCE-95B5CBCAD134}"/>
          </ac:graphicFrameMkLst>
        </pc:graphicFrameChg>
      </pc:sldChg>
      <pc:sldChg chg="addSp delSp modSp mod">
        <pc:chgData name="오현석(HYUNSUK OH)[ohyunsuk]/책임/제조DX.제조DX솔루션.제조빅데이터분석2팀" userId="dd3171de-802a-442b-af45-bf7ff1166235" providerId="ADAL" clId="{DE746449-F92D-483F-A980-BAE0FC8FAB16}" dt="2026-07-16T00:04:27.755" v="2355" actId="20577"/>
        <pc:sldMkLst>
          <pc:docMk/>
          <pc:sldMk cId="2509091926" sldId="315"/>
        </pc:sldMkLst>
        <pc:spChg chg="add mod">
          <ac:chgData name="오현석(HYUNSUK OH)[ohyunsuk]/책임/제조DX.제조DX솔루션.제조빅데이터분석2팀" userId="dd3171de-802a-442b-af45-bf7ff1166235" providerId="ADAL" clId="{DE746449-F92D-483F-A980-BAE0FC8FAB16}" dt="2026-07-15T23:58:47.419" v="2174" actId="207"/>
          <ac:spMkLst>
            <pc:docMk/>
            <pc:sldMk cId="2509091926" sldId="315"/>
            <ac:spMk id="3" creationId="{916798F2-22E1-0FAE-F097-1B1420063420}"/>
          </ac:spMkLst>
        </pc:spChg>
        <pc:spChg chg="add mod">
          <ac:chgData name="오현석(HYUNSUK OH)[ohyunsuk]/책임/제조DX.제조DX솔루션.제조빅데이터분석2팀" userId="dd3171de-802a-442b-af45-bf7ff1166235" providerId="ADAL" clId="{DE746449-F92D-483F-A980-BAE0FC8FAB16}" dt="2026-07-15T23:59:06.910" v="2176" actId="6549"/>
          <ac:spMkLst>
            <pc:docMk/>
            <pc:sldMk cId="2509091926" sldId="315"/>
            <ac:spMk id="4" creationId="{DA178755-E2EF-95BE-DBC6-D8BA04DD0CB9}"/>
          </ac:spMkLst>
        </pc:spChg>
        <pc:spChg chg="mod">
          <ac:chgData name="오현석(HYUNSUK OH)[ohyunsuk]/책임/제조DX.제조DX솔루션.제조빅데이터분석2팀" userId="dd3171de-802a-442b-af45-bf7ff1166235" providerId="ADAL" clId="{DE746449-F92D-483F-A980-BAE0FC8FAB16}" dt="2026-07-15T23:58:17.873" v="2169" actId="1076"/>
          <ac:spMkLst>
            <pc:docMk/>
            <pc:sldMk cId="2509091926" sldId="315"/>
            <ac:spMk id="5" creationId="{7FDDCC11-48D5-BF7F-9910-9DCD05288DB1}"/>
          </ac:spMkLst>
        </pc:spChg>
        <pc:spChg chg="mod">
          <ac:chgData name="오현석(HYUNSUK OH)[ohyunsuk]/책임/제조DX.제조DX솔루션.제조빅데이터분석2팀" userId="dd3171de-802a-442b-af45-bf7ff1166235" providerId="ADAL" clId="{DE746449-F92D-483F-A980-BAE0FC8FAB16}" dt="2026-07-16T00:04:27.755" v="2355" actId="20577"/>
          <ac:spMkLst>
            <pc:docMk/>
            <pc:sldMk cId="2509091926" sldId="315"/>
            <ac:spMk id="11" creationId="{03DD6C36-AC92-3AAF-C875-61CA5B5BC550}"/>
          </ac:spMkLst>
        </pc:spChg>
        <pc:spChg chg="mod">
          <ac:chgData name="오현석(HYUNSUK OH)[ohyunsuk]/책임/제조DX.제조DX솔루션.제조빅데이터분석2팀" userId="dd3171de-802a-442b-af45-bf7ff1166235" providerId="ADAL" clId="{DE746449-F92D-483F-A980-BAE0FC8FAB16}" dt="2026-07-15T23:58:21.363" v="2170" actId="14100"/>
          <ac:spMkLst>
            <pc:docMk/>
            <pc:sldMk cId="2509091926" sldId="315"/>
            <ac:spMk id="17" creationId="{B005F83B-0B16-18A9-4956-55E14A1287D8}"/>
          </ac:spMkLst>
        </pc:spChg>
        <pc:graphicFrameChg chg="mod modGraphic">
          <ac:chgData name="오현석(HYUNSUK OH)[ohyunsuk]/책임/제조DX.제조DX솔루션.제조빅데이터분석2팀" userId="dd3171de-802a-442b-af45-bf7ff1166235" providerId="ADAL" clId="{DE746449-F92D-483F-A980-BAE0FC8FAB16}" dt="2026-07-16T00:00:46.358" v="2310" actId="207"/>
          <ac:graphicFrameMkLst>
            <pc:docMk/>
            <pc:sldMk cId="2509091926" sldId="315"/>
            <ac:graphicFrameMk id="24" creationId="{1DAD0895-E430-C35B-1FC3-9C4AC422E60E}"/>
          </ac:graphicFrameMkLst>
        </pc:graphicFrameChg>
        <pc:picChg chg="add mod">
          <ac:chgData name="오현석(HYUNSUK OH)[ohyunsuk]/책임/제조DX.제조DX솔루션.제조빅데이터분석2팀" userId="dd3171de-802a-442b-af45-bf7ff1166235" providerId="ADAL" clId="{DE746449-F92D-483F-A980-BAE0FC8FAB16}" dt="2026-07-15T23:56:56.775" v="2054" actId="1076"/>
          <ac:picMkLst>
            <pc:docMk/>
            <pc:sldMk cId="2509091926" sldId="315"/>
            <ac:picMk id="2" creationId="{5F15C809-9B52-895C-5E0B-F2B27C892011}"/>
          </ac:picMkLst>
        </pc:picChg>
        <pc:picChg chg="add mod">
          <ac:chgData name="오현석(HYUNSUK OH)[ohyunsuk]/책임/제조DX.제조DX솔루션.제조빅데이터분석2팀" userId="dd3171de-802a-442b-af45-bf7ff1166235" providerId="ADAL" clId="{DE746449-F92D-483F-A980-BAE0FC8FAB16}" dt="2026-07-15T23:58:28.910" v="2171" actId="1076"/>
          <ac:picMkLst>
            <pc:docMk/>
            <pc:sldMk cId="2509091926" sldId="315"/>
            <ac:picMk id="6" creationId="{9302E378-E2A7-A562-3EFC-E0C6634C1DCE}"/>
          </ac:picMkLst>
        </pc:picChg>
      </pc:sldChg>
    </pc:docChg>
  </pc:docChgLst>
  <pc:docChgLst>
    <pc:chgData name="박영헌(YEONGHEON PARK)[heny611]/선임/제조DX.제조DX솔루션.추적솔루션개발팀" userId="7ee3e3b4-d5a5-4456-8b15-18422cf3fd5b" providerId="ADAL" clId="{B0F9CAC2-1F8F-4F53-A648-F8068C40F179}"/>
    <pc:docChg chg="undo custSel addSld delSld modSld modSection">
      <pc:chgData name="박영헌(YEONGHEON PARK)[heny611]/선임/제조DX.제조DX솔루션.추적솔루션개발팀" userId="7ee3e3b4-d5a5-4456-8b15-18422cf3fd5b" providerId="ADAL" clId="{B0F9CAC2-1F8F-4F53-A648-F8068C40F179}" dt="2026-07-22T06:38:48.416" v="32" actId="207"/>
      <pc:docMkLst>
        <pc:docMk/>
      </pc:docMkLst>
      <pc:sldChg chg="modSp mod">
        <pc:chgData name="박영헌(YEONGHEON PARK)[heny611]/선임/제조DX.제조DX솔루션.추적솔루션개발팀" userId="7ee3e3b4-d5a5-4456-8b15-18422cf3fd5b" providerId="ADAL" clId="{B0F9CAC2-1F8F-4F53-A648-F8068C40F179}" dt="2026-07-22T06:38:48.416" v="32" actId="207"/>
        <pc:sldMkLst>
          <pc:docMk/>
          <pc:sldMk cId="1866426398" sldId="267"/>
        </pc:sldMkLst>
      </pc:sldChg>
      <pc:sldChg chg="add del">
        <pc:chgData name="박영헌(YEONGHEON PARK)[heny611]/선임/제조DX.제조DX솔루션.추적솔루션개발팀" userId="7ee3e3b4-d5a5-4456-8b15-18422cf3fd5b" providerId="ADAL" clId="{B0F9CAC2-1F8F-4F53-A648-F8068C40F179}" dt="2026-07-22T06:36:33.015" v="3" actId="47"/>
        <pc:sldMkLst>
          <pc:docMk/>
          <pc:sldMk cId="447217772" sldId="279"/>
        </pc:sldMkLst>
      </pc:sldChg>
      <pc:sldChg chg="add">
        <pc:chgData name="박영헌(YEONGHEON PARK)[heny611]/선임/제조DX.제조DX솔루션.추적솔루션개발팀" userId="7ee3e3b4-d5a5-4456-8b15-18422cf3fd5b" providerId="ADAL" clId="{B0F9CAC2-1F8F-4F53-A648-F8068C40F179}" dt="2026-07-22T06:37:01.037" v="8"/>
        <pc:sldMkLst>
          <pc:docMk/>
          <pc:sldMk cId="2484885292" sldId="289"/>
        </pc:sldMkLst>
      </pc:sldChg>
      <pc:sldChg chg="add">
        <pc:chgData name="박영헌(YEONGHEON PARK)[heny611]/선임/제조DX.제조DX솔루션.추적솔루션개발팀" userId="7ee3e3b4-d5a5-4456-8b15-18422cf3fd5b" providerId="ADAL" clId="{B0F9CAC2-1F8F-4F53-A648-F8068C40F179}" dt="2026-07-22T06:37:15.725" v="12"/>
        <pc:sldMkLst>
          <pc:docMk/>
          <pc:sldMk cId="3767837672" sldId="300"/>
        </pc:sldMkLst>
      </pc:sldChg>
      <pc:sldChg chg="add">
        <pc:chgData name="박영헌(YEONGHEON PARK)[heny611]/선임/제조DX.제조DX솔루션.추적솔루션개발팀" userId="7ee3e3b4-d5a5-4456-8b15-18422cf3fd5b" providerId="ADAL" clId="{B0F9CAC2-1F8F-4F53-A648-F8068C40F179}" dt="2026-07-22T06:36:28.126" v="1"/>
        <pc:sldMkLst>
          <pc:docMk/>
          <pc:sldMk cId="1136625696" sldId="331"/>
        </pc:sldMkLst>
      </pc:sldChg>
    </pc:docChg>
  </pc:docChgLst>
  <pc:docChgLst>
    <pc:chgData name="박경찬(KYOUNGCHAN PARK)[park.kc]/팀장/제조DX.제조DX솔루션.추적솔루션개발팀" userId="e138e4af-6173-47cb-8422-ef183f7b2c63" providerId="ADAL" clId="{0F66E474-BE3B-43E1-8D55-B2F9B0C42EE2}"/>
    <pc:docChg chg="custSel modSld">
      <pc:chgData name="박경찬(KYOUNGCHAN PARK)[park.kc]/팀장/제조DX.제조DX솔루션.추적솔루션개발팀" userId="e138e4af-6173-47cb-8422-ef183f7b2c63" providerId="ADAL" clId="{0F66E474-BE3B-43E1-8D55-B2F9B0C42EE2}" dt="2026-07-01T10:17:33.704" v="89" actId="6549"/>
      <pc:docMkLst>
        <pc:docMk/>
      </pc:docMkLst>
      <pc:sldChg chg="modSp mod">
        <pc:chgData name="박경찬(KYOUNGCHAN PARK)[park.kc]/팀장/제조DX.제조DX솔루션.추적솔루션개발팀" userId="e138e4af-6173-47cb-8422-ef183f7b2c63" providerId="ADAL" clId="{0F66E474-BE3B-43E1-8D55-B2F9B0C42EE2}" dt="2026-07-01T10:13:36.438" v="2" actId="6549"/>
        <pc:sldMkLst>
          <pc:docMk/>
          <pc:sldMk cId="2751367990" sldId="746"/>
        </pc:sldMkLst>
        <pc:spChg chg="mod">
          <ac:chgData name="박경찬(KYOUNGCHAN PARK)[park.kc]/팀장/제조DX.제조DX솔루션.추적솔루션개발팀" userId="e138e4af-6173-47cb-8422-ef183f7b2c63" providerId="ADAL" clId="{0F66E474-BE3B-43E1-8D55-B2F9B0C42EE2}" dt="2026-07-01T10:13:36.438" v="2" actId="6549"/>
          <ac:spMkLst>
            <pc:docMk/>
            <pc:sldMk cId="2751367990" sldId="746"/>
            <ac:spMk id="19" creationId="{00000000-0000-0000-0000-000000000000}"/>
          </ac:spMkLst>
        </pc:spChg>
      </pc:sldChg>
    </pc:docChg>
  </pc:docChgLst>
  <pc:docChgLst>
    <pc:chgData name="박종현(JONG HYUN PARK)[parkjonghyun]/책임/제조DX.제조DX솔루션.추적솔루션개발팀" userId="bd556fbe-4056-41f8-81f6-e4b44a6c8ed9" providerId="ADAL" clId="{98ADFBC8-AB14-420E-AF2B-A9A4764F75E1}"/>
    <pc:docChg chg="undo custSel modSld sldOrd modMainMaster modSection">
      <pc:chgData name="박종현(JONG HYUN PARK)[parkjonghyun]/책임/제조DX.제조DX솔루션.추적솔루션개발팀" userId="bd556fbe-4056-41f8-81f6-e4b44a6c8ed9" providerId="ADAL" clId="{98ADFBC8-AB14-420E-AF2B-A9A4764F75E1}" dt="2026-07-28T00:56:34.091" v="2776" actId="20577"/>
      <pc:docMkLst>
        <pc:docMk/>
      </pc:docMkLst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177" v="2126" actId="207"/>
        <pc:sldMkLst>
          <pc:docMk/>
          <pc:sldMk cId="2860801152" sldId="257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161" v="2106" actId="207"/>
          <ac:graphicFrameMkLst>
            <pc:docMk/>
            <pc:sldMk cId="2860801152" sldId="257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171" v="2118" actId="207"/>
          <ac:graphicFrameMkLst>
            <pc:docMk/>
            <pc:sldMk cId="2860801152" sldId="257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177" v="2126" actId="207"/>
          <ac:graphicFrameMkLst>
            <pc:docMk/>
            <pc:sldMk cId="2860801152" sldId="257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4.155" v="2098" actId="207"/>
          <ac:graphicFrameMkLst>
            <pc:docMk/>
            <pc:sldMk cId="2860801152" sldId="25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383493917" sldId="260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383493917" sldId="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1.018" v="1550" actId="207"/>
        <pc:sldMkLst>
          <pc:docMk/>
          <pc:sldMk cId="1959088351" sldId="261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1.018" v="1550" actId="207"/>
          <ac:graphicFrameMkLst>
            <pc:docMk/>
            <pc:sldMk cId="1959088351" sldId="261"/>
            <ac:graphicFrameMk id="2" creationId="{1B328436-563D-910D-A106-E92841203CA3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1777283650" sldId="263"/>
        </pc:sldMkLst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575311981" sldId="264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831" v="2447" actId="207"/>
        <pc:sldMkLst>
          <pc:docMk/>
          <pc:sldMk cId="240573304" sldId="265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831" v="2447" actId="207"/>
          <ac:graphicFrameMkLst>
            <pc:docMk/>
            <pc:sldMk cId="240573304" sldId="265"/>
            <ac:graphicFrameMk id="2" creationId="{4AD28A90-1C5E-B3ED-AFEA-E4E930343D4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4.726" v="2444" actId="207"/>
          <ac:graphicFrameMkLst>
            <pc:docMk/>
            <pc:sldMk cId="240573304" sldId="265"/>
            <ac:graphicFrameMk id="24" creationId="{F51285F9-8EF7-203F-DE5F-18902235DFA9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9.939" v="1338" actId="207"/>
        <pc:sldMkLst>
          <pc:docMk/>
          <pc:sldMk cId="4231600243" sldId="266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9.939" v="1338" actId="207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delSp modSp mod">
        <pc:chgData name="박종현(JONG HYUN PARK)[parkjonghyun]/책임/제조DX.제조DX솔루션.추적솔루션개발팀" userId="bd556fbe-4056-41f8-81f6-e4b44a6c8ed9" providerId="ADAL" clId="{98ADFBC8-AB14-420E-AF2B-A9A4764F75E1}" dt="2026-07-23T06:50:36.673" v="218" actId="207"/>
        <pc:sldMkLst>
          <pc:docMk/>
          <pc:sldMk cId="1866426398" sldId="267"/>
        </pc:sldMkLst>
        <pc:spChg chg="del">
          <ac:chgData name="박종현(JONG HYUN PARK)[parkjonghyun]/책임/제조DX.제조DX솔루션.추적솔루션개발팀" userId="bd556fbe-4056-41f8-81f6-e4b44a6c8ed9" providerId="ADAL" clId="{98ADFBC8-AB14-420E-AF2B-A9A4764F75E1}" dt="2026-07-23T06:49:15.979" v="5" actId="478"/>
          <ac:spMkLst>
            <pc:docMk/>
            <pc:sldMk cId="1866426398" sldId="267"/>
            <ac:spMk id="2" creationId="{F610F212-F4F3-8800-8F4E-CFFD135411AA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49:10.742" v="4" actId="1076"/>
          <ac:spMkLst>
            <pc:docMk/>
            <pc:sldMk cId="1866426398" sldId="267"/>
            <ac:spMk id="3" creationId="{D204E77B-AE5C-6E43-90BB-0A0730904D29}"/>
          </ac:spMkLst>
        </pc:spChg>
        <pc:spChg chg="del">
          <ac:chgData name="박종현(JONG HYUN PARK)[parkjonghyun]/책임/제조DX.제조DX솔루션.추적솔루션개발팀" userId="bd556fbe-4056-41f8-81f6-e4b44a6c8ed9" providerId="ADAL" clId="{98ADFBC8-AB14-420E-AF2B-A9A4764F75E1}" dt="2026-07-23T06:49:15.979" v="5" actId="478"/>
          <ac:spMkLst>
            <pc:docMk/>
            <pc:sldMk cId="1866426398" sldId="267"/>
            <ac:spMk id="4" creationId="{605473F2-860D-271D-FB21-18DF1FD1B2F3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35.817" v="82" actId="207"/>
          <ac:spMkLst>
            <pc:docMk/>
            <pc:sldMk cId="1866426398" sldId="267"/>
            <ac:spMk id="13" creationId="{BA268985-F59B-9421-1EDC-8785246F6E26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36.086" v="112" actId="207"/>
          <ac:spMkLst>
            <pc:docMk/>
            <pc:sldMk cId="1866426398" sldId="267"/>
            <ac:spMk id="17" creationId="{6794D852-C408-1192-9B7E-57EA086C9A71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36.673" v="218" actId="207"/>
          <ac:spMkLst>
            <pc:docMk/>
            <pc:sldMk cId="1866426398" sldId="267"/>
            <ac:spMk id="18" creationId="{6035C6F5-D9AC-DC3F-2BA6-14F3EDC59A48}"/>
          </ac:spMkLst>
        </pc:sp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077798272" sldId="269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077798272" sldId="269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981276098" sldId="270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981276098" sldId="27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8.303" v="1136" actId="207"/>
        <pc:sldMkLst>
          <pc:docMk/>
          <pc:sldMk cId="1658368104" sldId="271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8.303" v="1136" actId="207"/>
          <ac:graphicFrameMkLst>
            <pc:docMk/>
            <pc:sldMk cId="1658368104" sldId="271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449" v="2356" actId="207"/>
        <pc:sldMkLst>
          <pc:docMk/>
          <pc:sldMk cId="637397627" sldId="272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449" v="2356" actId="207"/>
          <ac:graphicFrameMkLst>
            <pc:docMk/>
            <pc:sldMk cId="637397627" sldId="272"/>
            <ac:graphicFrameMk id="2" creationId="{AC5B9146-E653-3420-3C27-002D839EC57B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4.428" v="2347" actId="207"/>
          <ac:graphicFrameMkLst>
            <pc:docMk/>
            <pc:sldMk cId="637397627" sldId="272"/>
            <ac:graphicFrameMk id="7" creationId="{8F4AC270-697A-3B2A-E267-84779B3435EA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1981788" sldId="273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1981788" sldId="27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5.257" v="2681" actId="207"/>
        <pc:sldMkLst>
          <pc:docMk/>
          <pc:sldMk cId="617767194" sldId="274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5.257" v="2681" actId="207"/>
          <ac:graphicFrameMkLst>
            <pc:docMk/>
            <pc:sldMk cId="617767194" sldId="274"/>
            <ac:graphicFrameMk id="2" creationId="{0863F0B0-6407-C240-5659-F188463E19BC}"/>
          </ac:graphicFrameMkLst>
        </pc:graphicFrame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617767194" sldId="274"/>
            <ac:graphicFrameMk id="24" creationId="{4DC597DF-6E8D-9B2D-1957-8DAAF5490FE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246" v="2195" actId="207"/>
        <pc:sldMkLst>
          <pc:docMk/>
          <pc:sldMk cId="3652226273" sldId="275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225" v="2172" actId="207"/>
          <ac:graphicFrameMkLst>
            <pc:docMk/>
            <pc:sldMk cId="3652226273" sldId="275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236" v="2184" actId="207"/>
          <ac:graphicFrameMkLst>
            <pc:docMk/>
            <pc:sldMk cId="3652226273" sldId="275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246" v="2195" actId="207"/>
          <ac:graphicFrameMkLst>
            <pc:docMk/>
            <pc:sldMk cId="3652226273" sldId="275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4.218" v="2164" actId="207"/>
          <ac:graphicFrameMkLst>
            <pc:docMk/>
            <pc:sldMk cId="3652226273" sldId="27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8.118" v="1084" actId="207"/>
        <pc:sldMkLst>
          <pc:docMk/>
          <pc:sldMk cId="2998139347" sldId="276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8.118" v="1084" actId="207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4:23.766" v="2764" actId="207"/>
        <pc:sldMkLst>
          <pc:docMk/>
          <pc:sldMk cId="1164402689" sldId="277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4:17.854" v="2763" actId="207"/>
          <ac:graphicFrameMkLst>
            <pc:docMk/>
            <pc:sldMk cId="1164402689" sldId="277"/>
            <ac:graphicFrameMk id="19" creationId="{3E86696F-E35A-4B06-9B46-63A4A6A986C1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4:23.766" v="2764" actId="207"/>
          <ac:graphicFrameMkLst>
            <pc:docMk/>
            <pc:sldMk cId="1164402689" sldId="277"/>
            <ac:graphicFrameMk id="30" creationId="{6EDE4A1A-B617-B221-5F5C-252B3217BD7B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9.162" v="1174" actId="207"/>
        <pc:sldMkLst>
          <pc:docMk/>
          <pc:sldMk cId="3964604079" sldId="278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9.162" v="1174" actId="207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38.490" v="406" actId="207"/>
        <pc:sldMkLst>
          <pc:docMk/>
          <pc:sldMk cId="447217772" sldId="279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38.490" v="406" actId="207"/>
          <ac:graphicFrameMkLst>
            <pc:docMk/>
            <pc:sldMk cId="447217772" sldId="279"/>
            <ac:graphicFrameMk id="2" creationId="{29E34190-670E-8138-9058-C8A6221C765B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318036112" sldId="280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318036112" sldId="280"/>
            <ac:graphicFrameMk id="6" creationId="{CB71793C-E619-C2BD-283C-8472FEA4785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015176440" sldId="281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015176440" sldId="281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8.345" v="1138" actId="207"/>
        <pc:sldMkLst>
          <pc:docMk/>
          <pc:sldMk cId="3806308629" sldId="282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8.345" v="1138" actId="207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1.690" v="568" actId="207"/>
        <pc:sldMkLst>
          <pc:docMk/>
          <pc:sldMk cId="1126456928" sldId="283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41.690" v="568" actId="207"/>
          <ac:spMkLst>
            <pc:docMk/>
            <pc:sldMk cId="1126456928" sldId="283"/>
            <ac:spMk id="24" creationId="{290D19FA-7BB4-92F5-9817-AEE6D76297EA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126456928" sldId="283"/>
            <ac:graphicFrameMk id="23" creationId="{C3629C63-9BFE-5CD2-3665-DEC79D9C524D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39.308" v="499" actId="207"/>
        <pc:sldMkLst>
          <pc:docMk/>
          <pc:sldMk cId="3147894625" sldId="284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39.308" v="499" actId="207"/>
          <ac:spMkLst>
            <pc:docMk/>
            <pc:sldMk cId="3147894625" sldId="284"/>
            <ac:spMk id="7" creationId="{BA910CD7-E9CF-953B-5522-AC8930FB5FE7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147894625" sldId="284"/>
            <ac:graphicFrameMk id="6" creationId="{222CF891-BA04-43DA-4BB9-9CF561AB2E0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2229533" sldId="285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229533" sldId="28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7.916" v="987" actId="207"/>
        <pc:sldMkLst>
          <pc:docMk/>
          <pc:sldMk cId="3821952864" sldId="287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7.916" v="987" actId="207"/>
          <ac:graphicFrameMkLst>
            <pc:docMk/>
            <pc:sldMk cId="3821952864" sldId="28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39.188" v="475" actId="207"/>
        <pc:sldMkLst>
          <pc:docMk/>
          <pc:sldMk cId="2484885292" sldId="289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39.188" v="475" actId="207"/>
          <ac:spMkLst>
            <pc:docMk/>
            <pc:sldMk cId="2484885292" sldId="289"/>
            <ac:spMk id="28" creationId="{9DCBE425-F1D5-4BFC-B873-4EE260231385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484885292" sldId="289"/>
            <ac:graphicFrameMk id="26" creationId="{69535265-C004-4936-875B-51A1C786A3B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940923173" sldId="290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940923173" sldId="290"/>
            <ac:graphicFrameMk id="8" creationId="{D7007598-164F-9E44-A8E6-E27244A849E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0.299" v="1476" actId="207"/>
        <pc:sldMkLst>
          <pc:docMk/>
          <pc:sldMk cId="2407900480" sldId="291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0.299" v="1476" actId="207"/>
          <ac:graphicFrameMkLst>
            <pc:docMk/>
            <pc:sldMk cId="2407900480" sldId="291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489701206" sldId="292"/>
        </pc:sldMkLst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1.381" v="1570" actId="207"/>
        <pc:sldMkLst>
          <pc:docMk/>
          <pc:sldMk cId="2314496523" sldId="294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1.381" v="1570" actId="207"/>
          <ac:graphicFrameMkLst>
            <pc:docMk/>
            <pc:sldMk cId="2314496523" sldId="294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819753006" sldId="295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819753006" sldId="29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5.466" v="2709" actId="207"/>
        <pc:sldMkLst>
          <pc:docMk/>
          <pc:sldMk cId="2570305160" sldId="296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55.466" v="2709" actId="207"/>
          <ac:spMkLst>
            <pc:docMk/>
            <pc:sldMk cId="2570305160" sldId="296"/>
            <ac:spMk id="4" creationId="{2F736777-B8A7-360D-C4E5-A60621B9C97F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570305160" sldId="296"/>
            <ac:graphicFrameMk id="24" creationId="{9914592F-E2EF-51DB-16D5-8F1969B3DE9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1.155" v="1552" actId="207"/>
        <pc:sldMkLst>
          <pc:docMk/>
          <pc:sldMk cId="4069405983" sldId="297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1.155" v="1552" actId="207"/>
          <ac:graphicFrameMkLst>
            <pc:docMk/>
            <pc:sldMk cId="4069405983" sldId="297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0.116" v="1436" actId="207"/>
        <pc:sldMkLst>
          <pc:docMk/>
          <pc:sldMk cId="1803197678" sldId="299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50.116" v="1436" actId="207"/>
          <ac:spMkLst>
            <pc:docMk/>
            <pc:sldMk cId="1803197678" sldId="299"/>
            <ac:spMk id="2" creationId="{8DF6DB5A-92C7-20E3-0222-1C0B75091C8B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9.983" v="1365" actId="207"/>
          <ac:graphicFrameMkLst>
            <pc:docMk/>
            <pc:sldMk cId="1803197678" sldId="299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1.133" v="559" actId="207"/>
        <pc:sldMkLst>
          <pc:docMk/>
          <pc:sldMk cId="3767837672" sldId="300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1.133" v="559" actId="207"/>
          <ac:graphicFrameMkLst>
            <pc:docMk/>
            <pc:sldMk cId="3767837672" sldId="300"/>
            <ac:graphicFrameMk id="39" creationId="{36D09815-1974-4BCF-A55B-BBF74D36A8E4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1546065171" sldId="301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1574489414" sldId="302"/>
        </pc:sldMkLst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0.208" v="1472" actId="207"/>
        <pc:sldMkLst>
          <pc:docMk/>
          <pc:sldMk cId="1669129858" sldId="303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50.208" v="1472" actId="207"/>
          <ac:spMkLst>
            <pc:docMk/>
            <pc:sldMk cId="1669129858" sldId="303"/>
            <ac:spMk id="4" creationId="{795A69F0-1CEE-2E03-10C4-6D6C07DAC471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0.205" v="1469" actId="207"/>
          <ac:graphicFrameMkLst>
            <pc:docMk/>
            <pc:sldMk cId="1669129858" sldId="303"/>
            <ac:graphicFrameMk id="17" creationId="{FEEE26C9-750D-94F3-19C6-43DA55C8159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0.196" v="1462" actId="207"/>
          <ac:graphicFrameMkLst>
            <pc:docMk/>
            <pc:sldMk cId="1669129858" sldId="303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2316390563" sldId="305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316390563" sldId="30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1:18.541" v="2734" actId="207"/>
        <pc:sldMkLst>
          <pc:docMk/>
          <pc:sldMk cId="4276930831" sldId="306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1:18.541" v="2734" actId="207"/>
          <ac:graphicFrameMkLst>
            <pc:docMk/>
            <pc:sldMk cId="4276930831" sldId="306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5.508" v="2732" actId="207"/>
        <pc:sldMkLst>
          <pc:docMk/>
          <pc:sldMk cId="1174199180" sldId="307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55.508" v="2732" actId="207"/>
          <ac:spMkLst>
            <pc:docMk/>
            <pc:sldMk cId="1174199180" sldId="307"/>
            <ac:spMk id="8" creationId="{8C3DDB84-95E4-E5E0-FA82-9905A3B24313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174199180" sldId="307"/>
            <ac:graphicFrameMk id="24" creationId="{1DAD0895-E430-C35B-1FC3-9C4AC422E60E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314" v="2279" actId="207"/>
        <pc:sldMkLst>
          <pc:docMk/>
          <pc:sldMk cId="3548972596" sldId="309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298" v="2259" actId="207"/>
          <ac:graphicFrameMkLst>
            <pc:docMk/>
            <pc:sldMk cId="3548972596" sldId="309"/>
            <ac:graphicFrameMk id="4" creationId="{EFE7515C-9053-8E55-F29C-5AFC2AA3C072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307" v="2271" actId="207"/>
          <ac:graphicFrameMkLst>
            <pc:docMk/>
            <pc:sldMk cId="3548972596" sldId="309"/>
            <ac:graphicFrameMk id="14" creationId="{11CF5407-E593-745C-734E-918F5AE6DA74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314" v="2279" actId="207"/>
          <ac:graphicFrameMkLst>
            <pc:docMk/>
            <pc:sldMk cId="3548972596" sldId="309"/>
            <ac:graphicFrameMk id="17" creationId="{D4AE5B95-52B0-08F2-3550-2CBB42EFA5C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4.292" v="2251" actId="207"/>
          <ac:graphicFrameMkLst>
            <pc:docMk/>
            <pc:sldMk cId="3548972596" sldId="309"/>
            <ac:graphicFrameMk id="19" creationId="{00F58160-0274-A722-577D-CC45AB2E3D70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7.950" v="994" actId="207"/>
        <pc:sldMkLst>
          <pc:docMk/>
          <pc:sldMk cId="539472840" sldId="310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7.950" v="994" actId="207"/>
          <ac:graphicFrameMkLst>
            <pc:docMk/>
            <pc:sldMk cId="539472840" sldId="310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786766753" sldId="311"/>
        </pc:sldMkLst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027075516" sldId="312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027075516" sldId="31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2955082988" sldId="313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955082988" sldId="313"/>
            <ac:graphicFrameMk id="24" creationId="{7DA8CA07-EEAF-DC91-ABCE-95B5CBCAD13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2:19.759" v="2743" actId="207"/>
        <pc:sldMkLst>
          <pc:docMk/>
          <pc:sldMk cId="1746399018" sldId="314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2:11.789" v="2741" actId="207"/>
          <ac:spMkLst>
            <pc:docMk/>
            <pc:sldMk cId="1746399018" sldId="314"/>
            <ac:spMk id="30" creationId="{4D63588F-D67B-0D89-BB7A-2E63D317189E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2:19.759" v="2743" actId="207"/>
          <ac:graphicFrameMkLst>
            <pc:docMk/>
            <pc:sldMk cId="1746399018" sldId="314"/>
            <ac:graphicFrameMk id="31" creationId="{AFA96B87-2DB7-6D71-1C23-B7CF21C4479D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2509091926" sldId="315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509091926" sldId="315"/>
            <ac:graphicFrameMk id="24" creationId="{1DAD0895-E430-C35B-1FC3-9C4AC422E60E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7.784" v="978" actId="207"/>
        <pc:sldMkLst>
          <pc:docMk/>
          <pc:sldMk cId="1610903189" sldId="316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7.784" v="978" actId="207"/>
          <ac:graphicFrameMkLst>
            <pc:docMk/>
            <pc:sldMk cId="1610903189" sldId="31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9.343" v="1273" actId="207"/>
        <pc:sldMkLst>
          <pc:docMk/>
          <pc:sldMk cId="518597180" sldId="317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9.343" v="1273" actId="207"/>
          <ac:graphicFrameMkLst>
            <pc:docMk/>
            <pc:sldMk cId="518597180" sldId="31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2:46.326" v="2746" actId="207"/>
        <pc:sldMkLst>
          <pc:docMk/>
          <pc:sldMk cId="1618136079" sldId="318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2:46.326" v="2746" actId="207"/>
          <ac:graphicFrameMkLst>
            <pc:docMk/>
            <pc:sldMk cId="1618136079" sldId="318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7.805" v="980" actId="207"/>
        <pc:sldMkLst>
          <pc:docMk/>
          <pc:sldMk cId="3371312717" sldId="319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7.805" v="980" actId="207"/>
          <ac:graphicFrameMkLst>
            <pc:docMk/>
            <pc:sldMk cId="3371312717" sldId="319"/>
            <ac:graphicFrameMk id="2" creationId="{257020EB-E023-B0C4-5CA1-62BEC0774730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01.504" v="2749" actId="207"/>
        <pc:sldMkLst>
          <pc:docMk/>
          <pc:sldMk cId="560579436" sldId="320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01.504" v="2749" actId="207"/>
          <ac:graphicFrameMkLst>
            <pc:docMk/>
            <pc:sldMk cId="560579436" sldId="32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06.568" v="2750" actId="207"/>
        <pc:sldMkLst>
          <pc:docMk/>
          <pc:sldMk cId="2806359799" sldId="321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06.568" v="2750" actId="207"/>
          <ac:graphicFrameMkLst>
            <pc:docMk/>
            <pc:sldMk cId="2806359799" sldId="321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10.077" v="2751" actId="207"/>
        <pc:sldMkLst>
          <pc:docMk/>
          <pc:sldMk cId="1404779283" sldId="322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10.077" v="2751" actId="207"/>
          <ac:graphicFrameMkLst>
            <pc:docMk/>
            <pc:sldMk cId="1404779283" sldId="322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7.993" v="1000" actId="207"/>
        <pc:sldMkLst>
          <pc:docMk/>
          <pc:sldMk cId="3015271566" sldId="323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7.993" v="1000" actId="207"/>
          <ac:graphicFrameMkLst>
            <pc:docMk/>
            <pc:sldMk cId="3015271566" sldId="32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39.447" v="2756" actId="207"/>
        <pc:sldMkLst>
          <pc:docMk/>
          <pc:sldMk cId="2221700158" sldId="324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39.447" v="2756" actId="207"/>
          <ac:graphicFrameMkLst>
            <pc:docMk/>
            <pc:sldMk cId="2221700158" sldId="324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2.934" v="1843" actId="207"/>
        <pc:sldMkLst>
          <pc:docMk/>
          <pc:sldMk cId="3410703132" sldId="326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2.934" v="1843" actId="207"/>
          <ac:graphicFrameMkLst>
            <pc:docMk/>
            <pc:sldMk cId="3410703132" sldId="326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8.030" v="1034" actId="207"/>
        <pc:sldMkLst>
          <pc:docMk/>
          <pc:sldMk cId="637508443" sldId="328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8.030" v="1034" actId="207"/>
          <ac:graphicFrameMkLst>
            <pc:docMk/>
            <pc:sldMk cId="637508443" sldId="32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8.077" v="1074" actId="207"/>
        <pc:sldMkLst>
          <pc:docMk/>
          <pc:sldMk cId="2713106470" sldId="329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8.077" v="1074" actId="207"/>
          <ac:graphicFrameMkLst>
            <pc:docMk/>
            <pc:sldMk cId="2713106470" sldId="329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38.905" v="467" actId="207"/>
        <pc:sldMkLst>
          <pc:docMk/>
          <pc:sldMk cId="1136625696" sldId="331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38.905" v="467" actId="207"/>
          <ac:graphicFrameMkLst>
            <pc:docMk/>
            <pc:sldMk cId="1136625696" sldId="331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8T00:56:34.091" v="2776" actId="20577"/>
        <pc:sldMkLst>
          <pc:docMk/>
          <pc:sldMk cId="2751367990" sldId="746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8T00:56:34.091" v="2776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39.230" v="495" actId="207"/>
        <pc:sldMkLst>
          <pc:docMk/>
          <pc:sldMk cId="2130555548" sldId="2147481730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39.230" v="495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39.220" v="490" actId="20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1:40.917" v="2737" actId="207"/>
        <pc:sldMkLst>
          <pc:docMk/>
          <pc:sldMk cId="360237742" sldId="2147481816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1:40.917" v="2737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2:04.170" v="2740" actId="207"/>
        <pc:sldMkLst>
          <pc:docMk/>
          <pc:sldMk cId="3485727604" sldId="2147481872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2:04.170" v="2740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38.020" v="359" actId="207"/>
        <pc:sldMkLst>
          <pc:docMk/>
          <pc:sldMk cId="1726257096" sldId="2147481882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38.020" v="359" actId="207"/>
          <ac:graphicFrameMkLst>
            <pc:docMk/>
            <pc:sldMk cId="1726257096" sldId="2147481882"/>
            <ac:graphicFrameMk id="7" creationId="{66C2A45B-A73D-11DD-25E0-11E4B52F84BA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37.999" v="338" actId="20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37.990" v="335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1:46.859" v="2738" actId="207"/>
        <pc:sldMkLst>
          <pc:docMk/>
          <pc:sldMk cId="1439661179" sldId="2147481935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1:46.859" v="2738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37.255" v="226" actId="207"/>
        <pc:sldMkLst>
          <pc:docMk/>
          <pc:sldMk cId="2559780372" sldId="2147481944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37.255" v="226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1:54.240" v="2739" actId="207"/>
        <pc:sldMkLst>
          <pc:docMk/>
          <pc:sldMk cId="1840780179" sldId="2147482020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1:54.240" v="2739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37.353" v="273" actId="207"/>
        <pc:sldMkLst>
          <pc:docMk/>
          <pc:sldMk cId="593023446" sldId="2147482183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37.353" v="273" actId="20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  <pc:sldChg chg="delSp modSp mod">
        <pc:chgData name="박종현(JONG HYUN PARK)[parkjonghyun]/책임/제조DX.제조DX솔루션.추적솔루션개발팀" userId="bd556fbe-4056-41f8-81f6-e4b44a6c8ed9" providerId="ADAL" clId="{98ADFBC8-AB14-420E-AF2B-A9A4764F75E1}" dt="2026-07-23T06:50:52.321" v="1726" actId="207"/>
        <pc:sldMkLst>
          <pc:docMk/>
          <pc:sldMk cId="383782190" sldId="2147482198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52.321" v="1726" actId="207"/>
          <ac:spMkLst>
            <pc:docMk/>
            <pc:sldMk cId="383782190" sldId="2147482198"/>
            <ac:spMk id="2" creationId="{8F7D21B9-04E2-7414-5CA5-2BEEAD1F17F8}"/>
          </ac:spMkLst>
        </pc:spChg>
        <pc:spChg chg="del">
          <ac:chgData name="박종현(JONG HYUN PARK)[parkjonghyun]/책임/제조DX.제조DX솔루션.추적솔루션개발팀" userId="bd556fbe-4056-41f8-81f6-e4b44a6c8ed9" providerId="ADAL" clId="{98ADFBC8-AB14-420E-AF2B-A9A4764F75E1}" dt="2026-07-23T06:50:01.796" v="10" actId="478"/>
          <ac:spMkLst>
            <pc:docMk/>
            <pc:sldMk cId="383782190" sldId="2147482198"/>
            <ac:spMk id="6" creationId="{5B6A1BED-7767-9ABC-648B-AB76BA425CF3}"/>
          </ac:spMkLst>
        </pc:spChg>
        <pc:spChg chg="del">
          <ac:chgData name="박종현(JONG HYUN PARK)[parkjonghyun]/책임/제조DX.제조DX솔루션.추적솔루션개발팀" userId="bd556fbe-4056-41f8-81f6-e4b44a6c8ed9" providerId="ADAL" clId="{98ADFBC8-AB14-420E-AF2B-A9A4764F75E1}" dt="2026-07-23T06:50:01.796" v="10" actId="478"/>
          <ac:spMkLst>
            <pc:docMk/>
            <pc:sldMk cId="383782190" sldId="2147482198"/>
            <ac:spMk id="8" creationId="{E858B6BF-7551-FB33-3EF6-9DEDD72CD2E7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13.065" v="12" actId="1076"/>
          <ac:spMkLst>
            <pc:docMk/>
            <pc:sldMk cId="383782190" sldId="2147482198"/>
            <ac:spMk id="10" creationId="{E41185F6-09DD-D939-A664-6E8806D829A0}"/>
          </ac:spMkLst>
        </pc:spChg>
      </pc:sldChg>
      <pc:sldChg chg="delSp modSp mod">
        <pc:chgData name="박종현(JONG HYUN PARK)[parkjonghyun]/책임/제조DX.제조DX솔루션.추적솔루션개발팀" userId="bd556fbe-4056-41f8-81f6-e4b44a6c8ed9" providerId="ADAL" clId="{98ADFBC8-AB14-420E-AF2B-A9A4764F75E1}" dt="2026-07-23T06:54:07.889" v="2762" actId="207"/>
        <pc:sldMkLst>
          <pc:docMk/>
          <pc:sldMk cId="3138319042" sldId="2147482201"/>
        </pc:sldMkLst>
        <pc:spChg chg="del">
          <ac:chgData name="박종현(JONG HYUN PARK)[parkjonghyun]/책임/제조DX.제조DX솔루션.추적솔루션개발팀" userId="bd556fbe-4056-41f8-81f6-e4b44a6c8ed9" providerId="ADAL" clId="{98ADFBC8-AB14-420E-AF2B-A9A4764F75E1}" dt="2026-07-23T06:49:48.196" v="7" actId="478"/>
          <ac:spMkLst>
            <pc:docMk/>
            <pc:sldMk cId="3138319042" sldId="2147482201"/>
            <ac:spMk id="12" creationId="{1BFFD36A-C7B4-5115-1F79-0AD696D486FB}"/>
          </ac:spMkLst>
        </pc:spChg>
        <pc:spChg chg="del">
          <ac:chgData name="박종현(JONG HYUN PARK)[parkjonghyun]/책임/제조DX.제조DX솔루션.추적솔루션개발팀" userId="bd556fbe-4056-41f8-81f6-e4b44a6c8ed9" providerId="ADAL" clId="{98ADFBC8-AB14-420E-AF2B-A9A4764F75E1}" dt="2026-07-23T06:49:48.196" v="7" actId="478"/>
          <ac:spMkLst>
            <pc:docMk/>
            <pc:sldMk cId="3138319042" sldId="2147482201"/>
            <ac:spMk id="14" creationId="{5378C00F-7655-E798-C172-70A3BB92D771}"/>
          </ac:spMkLst>
        </pc:spChg>
        <pc:spChg chg="del">
          <ac:chgData name="박종현(JONG HYUN PARK)[parkjonghyun]/책임/제조DX.제조DX솔루션.추적솔루션개발팀" userId="bd556fbe-4056-41f8-81f6-e4b44a6c8ed9" providerId="ADAL" clId="{98ADFBC8-AB14-420E-AF2B-A9A4764F75E1}" dt="2026-07-23T06:49:48.196" v="7" actId="478"/>
          <ac:spMkLst>
            <pc:docMk/>
            <pc:sldMk cId="3138319042" sldId="2147482201"/>
            <ac:spMk id="15" creationId="{A3B754F4-8225-4579-3414-25D7EEFF4CFC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4:07.889" v="2762" actId="207"/>
          <ac:spMkLst>
            <pc:docMk/>
            <pc:sldMk cId="3138319042" sldId="2147482201"/>
            <ac:spMk id="17" creationId="{6C3BBE40-7449-303A-D8D1-336D49270DB6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45.223" v="822" actId="207"/>
          <ac:graphicFrameMkLst>
            <pc:docMk/>
            <pc:sldMk cId="3138319042" sldId="2147482201"/>
            <ac:graphicFrameMk id="6" creationId="{A24726B6-7D48-9F9C-D7B1-06BC1A9A8435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007496545" sldId="2147482202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007496545" sldId="214748220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2213332889" sldId="2147482204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213332889" sldId="2147482204"/>
            <ac:graphicFrameMk id="8" creationId="{D7007598-164F-9E44-A8E6-E27244A849E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053140835" sldId="2147482207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053140835" sldId="214748220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0.374" v="1478" actId="207"/>
        <pc:sldMkLst>
          <pc:docMk/>
          <pc:sldMk cId="3996139020" sldId="2147482213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0.374" v="1478" actId="207"/>
          <ac:graphicFrameMkLst>
            <pc:docMk/>
            <pc:sldMk cId="3996139020" sldId="214748221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3.810" v="1853" actId="207"/>
        <pc:sldMkLst>
          <pc:docMk/>
          <pc:sldMk cId="2140725847" sldId="2147482218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3.810" v="1853" actId="207"/>
          <ac:graphicFrameMkLst>
            <pc:docMk/>
            <pc:sldMk cId="2140725847" sldId="2147482218"/>
            <ac:graphicFrameMk id="7" creationId="{54255781-37DD-BFEA-C38F-FE89849F1936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3.768" v="1847" actId="207"/>
          <ac:graphicFrameMkLst>
            <pc:docMk/>
            <pc:sldMk cId="2140725847" sldId="214748221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042" v="1969" actId="207"/>
        <pc:sldMkLst>
          <pc:docMk/>
          <pc:sldMk cId="3803082211" sldId="2147482219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042" v="1969" actId="207"/>
          <ac:graphicFrameMkLst>
            <pc:docMk/>
            <pc:sldMk cId="3803082211" sldId="2147482219"/>
            <ac:graphicFrameMk id="12" creationId="{1E69F660-EF93-3921-C896-45CFA388228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3.945" v="1940" actId="207"/>
          <ac:graphicFrameMkLst>
            <pc:docMk/>
            <pc:sldMk cId="3803082211" sldId="2147482219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109" v="2039" actId="207"/>
        <pc:sldMkLst>
          <pc:docMk/>
          <pc:sldMk cId="1705482803" sldId="2147482220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094" v="2019" actId="207"/>
          <ac:graphicFrameMkLst>
            <pc:docMk/>
            <pc:sldMk cId="1705482803" sldId="2147482220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103" v="2031" actId="207"/>
          <ac:graphicFrameMkLst>
            <pc:docMk/>
            <pc:sldMk cId="1705482803" sldId="2147482220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109" v="2039" actId="207"/>
          <ac:graphicFrameMkLst>
            <pc:docMk/>
            <pc:sldMk cId="1705482803" sldId="2147482220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4.087" v="2011" actId="207"/>
          <ac:graphicFrameMkLst>
            <pc:docMk/>
            <pc:sldMk cId="1705482803" sldId="214748222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680" v="2429" actId="207"/>
        <pc:sldMkLst>
          <pc:docMk/>
          <pc:sldMk cId="2470925023" sldId="2147482223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54.673" v="2425" actId="207"/>
          <ac:spMkLst>
            <pc:docMk/>
            <pc:sldMk cId="2470925023" sldId="2147482223"/>
            <ac:spMk id="31" creationId="{25E407C0-74DF-9709-22B4-0D55BD5AED84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54.680" v="2429" actId="207"/>
          <ac:spMkLst>
            <pc:docMk/>
            <pc:sldMk cId="2470925023" sldId="2147482223"/>
            <ac:spMk id="44" creationId="{D10E603D-55AB-4B5B-82D9-BB6C224B0E44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547" v="2420" actId="207"/>
          <ac:graphicFrameMkLst>
            <pc:docMk/>
            <pc:sldMk cId="2470925023" sldId="2147482223"/>
            <ac:graphicFrameMk id="2" creationId="{5E211AA2-28C5-2BA3-AE11-A185334FC7F1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4.534" v="2415" actId="207"/>
          <ac:graphicFrameMkLst>
            <pc:docMk/>
            <pc:sldMk cId="2470925023" sldId="214748222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710" v="2440" actId="207"/>
        <pc:sldMkLst>
          <pc:docMk/>
          <pc:sldMk cId="1583628032" sldId="2147482224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710" v="2440" actId="207"/>
          <ac:graphicFrameMkLst>
            <pc:docMk/>
            <pc:sldMk cId="1583628032" sldId="2147482224"/>
            <ac:graphicFrameMk id="8" creationId="{AFD2DECE-A7E1-5140-7645-B384AC43DFAB}"/>
          </ac:graphicFrameMkLst>
        </pc:graphicFrame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583628032" sldId="2147482224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0.535" v="1480" actId="207"/>
        <pc:sldMkLst>
          <pc:docMk/>
          <pc:sldMk cId="302884185" sldId="2147482228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0.535" v="1480" actId="207"/>
          <ac:graphicFrameMkLst>
            <pc:docMk/>
            <pc:sldMk cId="302884185" sldId="2147482228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7.740" v="976" actId="207"/>
        <pc:sldMkLst>
          <pc:docMk/>
          <pc:sldMk cId="1096148160" sldId="2147482231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47.740" v="976" actId="207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0.748" v="1482" actId="207"/>
        <pc:sldMkLst>
          <pc:docMk/>
          <pc:sldMk cId="2044104145" sldId="2147482237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0.748" v="1482" actId="207"/>
          <ac:graphicFrameMkLst>
            <pc:docMk/>
            <pc:sldMk cId="2044104145" sldId="2147482237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8.440" v="1170" actId="207"/>
        <pc:sldMkLst>
          <pc:docMk/>
          <pc:sldMk cId="730280615" sldId="2147482238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48.440" v="1170" actId="207"/>
          <ac:graphicFrameMkLst>
            <pc:docMk/>
            <pc:sldMk cId="730280615" sldId="2147482238"/>
            <ac:graphicFrameMk id="4" creationId="{4F5B55E6-E234-7E6A-CEFA-EEA4946B189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8.394" v="1148" actId="207"/>
          <ac:graphicFrameMkLst>
            <pc:docMk/>
            <pc:sldMk cId="730280615" sldId="214748223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5.210" v="2677" actId="207"/>
        <pc:sldMkLst>
          <pc:docMk/>
          <pc:sldMk cId="3135813048" sldId="2147482239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55.195" v="2673" actId="207"/>
          <ac:spMkLst>
            <pc:docMk/>
            <pc:sldMk cId="3135813048" sldId="2147482239"/>
            <ac:spMk id="11" creationId="{CF496E53-711A-5EAC-B78E-5A9099A385B5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5.210" v="2677" actId="207"/>
          <ac:graphicFrameMkLst>
            <pc:docMk/>
            <pc:sldMk cId="3135813048" sldId="2147482239"/>
            <ac:graphicFrameMk id="2" creationId="{23BDCB60-C271-1742-2C93-76E31902F63A}"/>
          </ac:graphicFrameMkLst>
        </pc:graphicFrameChg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135813048" sldId="2147482239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9.580" v="1328" actId="207"/>
        <pc:sldMkLst>
          <pc:docMk/>
          <pc:sldMk cId="1623153691" sldId="2147482240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49.580" v="1328" actId="207"/>
          <ac:spMkLst>
            <pc:docMk/>
            <pc:sldMk cId="1623153691" sldId="2147482240"/>
            <ac:spMk id="5" creationId="{9718639E-1191-D067-BF1D-3AE58527E592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49.575" v="1325" actId="207"/>
          <ac:spMkLst>
            <pc:docMk/>
            <pc:sldMk cId="1623153691" sldId="2147482240"/>
            <ac:spMk id="8" creationId="{F98F3B13-8CE2-1133-82DC-436892F8AAFB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49.571" v="1322" actId="207"/>
          <ac:graphicFrameMkLst>
            <pc:docMk/>
            <pc:sldMk cId="1623153691" sldId="2147482240"/>
            <ac:graphicFrameMk id="6" creationId="{8C07CB4B-04C8-7684-2B82-F266641DB11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9.539" v="1309" actId="207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9.748" v="1334" actId="207"/>
        <pc:sldMkLst>
          <pc:docMk/>
          <pc:sldMk cId="2551307454" sldId="2147482250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9.748" v="1334" actId="207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1:34.024" v="2736" actId="207"/>
        <pc:sldMkLst>
          <pc:docMk/>
          <pc:sldMk cId="3689145808" sldId="2147482251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37.465" v="292" actId="207"/>
          <ac:spMkLst>
            <pc:docMk/>
            <pc:sldMk cId="3689145808" sldId="2147482251"/>
            <ac:spMk id="19" creationId="{5352E5F4-D151-4C3D-9E5F-99A1B7FDF265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1:34.024" v="2736" actId="207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9.276" v="1251" actId="207"/>
        <pc:sldMkLst>
          <pc:docMk/>
          <pc:sldMk cId="3433858500" sldId="2147482257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49.271" v="1248" actId="207"/>
          <ac:spMkLst>
            <pc:docMk/>
            <pc:sldMk cId="3433858500" sldId="2147482257"/>
            <ac:spMk id="12" creationId="{AE0063C6-7AC9-3240-6A28-3B36FD55D183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49.276" v="1251" actId="207"/>
          <ac:spMkLst>
            <pc:docMk/>
            <pc:sldMk cId="3433858500" sldId="2147482257"/>
            <ac:spMk id="18" creationId="{2A15F3AB-E294-DF50-5C46-F10F481D609A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49.268" v="1245" actId="207"/>
          <ac:graphicFrameMkLst>
            <pc:docMk/>
            <pc:sldMk cId="3433858500" sldId="2147482257"/>
            <ac:graphicFrameMk id="4" creationId="{AFE57CD5-6025-66AD-B88A-A5F19DC70CD7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49.232" v="1217" actId="20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49.184" v="1176" actId="207"/>
          <ac:graphicFrameMkLst>
            <pc:docMk/>
            <pc:sldMk cId="3433858500" sldId="214748225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47.086" v="918" actId="207"/>
        <pc:sldMkLst>
          <pc:docMk/>
          <pc:sldMk cId="3393013521" sldId="2147482258"/>
        </pc:sld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0:47.086" v="918" actId="207"/>
          <ac:spMkLst>
            <pc:docMk/>
            <pc:sldMk cId="3393013521" sldId="2147482258"/>
            <ac:spMk id="3" creationId="{9693D0C0-D94B-D08F-2AFD-BDB02EFF95BF}"/>
          </ac:spMkLst>
        </pc:spChg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49:56.088" v="9" actId="1076"/>
          <ac:spMkLst>
            <pc:docMk/>
            <pc:sldMk cId="3393013521" sldId="2147482258"/>
            <ac:spMk id="6" creationId="{02CE0BA8-6AB4-36A3-D2FE-9D10264EF838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27.665" v="2754" actId="207"/>
        <pc:sldMkLst>
          <pc:docMk/>
          <pc:sldMk cId="1494465681" sldId="2147482260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27.665" v="2754" actId="207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5.287" v="2689" actId="207"/>
        <pc:sldMkLst>
          <pc:docMk/>
          <pc:sldMk cId="1582208706" sldId="2147482261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5.287" v="2689" actId="207"/>
          <ac:graphicFrameMkLst>
            <pc:docMk/>
            <pc:sldMk cId="1582208706" sldId="2147482261"/>
            <ac:graphicFrameMk id="2" creationId="{7D3CEEF4-CC9E-3891-09F5-7CAC44B000F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5.262" v="2685" actId="207"/>
          <ac:graphicFrameMkLst>
            <pc:docMk/>
            <pc:sldMk cId="1582208706" sldId="2147482261"/>
            <ac:graphicFrameMk id="24" creationId="{CB1E1DE9-356B-4185-A911-636EBB59988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251161517" sldId="2147482682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251161517" sldId="2147482682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34.891" v="2755" actId="207"/>
        <pc:sldMkLst>
          <pc:docMk/>
          <pc:sldMk cId="3705966459" sldId="2147482683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34.891" v="2755" actId="207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0.275" v="1474" actId="207"/>
        <pc:sldMkLst>
          <pc:docMk/>
          <pc:sldMk cId="693105532" sldId="2147482685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0.275" v="1474" actId="207"/>
          <ac:graphicFrameMkLst>
            <pc:docMk/>
            <pc:sldMk cId="693105532" sldId="214748268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43.001" v="2757" actId="207"/>
        <pc:sldMkLst>
          <pc:docMk/>
          <pc:sldMk cId="3349397549" sldId="2147482686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43.001" v="2757" actId="207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1:12.577" v="2733" actId="207"/>
        <pc:sldMkLst>
          <pc:docMk/>
          <pc:sldMk cId="824667721" sldId="2147482687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1:12.577" v="2733" actId="207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2711025772" sldId="2147482692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711025772" sldId="2147482692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5.104" v="2633" actId="207"/>
        <pc:sldMkLst>
          <pc:docMk/>
          <pc:sldMk cId="2163506278" sldId="2147482693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5.104" v="2633" actId="207"/>
          <ac:graphicFrameMkLst>
            <pc:docMk/>
            <pc:sldMk cId="2163506278" sldId="214748269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2:38.764" v="2745" actId="207"/>
        <pc:sldMkLst>
          <pc:docMk/>
          <pc:sldMk cId="634528031" sldId="2147482698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2:38.764" v="2745" actId="207"/>
          <ac:graphicFrameMkLst>
            <pc:docMk/>
            <pc:sldMk cId="634528031" sldId="2147482698"/>
            <ac:graphicFrameMk id="2" creationId="{E8F1B650-686C-6D56-A884-FC37B72679D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2:31.477" v="2744" actId="207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15.015" v="2752" actId="207"/>
        <pc:sldMkLst>
          <pc:docMk/>
          <pc:sldMk cId="1591452041" sldId="2147482699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15.015" v="2752" actId="207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1:26.041" v="2735" actId="207"/>
        <pc:sldMkLst>
          <pc:docMk/>
          <pc:sldMk cId="1902114785" sldId="2147482700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1:26.041" v="2735" actId="207"/>
          <ac:graphicFrameMkLst>
            <pc:docMk/>
            <pc:sldMk cId="1902114785" sldId="214748270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0:54.900" v="2506" actId="207"/>
        <pc:sldMkLst>
          <pc:docMk/>
          <pc:sldMk cId="2600994211" sldId="2147482703"/>
        </pc:sldMkLst>
        <pc:graphicFrameChg chg="modGraphic">
          <ac:chgData name="박종현(JONG HYUN PARK)[parkjonghyun]/책임/제조DX.제조DX솔루션.추적솔루션개발팀" userId="bd556fbe-4056-41f8-81f6-e4b44a6c8ed9" providerId="ADAL" clId="{98ADFBC8-AB14-420E-AF2B-A9A4764F75E1}" dt="2026-07-23T06:50:54.900" v="2506" actId="207"/>
          <ac:graphicFrameMkLst>
            <pc:docMk/>
            <pc:sldMk cId="2600994211" sldId="2147482703"/>
            <ac:graphicFrameMk id="4" creationId="{339D7E23-5395-C397-C3B2-1E9BB9A73BF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0:54.891" v="2501" actId="207"/>
          <ac:graphicFrameMkLst>
            <pc:docMk/>
            <pc:sldMk cId="2600994211" sldId="214748270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57.574" v="2759" actId="207"/>
        <pc:sldMkLst>
          <pc:docMk/>
          <pc:sldMk cId="176752497" sldId="2147482704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57.574" v="2759" actId="207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2:55.229" v="2748" actId="207"/>
        <pc:sldMkLst>
          <pc:docMk/>
          <pc:sldMk cId="2351887343" sldId="2147482720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2:55.229" v="2748" actId="207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240149412" sldId="2147483549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240149412" sldId="2147483549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979026283" sldId="2147483550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979026283" sldId="2147483550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214640671" sldId="2147483552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214640671" sldId="214748355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770862717" sldId="2147483553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770862717" sldId="2147483553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3807737962" sldId="2147483554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3807737962" sldId="2147483554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791305064" sldId="2147483555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791305064" sldId="2147483555"/>
            <ac:graphicFrameMk id="7" creationId="{0AB7F7B6-CDDD-CF8E-AD3E-414B4A9E82F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98ADFBC8-AB14-420E-AF2B-A9A4764F75E1}" dt="2026-07-23T06:53:47.448" v="2758" actId="207"/>
        <pc:sldMkLst>
          <pc:docMk/>
          <pc:sldMk cId="3762530128" sldId="2147483559"/>
        </pc:sldMkLst>
        <pc:graphicFrameChg chg="mod modGraphic">
          <ac:chgData name="박종현(JONG HYUN PARK)[parkjonghyun]/책임/제조DX.제조DX솔루션.추적솔루션개발팀" userId="bd556fbe-4056-41f8-81f6-e4b44a6c8ed9" providerId="ADAL" clId="{98ADFBC8-AB14-420E-AF2B-A9A4764F75E1}" dt="2026-07-23T06:53:47.448" v="2758" actId="207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136522401" sldId="2147483560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136522401" sldId="2147483560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98ADFBC8-AB14-420E-AF2B-A9A4764F75E1}" dt="2026-07-23T06:49:38.714" v="6"/>
        <pc:sldMkLst>
          <pc:docMk/>
          <pc:sldMk cId="1096584596" sldId="2147483570"/>
        </pc:sldMkLst>
        <pc:graphicFrameChg chg="mod">
          <ac:chgData name="박종현(JONG HYUN PARK)[parkjonghyun]/책임/제조DX.제조DX솔루션.추적솔루션개발팀" userId="bd556fbe-4056-41f8-81f6-e4b44a6c8ed9" providerId="ADAL" clId="{98ADFBC8-AB14-420E-AF2B-A9A4764F75E1}" dt="2026-07-23T06:49:38.714" v="6"/>
          <ac:graphicFrameMkLst>
            <pc:docMk/>
            <pc:sldMk cId="1096584596" sldId="2147483570"/>
            <ac:graphicFrameMk id="7" creationId="{705DF5FD-B3F8-0599-B62C-79558A5FD127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2620132218" sldId="2147483642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3470734284" sldId="2147483643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247193681" sldId="2147483645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98ADFBC8-AB14-420E-AF2B-A9A4764F75E1}" dt="2026-07-23T06:48:52.650" v="2" actId="729"/>
        <pc:sldMkLst>
          <pc:docMk/>
          <pc:sldMk cId="1327188353" sldId="2147483646"/>
        </pc:sldMkLst>
      </pc:sldChg>
      <pc:sldMasterChg chg="modSp mod">
        <pc:chgData name="박종현(JONG HYUN PARK)[parkjonghyun]/책임/제조DX.제조DX솔루션.추적솔루션개발팀" userId="bd556fbe-4056-41f8-81f6-e4b44a6c8ed9" providerId="ADAL" clId="{98ADFBC8-AB14-420E-AF2B-A9A4764F75E1}" dt="2026-07-23T06:55:24.177" v="2768" actId="20577"/>
        <pc:sldMasterMkLst>
          <pc:docMk/>
          <pc:sldMasterMk cId="2856474258" sldId="2147483926"/>
        </pc:sldMaster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5:24.177" v="2768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  <pc:sldMasterChg chg="modSp mod">
        <pc:chgData name="박종현(JONG HYUN PARK)[parkjonghyun]/책임/제조DX.제조DX솔루션.추적솔루션개발팀" userId="bd556fbe-4056-41f8-81f6-e4b44a6c8ed9" providerId="ADAL" clId="{98ADFBC8-AB14-420E-AF2B-A9A4764F75E1}" dt="2026-07-23T06:55:31.430" v="2772" actId="20577"/>
        <pc:sldMasterMkLst>
          <pc:docMk/>
          <pc:sldMasterMk cId="767051808" sldId="2147483930"/>
        </pc:sldMasterMkLst>
        <pc:spChg chg="mod">
          <ac:chgData name="박종현(JONG HYUN PARK)[parkjonghyun]/책임/제조DX.제조DX솔루션.추적솔루션개발팀" userId="bd556fbe-4056-41f8-81f6-e4b44a6c8ed9" providerId="ADAL" clId="{98ADFBC8-AB14-420E-AF2B-A9A4764F75E1}" dt="2026-07-23T06:55:31.430" v="2772" actId="20577"/>
          <ac:spMkLst>
            <pc:docMk/>
            <pc:sldMasterMk cId="767051808" sldId="2147483930"/>
            <ac:spMk id="3" creationId="{00000000-0000-0000-0000-000000000000}"/>
          </ac:spMkLst>
        </pc:spChg>
      </pc:sldMasterChg>
    </pc:docChg>
  </pc:docChgLst>
  <pc:docChgLst>
    <pc:chgData name="윤병호(BYEONGHO YUN)[bhyun91]/선임/제조DX.제조DX솔루션.추적솔루션개발팀" userId="94db4b4c-14ac-4104-bc57-d99881f0b25d" providerId="ADAL" clId="{FBE18D1D-8AE3-488D-8079-04A184AB42CB}"/>
    <pc:docChg chg="undo custSel modSld">
      <pc:chgData name="윤병호(BYEONGHO YUN)[bhyun91]/선임/제조DX.제조DX솔루션.추적솔루션개발팀" userId="94db4b4c-14ac-4104-bc57-d99881f0b25d" providerId="ADAL" clId="{FBE18D1D-8AE3-488D-8079-04A184AB42CB}" dt="2026-07-14T01:42:59.854" v="943" actId="1076"/>
      <pc:docMkLst>
        <pc:docMk/>
      </pc:docMkLst>
      <pc:sldChg chg="modSp mod">
        <pc:chgData name="윤병호(BYEONGHO YUN)[bhyun91]/선임/제조DX.제조DX솔루션.추적솔루션개발팀" userId="94db4b4c-14ac-4104-bc57-d99881f0b25d" providerId="ADAL" clId="{FBE18D1D-8AE3-488D-8079-04A184AB42CB}" dt="2026-07-14T01:35:05.244" v="5" actId="20577"/>
        <pc:sldMkLst>
          <pc:docMk/>
          <pc:sldMk cId="2559780372" sldId="2147481944"/>
        </pc:sldMkLst>
        <pc:spChg chg="mod">
          <ac:chgData name="윤병호(BYEONGHO YUN)[bhyun91]/선임/제조DX.제조DX솔루션.추적솔루션개발팀" userId="94db4b4c-14ac-4104-bc57-d99881f0b25d" providerId="ADAL" clId="{FBE18D1D-8AE3-488D-8079-04A184AB42CB}" dt="2026-07-14T01:35:05.244" v="5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Graphic">
          <ac:chgData name="윤병호(BYEONGHO YUN)[bhyun91]/선임/제조DX.제조DX솔루션.추적솔루션개발팀" userId="94db4b4c-14ac-4104-bc57-d99881f0b25d" providerId="ADAL" clId="{FBE18D1D-8AE3-488D-8079-04A184AB42CB}" dt="2026-07-14T01:35:00.798" v="2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addSp delSp modSp mod">
        <pc:chgData name="윤병호(BYEONGHO YUN)[bhyun91]/선임/제조DX.제조DX솔루션.추적솔루션개발팀" userId="94db4b4c-14ac-4104-bc57-d99881f0b25d" providerId="ADAL" clId="{FBE18D1D-8AE3-488D-8079-04A184AB42CB}" dt="2026-07-14T01:42:59.854" v="943" actId="1076"/>
        <pc:sldMkLst>
          <pc:docMk/>
          <pc:sldMk cId="593023446" sldId="2147482183"/>
        </pc:sldMkLst>
        <pc:spChg chg="mod">
          <ac:chgData name="윤병호(BYEONGHO YUN)[bhyun91]/선임/제조DX.제조DX솔루션.추적솔루션개발팀" userId="94db4b4c-14ac-4104-bc57-d99881f0b25d" providerId="ADAL" clId="{FBE18D1D-8AE3-488D-8079-04A184AB42CB}" dt="2026-07-14T01:36:13.898" v="119" actId="20577"/>
          <ac:spMkLst>
            <pc:docMk/>
            <pc:sldMk cId="593023446" sldId="2147482183"/>
            <ac:spMk id="22" creationId="{81B17DB2-3DCC-4A8F-9347-F9695BEF8B6D}"/>
          </ac:spMkLst>
        </pc:spChg>
        <pc:graphicFrameChg chg="mod modGraphic">
          <ac:chgData name="윤병호(BYEONGHO YUN)[bhyun91]/선임/제조DX.제조DX솔루션.추적솔루션개발팀" userId="94db4b4c-14ac-4104-bc57-d99881f0b25d" providerId="ADAL" clId="{FBE18D1D-8AE3-488D-8079-04A184AB42CB}" dt="2026-07-14T01:42:57.739" v="942" actId="2057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</pc:docChg>
  </pc:docChgLst>
  <pc:docChgLst>
    <pc:chgData name="박종현(JONG HYUN PARK)[parkjonghyun]/책임/제조DX.제조DX솔루션.추적솔루션개발팀" userId="bd556fbe-4056-41f8-81f6-e4b44a6c8ed9" providerId="ADAL" clId="{8D3158BE-2958-4250-ADDD-7ECB82DCEAC2}"/>
    <pc:docChg chg="custSel delSld modSld sldOrd modMainMaster modSection">
      <pc:chgData name="박종현(JONG HYUN PARK)[parkjonghyun]/책임/제조DX.제조DX솔루션.추적솔루션개발팀" userId="bd556fbe-4056-41f8-81f6-e4b44a6c8ed9" providerId="ADAL" clId="{8D3158BE-2958-4250-ADDD-7ECB82DCEAC2}" dt="2026-07-19T23:44:05.168" v="3374" actId="20577"/>
      <pc:docMkLst>
        <pc:docMk/>
      </pc:docMkLst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860801152" sldId="257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404" v="2799" actId="207"/>
          <ac:graphicFrameMkLst>
            <pc:docMk/>
            <pc:sldMk cId="2860801152" sldId="257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423" v="2811" actId="207"/>
          <ac:graphicFrameMkLst>
            <pc:docMk/>
            <pc:sldMk cId="2860801152" sldId="257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435" v="2819" actId="207"/>
          <ac:graphicFrameMkLst>
            <pc:docMk/>
            <pc:sldMk cId="2860801152" sldId="257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860801152" sldId="25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383493917" sldId="260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383493917" sldId="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959088351" sldId="261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959088351" sldId="261"/>
            <ac:graphicFrameMk id="2" creationId="{1B328436-563D-910D-A106-E92841203CA3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1777283650" sldId="263"/>
        </pc:sldMkLst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575311981" sldId="264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40573304" sldId="265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6.293" v="3190" actId="207"/>
          <ac:spMkLst>
            <pc:docMk/>
            <pc:sldMk cId="240573304" sldId="265"/>
            <ac:spMk id="11" creationId="{6393F995-C89E-D69C-3E67-41AED422D370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6.411" v="3199" actId="207"/>
          <ac:graphicFrameMkLst>
            <pc:docMk/>
            <pc:sldMk cId="240573304" sldId="265"/>
            <ac:graphicFrameMk id="2" creationId="{4AD28A90-1C5E-B3ED-AFEA-E4E930343D4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40573304" sldId="265"/>
            <ac:graphicFrameMk id="24" creationId="{F51285F9-8EF7-203F-DE5F-18902235DFA9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4231600243" sldId="266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1:16.424" v="118" actId="207"/>
        <pc:sldMkLst>
          <pc:docMk/>
          <pc:sldMk cId="1866426398" sldId="267"/>
        </pc:sldMkLst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077798272" sldId="269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077798272" sldId="269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981276098" sldId="270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981276098" sldId="27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658368104" sldId="271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658368104" sldId="271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3:29.795" v="3363" actId="207"/>
        <pc:sldMkLst>
          <pc:docMk/>
          <pc:sldMk cId="637397627" sldId="272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843" v="3081" actId="207"/>
          <ac:graphicFrameMkLst>
            <pc:docMk/>
            <pc:sldMk cId="637397627" sldId="272"/>
            <ac:graphicFrameMk id="2" creationId="{AC5B9146-E653-3420-3C27-002D839EC57B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3:29.795" v="3363" actId="207"/>
          <ac:graphicFrameMkLst>
            <pc:docMk/>
            <pc:sldMk cId="637397627" sldId="272"/>
            <ac:graphicFrameMk id="7" creationId="{8F4AC270-697A-3B2A-E267-84779B3435EA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1981788" sldId="273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1981788" sldId="27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617767194" sldId="274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6.684" v="3290" actId="207"/>
          <ac:spMkLst>
            <pc:docMk/>
            <pc:sldMk cId="617767194" sldId="274"/>
            <ac:spMk id="11" creationId="{1F5E724A-73BC-480B-44F0-820BFBFD10E7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6.737" v="3299" actId="207"/>
          <ac:graphicFrameMkLst>
            <pc:docMk/>
            <pc:sldMk cId="617767194" sldId="274"/>
            <ac:graphicFrameMk id="2" creationId="{0863F0B0-6407-C240-5659-F188463E19BC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617767194" sldId="274"/>
            <ac:graphicFrameMk id="24" creationId="{4DC597DF-6E8D-9B2D-1957-8DAAF5490FE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652226273" sldId="275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497" v="2864" actId="207"/>
          <ac:graphicFrameMkLst>
            <pc:docMk/>
            <pc:sldMk cId="3652226273" sldId="275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514" v="2876" actId="207"/>
          <ac:graphicFrameMkLst>
            <pc:docMk/>
            <pc:sldMk cId="3652226273" sldId="275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524" v="2884" actId="207"/>
          <ac:graphicFrameMkLst>
            <pc:docMk/>
            <pc:sldMk cId="3652226273" sldId="275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652226273" sldId="27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998139347" sldId="276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164402689" sldId="277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28.174" v="1593" actId="207"/>
          <ac:spMkLst>
            <pc:docMk/>
            <pc:sldMk cId="1164402689" sldId="277"/>
            <ac:spMk id="32" creationId="{1854E312-F7A0-BBD0-830D-FB69DAB3BFB5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164402689" sldId="277"/>
            <ac:graphicFrameMk id="19" creationId="{3E86696F-E35A-4B06-9B46-63A4A6A986C1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28.159" v="1585" actId="207"/>
          <ac:graphicFrameMkLst>
            <pc:docMk/>
            <pc:sldMk cId="1164402689" sldId="277"/>
            <ac:graphicFrameMk id="30" creationId="{6EDE4A1A-B617-B221-5F5C-252B3217BD7B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28.207" v="1621" actId="207"/>
          <ac:graphicFrameMkLst>
            <pc:docMk/>
            <pc:sldMk cId="1164402689" sldId="277"/>
            <ac:graphicFrameMk id="33" creationId="{CB507743-B20E-E3AA-1EDA-D0D7AA3A19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964604079" sldId="278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447217772" sldId="279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447217772" sldId="279"/>
            <ac:graphicFrameMk id="2" creationId="{29E34190-670E-8138-9058-C8A6221C765B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318036112" sldId="280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318036112" sldId="280"/>
            <ac:graphicFrameMk id="6" creationId="{CB71793C-E619-C2BD-283C-8472FEA4785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015176440" sldId="281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015176440" sldId="281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806308629" sldId="282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29.071" v="1871" actId="207"/>
          <ac:spMkLst>
            <pc:docMk/>
            <pc:sldMk cId="3806308629" sldId="282"/>
            <ac:spMk id="7" creationId="{B054ABFA-1C5F-7601-50FE-2699C0B933B7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126456928" sldId="283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22.795" v="1217" actId="207"/>
          <ac:spMkLst>
            <pc:docMk/>
            <pc:sldMk cId="1126456928" sldId="283"/>
            <ac:spMk id="24" creationId="{290D19FA-7BB4-92F5-9817-AEE6D76297EA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126456928" sldId="283"/>
            <ac:graphicFrameMk id="23" creationId="{C3629C63-9BFE-5CD2-3665-DEC79D9C524D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147894625" sldId="284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19.891" v="566" actId="207"/>
          <ac:spMkLst>
            <pc:docMk/>
            <pc:sldMk cId="3147894625" sldId="284"/>
            <ac:spMk id="7" creationId="{BA910CD7-E9CF-953B-5522-AC8930FB5FE7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147894625" sldId="284"/>
            <ac:graphicFrameMk id="6" creationId="{222CF891-BA04-43DA-4BB9-9CF561AB2E0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229533" sldId="285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229533" sldId="28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821952864" sldId="287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821952864" sldId="28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940923173" sldId="290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940923173" sldId="290"/>
            <ac:graphicFrameMk id="8" creationId="{D7007598-164F-9E44-A8E6-E27244A849E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407900480" sldId="291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407900480" sldId="291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489701206" sldId="292"/>
        </pc:sldMkLst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314496523" sldId="294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2.521" v="2341" actId="207"/>
          <ac:spMkLst>
            <pc:docMk/>
            <pc:sldMk cId="2314496523" sldId="294"/>
            <ac:spMk id="4" creationId="{E953AF5C-0AB6-2CA1-877D-D16990EAAC6C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2.509" v="2334" actId="207"/>
          <ac:graphicFrameMkLst>
            <pc:docMk/>
            <pc:sldMk cId="2314496523" sldId="294"/>
            <ac:graphicFrameMk id="2" creationId="{1BCA535D-C4B1-55EB-0103-F9A5F0FD3F46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2.520" v="2340" actId="207"/>
          <ac:graphicFrameMkLst>
            <pc:docMk/>
            <pc:sldMk cId="2314496523" sldId="294"/>
            <ac:graphicFrameMk id="3" creationId="{E413DB61-95F1-F686-8633-D905F02AEAB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314496523" sldId="294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819753006" sldId="295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819753006" sldId="29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4069405983" sldId="297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2.265" v="2317" actId="207"/>
          <ac:spMkLst>
            <pc:docMk/>
            <pc:sldMk cId="4069405983" sldId="297"/>
            <ac:spMk id="19" creationId="{70E8E99B-F8E8-B9D2-1325-F944CBA579EE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4069405983" sldId="297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803197678" sldId="299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803197678" sldId="299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1546065171" sldId="301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1574489414" sldId="302"/>
        </pc:sldMkLst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669129858" sldId="303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669129858" sldId="303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316390563" sldId="305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316390563" sldId="30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174199180" sldId="307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6.933" v="3343" actId="207"/>
          <ac:spMkLst>
            <pc:docMk/>
            <pc:sldMk cId="1174199180" sldId="307"/>
            <ac:spMk id="3" creationId="{2FBA7F0C-ED94-BC06-98BF-29FCD12A7716}"/>
          </ac:spMkLst>
        </pc:spChg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6.942" v="3345" actId="207"/>
          <ac:spMkLst>
            <pc:docMk/>
            <pc:sldMk cId="1174199180" sldId="307"/>
            <ac:spMk id="13" creationId="{9B74F298-263A-4E29-0256-030630869BDC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174199180" sldId="307"/>
            <ac:graphicFrameMk id="24" creationId="{1DAD0895-E430-C35B-1FC3-9C4AC422E60E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548972596" sldId="309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601" v="2961" actId="207"/>
          <ac:graphicFrameMkLst>
            <pc:docMk/>
            <pc:sldMk cId="3548972596" sldId="309"/>
            <ac:graphicFrameMk id="4" creationId="{EFE7515C-9053-8E55-F29C-5AFC2AA3C072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622" v="2979" actId="207"/>
          <ac:graphicFrameMkLst>
            <pc:docMk/>
            <pc:sldMk cId="3548972596" sldId="309"/>
            <ac:graphicFrameMk id="14" creationId="{11CF5407-E593-745C-734E-918F5AE6DA74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635" v="2991" actId="207"/>
          <ac:graphicFrameMkLst>
            <pc:docMk/>
            <pc:sldMk cId="3548972596" sldId="309"/>
            <ac:graphicFrameMk id="17" creationId="{D4AE5B95-52B0-08F2-3550-2CBB42EFA5C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548972596" sldId="309"/>
            <ac:graphicFrameMk id="19" creationId="{00F58160-0274-A722-577D-CC45AB2E3D70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539472840" sldId="310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539472840" sldId="310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786766753" sldId="311"/>
        </pc:sldMkLst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027075516" sldId="312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027075516" sldId="31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955082988" sldId="313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955082988" sldId="313"/>
            <ac:graphicFrameMk id="24" creationId="{7DA8CA07-EEAF-DC91-ABCE-95B5CBCAD13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509091926" sldId="315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6.893" v="3327" actId="207"/>
          <ac:spMkLst>
            <pc:docMk/>
            <pc:sldMk cId="2509091926" sldId="315"/>
            <ac:spMk id="3" creationId="{916798F2-22E1-0FAE-F097-1B1420063420}"/>
          </ac:spMkLst>
        </pc:spChg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6.916" v="3342" actId="207"/>
          <ac:spMkLst>
            <pc:docMk/>
            <pc:sldMk cId="2509091926" sldId="315"/>
            <ac:spMk id="4" creationId="{DA178755-E2EF-95BE-DBC6-D8BA04DD0CB9}"/>
          </ac:spMkLst>
        </pc:spChg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6.872" v="3322" actId="207"/>
          <ac:spMkLst>
            <pc:docMk/>
            <pc:sldMk cId="2509091926" sldId="315"/>
            <ac:spMk id="11" creationId="{03DD6C36-AC92-3AAF-C875-61CA5B5BC550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509091926" sldId="315"/>
            <ac:graphicFrameMk id="24" creationId="{1DAD0895-E430-C35B-1FC3-9C4AC422E60E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610903189" sldId="316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610903189" sldId="31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518597180" sldId="317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518597180" sldId="31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618136079" sldId="318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618136079" sldId="318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371312717" sldId="319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371312717" sldId="319"/>
            <ac:graphicFrameMk id="2" creationId="{257020EB-E023-B0C4-5CA1-62BEC0774730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560579436" sldId="320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560579436" sldId="32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806359799" sldId="321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20.726" v="797" actId="207"/>
          <ac:graphicFrameMkLst>
            <pc:docMk/>
            <pc:sldMk cId="2806359799" sldId="321"/>
            <ac:graphicFrameMk id="2" creationId="{E8F1B650-686C-6D56-A884-FC37B72679D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806359799" sldId="321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404779283" sldId="322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404779283" sldId="322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015271566" sldId="323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015271566" sldId="32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221700158" sldId="324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221700158" sldId="324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1:38.856" v="3359" actId="207"/>
        <pc:sldMkLst>
          <pc:docMk/>
          <pc:sldMk cId="4200047688" sldId="325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8.846" v="3353" actId="207"/>
          <ac:spMkLst>
            <pc:docMk/>
            <pc:sldMk cId="4200047688" sldId="325"/>
            <ac:spMk id="23" creationId="{C0F28DC7-B54C-FC72-E1FB-44A8A239A408}"/>
          </ac:spMkLst>
        </pc:spChg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8.856" v="3359" actId="207"/>
          <ac:spMkLst>
            <pc:docMk/>
            <pc:sldMk cId="4200047688" sldId="325"/>
            <ac:spMk id="24" creationId="{14D50CA5-EAF5-AB95-0F17-D48817770E62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410703132" sldId="326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410703132" sldId="326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1:38.869" v="3360" actId="207"/>
        <pc:sldMkLst>
          <pc:docMk/>
          <pc:sldMk cId="2074215550" sldId="327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8.869" v="3360" actId="207"/>
          <ac:spMkLst>
            <pc:docMk/>
            <pc:sldMk cId="2074215550" sldId="327"/>
            <ac:spMk id="21" creationId="{8DBACD3D-AC2D-179B-1573-E982897173E4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0:12.706" v="3" actId="20577"/>
        <pc:sldMkLst>
          <pc:docMk/>
          <pc:sldMk cId="2751367990" sldId="746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0:12.706" v="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130555548" sldId="2147481730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19.742" v="540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60237742" sldId="2147481816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485727604" sldId="2147481872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726257096" sldId="2147481882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18.183" v="313" actId="207"/>
          <ac:graphicFrameMkLst>
            <pc:docMk/>
            <pc:sldMk cId="1726257096" sldId="2147481882"/>
            <ac:graphicFrameMk id="7" creationId="{66C2A45B-A73D-11DD-25E0-11E4B52F84BA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18.152" v="292" actId="20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439661179" sldId="2147481935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559780372" sldId="2147481944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840780179" sldId="2147482020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19.590" v="501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593023446" sldId="2147482183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1:33.494" v="2547" actId="207"/>
        <pc:sldMkLst>
          <pc:docMk/>
          <pc:sldMk cId="383782190" sldId="2147482198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33.494" v="2547" actId="207"/>
          <ac:spMkLst>
            <pc:docMk/>
            <pc:sldMk cId="383782190" sldId="2147482198"/>
            <ac:spMk id="2" creationId="{8F7D21B9-04E2-7414-5CA5-2BEEAD1F17F8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1:25.905" v="1451" actId="207"/>
        <pc:sldMkLst>
          <pc:docMk/>
          <pc:sldMk cId="3138319042" sldId="2147482201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25.770" v="1447" actId="207"/>
          <ac:spMkLst>
            <pc:docMk/>
            <pc:sldMk cId="3138319042" sldId="2147482201"/>
            <ac:spMk id="17" creationId="{6C3BBE40-7449-303A-D8D1-336D49270DB6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25.905" v="1451" actId="207"/>
          <ac:graphicFrameMkLst>
            <pc:docMk/>
            <pc:sldMk cId="3138319042" sldId="2147482201"/>
            <ac:graphicFrameMk id="6" creationId="{A24726B6-7D48-9F9C-D7B1-06BC1A9A8435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007496545" sldId="2147482202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007496545" sldId="214748220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213332889" sldId="2147482204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213332889" sldId="2147482204"/>
            <ac:graphicFrameMk id="8" creationId="{D7007598-164F-9E44-A8E6-E27244A849E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053140835" sldId="2147482207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053140835" sldId="214748220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996139020" sldId="2147482213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996139020" sldId="214748221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140725847" sldId="2147482218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140725847" sldId="214748221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803082211" sldId="2147482219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258" v="2710" actId="207"/>
          <ac:graphicFrameMkLst>
            <pc:docMk/>
            <pc:sldMk cId="3803082211" sldId="2147482219"/>
            <ac:graphicFrameMk id="12" creationId="{1E69F660-EF93-3921-C896-45CFA388228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803082211" sldId="2147482219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705482803" sldId="2147482220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317" v="2741" actId="207"/>
          <ac:graphicFrameMkLst>
            <pc:docMk/>
            <pc:sldMk cId="1705482803" sldId="2147482220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335" v="2753" actId="207"/>
          <ac:graphicFrameMkLst>
            <pc:docMk/>
            <pc:sldMk cId="1705482803" sldId="2147482220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5.347" v="2761" actId="207"/>
          <ac:graphicFrameMkLst>
            <pc:docMk/>
            <pc:sldMk cId="1705482803" sldId="2147482220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705482803" sldId="214748222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470925023" sldId="2147482223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6.042" v="3162" actId="207"/>
          <ac:graphicFrameMkLst>
            <pc:docMk/>
            <pc:sldMk cId="2470925023" sldId="2147482223"/>
            <ac:graphicFrameMk id="2" creationId="{5E211AA2-28C5-2BA3-AE11-A185334FC7F1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470925023" sldId="214748222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583628032" sldId="2147482224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6.206" v="3173" actId="207"/>
          <ac:graphicFrameMkLst>
            <pc:docMk/>
            <pc:sldMk cId="1583628032" sldId="2147482224"/>
            <ac:graphicFrameMk id="8" creationId="{AFD2DECE-A7E1-5140-7645-B384AC43DFAB}"/>
          </ac:graphicFrameMkLst>
        </pc:graphicFrameChg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583628032" sldId="2147482224"/>
            <ac:graphicFrameMk id="24" creationId="{CB1E1DE9-356B-4185-A911-636EBB59988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02884185" sldId="2147482228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02884185" sldId="2147482228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096148160" sldId="2147482231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28.321" v="1688" actId="207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044104145" sldId="2147482237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044104145" sldId="2147482237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730280615" sldId="2147482238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29.199" v="1976" actId="207"/>
          <ac:graphicFrameMkLst>
            <pc:docMk/>
            <pc:sldMk cId="730280615" sldId="2147482238"/>
            <ac:graphicFrameMk id="4" creationId="{4F5B55E6-E234-7E6A-CEFA-EEA4946B189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730280615" sldId="214748223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135813048" sldId="2147482239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6.634" v="3273" actId="207"/>
          <ac:graphicFrameMkLst>
            <pc:docMk/>
            <pc:sldMk cId="3135813048" sldId="2147482239"/>
            <ac:graphicFrameMk id="2" creationId="{23BDCB60-C271-1742-2C93-76E31902F63A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135813048" sldId="2147482239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623153691" sldId="2147482240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0.563" v="2171" actId="207"/>
          <ac:graphicFrameMkLst>
            <pc:docMk/>
            <pc:sldMk cId="1623153691" sldId="2147482240"/>
            <ac:graphicFrameMk id="6" creationId="{8C07CB4B-04C8-7684-2B82-F266641DB11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551307454" sldId="2147482250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689145808" sldId="2147482251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17.470" v="246" actId="207"/>
          <ac:spMkLst>
            <pc:docMk/>
            <pc:sldMk cId="3689145808" sldId="2147482251"/>
            <ac:spMk id="19" creationId="{5352E5F4-D151-4C3D-9E5F-99A1B7FDF265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433858500" sldId="2147482257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0.100" v="2082" actId="20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433858500" sldId="214748225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1:27.480" v="1570" actId="207"/>
        <pc:sldMkLst>
          <pc:docMk/>
          <pc:sldMk cId="3393013521" sldId="2147482258"/>
        </pc:sld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1:27.480" v="1570" actId="207"/>
          <ac:spMkLst>
            <pc:docMk/>
            <pc:sldMk cId="3393013521" sldId="2147482258"/>
            <ac:spMk id="3" creationId="{9693D0C0-D94B-D08F-2AFD-BDB02EFF95BF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494465681" sldId="2147482260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582208706" sldId="2147482261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6.796" v="3312" actId="207"/>
          <ac:graphicFrameMkLst>
            <pc:docMk/>
            <pc:sldMk cId="1582208706" sldId="2147482261"/>
            <ac:graphicFrameMk id="2" creationId="{7D3CEEF4-CC9E-3891-09F5-7CAC44B000F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582208706" sldId="2147482261"/>
            <ac:graphicFrameMk id="24" creationId="{CB1E1DE9-356B-4185-A911-636EBB59988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251161517" sldId="2147482682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251161517" sldId="2147482682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705966459" sldId="2147482683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693105532" sldId="2147482685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693105532" sldId="214748268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349397549" sldId="2147482686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824667721" sldId="2147482687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711025772" sldId="2147482692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711025772" sldId="2147482692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163506278" sldId="2147482693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163506278" sldId="214748269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634528031" sldId="2147482698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591452041" sldId="2147482699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902114785" sldId="2147482700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902114785" sldId="214748270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600994211" sldId="2147482703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36.507" v="3256" actId="207"/>
          <ac:graphicFrameMkLst>
            <pc:docMk/>
            <pc:sldMk cId="2600994211" sldId="2147482703"/>
            <ac:graphicFrameMk id="4" creationId="{339D7E23-5395-C397-C3B2-1E9BB9A73BF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600994211" sldId="214748270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76752497" sldId="2147482704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22.702" v="1195" actId="207"/>
          <ac:graphicFrameMkLst>
            <pc:docMk/>
            <pc:sldMk cId="176752497" sldId="2147482704"/>
            <ac:graphicFrameMk id="3" creationId="{1B7BB873-9519-D343-60B1-12AB53C1117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351887343" sldId="2147482720"/>
        </pc:sldMkLst>
        <pc:graphicFrameChg chg="modGraphic">
          <ac:chgData name="박종현(JONG HYUN PARK)[parkjonghyun]/책임/제조DX.제조DX솔루션.추적솔루션개발팀" userId="bd556fbe-4056-41f8-81f6-e4b44a6c8ed9" providerId="ADAL" clId="{8D3158BE-2958-4250-ADDD-7ECB82DCEAC2}" dt="2026-07-19T23:41:20.462" v="683" actId="207"/>
          <ac:graphicFrameMkLst>
            <pc:docMk/>
            <pc:sldMk cId="2351887343" sldId="2147482720"/>
            <ac:graphicFrameMk id="2" creationId="{E8F1B650-686C-6D56-A884-FC37B72679D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240149412" sldId="2147483549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240149412" sldId="2147483549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979026283" sldId="2147483550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979026283" sldId="2147483550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214640671" sldId="2147483552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214640671" sldId="214748355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770862717" sldId="2147483553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770862717" sldId="2147483553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807737962" sldId="2147483554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807737962" sldId="2147483554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791305064" sldId="2147483555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791305064" sldId="2147483555"/>
            <ac:graphicFrameMk id="7" creationId="{0AB7F7B6-CDDD-CF8E-AD3E-414B4A9E82F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3762530128" sldId="2147483559"/>
        </pc:sldMkLst>
        <pc:graphicFrameChg chg="mod modGraphic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136522401" sldId="2147483560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136522401" sldId="2147483560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8D3158BE-2958-4250-ADDD-7ECB82DCEAC2}" dt="2026-07-19T23:42:17.181" v="3361"/>
        <pc:sldMkLst>
          <pc:docMk/>
          <pc:sldMk cId="1096584596" sldId="2147483570"/>
        </pc:sldMkLst>
        <pc:graphicFrameChg chg="mod">
          <ac:chgData name="박종현(JONG HYUN PARK)[parkjonghyun]/책임/제조DX.제조DX솔루션.추적솔루션개발팀" userId="bd556fbe-4056-41f8-81f6-e4b44a6c8ed9" providerId="ADAL" clId="{8D3158BE-2958-4250-ADDD-7ECB82DCEAC2}" dt="2026-07-19T23:42:17.181" v="3361"/>
          <ac:graphicFrameMkLst>
            <pc:docMk/>
            <pc:sldMk cId="1096584596" sldId="2147483570"/>
            <ac:graphicFrameMk id="7" creationId="{705DF5FD-B3F8-0599-B62C-79558A5FD127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2620132218" sldId="2147483642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3470734284" sldId="2147483643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247193681" sldId="2147483645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8D3158BE-2958-4250-ADDD-7ECB82DCEAC2}" dt="2026-07-19T23:40:35.757" v="6" actId="729"/>
        <pc:sldMkLst>
          <pc:docMk/>
          <pc:sldMk cId="1327188353" sldId="2147483646"/>
        </pc:sldMkLst>
      </pc:sldChg>
      <pc:sldMasterChg chg="modSp mod">
        <pc:chgData name="박종현(JONG HYUN PARK)[parkjonghyun]/책임/제조DX.제조DX솔루션.추적솔루션개발팀" userId="bd556fbe-4056-41f8-81f6-e4b44a6c8ed9" providerId="ADAL" clId="{8D3158BE-2958-4250-ADDD-7ECB82DCEAC2}" dt="2026-07-19T23:43:58.686" v="3369" actId="20577"/>
        <pc:sldMasterMkLst>
          <pc:docMk/>
          <pc:sldMasterMk cId="2856474258" sldId="2147483926"/>
        </pc:sldMaster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3:58.686" v="3369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  <pc:sldMasterChg chg="modSp mod">
        <pc:chgData name="박종현(JONG HYUN PARK)[parkjonghyun]/책임/제조DX.제조DX솔루션.추적솔루션개발팀" userId="bd556fbe-4056-41f8-81f6-e4b44a6c8ed9" providerId="ADAL" clId="{8D3158BE-2958-4250-ADDD-7ECB82DCEAC2}" dt="2026-07-19T23:44:05.168" v="3374" actId="20577"/>
        <pc:sldMasterMkLst>
          <pc:docMk/>
          <pc:sldMasterMk cId="767051808" sldId="2147483930"/>
        </pc:sldMasterMkLst>
        <pc:spChg chg="mod">
          <ac:chgData name="박종현(JONG HYUN PARK)[parkjonghyun]/책임/제조DX.제조DX솔루션.추적솔루션개발팀" userId="bd556fbe-4056-41f8-81f6-e4b44a6c8ed9" providerId="ADAL" clId="{8D3158BE-2958-4250-ADDD-7ECB82DCEAC2}" dt="2026-07-19T23:44:05.168" v="3374" actId="20577"/>
          <ac:spMkLst>
            <pc:docMk/>
            <pc:sldMasterMk cId="767051808" sldId="2147483930"/>
            <ac:spMk id="3" creationId="{00000000-0000-0000-0000-000000000000}"/>
          </ac:spMkLst>
        </pc:spChg>
      </pc:sldMasterChg>
    </pc:docChg>
  </pc:docChgLst>
  <pc:docChgLst>
    <pc:chgData name="윤성렬(SUNGRYEOL YUN)[sungryeol.y]/사원/제조DX.제조DX솔루션.추적솔루션개발팀" userId="b5311d10-d61f-46bb-bd4a-1d8342705f0f" providerId="ADAL" clId="{135C65C2-88A3-4FE4-96A8-C5FBEEBCBB4F}"/>
    <pc:docChg chg="custSel modSld">
      <pc:chgData name="윤성렬(SUNGRYEOL YUN)[sungryeol.y]/사원/제조DX.제조DX솔루션.추적솔루션개발팀" userId="b5311d10-d61f-46bb-bd4a-1d8342705f0f" providerId="ADAL" clId="{135C65C2-88A3-4FE4-96A8-C5FBEEBCBB4F}" dt="2026-07-08T04:54:59.765" v="598" actId="20577"/>
      <pc:docMkLst>
        <pc:docMk/>
      </pc:docMkLst>
      <pc:sldChg chg="modSp mod">
        <pc:chgData name="윤성렬(SUNGRYEOL YUN)[sungryeol.y]/사원/제조DX.제조DX솔루션.추적솔루션개발팀" userId="b5311d10-d61f-46bb-bd4a-1d8342705f0f" providerId="ADAL" clId="{135C65C2-88A3-4FE4-96A8-C5FBEEBCBB4F}" dt="2026-07-08T04:49:27.102" v="230" actId="20577"/>
        <pc:sldMkLst>
          <pc:docMk/>
          <pc:sldMk cId="3349397549" sldId="2147482686"/>
        </pc:sldMkLst>
        <pc:spChg chg="mod">
          <ac:chgData name="윤성렬(SUNGRYEOL YUN)[sungryeol.y]/사원/제조DX.제조DX솔루션.추적솔루션개발팀" userId="b5311d10-d61f-46bb-bd4a-1d8342705f0f" providerId="ADAL" clId="{135C65C2-88A3-4FE4-96A8-C5FBEEBCBB4F}" dt="2026-07-08T04:49:27.102" v="230" actId="20577"/>
          <ac:spMkLst>
            <pc:docMk/>
            <pc:sldMk cId="3349397549" sldId="2147482686"/>
            <ac:spMk id="37" creationId="{6D72F316-602B-48D7-851D-262E403B6ADD}"/>
          </ac:spMkLst>
        </pc:spChg>
        <pc:graphicFrameChg chg="mod modGraphic">
          <ac:chgData name="윤성렬(SUNGRYEOL YUN)[sungryeol.y]/사원/제조DX.제조DX솔루션.추적솔루션개발팀" userId="b5311d10-d61f-46bb-bd4a-1d8342705f0f" providerId="ADAL" clId="{135C65C2-88A3-4FE4-96A8-C5FBEEBCBB4F}" dt="2026-07-08T04:49:24.654" v="228" actId="207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윤성렬(SUNGRYEOL YUN)[sungryeol.y]/사원/제조DX.제조DX솔루션.추적솔루션개발팀" userId="b5311d10-d61f-46bb-bd4a-1d8342705f0f" providerId="ADAL" clId="{135C65C2-88A3-4FE4-96A8-C5FBEEBCBB4F}" dt="2026-07-08T04:54:59.765" v="598" actId="20577"/>
        <pc:sldMkLst>
          <pc:docMk/>
          <pc:sldMk cId="176752497" sldId="2147482704"/>
        </pc:sldMkLst>
        <pc:spChg chg="mod">
          <ac:chgData name="윤성렬(SUNGRYEOL YUN)[sungryeol.y]/사원/제조DX.제조DX솔루션.추적솔루션개발팀" userId="b5311d10-d61f-46bb-bd4a-1d8342705f0f" providerId="ADAL" clId="{135C65C2-88A3-4FE4-96A8-C5FBEEBCBB4F}" dt="2026-07-08T04:54:59.765" v="598" actId="20577"/>
          <ac:spMkLst>
            <pc:docMk/>
            <pc:sldMk cId="176752497" sldId="2147482704"/>
            <ac:spMk id="22" creationId="{D2932BAF-C9D9-52CD-DE0E-3795080B5229}"/>
          </ac:spMkLst>
        </pc:spChg>
        <pc:graphicFrameChg chg="modGraphic">
          <ac:chgData name="윤성렬(SUNGRYEOL YUN)[sungryeol.y]/사원/제조DX.제조DX솔루션.추적솔루션개발팀" userId="b5311d10-d61f-46bb-bd4a-1d8342705f0f" providerId="ADAL" clId="{135C65C2-88A3-4FE4-96A8-C5FBEEBCBB4F}" dt="2026-07-08T04:54:39.370" v="592" actId="207"/>
          <ac:graphicFrameMkLst>
            <pc:docMk/>
            <pc:sldMk cId="176752497" sldId="2147482704"/>
            <ac:graphicFrameMk id="3" creationId="{1B7BB873-9519-D343-60B1-12AB53C11173}"/>
          </ac:graphicFrameMkLst>
        </pc:graphicFrameChg>
        <pc:graphicFrameChg chg="modGraphic">
          <ac:chgData name="윤성렬(SUNGRYEOL YUN)[sungryeol.y]/사원/제조DX.제조DX솔루션.추적솔루션개발팀" userId="b5311d10-d61f-46bb-bd4a-1d8342705f0f" providerId="ADAL" clId="{135C65C2-88A3-4FE4-96A8-C5FBEEBCBB4F}" dt="2026-07-08T04:54:55.615" v="596" actId="20577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윤성렬(SUNGRYEOL YUN)[sungryeol.y]/사원/제조DX.제조DX솔루션.추적솔루션개발팀" userId="b5311d10-d61f-46bb-bd4a-1d8342705f0f" providerId="ADAL" clId="{135C65C2-88A3-4FE4-96A8-C5FBEEBCBB4F}" dt="2026-07-08T04:51:38.239" v="545" actId="20577"/>
        <pc:sldMkLst>
          <pc:docMk/>
          <pc:sldMk cId="3762530128" sldId="2147483559"/>
        </pc:sldMkLst>
        <pc:spChg chg="mod">
          <ac:chgData name="윤성렬(SUNGRYEOL YUN)[sungryeol.y]/사원/제조DX.제조DX솔루션.추적솔루션개발팀" userId="b5311d10-d61f-46bb-bd4a-1d8342705f0f" providerId="ADAL" clId="{135C65C2-88A3-4FE4-96A8-C5FBEEBCBB4F}" dt="2026-07-08T04:51:38.239" v="545" actId="20577"/>
          <ac:spMkLst>
            <pc:docMk/>
            <pc:sldMk cId="3762530128" sldId="2147483559"/>
            <ac:spMk id="37" creationId="{6D72F316-602B-48D7-851D-262E403B6ADD}"/>
          </ac:spMkLst>
        </pc:spChg>
        <pc:graphicFrameChg chg="mod ord modGraphic">
          <ac:chgData name="윤성렬(SUNGRYEOL YUN)[sungryeol.y]/사원/제조DX.제조DX솔루션.추적솔루션개발팀" userId="b5311d10-d61f-46bb-bd4a-1d8342705f0f" providerId="ADAL" clId="{135C65C2-88A3-4FE4-96A8-C5FBEEBCBB4F}" dt="2026-07-08T04:51:35.121" v="543" actId="207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</pc:docChg>
  </pc:docChgLst>
  <pc:docChgLst>
    <pc:chgData name="오현석(HYUNSUK OH)[ohyunsuk]/책임/제조DX.제조DX솔루션.제조빅데이터분석2팀" userId="S::ohyunsuk@lgensol.com::dd3171de-802a-442b-af45-bf7ff1166235" providerId="AD" clId="Web-{D3CDC653-46B8-05F5-9C6F-9AC0033B0CE7}"/>
    <pc:docChg chg="addSld modSld modSection">
      <pc:chgData name="오현석(HYUNSUK OH)[ohyunsuk]/책임/제조DX.제조DX솔루션.제조빅데이터분석2팀" userId="S::ohyunsuk@lgensol.com::dd3171de-802a-442b-af45-bf7ff1166235" providerId="AD" clId="Web-{D3CDC653-46B8-05F5-9C6F-9AC0033B0CE7}" dt="2026-07-14T08:51:10.429" v="968" actId="20577"/>
      <pc:docMkLst>
        <pc:docMk/>
      </pc:docMkLst>
      <pc:sldChg chg="addSp delSp modSp add replId">
        <pc:chgData name="오현석(HYUNSUK OH)[ohyunsuk]/책임/제조DX.제조DX솔루션.제조빅데이터분석2팀" userId="S::ohyunsuk@lgensol.com::dd3171de-802a-442b-af45-bf7ff1166235" providerId="AD" clId="Web-{D3CDC653-46B8-05F5-9C6F-9AC0033B0CE7}" dt="2026-07-14T08:51:10.429" v="968" actId="20577"/>
        <pc:sldMkLst>
          <pc:docMk/>
          <pc:sldMk cId="2955082988" sldId="313"/>
        </pc:sldMkLst>
        <pc:spChg chg="mod">
          <ac:chgData name="오현석(HYUNSUK OH)[ohyunsuk]/책임/제조DX.제조DX솔루션.제조빅데이터분석2팀" userId="S::ohyunsuk@lgensol.com::dd3171de-802a-442b-af45-bf7ff1166235" providerId="AD" clId="Web-{D3CDC653-46B8-05F5-9C6F-9AC0033B0CE7}" dt="2026-07-14T08:03:10.448" v="755" actId="20577"/>
          <ac:spMkLst>
            <pc:docMk/>
            <pc:sldMk cId="2955082988" sldId="313"/>
            <ac:spMk id="5" creationId="{8E05184C-0E27-D0BC-3A05-31976BE2A280}"/>
          </ac:spMkLst>
        </pc:spChg>
        <pc:spChg chg="mod">
          <ac:chgData name="오현석(HYUNSUK OH)[ohyunsuk]/책임/제조DX.제조DX솔루션.제조빅데이터분석2팀" userId="S::ohyunsuk@lgensol.com::dd3171de-802a-442b-af45-bf7ff1166235" providerId="AD" clId="Web-{D3CDC653-46B8-05F5-9C6F-9AC0033B0CE7}" dt="2026-07-14T07:53:34.313" v="592" actId="1076"/>
          <ac:spMkLst>
            <pc:docMk/>
            <pc:sldMk cId="2955082988" sldId="313"/>
            <ac:spMk id="11" creationId="{C1A5C2E2-7541-8E0A-41D4-A7B30D1A6A7C}"/>
          </ac:spMkLst>
        </pc:spChg>
        <pc:spChg chg="mod">
          <ac:chgData name="오현석(HYUNSUK OH)[ohyunsuk]/책임/제조DX.제조DX솔루션.제조빅데이터분석2팀" userId="S::ohyunsuk@lgensol.com::dd3171de-802a-442b-af45-bf7ff1166235" providerId="AD" clId="Web-{D3CDC653-46B8-05F5-9C6F-9AC0033B0CE7}" dt="2026-07-14T07:14:47.812" v="69" actId="20577"/>
          <ac:spMkLst>
            <pc:docMk/>
            <pc:sldMk cId="2955082988" sldId="313"/>
            <ac:spMk id="12" creationId="{5D46DD14-9DB5-2E81-6277-02D066D2F70D}"/>
          </ac:spMkLst>
        </pc:spChg>
        <pc:spChg chg="mod">
          <ac:chgData name="오현석(HYUNSUK OH)[ohyunsuk]/책임/제조DX.제조DX솔루션.제조빅데이터분석2팀" userId="S::ohyunsuk@lgensol.com::dd3171de-802a-442b-af45-bf7ff1166235" providerId="AD" clId="Web-{D3CDC653-46B8-05F5-9C6F-9AC0033B0CE7}" dt="2026-07-14T07:12:46.569" v="49" actId="20577"/>
          <ac:spMkLst>
            <pc:docMk/>
            <pc:sldMk cId="2955082988" sldId="313"/>
            <ac:spMk id="14" creationId="{6BA48734-9816-4F78-7197-DE9D61F6B0EF}"/>
          </ac:spMkLst>
        </pc:spChg>
        <pc:spChg chg="mod">
          <ac:chgData name="오현석(HYUNSUK OH)[ohyunsuk]/책임/제조DX.제조DX솔루션.제조빅데이터분석2팀" userId="S::ohyunsuk@lgensol.com::dd3171de-802a-442b-af45-bf7ff1166235" providerId="AD" clId="Web-{D3CDC653-46B8-05F5-9C6F-9AC0033B0CE7}" dt="2026-07-14T07:14:15.341" v="55" actId="20577"/>
          <ac:spMkLst>
            <pc:docMk/>
            <pc:sldMk cId="2955082988" sldId="313"/>
            <ac:spMk id="18" creationId="{4E41BCAD-10F4-DAE6-3603-23470E809338}"/>
          </ac:spMkLst>
        </pc:spChg>
        <pc:spChg chg="mod">
          <ac:chgData name="오현석(HYUNSUK OH)[ohyunsuk]/책임/제조DX.제조DX솔루션.제조빅데이터분석2팀" userId="S::ohyunsuk@lgensol.com::dd3171de-802a-442b-af45-bf7ff1166235" providerId="AD" clId="Web-{D3CDC653-46B8-05F5-9C6F-9AC0033B0CE7}" dt="2026-07-14T07:12:58.632" v="53" actId="20577"/>
          <ac:spMkLst>
            <pc:docMk/>
            <pc:sldMk cId="2955082988" sldId="313"/>
            <ac:spMk id="22" creationId="{FC8E77A3-EBB1-5830-EFFB-A5BADE61FA28}"/>
          </ac:spMkLst>
        </pc:spChg>
        <pc:graphicFrameChg chg="add del mod modGraphic">
          <ac:chgData name="오현석(HYUNSUK OH)[ohyunsuk]/책임/제조DX.제조DX솔루션.제조빅데이터분석2팀" userId="S::ohyunsuk@lgensol.com::dd3171de-802a-442b-af45-bf7ff1166235" providerId="AD" clId="Web-{D3CDC653-46B8-05F5-9C6F-9AC0033B0CE7}" dt="2026-07-14T08:08:11.611" v="793"/>
          <ac:graphicFrameMkLst>
            <pc:docMk/>
            <pc:sldMk cId="2955082988" sldId="313"/>
            <ac:graphicFrameMk id="24" creationId="{7DA8CA07-EEAF-DC91-ABCE-95B5CBCAD134}"/>
          </ac:graphicFrameMkLst>
        </pc:graphicFrameChg>
      </pc:sldChg>
      <pc:sldChg chg="addSp delSp modSp add replId">
        <pc:chgData name="오현석(HYUNSUK OH)[ohyunsuk]/책임/제조DX.제조DX솔루션.제조빅데이터분석2팀" userId="S::ohyunsuk@lgensol.com::dd3171de-802a-442b-af45-bf7ff1166235" providerId="AD" clId="Web-{D3CDC653-46B8-05F5-9C6F-9AC0033B0CE7}" dt="2026-07-14T08:39:19.608" v="958"/>
        <pc:sldMkLst>
          <pc:docMk/>
          <pc:sldMk cId="2509091926" sldId="315"/>
        </pc:sldMkLst>
        <pc:spChg chg="mod">
          <ac:chgData name="오현석(HYUNSUK OH)[ohyunsuk]/책임/제조DX.제조DX솔루션.제조빅데이터분석2팀" userId="S::ohyunsuk@lgensol.com::dd3171de-802a-442b-af45-bf7ff1166235" providerId="AD" clId="Web-{D3CDC653-46B8-05F5-9C6F-9AC0033B0CE7}" dt="2026-07-14T08:35:12.528" v="951" actId="20577"/>
          <ac:spMkLst>
            <pc:docMk/>
            <pc:sldMk cId="2509091926" sldId="315"/>
            <ac:spMk id="11" creationId="{03DD6C36-AC92-3AAF-C875-61CA5B5BC550}"/>
          </ac:spMkLst>
        </pc:spChg>
      </pc:sldChg>
    </pc:docChg>
  </pc:docChgLst>
  <pc:docChgLst>
    <pc:chgData name="박형식(HYEONG SIK PARK)[hyspark]/선임/제조DX.제조DX솔루션.제조빅데이터분석1팀" userId="0cd7f50e-5bcd-4bfb-9828-a186843fb8c8" providerId="ADAL" clId="{46764B09-0FE0-4C5D-8399-048854151451}"/>
    <pc:docChg chg="custSel modSld">
      <pc:chgData name="박형식(HYEONG SIK PARK)[hyspark]/선임/제조DX.제조DX솔루션.제조빅데이터분석1팀" userId="0cd7f50e-5bcd-4bfb-9828-a186843fb8c8" providerId="ADAL" clId="{46764B09-0FE0-4C5D-8399-048854151451}" dt="2026-07-22T01:11:36.079" v="1493" actId="20577"/>
      <pc:docMkLst>
        <pc:docMk/>
      </pc:docMkLst>
      <pc:sldChg chg="delSp modSp mod">
        <pc:chgData name="박형식(HYEONG SIK PARK)[hyspark]/선임/제조DX.제조DX솔루션.제조빅데이터분석1팀" userId="0cd7f50e-5bcd-4bfb-9828-a186843fb8c8" providerId="ADAL" clId="{46764B09-0FE0-4C5D-8399-048854151451}" dt="2026-07-22T01:11:36.079" v="1493" actId="20577"/>
        <pc:sldMkLst>
          <pc:docMk/>
          <pc:sldMk cId="1959088351" sldId="261"/>
        </pc:sldMkLst>
        <pc:spChg chg="mod">
          <ac:chgData name="박형식(HYEONG SIK PARK)[hyspark]/선임/제조DX.제조DX솔루션.제조빅데이터분석1팀" userId="0cd7f50e-5bcd-4bfb-9828-a186843fb8c8" providerId="ADAL" clId="{46764B09-0FE0-4C5D-8399-048854151451}" dt="2026-07-22T01:01:59.015" v="18" actId="20577"/>
          <ac:spMkLst>
            <pc:docMk/>
            <pc:sldMk cId="1959088351" sldId="261"/>
            <ac:spMk id="8" creationId="{B001DEC4-1721-5139-4E18-1FC7F0D433CF}"/>
          </ac:spMkLst>
        </pc:spChg>
        <pc:graphicFrameChg chg="mod modGraphic">
          <ac:chgData name="박형식(HYEONG SIK PARK)[hyspark]/선임/제조DX.제조DX솔루션.제조빅데이터분석1팀" userId="0cd7f50e-5bcd-4bfb-9828-a186843fb8c8" providerId="ADAL" clId="{46764B09-0FE0-4C5D-8399-048854151451}" dt="2026-07-22T01:11:36.079" v="1493" actId="20577"/>
          <ac:graphicFrameMkLst>
            <pc:docMk/>
            <pc:sldMk cId="1959088351" sldId="261"/>
            <ac:graphicFrameMk id="2" creationId="{1B328436-563D-910D-A106-E92841203CA3}"/>
          </ac:graphicFrameMkLst>
        </pc:graphicFrameChg>
      </pc:sldChg>
      <pc:sldChg chg="modSp mod">
        <pc:chgData name="박형식(HYEONG SIK PARK)[hyspark]/선임/제조DX.제조DX솔루션.제조빅데이터분석1팀" userId="0cd7f50e-5bcd-4bfb-9828-a186843fb8c8" providerId="ADAL" clId="{46764B09-0FE0-4C5D-8399-048854151451}" dt="2026-07-22T01:01:44.385" v="8"/>
        <pc:sldMkLst>
          <pc:docMk/>
          <pc:sldMk cId="302884185" sldId="2147482228"/>
        </pc:sldMkLst>
        <pc:spChg chg="mod">
          <ac:chgData name="박형식(HYEONG SIK PARK)[hyspark]/선임/제조DX.제조DX솔루션.제조빅데이터분석1팀" userId="0cd7f50e-5bcd-4bfb-9828-a186843fb8c8" providerId="ADAL" clId="{46764B09-0FE0-4C5D-8399-048854151451}" dt="2026-07-22T01:01:44.385" v="8"/>
          <ac:spMkLst>
            <pc:docMk/>
            <pc:sldMk cId="302884185" sldId="2147482228"/>
            <ac:spMk id="8" creationId="{B001DEC4-1721-5139-4E18-1FC7F0D433CF}"/>
          </ac:spMkLst>
        </pc:spChg>
        <pc:graphicFrameChg chg="modGraphic">
          <ac:chgData name="박형식(HYEONG SIK PARK)[hyspark]/선임/제조DX.제조DX솔루션.제조빅데이터분석1팀" userId="0cd7f50e-5bcd-4bfb-9828-a186843fb8c8" providerId="ADAL" clId="{46764B09-0FE0-4C5D-8399-048854151451}" dt="2026-07-22T01:01:35.082" v="1" actId="20577"/>
          <ac:graphicFrameMkLst>
            <pc:docMk/>
            <pc:sldMk cId="302884185" sldId="2147482228"/>
            <ac:graphicFrameMk id="2" creationId="{1B328436-563D-910D-A106-E92841203CA3}"/>
          </ac:graphicFrameMkLst>
        </pc:graphicFrameChg>
      </pc:sldChg>
    </pc:docChg>
  </pc:docChgLst>
  <pc:docChgLst>
    <pc:chgData name="이성규(SUNG GYU LEE)[sunggyulee]/선임/제조DX.제조DX솔루션.추적솔루션개발팀" userId="98dcb10c-4041-40a2-af36-ccf93803936b" providerId="ADAL" clId="{5CF697D7-E1B4-4178-A9BF-CEE1920008F8}"/>
    <pc:docChg chg="undo custSel addSld delSld modSld modSection">
      <pc:chgData name="이성규(SUNG GYU LEE)[sunggyulee]/선임/제조DX.제조DX솔루션.추적솔루션개발팀" userId="98dcb10c-4041-40a2-af36-ccf93803936b" providerId="ADAL" clId="{5CF697D7-E1B4-4178-A9BF-CEE1920008F8}" dt="2026-07-22T03:51:07.458" v="5556" actId="20577"/>
      <pc:docMkLst>
        <pc:docMk/>
      </pc:docMkLst>
      <pc:sldChg chg="addSp delSp modSp add mod">
        <pc:chgData name="이성규(SUNG GYU LEE)[sunggyulee]/선임/제조DX.제조DX솔루션.추적솔루션개발팀" userId="98dcb10c-4041-40a2-af36-ccf93803936b" providerId="ADAL" clId="{5CF697D7-E1B4-4178-A9BF-CEE1920008F8}" dt="2026-07-22T03:51:07.458" v="5556" actId="20577"/>
        <pc:sldMkLst>
          <pc:docMk/>
          <pc:sldMk cId="1126456928" sldId="283"/>
        </pc:sldMkLst>
        <pc:spChg chg="add mod">
          <ac:chgData name="이성규(SUNG GYU LEE)[sunggyulee]/선임/제조DX.제조DX솔루션.추적솔루션개발팀" userId="98dcb10c-4041-40a2-af36-ccf93803936b" providerId="ADAL" clId="{5CF697D7-E1B4-4178-A9BF-CEE1920008F8}" dt="2026-07-08T04:51:44.365" v="3108" actId="14100"/>
          <ac:spMkLst>
            <pc:docMk/>
            <pc:sldMk cId="1126456928" sldId="283"/>
            <ac:spMk id="2" creationId="{133A9335-2D69-1455-6744-A185E341C388}"/>
          </ac:spMkLst>
        </pc:spChg>
        <pc:spChg chg="add mod">
          <ac:chgData name="이성규(SUNG GYU LEE)[sunggyulee]/선임/제조DX.제조DX솔루션.추적솔루션개발팀" userId="98dcb10c-4041-40a2-af36-ccf93803936b" providerId="ADAL" clId="{5CF697D7-E1B4-4178-A9BF-CEE1920008F8}" dt="2026-07-08T04:55:50.176" v="3692" actId="20577"/>
          <ac:spMkLst>
            <pc:docMk/>
            <pc:sldMk cId="1126456928" sldId="283"/>
            <ac:spMk id="4" creationId="{653CF63B-8A0F-9A4E-F6A1-872E43EC0F6C}"/>
          </ac:spMkLst>
        </pc:spChg>
        <pc:spChg chg="mod">
          <ac:chgData name="이성규(SUNG GYU LEE)[sunggyulee]/선임/제조DX.제조DX솔루션.추적솔루션개발팀" userId="98dcb10c-4041-40a2-af36-ccf93803936b" providerId="ADAL" clId="{5CF697D7-E1B4-4178-A9BF-CEE1920008F8}" dt="2026-07-08T04:45:16.512" v="2025" actId="1035"/>
          <ac:spMkLst>
            <pc:docMk/>
            <pc:sldMk cId="1126456928" sldId="283"/>
            <ac:spMk id="11" creationId="{8B473AF3-4F53-6081-2F5F-07B69F19D515}"/>
          </ac:spMkLst>
        </pc:spChg>
        <pc:spChg chg="mod">
          <ac:chgData name="이성규(SUNG GYU LEE)[sunggyulee]/선임/제조DX.제조DX솔루션.추적솔루션개발팀" userId="98dcb10c-4041-40a2-af36-ccf93803936b" providerId="ADAL" clId="{5CF697D7-E1B4-4178-A9BF-CEE1920008F8}" dt="2026-07-08T04:45:16.512" v="2025" actId="1035"/>
          <ac:spMkLst>
            <pc:docMk/>
            <pc:sldMk cId="1126456928" sldId="283"/>
            <ac:spMk id="13" creationId="{B514AA7B-AD65-4019-FEC6-057C09352D95}"/>
          </ac:spMkLst>
        </pc:spChg>
        <pc:spChg chg="mod">
          <ac:chgData name="이성규(SUNG GYU LEE)[sunggyulee]/선임/제조DX.제조DX솔루션.추적솔루션개발팀" userId="98dcb10c-4041-40a2-af36-ccf93803936b" providerId="ADAL" clId="{5CF697D7-E1B4-4178-A9BF-CEE1920008F8}" dt="2026-07-08T04:53:31.097" v="3294" actId="207"/>
          <ac:spMkLst>
            <pc:docMk/>
            <pc:sldMk cId="1126456928" sldId="283"/>
            <ac:spMk id="22" creationId="{AC978154-7EE4-B3E4-7273-C27C017546CC}"/>
          </ac:spMkLst>
        </pc:spChg>
        <pc:spChg chg="mod">
          <ac:chgData name="이성규(SUNG GYU LEE)[sunggyulee]/선임/제조DX.제조DX솔루션.추적솔루션개발팀" userId="98dcb10c-4041-40a2-af36-ccf93803936b" providerId="ADAL" clId="{5CF697D7-E1B4-4178-A9BF-CEE1920008F8}" dt="2026-07-22T03:51:07.458" v="5556" actId="20577"/>
          <ac:spMkLst>
            <pc:docMk/>
            <pc:sldMk cId="1126456928" sldId="283"/>
            <ac:spMk id="24" creationId="{290D19FA-7BB4-92F5-9817-AEE6D76297EA}"/>
          </ac:spMkLst>
        </pc:spChg>
        <pc:spChg chg="mod">
          <ac:chgData name="이성규(SUNG GYU LEE)[sunggyulee]/선임/제조DX.제조DX솔루션.추적솔루션개발팀" userId="98dcb10c-4041-40a2-af36-ccf93803936b" providerId="ADAL" clId="{5CF697D7-E1B4-4178-A9BF-CEE1920008F8}" dt="2026-07-08T04:37:30.194" v="1813"/>
          <ac:spMkLst>
            <pc:docMk/>
            <pc:sldMk cId="1126456928" sldId="283"/>
            <ac:spMk id="25" creationId="{60D76996-98FD-144B-919D-994BC2766D5B}"/>
          </ac:spMkLst>
        </pc:spChg>
        <pc:spChg chg="mod">
          <ac:chgData name="이성규(SUNG GYU LEE)[sunggyulee]/선임/제조DX.제조DX솔루션.추적솔루션개발팀" userId="98dcb10c-4041-40a2-af36-ccf93803936b" providerId="ADAL" clId="{5CF697D7-E1B4-4178-A9BF-CEE1920008F8}" dt="2026-07-22T03:47:55.980" v="5252" actId="20577"/>
          <ac:spMkLst>
            <pc:docMk/>
            <pc:sldMk cId="1126456928" sldId="283"/>
            <ac:spMk id="28" creationId="{E65D9878-1DAC-1A30-E2EB-BFBD2FB54951}"/>
          </ac:spMkLst>
        </pc:spChg>
        <pc:graphicFrameChg chg="mod modGraphic">
          <ac:chgData name="이성규(SUNG GYU LEE)[sunggyulee]/선임/제조DX.제조DX솔루션.추적솔루션개발팀" userId="98dcb10c-4041-40a2-af36-ccf93803936b" providerId="ADAL" clId="{5CF697D7-E1B4-4178-A9BF-CEE1920008F8}" dt="2026-07-15T01:53:29.742" v="5057" actId="20577"/>
          <ac:graphicFrameMkLst>
            <pc:docMk/>
            <pc:sldMk cId="1126456928" sldId="283"/>
            <ac:graphicFrameMk id="23" creationId="{C3629C63-9BFE-5CD2-3665-DEC79D9C524D}"/>
          </ac:graphicFrameMkLst>
        </pc:graphicFrameChg>
        <pc:graphicFrameChg chg="mod modGraphic">
          <ac:chgData name="이성규(SUNG GYU LEE)[sunggyulee]/선임/제조DX.제조DX솔루션.추적솔루션개발팀" userId="98dcb10c-4041-40a2-af36-ccf93803936b" providerId="ADAL" clId="{5CF697D7-E1B4-4178-A9BF-CEE1920008F8}" dt="2026-07-08T04:45:16.512" v="2025" actId="1035"/>
          <ac:graphicFrameMkLst>
            <pc:docMk/>
            <pc:sldMk cId="1126456928" sldId="283"/>
            <ac:graphicFrameMk id="29" creationId="{5D7AC397-5499-04AF-CCEF-ADFED5726F6D}"/>
          </ac:graphicFrameMkLst>
        </pc:graphicFrameChg>
      </pc:sldChg>
      <pc:sldChg chg="modSp mod">
        <pc:chgData name="이성규(SUNG GYU LEE)[sunggyulee]/선임/제조DX.제조DX솔루션.추적솔루션개발팀" userId="98dcb10c-4041-40a2-af36-ccf93803936b" providerId="ADAL" clId="{5CF697D7-E1B4-4178-A9BF-CEE1920008F8}" dt="2026-07-22T03:46:30.593" v="5195" actId="207"/>
        <pc:sldMkLst>
          <pc:docMk/>
          <pc:sldMk cId="2130555548" sldId="2147481730"/>
        </pc:sldMkLst>
        <pc:spChg chg="mod">
          <ac:chgData name="이성규(SUNG GYU LEE)[sunggyulee]/선임/제조DX.제조DX솔루션.추적솔루션개발팀" userId="98dcb10c-4041-40a2-af36-ccf93803936b" providerId="ADAL" clId="{5CF697D7-E1B4-4178-A9BF-CEE1920008F8}" dt="2026-07-22T03:42:35.848" v="5168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성규(SUNG GYU LEE)[sunggyulee]/선임/제조DX.제조DX솔루션.추적솔루션개발팀" userId="98dcb10c-4041-40a2-af36-ccf93803936b" providerId="ADAL" clId="{5CF697D7-E1B4-4178-A9BF-CEE1920008F8}" dt="2026-07-22T03:42:32.690" v="5164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이성규(SUNG GYU LEE)[sunggyulee]/선임/제조DX.제조DX솔루션.추적솔루션개발팀" userId="98dcb10c-4041-40a2-af36-ccf93803936b" providerId="ADAL" clId="{5CF697D7-E1B4-4178-A9BF-CEE1920008F8}" dt="2026-07-22T03:46:30.593" v="5195" actId="20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</pc:docChg>
  </pc:docChgLst>
  <pc:docChgLst>
    <pc:chgData name="홍진표(JINPYO HONG)[jphong30]/사원/제조DX.제조DX솔루션.제조빅데이터분석2팀" userId="e81a1c56-9779-419d-942e-8803f0d0cdcc" providerId="ADAL" clId="{6934446A-F125-43C5-BE3D-3A760CB312E9}"/>
    <pc:docChg chg="undo redo custSel addSld modSld modSection">
      <pc:chgData name="홍진표(JINPYO HONG)[jphong30]/사원/제조DX.제조DX솔루션.제조빅데이터분석2팀" userId="e81a1c56-9779-419d-942e-8803f0d0cdcc" providerId="ADAL" clId="{6934446A-F125-43C5-BE3D-3A760CB312E9}" dt="2026-07-28T04:18:20.482" v="24348" actId="20577"/>
      <pc:docMkLst>
        <pc:docMk/>
      </pc:docMkLst>
      <pc:sldChg chg="addSp delSp modSp mod">
        <pc:chgData name="홍진표(JINPYO HONG)[jphong30]/사원/제조DX.제조DX솔루션.제조빅데이터분석2팀" userId="e81a1c56-9779-419d-942e-8803f0d0cdcc" providerId="ADAL" clId="{6934446A-F125-43C5-BE3D-3A760CB312E9}" dt="2026-07-28T04:18:20.482" v="24348" actId="20577"/>
        <pc:sldMkLst>
          <pc:docMk/>
          <pc:sldMk cId="2600994211" sldId="2147482703"/>
        </pc:sldMkLst>
        <pc:spChg chg="mod">
          <ac:chgData name="홍진표(JINPYO HONG)[jphong30]/사원/제조DX.제조DX솔루션.제조빅데이터분석2팀" userId="e81a1c56-9779-419d-942e-8803f0d0cdcc" providerId="ADAL" clId="{6934446A-F125-43C5-BE3D-3A760CB312E9}" dt="2026-07-28T04:16:27.931" v="24327" actId="20577"/>
          <ac:spMkLst>
            <pc:docMk/>
            <pc:sldMk cId="2600994211" sldId="2147482703"/>
            <ac:spMk id="2" creationId="{474F7B20-E525-5252-06A8-33122E4AA1B2}"/>
          </ac:spMkLst>
        </pc:spChg>
        <pc:spChg chg="add mod">
          <ac:chgData name="홍진표(JINPYO HONG)[jphong30]/사원/제조DX.제조DX솔루션.제조빅데이터분석2팀" userId="e81a1c56-9779-419d-942e-8803f0d0cdcc" providerId="ADAL" clId="{6934446A-F125-43C5-BE3D-3A760CB312E9}" dt="2026-07-21T04:55:17.748" v="23572" actId="1076"/>
          <ac:spMkLst>
            <pc:docMk/>
            <pc:sldMk cId="2600994211" sldId="2147482703"/>
            <ac:spMk id="7" creationId="{51767712-422B-928C-33B9-F9A128D8ECEB}"/>
          </ac:spMkLst>
        </pc:spChg>
        <pc:spChg chg="mod">
          <ac:chgData name="홍진표(JINPYO HONG)[jphong30]/사원/제조DX.제조DX솔루션.제조빅데이터분석2팀" userId="e81a1c56-9779-419d-942e-8803f0d0cdcc" providerId="ADAL" clId="{6934446A-F125-43C5-BE3D-3A760CB312E9}" dt="2026-07-28T04:18:20.482" v="24348" actId="20577"/>
          <ac:spMkLst>
            <pc:docMk/>
            <pc:sldMk cId="2600994211" sldId="2147482703"/>
            <ac:spMk id="9" creationId="{4076E1BC-B3CD-5791-2685-DE8FF8289A9F}"/>
          </ac:spMkLst>
        </pc:spChg>
        <pc:spChg chg="add mod">
          <ac:chgData name="홍진표(JINPYO HONG)[jphong30]/사원/제조DX.제조DX솔루션.제조빅데이터분석2팀" userId="e81a1c56-9779-419d-942e-8803f0d0cdcc" providerId="ADAL" clId="{6934446A-F125-43C5-BE3D-3A760CB312E9}" dt="2026-07-21T08:29:11.364" v="24000" actId="1076"/>
          <ac:spMkLst>
            <pc:docMk/>
            <pc:sldMk cId="2600994211" sldId="2147482703"/>
            <ac:spMk id="15" creationId="{04353C24-55B5-A584-E897-DDE324DB441F}"/>
          </ac:spMkLst>
        </pc:spChg>
        <pc:spChg chg="add mod">
          <ac:chgData name="홍진표(JINPYO HONG)[jphong30]/사원/제조DX.제조DX솔루션.제조빅데이터분석2팀" userId="e81a1c56-9779-419d-942e-8803f0d0cdcc" providerId="ADAL" clId="{6934446A-F125-43C5-BE3D-3A760CB312E9}" dt="2026-07-21T08:29:13.555" v="24001" actId="1076"/>
          <ac:spMkLst>
            <pc:docMk/>
            <pc:sldMk cId="2600994211" sldId="2147482703"/>
            <ac:spMk id="16" creationId="{08D7226B-2A56-6650-A491-B90EE75D2346}"/>
          </ac:spMkLst>
        </pc:spChg>
        <pc:spChg chg="mod">
          <ac:chgData name="홍진표(JINPYO HONG)[jphong30]/사원/제조DX.제조DX솔루션.제조빅데이터분석2팀" userId="e81a1c56-9779-419d-942e-8803f0d0cdcc" providerId="ADAL" clId="{6934446A-F125-43C5-BE3D-3A760CB312E9}" dt="2026-07-28T04:16:22.417" v="24323" actId="20577"/>
          <ac:spMkLst>
            <pc:docMk/>
            <pc:sldMk cId="2600994211" sldId="2147482703"/>
            <ac:spMk id="18" creationId="{CD6FE8C4-D3CA-4ACB-997B-147E1EDF00F6}"/>
          </ac:spMkLst>
        </pc:spChg>
        <pc:spChg chg="add mod">
          <ac:chgData name="홍진표(JINPYO HONG)[jphong30]/사원/제조DX.제조DX솔루션.제조빅데이터분석2팀" userId="e81a1c56-9779-419d-942e-8803f0d0cdcc" providerId="ADAL" clId="{6934446A-F125-43C5-BE3D-3A760CB312E9}" dt="2026-07-21T08:32:09.071" v="24040" actId="20577"/>
          <ac:spMkLst>
            <pc:docMk/>
            <pc:sldMk cId="2600994211" sldId="2147482703"/>
            <ac:spMk id="19" creationId="{11F01511-FD23-392E-88F7-CA21EBEB08DC}"/>
          </ac:spMkLst>
        </pc:spChg>
        <pc:grpChg chg="add mod">
          <ac:chgData name="홍진표(JINPYO HONG)[jphong30]/사원/제조DX.제조DX솔루션.제조빅데이터분석2팀" userId="e81a1c56-9779-419d-942e-8803f0d0cdcc" providerId="ADAL" clId="{6934446A-F125-43C5-BE3D-3A760CB312E9}" dt="2026-07-21T08:31:54.923" v="24006" actId="14100"/>
          <ac:grpSpMkLst>
            <pc:docMk/>
            <pc:sldMk cId="2600994211" sldId="2147482703"/>
            <ac:grpSpMk id="8" creationId="{4BC1518A-3B1F-3AB8-9231-BD4A0A0946AA}"/>
          </ac:grpSpMkLst>
        </pc:grpChg>
        <pc:graphicFrameChg chg="add del mod modGraphic">
          <ac:chgData name="홍진표(JINPYO HONG)[jphong30]/사원/제조DX.제조DX솔루션.제조빅데이터분석2팀" userId="e81a1c56-9779-419d-942e-8803f0d0cdcc" providerId="ADAL" clId="{6934446A-F125-43C5-BE3D-3A760CB312E9}" dt="2026-07-28T04:18:12.456" v="24340" actId="20577"/>
          <ac:graphicFrameMkLst>
            <pc:docMk/>
            <pc:sldMk cId="2600994211" sldId="2147482703"/>
            <ac:graphicFrameMk id="4" creationId="{339D7E23-5395-C397-C3B2-1E9BB9A73BF7}"/>
          </ac:graphicFrameMkLst>
        </pc:graphicFrameChg>
        <pc:graphicFrameChg chg="mod modGraphic">
          <ac:chgData name="홍진표(JINPYO HONG)[jphong30]/사원/제조DX.제조DX솔루션.제조빅데이터분석2팀" userId="e81a1c56-9779-419d-942e-8803f0d0cdcc" providerId="ADAL" clId="{6934446A-F125-43C5-BE3D-3A760CB312E9}" dt="2026-07-21T08:58:16.348" v="24321" actId="6549"/>
          <ac:graphicFrameMkLst>
            <pc:docMk/>
            <pc:sldMk cId="2600994211" sldId="2147482703"/>
            <ac:graphicFrameMk id="24" creationId="{CB1E1DE9-356B-4185-A911-636EBB599881}"/>
          </ac:graphicFrameMkLst>
        </pc:graphicFrameChg>
        <pc:picChg chg="add mod">
          <ac:chgData name="홍진표(JINPYO HONG)[jphong30]/사원/제조DX.제조DX솔루션.제조빅데이터분석2팀" userId="e81a1c56-9779-419d-942e-8803f0d0cdcc" providerId="ADAL" clId="{6934446A-F125-43C5-BE3D-3A760CB312E9}" dt="2026-07-21T04:54:56.634" v="23504" actId="1076"/>
          <ac:picMkLst>
            <pc:docMk/>
            <pc:sldMk cId="2600994211" sldId="2147482703"/>
            <ac:picMk id="6" creationId="{67A9D41E-7341-A3BC-9557-8D11DED3F05C}"/>
          </ac:picMkLst>
        </pc:picChg>
        <pc:picChg chg="mod">
          <ac:chgData name="홍진표(JINPYO HONG)[jphong30]/사원/제조DX.제조DX솔루션.제조빅데이터분석2팀" userId="e81a1c56-9779-419d-942e-8803f0d0cdcc" providerId="ADAL" clId="{6934446A-F125-43C5-BE3D-3A760CB312E9}" dt="2026-07-21T08:29:06.473" v="23997"/>
          <ac:picMkLst>
            <pc:docMk/>
            <pc:sldMk cId="2600994211" sldId="2147482703"/>
            <ac:picMk id="11" creationId="{8029B31F-A5D9-9434-EE9E-24A39D3A2FAB}"/>
          </ac:picMkLst>
        </pc:picChg>
        <pc:picChg chg="mod">
          <ac:chgData name="홍진표(JINPYO HONG)[jphong30]/사원/제조DX.제조DX솔루션.제조빅데이터분석2팀" userId="e81a1c56-9779-419d-942e-8803f0d0cdcc" providerId="ADAL" clId="{6934446A-F125-43C5-BE3D-3A760CB312E9}" dt="2026-07-21T08:29:06.473" v="23997"/>
          <ac:picMkLst>
            <pc:docMk/>
            <pc:sldMk cId="2600994211" sldId="2147482703"/>
            <ac:picMk id="13" creationId="{16C5D825-4330-CD55-467B-13F5E23708C3}"/>
          </ac:picMkLst>
        </pc:picChg>
      </pc:sldChg>
    </pc:docChg>
  </pc:docChgLst>
  <pc:docChgLst>
    <pc:chgData name="김민희(MINHEE KIM)[kimminhee]/사원/제조DX.제조DX솔루션.제조빅데이터분석2팀" userId="d494d07f-6512-440f-b92e-289b650ee4e9" providerId="ADAL" clId="{86C06962-F090-464E-92D2-7BB24A78952F}"/>
    <pc:docChg chg="custSel modSld">
      <pc:chgData name="김민희(MINHEE KIM)[kimminhee]/사원/제조DX.제조DX솔루션.제조빅데이터분석2팀" userId="d494d07f-6512-440f-b92e-289b650ee4e9" providerId="ADAL" clId="{86C06962-F090-464E-92D2-7BB24A78952F}" dt="2026-07-01T00:26:28.745" v="3" actId="207"/>
      <pc:docMkLst>
        <pc:docMk/>
      </pc:docMkLst>
      <pc:sldChg chg="modSp mod">
        <pc:chgData name="김민희(MINHEE KIM)[kimminhee]/사원/제조DX.제조DX솔루션.제조빅데이터분석2팀" userId="d494d07f-6512-440f-b92e-289b650ee4e9" providerId="ADAL" clId="{86C06962-F090-464E-92D2-7BB24A78952F}" dt="2026-07-01T00:26:28.745" v="3" actId="207"/>
        <pc:sldMkLst>
          <pc:docMk/>
          <pc:sldMk cId="637397627" sldId="272"/>
        </pc:sldMkLst>
        <pc:graphicFrameChg chg="modGraphic">
          <ac:chgData name="김민희(MINHEE KIM)[kimminhee]/사원/제조DX.제조DX솔루션.제조빅데이터분석2팀" userId="d494d07f-6512-440f-b92e-289b650ee4e9" providerId="ADAL" clId="{86C06962-F090-464E-92D2-7BB24A78952F}" dt="2026-07-01T00:26:28.745" v="3" actId="207"/>
          <ac:graphicFrameMkLst>
            <pc:docMk/>
            <pc:sldMk cId="637397627" sldId="272"/>
            <ac:graphicFrameMk id="2" creationId="{AC5B9146-E653-3420-3C27-002D839EC57B}"/>
          </ac:graphicFrameMkLst>
        </pc:graphicFrameChg>
        <pc:graphicFrameChg chg="modGraphic">
          <ac:chgData name="김민희(MINHEE KIM)[kimminhee]/사원/제조DX.제조DX솔루션.제조빅데이터분석2팀" userId="d494d07f-6512-440f-b92e-289b650ee4e9" providerId="ADAL" clId="{86C06962-F090-464E-92D2-7BB24A78952F}" dt="2026-07-01T00:25:33.729" v="1" actId="207"/>
          <ac:graphicFrameMkLst>
            <pc:docMk/>
            <pc:sldMk cId="637397627" sldId="272"/>
            <ac:graphicFrameMk id="7" creationId="{8F4AC270-697A-3B2A-E267-84779B3435EA}"/>
          </ac:graphicFrameMkLst>
        </pc:graphicFrameChg>
      </pc:sldChg>
    </pc:docChg>
  </pc:docChgLst>
  <pc:docChgLst>
    <pc:chgData name="이상익(SANGIK LEE)[sangik62.lee]/책임/제조DX.제조DX솔루션.제조빅데이터분석2팀" userId="13b0a8fe-68ef-4bde-a029-dfa0bba51a13" providerId="ADAL" clId="{B74A6C2B-37A4-498B-AF33-16058B845314}"/>
    <pc:docChg chg="undo redo custSel modSld">
      <pc:chgData name="이상익(SANGIK LEE)[sangik62.lee]/책임/제조DX.제조DX솔루션.제조빅데이터분석2팀" userId="13b0a8fe-68ef-4bde-a029-dfa0bba51a13" providerId="ADAL" clId="{B74A6C2B-37A4-498B-AF33-16058B845314}" dt="2026-07-28T04:19:40.768" v="4208"/>
      <pc:docMkLst>
        <pc:docMk/>
      </pc:docMkLst>
      <pc:sldChg chg="modSp mod">
        <pc:chgData name="이상익(SANGIK LEE)[sangik62.lee]/책임/제조DX.제조DX솔루션.제조빅데이터분석2팀" userId="13b0a8fe-68ef-4bde-a029-dfa0bba51a13" providerId="ADAL" clId="{B74A6C2B-37A4-498B-AF33-16058B845314}" dt="2026-07-14T06:42:47.624" v="3204" actId="6549"/>
        <pc:sldMkLst>
          <pc:docMk/>
          <pc:sldMk cId="3652226273" sldId="275"/>
        </pc:sldMkLst>
        <pc:graphicFrameChg chg="modGraphic">
          <ac:chgData name="이상익(SANGIK LEE)[sangik62.lee]/책임/제조DX.제조DX솔루션.제조빅데이터분석2팀" userId="13b0a8fe-68ef-4bde-a029-dfa0bba51a13" providerId="ADAL" clId="{B74A6C2B-37A4-498B-AF33-16058B845314}" dt="2026-07-14T06:42:47.624" v="3204" actId="6549"/>
          <ac:graphicFrameMkLst>
            <pc:docMk/>
            <pc:sldMk cId="3652226273" sldId="275"/>
            <ac:graphicFrameMk id="19" creationId="{3E86696F-E35A-4B06-9B46-63A4A6A986C1}"/>
          </ac:graphicFrameMkLst>
        </pc:graphicFrameChg>
      </pc:sldChg>
      <pc:sldChg chg="addSp delSp modSp mod">
        <pc:chgData name="이상익(SANGIK LEE)[sangik62.lee]/책임/제조DX.제조DX솔루션.제조빅데이터분석2팀" userId="13b0a8fe-68ef-4bde-a029-dfa0bba51a13" providerId="ADAL" clId="{B74A6C2B-37A4-498B-AF33-16058B845314}" dt="2026-07-01T00:52:18.358" v="2579" actId="20577"/>
        <pc:sldMkLst>
          <pc:docMk/>
          <pc:sldMk cId="2140725847" sldId="2147482218"/>
        </pc:sldMkLst>
        <pc:spChg chg="mod">
          <ac:chgData name="이상익(SANGIK LEE)[sangik62.lee]/책임/제조DX.제조DX솔루션.제조빅데이터분석2팀" userId="13b0a8fe-68ef-4bde-a029-dfa0bba51a13" providerId="ADAL" clId="{B74A6C2B-37A4-498B-AF33-16058B845314}" dt="2026-07-01T00:52:18.358" v="2579" actId="20577"/>
          <ac:spMkLst>
            <pc:docMk/>
            <pc:sldMk cId="2140725847" sldId="2147482218"/>
            <ac:spMk id="3" creationId="{0CC39962-AED9-0FD6-7F0C-29A8FBE67A4F}"/>
          </ac:spMkLst>
        </pc:spChg>
        <pc:graphicFrameChg chg="mod modGraphic">
          <ac:chgData name="이상익(SANGIK LEE)[sangik62.lee]/책임/제조DX.제조DX솔루션.제조빅데이터분석2팀" userId="13b0a8fe-68ef-4bde-a029-dfa0bba51a13" providerId="ADAL" clId="{B74A6C2B-37A4-498B-AF33-16058B845314}" dt="2026-07-01T00:51:34.635" v="2494" actId="207"/>
          <ac:graphicFrameMkLst>
            <pc:docMk/>
            <pc:sldMk cId="2140725847" sldId="2147482218"/>
            <ac:graphicFrameMk id="5" creationId="{82FF80D0-B068-2EC6-0869-A9A2414E2938}"/>
          </ac:graphicFrameMkLst>
        </pc:graphicFrameChg>
        <pc:graphicFrameChg chg="mod modGraphic">
          <ac:chgData name="이상익(SANGIK LEE)[sangik62.lee]/책임/제조DX.제조DX솔루션.제조빅데이터분석2팀" userId="13b0a8fe-68ef-4bde-a029-dfa0bba51a13" providerId="ADAL" clId="{B74A6C2B-37A4-498B-AF33-16058B845314}" dt="2026-07-01T00:52:04.203" v="2574" actId="207"/>
          <ac:graphicFrameMkLst>
            <pc:docMk/>
            <pc:sldMk cId="2140725847" sldId="2147482218"/>
            <ac:graphicFrameMk id="19" creationId="{3E86696F-E35A-4B06-9B46-63A4A6A986C1}"/>
          </ac:graphicFrameMkLst>
        </pc:graphicFrameChg>
      </pc:sldChg>
      <pc:sldChg chg="addSp modSp mod">
        <pc:chgData name="이상익(SANGIK LEE)[sangik62.lee]/책임/제조DX.제조DX솔루션.제조빅데이터분석2팀" userId="13b0a8fe-68ef-4bde-a029-dfa0bba51a13" providerId="ADAL" clId="{B74A6C2B-37A4-498B-AF33-16058B845314}" dt="2026-07-28T04:19:40.768" v="4208"/>
        <pc:sldMkLst>
          <pc:docMk/>
          <pc:sldMk cId="3803082211" sldId="2147482219"/>
        </pc:sldMkLst>
        <pc:spChg chg="add mod">
          <ac:chgData name="이상익(SANGIK LEE)[sangik62.lee]/책임/제조DX.제조DX솔루션.제조빅데이터분석2팀" userId="13b0a8fe-68ef-4bde-a029-dfa0bba51a13" providerId="ADAL" clId="{B74A6C2B-37A4-498B-AF33-16058B845314}" dt="2026-07-22T05:10:40.030" v="3980" actId="20577"/>
          <ac:spMkLst>
            <pc:docMk/>
            <pc:sldMk cId="3803082211" sldId="2147482219"/>
            <ac:spMk id="2" creationId="{84AA196B-BB53-D1FB-D509-4AC31DF074AB}"/>
          </ac:spMkLst>
        </pc:spChg>
        <pc:spChg chg="add mod">
          <ac:chgData name="이상익(SANGIK LEE)[sangik62.lee]/책임/제조DX.제조DX솔루션.제조빅데이터분석2팀" userId="13b0a8fe-68ef-4bde-a029-dfa0bba51a13" providerId="ADAL" clId="{B74A6C2B-37A4-498B-AF33-16058B845314}" dt="2026-07-01T00:23:38.277" v="2383" actId="1036"/>
          <ac:spMkLst>
            <pc:docMk/>
            <pc:sldMk cId="3803082211" sldId="2147482219"/>
            <ac:spMk id="3" creationId="{2C6A8FF8-5FB3-EC08-7ECA-003634139B3C}"/>
          </ac:spMkLst>
        </pc:spChg>
        <pc:spChg chg="add mod">
          <ac:chgData name="이상익(SANGIK LEE)[sangik62.lee]/책임/제조DX.제조DX솔루션.제조빅데이터분석2팀" userId="13b0a8fe-68ef-4bde-a029-dfa0bba51a13" providerId="ADAL" clId="{B74A6C2B-37A4-498B-AF33-16058B845314}" dt="2026-07-22T05:08:01.710" v="3913" actId="6549"/>
          <ac:spMkLst>
            <pc:docMk/>
            <pc:sldMk cId="3803082211" sldId="2147482219"/>
            <ac:spMk id="4" creationId="{8321D513-747A-649C-8CE5-1009EFEA333F}"/>
          </ac:spMkLst>
        </pc:spChg>
        <pc:spChg chg="mod">
          <ac:chgData name="이상익(SANGIK LEE)[sangik62.lee]/책임/제조DX.제조DX솔루션.제조빅데이터분석2팀" userId="13b0a8fe-68ef-4bde-a029-dfa0bba51a13" providerId="ADAL" clId="{B74A6C2B-37A4-498B-AF33-16058B845314}" dt="2026-07-28T04:19:40.768" v="4208"/>
          <ac:spMkLst>
            <pc:docMk/>
            <pc:sldMk cId="3803082211" sldId="2147482219"/>
            <ac:spMk id="9" creationId="{00000000-0000-0000-0000-000000000000}"/>
          </ac:spMkLst>
        </pc:spChg>
        <pc:graphicFrameChg chg="mod modGraphic">
          <ac:chgData name="이상익(SANGIK LEE)[sangik62.lee]/책임/제조DX.제조DX솔루션.제조빅데이터분석2팀" userId="13b0a8fe-68ef-4bde-a029-dfa0bba51a13" providerId="ADAL" clId="{B74A6C2B-37A4-498B-AF33-16058B845314}" dt="2026-07-22T05:02:54.336" v="3895" actId="20577"/>
          <ac:graphicFrameMkLst>
            <pc:docMk/>
            <pc:sldMk cId="3803082211" sldId="2147482219"/>
            <ac:graphicFrameMk id="12" creationId="{1E69F660-EF93-3921-C896-45CFA3882284}"/>
          </ac:graphicFrameMkLst>
        </pc:graphicFrameChg>
        <pc:graphicFrameChg chg="mod modGraphic">
          <ac:chgData name="이상익(SANGIK LEE)[sangik62.lee]/책임/제조DX.제조DX솔루션.제조빅데이터분석2팀" userId="13b0a8fe-68ef-4bde-a029-dfa0bba51a13" providerId="ADAL" clId="{B74A6C2B-37A4-498B-AF33-16058B845314}" dt="2026-07-22T05:32:24.956" v="4201" actId="6549"/>
          <ac:graphicFrameMkLst>
            <pc:docMk/>
            <pc:sldMk cId="3803082211" sldId="2147482219"/>
            <ac:graphicFrameMk id="19" creationId="{3E86696F-E35A-4B06-9B46-63A4A6A986C1}"/>
          </ac:graphicFrameMkLst>
        </pc:graphicFrameChg>
      </pc:sldChg>
      <pc:sldChg chg="modSp mod">
        <pc:chgData name="이상익(SANGIK LEE)[sangik62.lee]/책임/제조DX.제조DX솔루션.제조빅데이터분석2팀" userId="13b0a8fe-68ef-4bde-a029-dfa0bba51a13" providerId="ADAL" clId="{B74A6C2B-37A4-498B-AF33-16058B845314}" dt="2026-07-01T05:19:54.104" v="2593"/>
        <pc:sldMkLst>
          <pc:docMk/>
          <pc:sldMk cId="2470925023" sldId="2147482223"/>
        </pc:sldMkLst>
        <pc:spChg chg="mod">
          <ac:chgData name="이상익(SANGIK LEE)[sangik62.lee]/책임/제조DX.제조DX솔루션.제조빅데이터분석2팀" userId="13b0a8fe-68ef-4bde-a029-dfa0bba51a13" providerId="ADAL" clId="{B74A6C2B-37A4-498B-AF33-16058B845314}" dt="2026-07-01T05:19:54.104" v="2593"/>
          <ac:spMkLst>
            <pc:docMk/>
            <pc:sldMk cId="2470925023" sldId="2147482223"/>
            <ac:spMk id="18" creationId="{CD6FE8C4-D3CA-4ACB-997B-147E1EDF00F6}"/>
          </ac:spMkLst>
        </pc:spChg>
      </pc:sldChg>
      <pc:sldChg chg="modSp mod">
        <pc:chgData name="이상익(SANGIK LEE)[sangik62.lee]/책임/제조DX.제조DX솔루션.제조빅데이터분석2팀" userId="13b0a8fe-68ef-4bde-a029-dfa0bba51a13" providerId="ADAL" clId="{B74A6C2B-37A4-498B-AF33-16058B845314}" dt="2026-07-01T05:19:50.003" v="2589"/>
        <pc:sldMkLst>
          <pc:docMk/>
          <pc:sldMk cId="1583628032" sldId="2147482224"/>
        </pc:sldMkLst>
        <pc:spChg chg="mod">
          <ac:chgData name="이상익(SANGIK LEE)[sangik62.lee]/책임/제조DX.제조DX솔루션.제조빅데이터분석2팀" userId="13b0a8fe-68ef-4bde-a029-dfa0bba51a13" providerId="ADAL" clId="{B74A6C2B-37A4-498B-AF33-16058B845314}" dt="2026-07-01T05:19:50.003" v="2589"/>
          <ac:spMkLst>
            <pc:docMk/>
            <pc:sldMk cId="1583628032" sldId="2147482224"/>
            <ac:spMk id="18" creationId="{CD6FE8C4-D3CA-4ACB-997B-147E1EDF00F6}"/>
          </ac:spMkLst>
        </pc:spChg>
      </pc:sldChg>
      <pc:sldChg chg="addSp modSp mod">
        <pc:chgData name="이상익(SANGIK LEE)[sangik62.lee]/책임/제조DX.제조DX솔루션.제조빅데이터분석2팀" userId="13b0a8fe-68ef-4bde-a029-dfa0bba51a13" providerId="ADAL" clId="{B74A6C2B-37A4-498B-AF33-16058B845314}" dt="2026-07-01T05:20:12.496" v="2605"/>
        <pc:sldMkLst>
          <pc:docMk/>
          <pc:sldMk cId="2163506278" sldId="2147482693"/>
        </pc:sldMkLst>
        <pc:spChg chg="mod">
          <ac:chgData name="이상익(SANGIK LEE)[sangik62.lee]/책임/제조DX.제조DX솔루션.제조빅데이터분석2팀" userId="13b0a8fe-68ef-4bde-a029-dfa0bba51a13" providerId="ADAL" clId="{B74A6C2B-37A4-498B-AF33-16058B845314}" dt="2026-07-01T05:20:12.496" v="2605"/>
          <ac:spMkLst>
            <pc:docMk/>
            <pc:sldMk cId="2163506278" sldId="2147482693"/>
            <ac:spMk id="18" creationId="{CD6FE8C4-D3CA-4ACB-997B-147E1EDF00F6}"/>
          </ac:spMkLst>
        </pc:spChg>
      </pc:sldChg>
      <pc:sldChg chg="modSp mod">
        <pc:chgData name="이상익(SANGIK LEE)[sangik62.lee]/책임/제조DX.제조DX솔루션.제조빅데이터분석2팀" userId="13b0a8fe-68ef-4bde-a029-dfa0bba51a13" providerId="ADAL" clId="{B74A6C2B-37A4-498B-AF33-16058B845314}" dt="2026-07-01T05:20:02.189" v="2597"/>
        <pc:sldMkLst>
          <pc:docMk/>
          <pc:sldMk cId="2600994211" sldId="2147482703"/>
        </pc:sldMkLst>
        <pc:spChg chg="mod">
          <ac:chgData name="이상익(SANGIK LEE)[sangik62.lee]/책임/제조DX.제조DX솔루션.제조빅데이터분석2팀" userId="13b0a8fe-68ef-4bde-a029-dfa0bba51a13" providerId="ADAL" clId="{B74A6C2B-37A4-498B-AF33-16058B845314}" dt="2026-07-01T05:20:02.189" v="2597"/>
          <ac:spMkLst>
            <pc:docMk/>
            <pc:sldMk cId="2600994211" sldId="2147482703"/>
            <ac:spMk id="18" creationId="{CD6FE8C4-D3CA-4ACB-997B-147E1EDF00F6}"/>
          </ac:spMkLst>
        </pc:spChg>
      </pc:sldChg>
    </pc:docChg>
  </pc:docChgLst>
  <pc:docChgLst>
    <pc:chgData name="안태규(TAEKYU AN)[bigatk]/책임/제조DX.제조DX솔루션.제조빅데이터분석1팀" userId="dea7995d-94bc-4ef6-a5a4-edf7a1472420" providerId="ADAL" clId="{BCC7E87E-8EAF-44A3-B9DB-6B8F1637A6F0}"/>
    <pc:docChg chg="undo custSel modSld">
      <pc:chgData name="안태규(TAEKYU AN)[bigatk]/책임/제조DX.제조DX솔루션.제조빅데이터분석1팀" userId="dea7995d-94bc-4ef6-a5a4-edf7a1472420" providerId="ADAL" clId="{BCC7E87E-8EAF-44A3-B9DB-6B8F1637A6F0}" dt="2026-07-15T01:02:49.935" v="1333" actId="1035"/>
      <pc:docMkLst>
        <pc:docMk/>
      </pc:docMkLst>
      <pc:sldChg chg="addSp modSp mod">
        <pc:chgData name="안태규(TAEKYU AN)[bigatk]/책임/제조DX.제조DX솔루션.제조빅데이터분석1팀" userId="dea7995d-94bc-4ef6-a5a4-edf7a1472420" providerId="ADAL" clId="{BCC7E87E-8EAF-44A3-B9DB-6B8F1637A6F0}" dt="2026-07-15T01:02:49.935" v="1333" actId="1035"/>
        <pc:sldMkLst>
          <pc:docMk/>
          <pc:sldMk cId="2407900480" sldId="291"/>
        </pc:sldMkLst>
        <pc:spChg chg="mod">
          <ac:chgData name="안태규(TAEKYU AN)[bigatk]/책임/제조DX.제조DX솔루션.제조빅데이터분석1팀" userId="dea7995d-94bc-4ef6-a5a4-edf7a1472420" providerId="ADAL" clId="{BCC7E87E-8EAF-44A3-B9DB-6B8F1637A6F0}" dt="2026-07-15T01:02:08.735" v="1233" actId="20577"/>
          <ac:spMkLst>
            <pc:docMk/>
            <pc:sldMk cId="2407900480" sldId="291"/>
            <ac:spMk id="3" creationId="{0CC39962-AED9-0FD6-7F0C-29A8FBE67A4F}"/>
          </ac:spMkLst>
        </pc:spChg>
        <pc:graphicFrameChg chg="mod modGraphic">
          <ac:chgData name="안태규(TAEKYU AN)[bigatk]/책임/제조DX.제조DX솔루션.제조빅데이터분석1팀" userId="dea7995d-94bc-4ef6-a5a4-edf7a1472420" providerId="ADAL" clId="{BCC7E87E-8EAF-44A3-B9DB-6B8F1637A6F0}" dt="2026-07-15T01:02:49.935" v="1333" actId="1035"/>
          <ac:graphicFrameMkLst>
            <pc:docMk/>
            <pc:sldMk cId="2407900480" sldId="291"/>
            <ac:graphicFrameMk id="19" creationId="{3E86696F-E35A-4B06-9B46-63A4A6A986C1}"/>
          </ac:graphicFrameMkLst>
        </pc:graphicFrameChg>
        <pc:picChg chg="add mod">
          <ac:chgData name="안태규(TAEKYU AN)[bigatk]/책임/제조DX.제조DX솔루션.제조빅데이터분석1팀" userId="dea7995d-94bc-4ef6-a5a4-edf7a1472420" providerId="ADAL" clId="{BCC7E87E-8EAF-44A3-B9DB-6B8F1637A6F0}" dt="2026-07-15T00:59:46.300" v="1093" actId="1076"/>
          <ac:picMkLst>
            <pc:docMk/>
            <pc:sldMk cId="2407900480" sldId="291"/>
            <ac:picMk id="12" creationId="{6D00E680-02A0-602D-C25F-280023A00FC9}"/>
          </ac:picMkLst>
        </pc:picChg>
        <pc:picChg chg="mod">
          <ac:chgData name="안태규(TAEKYU AN)[bigatk]/책임/제조DX.제조DX솔루션.제조빅데이터분석1팀" userId="dea7995d-94bc-4ef6-a5a4-edf7a1472420" providerId="ADAL" clId="{BCC7E87E-8EAF-44A3-B9DB-6B8F1637A6F0}" dt="2026-07-15T00:59:40.346" v="1091" actId="1076"/>
          <ac:picMkLst>
            <pc:docMk/>
            <pc:sldMk cId="2407900480" sldId="291"/>
            <ac:picMk id="16" creationId="{009A2E56-F6C9-4B35-D9BE-6AA44D6C3408}"/>
          </ac:picMkLst>
        </pc:picChg>
        <pc:picChg chg="add mod">
          <ac:chgData name="안태규(TAEKYU AN)[bigatk]/책임/제조DX.제조DX솔루션.제조빅데이터분석1팀" userId="dea7995d-94bc-4ef6-a5a4-edf7a1472420" providerId="ADAL" clId="{BCC7E87E-8EAF-44A3-B9DB-6B8F1637A6F0}" dt="2026-07-15T01:01:06.649" v="1166" actId="14100"/>
          <ac:picMkLst>
            <pc:docMk/>
            <pc:sldMk cId="2407900480" sldId="291"/>
            <ac:picMk id="23" creationId="{9C3F39AA-FAF3-9D45-609D-2EC66483973F}"/>
          </ac:picMkLst>
        </pc:picChg>
        <pc:cxnChg chg="mod">
          <ac:chgData name="안태규(TAEKYU AN)[bigatk]/책임/제조DX.제조DX솔루션.제조빅데이터분석1팀" userId="dea7995d-94bc-4ef6-a5a4-edf7a1472420" providerId="ADAL" clId="{BCC7E87E-8EAF-44A3-B9DB-6B8F1637A6F0}" dt="2026-07-15T00:59:43.211" v="1092" actId="14100"/>
          <ac:cxnSpMkLst>
            <pc:docMk/>
            <pc:sldMk cId="2407900480" sldId="291"/>
            <ac:cxnSpMk id="17" creationId="{B996253B-85D1-FE58-99B3-CA9FEA008B64}"/>
          </ac:cxnSpMkLst>
        </pc:cxnChg>
        <pc:cxnChg chg="add mod">
          <ac:chgData name="안태규(TAEKYU AN)[bigatk]/책임/제조DX.제조DX솔루션.제조빅데이터분석1팀" userId="dea7995d-94bc-4ef6-a5a4-edf7a1472420" providerId="ADAL" clId="{BCC7E87E-8EAF-44A3-B9DB-6B8F1637A6F0}" dt="2026-07-15T01:01:37.418" v="1168" actId="208"/>
          <ac:cxnSpMkLst>
            <pc:docMk/>
            <pc:sldMk cId="2407900480" sldId="291"/>
            <ac:cxnSpMk id="25" creationId="{68F07F8F-8049-BFAA-72E2-38AF12F4697B}"/>
          </ac:cxnSpMkLst>
        </pc:cxnChg>
      </pc:sldChg>
      <pc:sldChg chg="addSp delSp modSp mod">
        <pc:chgData name="안태규(TAEKYU AN)[bigatk]/책임/제조DX.제조DX솔루션.제조빅데이터분석1팀" userId="dea7995d-94bc-4ef6-a5a4-edf7a1472420" providerId="ADAL" clId="{BCC7E87E-8EAF-44A3-B9DB-6B8F1637A6F0}" dt="2026-07-15T00:55:50.709" v="1083" actId="20577"/>
        <pc:sldMkLst>
          <pc:docMk/>
          <pc:sldMk cId="1669129858" sldId="303"/>
        </pc:sldMkLst>
        <pc:spChg chg="mod">
          <ac:chgData name="안태규(TAEKYU AN)[bigatk]/책임/제조DX.제조DX솔루션.제조빅데이터분석1팀" userId="dea7995d-94bc-4ef6-a5a4-edf7a1472420" providerId="ADAL" clId="{BCC7E87E-8EAF-44A3-B9DB-6B8F1637A6F0}" dt="2026-07-15T00:32:54.655" v="604" actId="20577"/>
          <ac:spMkLst>
            <pc:docMk/>
            <pc:sldMk cId="1669129858" sldId="303"/>
            <ac:spMk id="3" creationId="{0CC39962-AED9-0FD6-7F0C-29A8FBE67A4F}"/>
          </ac:spMkLst>
        </pc:spChg>
        <pc:graphicFrameChg chg="add mod modGraphic">
          <ac:chgData name="안태규(TAEKYU AN)[bigatk]/책임/제조DX.제조DX솔루션.제조빅데이터분석1팀" userId="dea7995d-94bc-4ef6-a5a4-edf7a1472420" providerId="ADAL" clId="{BCC7E87E-8EAF-44A3-B9DB-6B8F1637A6F0}" dt="2026-07-15T00:55:28.481" v="1037" actId="14100"/>
          <ac:graphicFrameMkLst>
            <pc:docMk/>
            <pc:sldMk cId="1669129858" sldId="303"/>
            <ac:graphicFrameMk id="17" creationId="{FEEE26C9-750D-94F3-19C6-43DA55C81593}"/>
          </ac:graphicFrameMkLst>
        </pc:graphicFrameChg>
        <pc:graphicFrameChg chg="mod modGraphic">
          <ac:chgData name="안태규(TAEKYU AN)[bigatk]/책임/제조DX.제조DX솔루션.제조빅데이터분석1팀" userId="dea7995d-94bc-4ef6-a5a4-edf7a1472420" providerId="ADAL" clId="{BCC7E87E-8EAF-44A3-B9DB-6B8F1637A6F0}" dt="2026-07-15T00:55:50.709" v="1083" actId="20577"/>
          <ac:graphicFrameMkLst>
            <pc:docMk/>
            <pc:sldMk cId="1669129858" sldId="303"/>
            <ac:graphicFrameMk id="19" creationId="{3E86696F-E35A-4B06-9B46-63A4A6A986C1}"/>
          </ac:graphicFrameMkLst>
        </pc:graphicFrameChg>
      </pc:sldChg>
      <pc:sldChg chg="modSp mod">
        <pc:chgData name="안태규(TAEKYU AN)[bigatk]/책임/제조DX.제조DX솔루션.제조빅데이터분석1팀" userId="dea7995d-94bc-4ef6-a5a4-edf7a1472420" providerId="ADAL" clId="{BCC7E87E-8EAF-44A3-B9DB-6B8F1637A6F0}" dt="2026-07-15T00:25:31.242" v="197" actId="207"/>
        <pc:sldMkLst>
          <pc:docMk/>
          <pc:sldMk cId="3433858500" sldId="2147482257"/>
        </pc:sldMkLst>
        <pc:graphicFrameChg chg="mod modGraphic">
          <ac:chgData name="안태규(TAEKYU AN)[bigatk]/책임/제조DX.제조DX솔루션.제조빅데이터분석1팀" userId="dea7995d-94bc-4ef6-a5a4-edf7a1472420" providerId="ADAL" clId="{BCC7E87E-8EAF-44A3-B9DB-6B8F1637A6F0}" dt="2026-07-15T00:25:31.242" v="197" actId="20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</pc:sldChg>
      <pc:sldChg chg="modSp mod">
        <pc:chgData name="안태규(TAEKYU AN)[bigatk]/책임/제조DX.제조DX솔루션.제조빅데이터분석1팀" userId="dea7995d-94bc-4ef6-a5a4-edf7a1472420" providerId="ADAL" clId="{BCC7E87E-8EAF-44A3-B9DB-6B8F1637A6F0}" dt="2026-07-15T00:16:28.676" v="0" actId="1076"/>
        <pc:sldMkLst>
          <pc:docMk/>
          <pc:sldMk cId="3393013521" sldId="2147482258"/>
        </pc:sldMkLst>
        <pc:spChg chg="mod">
          <ac:chgData name="안태규(TAEKYU AN)[bigatk]/책임/제조DX.제조DX솔루션.제조빅데이터분석1팀" userId="dea7995d-94bc-4ef6-a5a4-edf7a1472420" providerId="ADAL" clId="{BCC7E87E-8EAF-44A3-B9DB-6B8F1637A6F0}" dt="2026-07-15T00:16:28.676" v="0" actId="1076"/>
          <ac:spMkLst>
            <pc:docMk/>
            <pc:sldMk cId="3393013521" sldId="2147482258"/>
            <ac:spMk id="6" creationId="{02CE0BA8-6AB4-36A3-D2FE-9D10264EF838}"/>
          </ac:spMkLst>
        </pc:spChg>
      </pc:sldChg>
      <pc:sldChg chg="modSp mod">
        <pc:chgData name="안태규(TAEKYU AN)[bigatk]/책임/제조DX.제조DX솔루션.제조빅데이터분석1팀" userId="dea7995d-94bc-4ef6-a5a4-edf7a1472420" providerId="ADAL" clId="{BCC7E87E-8EAF-44A3-B9DB-6B8F1637A6F0}" dt="2026-07-15T00:45:02.959" v="977" actId="20577"/>
        <pc:sldMkLst>
          <pc:docMk/>
          <pc:sldMk cId="693105532" sldId="2147482685"/>
        </pc:sldMkLst>
        <pc:spChg chg="mod">
          <ac:chgData name="안태규(TAEKYU AN)[bigatk]/책임/제조DX.제조DX솔루션.제조빅데이터분석1팀" userId="dea7995d-94bc-4ef6-a5a4-edf7a1472420" providerId="ADAL" clId="{BCC7E87E-8EAF-44A3-B9DB-6B8F1637A6F0}" dt="2026-07-15T00:45:02.959" v="977" actId="20577"/>
          <ac:spMkLst>
            <pc:docMk/>
            <pc:sldMk cId="693105532" sldId="2147482685"/>
            <ac:spMk id="3" creationId="{0CC39962-AED9-0FD6-7F0C-29A8FBE67A4F}"/>
          </ac:spMkLst>
        </pc:spChg>
      </pc:sldChg>
    </pc:docChg>
  </pc:docChgLst>
  <pc:docChgLst>
    <pc:chgData name="고광하(GWANGHA GO)[finebyme]/사원/제조DX.제조DX솔루션.제조빅데이터분석1팀" userId="S::finebyme@lgensol.com::abb226db-893f-4ba8-92cf-5b24053b6ea0" providerId="AD" clId="Web-{F0EA843A-2AE5-C9E9-2BD8-9F90DE694141}"/>
    <pc:docChg chg="modSld">
      <pc:chgData name="고광하(GWANGHA GO)[finebyme]/사원/제조DX.제조DX솔루션.제조빅데이터분석1팀" userId="S::finebyme@lgensol.com::abb226db-893f-4ba8-92cf-5b24053b6ea0" providerId="AD" clId="Web-{F0EA843A-2AE5-C9E9-2BD8-9F90DE694141}" dt="2026-07-15T08:03:09.110" v="125"/>
      <pc:docMkLst>
        <pc:docMk/>
      </pc:docMkLst>
      <pc:sldChg chg="modSp">
        <pc:chgData name="고광하(GWANGHA GO)[finebyme]/사원/제조DX.제조DX솔루션.제조빅데이터분석1팀" userId="S::finebyme@lgensol.com::abb226db-893f-4ba8-92cf-5b24053b6ea0" providerId="AD" clId="Web-{F0EA843A-2AE5-C9E9-2BD8-9F90DE694141}" dt="2026-07-15T08:03:09.110" v="125"/>
        <pc:sldMkLst>
          <pc:docMk/>
          <pc:sldMk cId="4069405983" sldId="297"/>
        </pc:sldMkLst>
        <pc:graphicFrameChg chg="mod modGraphic">
          <ac:chgData name="고광하(GWANGHA GO)[finebyme]/사원/제조DX.제조DX솔루션.제조빅데이터분석1팀" userId="S::finebyme@lgensol.com::abb226db-893f-4ba8-92cf-5b24053b6ea0" providerId="AD" clId="Web-{F0EA843A-2AE5-C9E9-2BD8-9F90DE694141}" dt="2026-07-15T08:03:09.110" v="125"/>
          <ac:graphicFrameMkLst>
            <pc:docMk/>
            <pc:sldMk cId="4069405983" sldId="297"/>
            <ac:graphicFrameMk id="2" creationId="{1B328436-563D-910D-A106-E92841203CA3}"/>
          </ac:graphicFrameMkLst>
        </pc:graphicFrameChg>
      </pc:sldChg>
    </pc:docChg>
  </pc:docChgLst>
  <pc:docChgLst>
    <pc:chgData name="박위대(WI DAE PARK)[widae]/팀장/제조DX.제조DX솔루션.제조빅데이터분석1팀" userId="3cfa7188-e76a-49be-bfbb-63c3f45a9cc3" providerId="ADAL" clId="{2B5CDDED-CC80-4825-8D97-987A2D65F4DC}"/>
    <pc:docChg chg="undo custSel modSld">
      <pc:chgData name="박위대(WI DAE PARK)[widae]/팀장/제조DX.제조DX솔루션.제조빅데이터분석1팀" userId="3cfa7188-e76a-49be-bfbb-63c3f45a9cc3" providerId="ADAL" clId="{2B5CDDED-CC80-4825-8D97-987A2D65F4DC}" dt="2026-07-01T09:15:45.500" v="6329" actId="478"/>
      <pc:docMkLst>
        <pc:docMk/>
      </pc:docMkLst>
      <pc:sldChg chg="addSp delSp modSp mod">
        <pc:chgData name="박위대(WI DAE PARK)[widae]/팀장/제조DX.제조DX솔루션.제조빅데이터분석1팀" userId="3cfa7188-e76a-49be-bfbb-63c3f45a9cc3" providerId="ADAL" clId="{2B5CDDED-CC80-4825-8D97-987A2D65F4DC}" dt="2026-07-01T09:15:45.500" v="6329" actId="478"/>
        <pc:sldMkLst>
          <pc:docMk/>
          <pc:sldMk cId="3138319042" sldId="2147482201"/>
        </pc:sldMkLst>
        <pc:spChg chg="mod">
          <ac:chgData name="박위대(WI DAE PARK)[widae]/팀장/제조DX.제조DX솔루션.제조빅데이터분석1팀" userId="3cfa7188-e76a-49be-bfbb-63c3f45a9cc3" providerId="ADAL" clId="{2B5CDDED-CC80-4825-8D97-987A2D65F4DC}" dt="2026-07-01T05:38:47.997" v="6" actId="20577"/>
          <ac:spMkLst>
            <pc:docMk/>
            <pc:sldMk cId="3138319042" sldId="2147482201"/>
            <ac:spMk id="3" creationId="{C0F77D9C-1101-3AB9-AE82-901AE6A76C0E}"/>
          </ac:spMkLst>
        </pc:spChg>
        <pc:spChg chg="mod">
          <ac:chgData name="박위대(WI DAE PARK)[widae]/팀장/제조DX.제조DX솔루션.제조빅데이터분석1팀" userId="3cfa7188-e76a-49be-bfbb-63c3f45a9cc3" providerId="ADAL" clId="{2B5CDDED-CC80-4825-8D97-987A2D65F4DC}" dt="2026-07-01T09:15:10.018" v="6328" actId="20577"/>
          <ac:spMkLst>
            <pc:docMk/>
            <pc:sldMk cId="3138319042" sldId="2147482201"/>
            <ac:spMk id="17" creationId="{6C3BBE40-7449-303A-D8D1-336D49270DB6}"/>
          </ac:spMkLst>
        </pc:spChg>
      </pc:sldChg>
      <pc:sldChg chg="addSp delSp modSp mod">
        <pc:chgData name="박위대(WI DAE PARK)[widae]/팀장/제조DX.제조DX솔루션.제조빅데이터분석1팀" userId="3cfa7188-e76a-49be-bfbb-63c3f45a9cc3" providerId="ADAL" clId="{2B5CDDED-CC80-4825-8D97-987A2D65F4DC}" dt="2026-07-01T08:45:31.211" v="4752" actId="478"/>
        <pc:sldMkLst>
          <pc:docMk/>
          <pc:sldMk cId="3393013521" sldId="2147482258"/>
        </pc:sldMkLst>
        <pc:spChg chg="mod">
          <ac:chgData name="박위대(WI DAE PARK)[widae]/팀장/제조DX.제조DX솔루션.제조빅데이터분석1팀" userId="3cfa7188-e76a-49be-bfbb-63c3f45a9cc3" providerId="ADAL" clId="{2B5CDDED-CC80-4825-8D97-987A2D65F4DC}" dt="2026-07-01T08:45:27.705" v="4751" actId="207"/>
          <ac:spMkLst>
            <pc:docMk/>
            <pc:sldMk cId="3393013521" sldId="2147482258"/>
            <ac:spMk id="3" creationId="{9693D0C0-D94B-D08F-2AFD-BDB02EFF95BF}"/>
          </ac:spMkLst>
        </pc:spChg>
        <pc:spChg chg="mod">
          <ac:chgData name="박위대(WI DAE PARK)[widae]/팀장/제조DX.제조DX솔루션.제조빅데이터분석1팀" userId="3cfa7188-e76a-49be-bfbb-63c3f45a9cc3" providerId="ADAL" clId="{2B5CDDED-CC80-4825-8D97-987A2D65F4DC}" dt="2026-07-01T05:39:02.027" v="8"/>
          <ac:spMkLst>
            <pc:docMk/>
            <pc:sldMk cId="3393013521" sldId="2147482258"/>
            <ac:spMk id="18" creationId="{51BB22A4-C131-F038-43E8-90CD40BA05B9}"/>
          </ac:spMkLst>
        </pc:spChg>
      </pc:sldChg>
    </pc:docChg>
  </pc:docChgLst>
  <pc:docChgLst>
    <pc:chgData name="한기덕(KIDEOK HAN)[han_kd]/선임/제조DX.제조DX솔루션.추적솔루션개발팀" userId="564ce5a7-bb8d-4e22-b8bb-1b5e2f757267" providerId="ADAL" clId="{55A76B35-FCF5-4171-9F58-D5281D48CB90}"/>
    <pc:docChg chg="undo custSel addSld modSld sldOrd modSection">
      <pc:chgData name="한기덕(KIDEOK HAN)[han_kd]/선임/제조DX.제조DX솔루션.추적솔루션개발팀" userId="564ce5a7-bb8d-4e22-b8bb-1b5e2f757267" providerId="ADAL" clId="{55A76B35-FCF5-4171-9F58-D5281D48CB90}" dt="2026-07-22T01:54:06.790" v="7238" actId="207"/>
      <pc:docMkLst>
        <pc:docMk/>
      </pc:docMkLst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46:44.126" v="6417" actId="20577"/>
        <pc:sldMkLst>
          <pc:docMk/>
          <pc:sldMk cId="1383493917" sldId="260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6:44.126" v="6417" actId="20577"/>
          <ac:spMkLst>
            <pc:docMk/>
            <pc:sldMk cId="1383493917" sldId="260"/>
            <ac:spMk id="171" creationId="{7F1716BD-8506-1D73-06A6-DE1D63DEA73A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46:54.001" v="6427" actId="20577"/>
        <pc:sldMkLst>
          <pc:docMk/>
          <pc:sldMk cId="1575311981" sldId="264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6:54.001" v="6427" actId="20577"/>
          <ac:spMkLst>
            <pc:docMk/>
            <pc:sldMk cId="1575311981" sldId="264"/>
            <ac:spMk id="10" creationId="{0FAD8552-70AD-B147-A3E0-EBCD87A952D4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55A76B35-FCF5-4171-9F58-D5281D48CB90}" dt="2026-07-22T01:46:51.430" v="6421" actId="20577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ord">
        <pc:chgData name="한기덕(KIDEOK HAN)[han_kd]/선임/제조DX.제조DX솔루션.추적솔루션개발팀" userId="564ce5a7-bb8d-4e22-b8bb-1b5e2f757267" providerId="ADAL" clId="{55A76B35-FCF5-4171-9F58-D5281D48CB90}" dt="2026-07-22T00:49:02.848" v="1"/>
        <pc:sldMkLst>
          <pc:docMk/>
          <pc:sldMk cId="1866426398" sldId="267"/>
        </pc:sldMkLst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19:17.513" v="2940" actId="20577"/>
        <pc:sldMkLst>
          <pc:docMk/>
          <pc:sldMk cId="3077798272" sldId="269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19:17.513" v="2940" actId="20577"/>
          <ac:spMkLst>
            <pc:docMk/>
            <pc:sldMk cId="3077798272" sldId="269"/>
            <ac:spMk id="2" creationId="{D3FF904E-E9E2-08F6-D30E-80862E458880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46:58.368" v="6433" actId="20577"/>
        <pc:sldMkLst>
          <pc:docMk/>
          <pc:sldMk cId="3318036112" sldId="280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6:58.368" v="6433" actId="20577"/>
          <ac:spMkLst>
            <pc:docMk/>
            <pc:sldMk cId="3318036112" sldId="280"/>
            <ac:spMk id="2" creationId="{DEF5C5DA-C5D8-AE49-7924-993554693D5D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47:00.967" v="6439" actId="20577"/>
        <pc:sldMkLst>
          <pc:docMk/>
          <pc:sldMk cId="3015176440" sldId="281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7:00.967" v="6439" actId="20577"/>
          <ac:spMkLst>
            <pc:docMk/>
            <pc:sldMk cId="3015176440" sldId="281"/>
            <ac:spMk id="23" creationId="{0EB6457F-F650-AD10-8358-739E83DDD501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38:59.645" v="5406" actId="20577"/>
        <pc:sldMkLst>
          <pc:docMk/>
          <pc:sldMk cId="2229533" sldId="285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38:59.645" v="5406" actId="20577"/>
          <ac:spMkLst>
            <pc:docMk/>
            <pc:sldMk cId="2229533" sldId="285"/>
            <ac:spMk id="9" creationId="{3FF9C18D-78C1-2734-686C-F2E22D2CCED3}"/>
          </ac:spMkLst>
        </pc:spChg>
      </pc:sldChg>
      <pc:sldChg chg="addSp delSp modSp add mod">
        <pc:chgData name="한기덕(KIDEOK HAN)[han_kd]/선임/제조DX.제조DX솔루션.추적솔루션개발팀" userId="564ce5a7-bb8d-4e22-b8bb-1b5e2f757267" providerId="ADAL" clId="{55A76B35-FCF5-4171-9F58-D5281D48CB90}" dt="2026-07-22T01:10:54.248" v="2450" actId="20577"/>
        <pc:sldMkLst>
          <pc:docMk/>
          <pc:sldMk cId="4276930831" sldId="306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0:52:47.850" v="79"/>
          <ac:spMkLst>
            <pc:docMk/>
            <pc:sldMk cId="4276930831" sldId="306"/>
            <ac:spMk id="35" creationId="{0337A2E1-16AB-5B2A-753A-553F695C28EA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0:52:47.850" v="79"/>
          <ac:spMkLst>
            <pc:docMk/>
            <pc:sldMk cId="4276930831" sldId="306"/>
            <ac:spMk id="36" creationId="{A4032191-4EEA-4256-30BE-73FB27BF5528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09:09.647" v="1936" actId="1035"/>
          <ac:spMkLst>
            <pc:docMk/>
            <pc:sldMk cId="4276930831" sldId="306"/>
            <ac:spMk id="39" creationId="{C8663471-02F8-8E87-D83D-FBC89824C2E0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09:09.647" v="1936" actId="1035"/>
          <ac:spMkLst>
            <pc:docMk/>
            <pc:sldMk cId="4276930831" sldId="306"/>
            <ac:spMk id="40" creationId="{EC79E794-DC9A-D30F-5F54-FE3BEAFFCC2E}"/>
          </ac:spMkLst>
        </pc:spChg>
        <pc:spChg chg="add mod">
          <ac:chgData name="한기덕(KIDEOK HAN)[han_kd]/선임/제조DX.제조DX솔루션.추적솔루션개발팀" userId="564ce5a7-bb8d-4e22-b8bb-1b5e2f757267" providerId="ADAL" clId="{55A76B35-FCF5-4171-9F58-D5281D48CB90}" dt="2026-07-22T01:09:53.970" v="2184" actId="1076"/>
          <ac:spMkLst>
            <pc:docMk/>
            <pc:sldMk cId="4276930831" sldId="306"/>
            <ac:spMk id="43" creationId="{2A119E05-7D2D-D85F-6BA2-155C9C2AE1BF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10:54.248" v="2450" actId="20577"/>
          <ac:spMkLst>
            <pc:docMk/>
            <pc:sldMk cId="4276930831" sldId="306"/>
            <ac:spMk id="63" creationId="{F7E9B123-1E21-48F6-86C5-2777566B3419}"/>
          </ac:spMkLst>
        </pc:spChg>
        <pc:grpChg chg="add mod">
          <ac:chgData name="한기덕(KIDEOK HAN)[han_kd]/선임/제조DX.제조DX솔루션.추적솔루션개발팀" userId="564ce5a7-bb8d-4e22-b8bb-1b5e2f757267" providerId="ADAL" clId="{55A76B35-FCF5-4171-9F58-D5281D48CB90}" dt="2026-07-22T01:08:21.135" v="1836" actId="1076"/>
          <ac:grpSpMkLst>
            <pc:docMk/>
            <pc:sldMk cId="4276930831" sldId="306"/>
            <ac:grpSpMk id="32" creationId="{53B22373-0603-6AE6-1F06-51F663A9C018}"/>
          </ac:grpSpMkLst>
        </pc:grpChg>
        <pc:grpChg chg="mod">
          <ac:chgData name="한기덕(KIDEOK HAN)[han_kd]/선임/제조DX.제조DX솔루션.추적솔루션개발팀" userId="564ce5a7-bb8d-4e22-b8bb-1b5e2f757267" providerId="ADAL" clId="{55A76B35-FCF5-4171-9F58-D5281D48CB90}" dt="2026-07-22T00:52:47.850" v="79"/>
          <ac:grpSpMkLst>
            <pc:docMk/>
            <pc:sldMk cId="4276930831" sldId="306"/>
            <ac:grpSpMk id="33" creationId="{4B7305D2-BD67-09DF-2FA8-D86DDA9E2883}"/>
          </ac:grpSpMkLst>
        </pc:grp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10:01.020" v="2193" actId="20577"/>
          <ac:graphicFrameMkLst>
            <pc:docMk/>
            <pc:sldMk cId="4276930831" sldId="306"/>
            <ac:graphicFrameMk id="7" creationId="{3E86696F-E35A-4B06-9B46-63A4A6A986C1}"/>
          </ac:graphicFrameMkLst>
        </pc:graphicFrameChg>
        <pc:picChg chg="mod">
          <ac:chgData name="한기덕(KIDEOK HAN)[han_kd]/선임/제조DX.제조DX솔루션.추적솔루션개발팀" userId="564ce5a7-bb8d-4e22-b8bb-1b5e2f757267" providerId="ADAL" clId="{55A76B35-FCF5-4171-9F58-D5281D48CB90}" dt="2026-07-22T00:52:47.850" v="79"/>
          <ac:picMkLst>
            <pc:docMk/>
            <pc:sldMk cId="4276930831" sldId="306"/>
            <ac:picMk id="37" creationId="{FC5262AA-25CD-6A2E-0082-34E2B06DA6D9}"/>
          </ac:picMkLst>
        </pc:picChg>
        <pc:cxnChg chg="mod">
          <ac:chgData name="한기덕(KIDEOK HAN)[han_kd]/선임/제조DX.제조DX솔루션.추적솔루션개발팀" userId="564ce5a7-bb8d-4e22-b8bb-1b5e2f757267" providerId="ADAL" clId="{55A76B35-FCF5-4171-9F58-D5281D48CB90}" dt="2026-07-22T00:52:47.850" v="79"/>
          <ac:cxnSpMkLst>
            <pc:docMk/>
            <pc:sldMk cId="4276930831" sldId="306"/>
            <ac:cxnSpMk id="34" creationId="{950B5620-840C-EB16-3BB6-E424A4C00213}"/>
          </ac:cxnSpMkLst>
        </pc:cxn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25:12.215" v="3361" actId="6549"/>
        <pc:sldMkLst>
          <pc:docMk/>
          <pc:sldMk cId="1618136079" sldId="318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19:15.428" v="2936" actId="20577"/>
          <ac:spMkLst>
            <pc:docMk/>
            <pc:sldMk cId="1618136079" sldId="318"/>
            <ac:spMk id="2" creationId="{D3FF904E-E9E2-08F6-D30E-80862E458880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25:00.424" v="3356" actId="1036"/>
          <ac:spMkLst>
            <pc:docMk/>
            <pc:sldMk cId="1618136079" sldId="318"/>
            <ac:spMk id="37" creationId="{82C998EE-CA81-DE5A-71EA-94041B4D10FB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25:09.704" v="3360" actId="1036"/>
          <ac:spMkLst>
            <pc:docMk/>
            <pc:sldMk cId="1618136079" sldId="318"/>
            <ac:spMk id="38" creationId="{FA296F49-0D66-3B46-2622-A3CD0DC9C6ED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25:12.215" v="3361" actId="6549"/>
          <ac:graphicFrameMkLst>
            <pc:docMk/>
            <pc:sldMk cId="1618136079" sldId="318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39:01.857" v="5410" actId="20577"/>
        <pc:sldMkLst>
          <pc:docMk/>
          <pc:sldMk cId="560579436" sldId="320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39:01.857" v="5410" actId="20577"/>
          <ac:spMkLst>
            <pc:docMk/>
            <pc:sldMk cId="560579436" sldId="320"/>
            <ac:spMk id="9" creationId="{3FF9C18D-78C1-2734-686C-F2E22D2CCED3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32:11.843" v="4572" actId="1036"/>
          <ac:spMkLst>
            <pc:docMk/>
            <pc:sldMk cId="560579436" sldId="320"/>
            <ac:spMk id="28" creationId="{D31E01BC-B72F-E981-BB67-540FE129604C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33:12.976" v="4731" actId="1035"/>
          <ac:spMkLst>
            <pc:docMk/>
            <pc:sldMk cId="560579436" sldId="320"/>
            <ac:spMk id="34" creationId="{C097853E-39DC-143B-2CDE-36538052E645}"/>
          </ac:spMkLst>
        </pc:spChg>
        <pc:graphicFrameChg chg="mod">
          <ac:chgData name="한기덕(KIDEOK HAN)[han_kd]/선임/제조DX.제조DX솔루션.추적솔루션개발팀" userId="564ce5a7-bb8d-4e22-b8bb-1b5e2f757267" providerId="ADAL" clId="{55A76B35-FCF5-4171-9F58-D5281D48CB90}" dt="2026-07-22T01:28:59.200" v="3434" actId="1076"/>
          <ac:graphicFrameMkLst>
            <pc:docMk/>
            <pc:sldMk cId="560579436" sldId="320"/>
            <ac:graphicFrameMk id="5" creationId="{447E5591-C9AC-85E4-64E9-A7DEB18E091F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38:48.472" v="5402" actId="20577"/>
          <ac:graphicFrameMkLst>
            <pc:docMk/>
            <pc:sldMk cId="560579436" sldId="320"/>
            <ac:graphicFrameMk id="7" creationId="{3E86696F-E35A-4B06-9B46-63A4A6A986C1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38:39.079" v="5378" actId="2161"/>
          <ac:graphicFrameMkLst>
            <pc:docMk/>
            <pc:sldMk cId="560579436" sldId="320"/>
            <ac:graphicFrameMk id="35" creationId="{5F86E0FE-28C0-F5F4-D262-3B6CB57FD1CA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44:36.594" v="6400" actId="20577"/>
        <pc:sldMkLst>
          <pc:docMk/>
          <pc:sldMk cId="2806359799" sldId="321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1:27.939" v="5751" actId="20577"/>
          <ac:spMkLst>
            <pc:docMk/>
            <pc:sldMk cId="2806359799" sldId="321"/>
            <ac:spMk id="28" creationId="{D2E7E9DF-3219-71D6-A475-FB74F108EF76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42:12.037" v="5772" actId="6549"/>
          <ac:graphicFrameMkLst>
            <pc:docMk/>
            <pc:sldMk cId="2806359799" sldId="321"/>
            <ac:graphicFrameMk id="2" creationId="{E8F1B650-686C-6D56-A884-FC37B72679D2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44:36.594" v="6400" actId="20577"/>
          <ac:graphicFrameMkLst>
            <pc:docMk/>
            <pc:sldMk cId="2806359799" sldId="321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43:37.782" v="6053" actId="20577"/>
        <pc:sldMkLst>
          <pc:docMk/>
          <pc:sldMk cId="1404779283" sldId="322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2:57.448" v="5878" actId="1076"/>
          <ac:spMkLst>
            <pc:docMk/>
            <pc:sldMk cId="1404779283" sldId="322"/>
            <ac:spMk id="14" creationId="{5529FBD5-92E1-B55E-19D8-6854DD3AC612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41:30.525" v="5755" actId="20577"/>
          <ac:spMkLst>
            <pc:docMk/>
            <pc:sldMk cId="1404779283" sldId="322"/>
            <ac:spMk id="28" creationId="{D2E7E9DF-3219-71D6-A475-FB74F108EF76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43:37.782" v="6053" actId="20577"/>
          <ac:graphicFrameMkLst>
            <pc:docMk/>
            <pc:sldMk cId="1404779283" sldId="322"/>
            <ac:graphicFrameMk id="7" creationId="{3E86696F-E35A-4B06-9B46-63A4A6A986C1}"/>
          </ac:graphicFrameMkLst>
        </pc:graphicFrameChg>
        <pc:graphicFrameChg chg="mod">
          <ac:chgData name="한기덕(KIDEOK HAN)[han_kd]/선임/제조DX.제조DX솔루션.추적솔루션개발팀" userId="564ce5a7-bb8d-4e22-b8bb-1b5e2f757267" providerId="ADAL" clId="{55A76B35-FCF5-4171-9F58-D5281D48CB90}" dt="2026-07-22T01:43:01.872" v="5883" actId="1036"/>
          <ac:graphicFrameMkLst>
            <pc:docMk/>
            <pc:sldMk cId="1404779283" sldId="322"/>
            <ac:graphicFrameMk id="13" creationId="{021D0586-0A37-0402-9AAC-7C0F3C1EC27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51:54.033" v="6953" actId="20577"/>
        <pc:sldMkLst>
          <pc:docMk/>
          <pc:sldMk cId="2221700158" sldId="324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7:19.659" v="6451" actId="20577"/>
          <ac:spMkLst>
            <pc:docMk/>
            <pc:sldMk cId="2221700158" sldId="324"/>
            <ac:spMk id="37" creationId="{6D72F316-602B-48D7-851D-262E403B6ADD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50:45.493" v="6626" actId="1076"/>
          <ac:graphicFrameMkLst>
            <pc:docMk/>
            <pc:sldMk cId="2221700158" sldId="324"/>
            <ac:graphicFrameMk id="6" creationId="{FF42AA24-389E-9AE0-B5CE-8B904C2F200B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51:54.033" v="6953" actId="20577"/>
          <ac:graphicFrameMkLst>
            <pc:docMk/>
            <pc:sldMk cId="2221700158" sldId="324"/>
            <ac:graphicFrameMk id="39" creationId="{36D09815-1974-4BCF-A55B-BBF74D36A8E4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54:06.790" v="7238" actId="207"/>
        <pc:sldMkLst>
          <pc:docMk/>
          <pc:sldMk cId="3705966459" sldId="2147482683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7:15.251" v="6443" actId="20577"/>
          <ac:spMkLst>
            <pc:docMk/>
            <pc:sldMk cId="3705966459" sldId="2147482683"/>
            <ac:spMk id="37" creationId="{6D72F316-602B-48D7-851D-262E403B6ADD}"/>
          </ac:spMkLst>
        </pc:spChg>
        <pc:grpChg chg="mod">
          <ac:chgData name="한기덕(KIDEOK HAN)[han_kd]/선임/제조DX.제조DX솔루션.추적솔루션개발팀" userId="564ce5a7-bb8d-4e22-b8bb-1b5e2f757267" providerId="ADAL" clId="{55A76B35-FCF5-4171-9F58-D5281D48CB90}" dt="2026-07-22T01:52:58.725" v="7059" actId="1076"/>
          <ac:grpSpMkLst>
            <pc:docMk/>
            <pc:sldMk cId="3705966459" sldId="2147482683"/>
            <ac:grpSpMk id="5" creationId="{394F206A-F7C0-8EF0-0668-F8C34A38BD9D}"/>
          </ac:grpSpMkLst>
        </pc:grp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52:39.548" v="7054"/>
          <ac:graphicFrameMkLst>
            <pc:docMk/>
            <pc:sldMk cId="3705966459" sldId="2147482683"/>
            <ac:graphicFrameMk id="11" creationId="{176DB7DA-52D9-100B-3653-F4E7162206B1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54:06.790" v="7238" actId="207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addSp delSp modSp mod">
        <pc:chgData name="한기덕(KIDEOK HAN)[han_kd]/선임/제조DX.제조DX솔루션.추적솔루션개발팀" userId="564ce5a7-bb8d-4e22-b8bb-1b5e2f757267" providerId="ADAL" clId="{55A76B35-FCF5-4171-9F58-D5281D48CB90}" dt="2026-07-22T01:10:52.162" v="2446" actId="20577"/>
        <pc:sldMkLst>
          <pc:docMk/>
          <pc:sldMk cId="824667721" sldId="2147482687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0:54:01.830" v="173" actId="164"/>
          <ac:spMkLst>
            <pc:docMk/>
            <pc:sldMk cId="824667721" sldId="2147482687"/>
            <ac:spMk id="14" creationId="{F355EE37-9679-B3BC-5788-2C31BC0A5F7A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0:54:01.830" v="173" actId="164"/>
          <ac:spMkLst>
            <pc:docMk/>
            <pc:sldMk cId="824667721" sldId="2147482687"/>
            <ac:spMk id="25" creationId="{E33DC8C7-DDEC-2B21-4FD1-9F42B17BB4B2}"/>
          </ac:spMkLst>
        </pc:spChg>
        <pc:spChg chg="mod">
          <ac:chgData name="한기덕(KIDEOK HAN)[han_kd]/선임/제조DX.제조DX솔루션.추적솔루션개발팀" userId="564ce5a7-bb8d-4e22-b8bb-1b5e2f757267" providerId="ADAL" clId="{55A76B35-FCF5-4171-9F58-D5281D48CB90}" dt="2026-07-22T01:10:52.162" v="2446" actId="20577"/>
          <ac:spMkLst>
            <pc:docMk/>
            <pc:sldMk cId="824667721" sldId="2147482687"/>
            <ac:spMk id="63" creationId="{F7E9B123-1E21-48F6-86C5-2777566B3419}"/>
          </ac:spMkLst>
        </pc:spChg>
        <pc:grpChg chg="add mod">
          <ac:chgData name="한기덕(KIDEOK HAN)[han_kd]/선임/제조DX.제조DX솔루션.추적솔루션개발팀" userId="564ce5a7-bb8d-4e22-b8bb-1b5e2f757267" providerId="ADAL" clId="{55A76B35-FCF5-4171-9F58-D5281D48CB90}" dt="2026-07-22T00:54:04.810" v="179" actId="1037"/>
          <ac:grpSpMkLst>
            <pc:docMk/>
            <pc:sldMk cId="824667721" sldId="2147482687"/>
            <ac:grpSpMk id="23" creationId="{5093DD6C-FC43-E62A-987F-DA8C6C968447}"/>
          </ac:grpSpMkLst>
        </pc:grp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10:43.959" v="2442" actId="20577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0:58:09.430" v="761" actId="1076"/>
          <ac:graphicFrameMkLst>
            <pc:docMk/>
            <pc:sldMk cId="824667721" sldId="2147482687"/>
            <ac:graphicFrameMk id="26" creationId="{2842E449-6F72-A6B5-D5A0-C26F995E9776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23:57.374" v="3342" actId="207"/>
        <pc:sldMkLst>
          <pc:docMk/>
          <pc:sldMk cId="634528031" sldId="2147482698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19:20.181" v="2944" actId="20577"/>
          <ac:spMkLst>
            <pc:docMk/>
            <pc:sldMk cId="634528031" sldId="2147482698"/>
            <ac:spMk id="28" creationId="{D2E7E9DF-3219-71D6-A475-FB74F108EF76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55A76B35-FCF5-4171-9F58-D5281D48CB90}" dt="2026-07-22T01:15:44.583" v="2831" actId="207"/>
          <ac:graphicFrameMkLst>
            <pc:docMk/>
            <pc:sldMk cId="634528031" sldId="2147482698"/>
            <ac:graphicFrameMk id="2" creationId="{E8F1B650-686C-6D56-A884-FC37B72679D2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23:57.374" v="3342" actId="207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46:40.703" v="6411" actId="20577"/>
        <pc:sldMkLst>
          <pc:docMk/>
          <pc:sldMk cId="1591452041" sldId="2147482699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6:40.703" v="6411" actId="20577"/>
          <ac:spMkLst>
            <pc:docMk/>
            <pc:sldMk cId="1591452041" sldId="2147482699"/>
            <ac:spMk id="171" creationId="{7F1716BD-8506-1D73-06A6-DE1D63DEA73A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55A76B35-FCF5-4171-9F58-D5281D48CB90}" dt="2026-07-22T01:46:38.297" v="6405" actId="207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14:14.101" v="2793" actId="207"/>
        <pc:sldMkLst>
          <pc:docMk/>
          <pc:sldMk cId="1902114785" sldId="2147482700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11:07.985" v="2454" actId="20577"/>
          <ac:spMkLst>
            <pc:docMk/>
            <pc:sldMk cId="1902114785" sldId="2147482700"/>
            <ac:spMk id="8" creationId="{73D5B63D-7573-426A-7209-DD6FF5A3BE8B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14:14.101" v="2793" actId="207"/>
          <ac:graphicFrameMkLst>
            <pc:docMk/>
            <pc:sldMk cId="1902114785" sldId="2147482700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39:50.364" v="5743" actId="207"/>
        <pc:sldMkLst>
          <pc:docMk/>
          <pc:sldMk cId="2351887343" sldId="2147482720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27:39.190" v="3419" actId="20577"/>
          <ac:spMkLst>
            <pc:docMk/>
            <pc:sldMk cId="2351887343" sldId="2147482720"/>
            <ac:spMk id="28" creationId="{D2E7E9DF-3219-71D6-A475-FB74F108EF76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55A76B35-FCF5-4171-9F58-D5281D48CB90}" dt="2026-07-22T01:28:40.945" v="3430" actId="207"/>
          <ac:graphicFrameMkLst>
            <pc:docMk/>
            <pc:sldMk cId="2351887343" sldId="2147482720"/>
            <ac:graphicFrameMk id="2" creationId="{E8F1B650-686C-6D56-A884-FC37B72679D2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55A76B35-FCF5-4171-9F58-D5281D48CB90}" dt="2026-07-22T01:39:50.364" v="5743" actId="207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55A76B35-FCF5-4171-9F58-D5281D48CB90}" dt="2026-07-22T01:47:17.686" v="6447" actId="20577"/>
        <pc:sldMkLst>
          <pc:docMk/>
          <pc:sldMk cId="1136522401" sldId="2147483560"/>
        </pc:sldMkLst>
        <pc:spChg chg="mod">
          <ac:chgData name="한기덕(KIDEOK HAN)[han_kd]/선임/제조DX.제조DX솔루션.추적솔루션개발팀" userId="564ce5a7-bb8d-4e22-b8bb-1b5e2f757267" providerId="ADAL" clId="{55A76B35-FCF5-4171-9F58-D5281D48CB90}" dt="2026-07-22T01:47:17.686" v="6447" actId="20577"/>
          <ac:spMkLst>
            <pc:docMk/>
            <pc:sldMk cId="1136522401" sldId="2147483560"/>
            <ac:spMk id="37" creationId="{6D72F316-602B-48D7-851D-262E403B6ADD}"/>
          </ac:spMkLst>
        </pc:spChg>
      </pc:sldChg>
    </pc:docChg>
  </pc:docChgLst>
  <pc:docChgLst>
    <pc:chgData name="박종현(JONG HYUN PARK)[parkjonghyun]/책임/제조DX.제조DX솔루션.추적솔루션개발팀" userId="bd556fbe-4056-41f8-81f6-e4b44a6c8ed9" providerId="ADAL" clId="{C370BC41-9F80-4F07-B3A7-F3D86BD97596}"/>
    <pc:docChg chg="custSel modSld sldOrd modSection">
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<pc:docMkLst>
        <pc:docMk/>
      </pc:docMkLst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860801152" sldId="257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213" v="2442" actId="207"/>
          <ac:graphicFrameMkLst>
            <pc:docMk/>
            <pc:sldMk cId="2860801152" sldId="257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231" v="2452" actId="207"/>
          <ac:graphicFrameMkLst>
            <pc:docMk/>
            <pc:sldMk cId="2860801152" sldId="257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241" v="2458" actId="207"/>
          <ac:graphicFrameMkLst>
            <pc:docMk/>
            <pc:sldMk cId="2860801152" sldId="257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860801152" sldId="25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383493917" sldId="260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383493917" sldId="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959088351" sldId="261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959088351" sldId="261"/>
            <ac:graphicFrameMk id="2" creationId="{1B328436-563D-910D-A106-E92841203CA3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1777283650" sldId="263"/>
        </pc:sldMkLst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575311981" sldId="264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40573304" sldId="265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23.836" v="2681" actId="207"/>
          <ac:spMkLst>
            <pc:docMk/>
            <pc:sldMk cId="240573304" sldId="265"/>
            <ac:spMk id="11" creationId="{6393F995-C89E-D69C-3E67-41AED422D370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930" v="2690" actId="207"/>
          <ac:graphicFrameMkLst>
            <pc:docMk/>
            <pc:sldMk cId="240573304" sldId="265"/>
            <ac:graphicFrameMk id="2" creationId="{4AD28A90-1C5E-B3ED-AFEA-E4E930343D4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40573304" sldId="265"/>
            <ac:graphicFrameMk id="24" creationId="{F51285F9-8EF7-203F-DE5F-18902235DFA9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4231600243" sldId="266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06.831" v="249" actId="207"/>
        <pc:sldMkLst>
          <pc:docMk/>
          <pc:sldMk cId="1866426398" sldId="267"/>
        </pc:sldMkLst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077798272" sldId="269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077798272" sldId="269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981276098" sldId="270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981276098" sldId="27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658368104" sldId="271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658368104" sldId="271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637397627" sldId="272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498" v="2597" actId="207"/>
          <ac:graphicFrameMkLst>
            <pc:docMk/>
            <pc:sldMk cId="637397627" sldId="272"/>
            <ac:graphicFrameMk id="2" creationId="{AC5B9146-E653-3420-3C27-002D839EC57B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637397627" sldId="272"/>
            <ac:graphicFrameMk id="7" creationId="{8F4AC270-697A-3B2A-E267-84779B3435EA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1981788" sldId="273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1981788" sldId="27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617767194" sldId="274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24.279" v="2828" actId="207"/>
          <ac:spMkLst>
            <pc:docMk/>
            <pc:sldMk cId="617767194" sldId="274"/>
            <ac:spMk id="11" creationId="{1F5E724A-73BC-480B-44F0-820BFBFD10E7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4.320" v="2837" actId="207"/>
          <ac:graphicFrameMkLst>
            <pc:docMk/>
            <pc:sldMk cId="617767194" sldId="274"/>
            <ac:graphicFrameMk id="2" creationId="{0863F0B0-6407-C240-5659-F188463E19BC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617767194" sldId="274"/>
            <ac:graphicFrameMk id="24" creationId="{4DC597DF-6E8D-9B2D-1957-8DAAF5490FE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652226273" sldId="275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289" v="2483" actId="207"/>
          <ac:graphicFrameMkLst>
            <pc:docMk/>
            <pc:sldMk cId="3652226273" sldId="275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304" v="2493" actId="207"/>
          <ac:graphicFrameMkLst>
            <pc:docMk/>
            <pc:sldMk cId="3652226273" sldId="275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316" v="2499" actId="207"/>
          <ac:graphicFrameMkLst>
            <pc:docMk/>
            <pc:sldMk cId="3652226273" sldId="275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652226273" sldId="27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998139347" sldId="276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164402689" sldId="277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164402689" sldId="27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964604079" sldId="278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447217772" sldId="279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447217772" sldId="279"/>
            <ac:graphicFrameMk id="2" creationId="{29E34190-670E-8138-9058-C8A6221C765B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318036112" sldId="280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318036112" sldId="280"/>
            <ac:graphicFrameMk id="6" creationId="{CB71793C-E619-C2BD-283C-8472FEA4785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015176440" sldId="281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015176440" sldId="281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806308629" sldId="282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17.400" v="1602" actId="207"/>
          <ac:graphicFrameMkLst>
            <pc:docMk/>
            <pc:sldMk cId="3806308629" sldId="282"/>
            <ac:graphicFrameMk id="13" creationId="{56E713C9-85F1-C7D7-A216-CB7C582801DE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147894625" sldId="284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10.259" v="648" actId="207"/>
          <ac:spMkLst>
            <pc:docMk/>
            <pc:sldMk cId="3147894625" sldId="284"/>
            <ac:spMk id="7" creationId="{BA910CD7-E9CF-953B-5522-AC8930FB5FE7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147894625" sldId="284"/>
            <ac:graphicFrameMk id="6" creationId="{222CF891-BA04-43DA-4BB9-9CF561AB2E0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229533" sldId="285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229533" sldId="28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821952864" sldId="287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821952864" sldId="28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940923173" sldId="290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940923173" sldId="290"/>
            <ac:graphicFrameMk id="8" creationId="{D7007598-164F-9E44-A8E6-E27244A849E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407900480" sldId="291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407900480" sldId="291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489701206" sldId="292"/>
        </pc:sldMkLst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314496523" sldId="294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314496523" sldId="294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819753006" sldId="295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819753006" sldId="29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4069405983" sldId="297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4069405983" sldId="297"/>
            <ac:graphicFrameMk id="2" creationId="{1B328436-563D-910D-A106-E92841203CA3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1546065171" sldId="301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1574489414" sldId="302"/>
        </pc:sldMkLst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669129858" sldId="303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669129858" sldId="303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316390563" sldId="305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316390563" sldId="30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539472840" sldId="310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539472840" sldId="310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786766753" sldId="311"/>
        </pc:sldMkLst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027075516" sldId="312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027075516" sldId="312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1:50.530" v="1" actId="20577"/>
        <pc:sldMkLst>
          <pc:docMk/>
          <pc:sldMk cId="2751367990" sldId="746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1:50.530" v="1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130555548" sldId="2147481730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10.153" v="644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60237742" sldId="2147481816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485727604" sldId="2147481872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726257096" sldId="2147481882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08.503" v="469" actId="207"/>
          <ac:graphicFrameMkLst>
            <pc:docMk/>
            <pc:sldMk cId="1726257096" sldId="2147481882"/>
            <ac:graphicFrameMk id="7" creationId="{66C2A45B-A73D-11DD-25E0-11E4B52F84BA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439661179" sldId="2147481935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559780372" sldId="2147481944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840780179" sldId="2147482020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09.978" v="603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593023446" sldId="2147482183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21.432" v="2283" actId="207"/>
        <pc:sldMkLst>
          <pc:docMk/>
          <pc:sldMk cId="383782190" sldId="2147482198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21.432" v="2283" actId="207"/>
          <ac:spMkLst>
            <pc:docMk/>
            <pc:sldMk cId="383782190" sldId="2147482198"/>
            <ac:spMk id="2" creationId="{8F7D21B9-04E2-7414-5CA5-2BEEAD1F17F8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14.828" v="1143" actId="207"/>
        <pc:sldMkLst>
          <pc:docMk/>
          <pc:sldMk cId="3138319042" sldId="2147482201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14.828" v="1143" actId="207"/>
          <ac:spMkLst>
            <pc:docMk/>
            <pc:sldMk cId="3138319042" sldId="2147482201"/>
            <ac:spMk id="17" creationId="{6C3BBE40-7449-303A-D8D1-336D49270DB6}"/>
          </ac:spMkLst>
        </pc:sp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007496545" sldId="2147482202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007496545" sldId="214748220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213332889" sldId="2147482204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213332889" sldId="2147482204"/>
            <ac:graphicFrameMk id="8" creationId="{D7007598-164F-9E44-A8E6-E27244A849E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053140835" sldId="2147482207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053140835" sldId="214748220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996139020" sldId="2147482213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996139020" sldId="214748221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140725847" sldId="2147482218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2.855" v="2289" actId="207"/>
          <ac:graphicFrameMkLst>
            <pc:docMk/>
            <pc:sldMk cId="2140725847" sldId="2147482218"/>
            <ac:graphicFrameMk id="5" creationId="{82FF80D0-B068-2EC6-0869-A9A2414E2938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140725847" sldId="214748221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803082211" sldId="2147482219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088" v="2375" actId="207"/>
          <ac:graphicFrameMkLst>
            <pc:docMk/>
            <pc:sldMk cId="3803082211" sldId="2147482219"/>
            <ac:graphicFrameMk id="12" creationId="{1E69F660-EF93-3921-C896-45CFA388228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803082211" sldId="2147482219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705482803" sldId="2147482220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137" v="2399" actId="207"/>
          <ac:graphicFrameMkLst>
            <pc:docMk/>
            <pc:sldMk cId="1705482803" sldId="2147482220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153" v="2409" actId="207"/>
          <ac:graphicFrameMkLst>
            <pc:docMk/>
            <pc:sldMk cId="1705482803" sldId="2147482220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162" v="2415" actId="207"/>
          <ac:graphicFrameMkLst>
            <pc:docMk/>
            <pc:sldMk cId="1705482803" sldId="2147482220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705482803" sldId="214748222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470925023" sldId="2147482223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598" v="2651" actId="207"/>
          <ac:graphicFrameMkLst>
            <pc:docMk/>
            <pc:sldMk cId="2470925023" sldId="2147482223"/>
            <ac:graphicFrameMk id="2" creationId="{5E211AA2-28C5-2BA3-AE11-A185334FC7F1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470925023" sldId="214748222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583628032" sldId="2147482224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3.768" v="2666" actId="207"/>
          <ac:graphicFrameMkLst>
            <pc:docMk/>
            <pc:sldMk cId="1583628032" sldId="2147482224"/>
            <ac:graphicFrameMk id="8" creationId="{AFD2DECE-A7E1-5140-7645-B384AC43DFAB}"/>
          </ac:graphicFrameMkLst>
        </pc:graphicFrameChg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583628032" sldId="2147482224"/>
            <ac:graphicFrameMk id="24" creationId="{CB1E1DE9-356B-4185-A911-636EBB59988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02884185" sldId="2147482228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02884185" sldId="2147482228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096148160" sldId="2147482231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16.522" v="1427" actId="207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044104145" sldId="2147482237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044104145" sldId="2147482237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730280615" sldId="2147482238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730280615" sldId="214748223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135813048" sldId="2147482239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24.190" v="2798" actId="207"/>
          <ac:spMkLst>
            <pc:docMk/>
            <pc:sldMk cId="3135813048" sldId="2147482239"/>
            <ac:spMk id="11" creationId="{CF496E53-711A-5EAC-B78E-5A9099A385B5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4.221" v="2807" actId="207"/>
          <ac:graphicFrameMkLst>
            <pc:docMk/>
            <pc:sldMk cId="3135813048" sldId="2147482239"/>
            <ac:graphicFrameMk id="2" creationId="{23BDCB60-C271-1742-2C93-76E31902F63A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135813048" sldId="2147482239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623153691" sldId="2147482240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551307454" sldId="2147482250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689145808" sldId="2147482251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07.850" v="428" actId="207"/>
          <ac:spMkLst>
            <pc:docMk/>
            <pc:sldMk cId="3689145808" sldId="2147482251"/>
            <ac:spMk id="19" creationId="{5352E5F4-D151-4C3D-9E5F-99A1B7FDF265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433858500" sldId="2147482257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18.379" v="1781" actId="20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433858500" sldId="214748225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15.792" v="1264" actId="207"/>
        <pc:sldMkLst>
          <pc:docMk/>
          <pc:sldMk cId="3393013521" sldId="2147482258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15.792" v="1264" actId="207"/>
          <ac:spMkLst>
            <pc:docMk/>
            <pc:sldMk cId="3393013521" sldId="2147482258"/>
            <ac:spMk id="3" creationId="{9693D0C0-D94B-D08F-2AFD-BDB02EFF95BF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494465681" sldId="2147482260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582208706" sldId="2147482261"/>
        </pc:sldMkLst>
        <pc:spChg chg="mod">
          <ac:chgData name="박종현(JONG HYUN PARK)[parkjonghyun]/책임/제조DX.제조DX솔루션.추적솔루션개발팀" userId="bd556fbe-4056-41f8-81f6-e4b44a6c8ed9" providerId="ADAL" clId="{C370BC41-9F80-4F07-B3A7-F3D86BD97596}" dt="2026-07-05T23:43:24.366" v="2858" actId="207"/>
          <ac:spMkLst>
            <pc:docMk/>
            <pc:sldMk cId="1582208706" sldId="2147482261"/>
            <ac:spMk id="11" creationId="{CF496E53-711A-5EAC-B78E-5A9099A385B5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4.401" v="2867" actId="207"/>
          <ac:graphicFrameMkLst>
            <pc:docMk/>
            <pc:sldMk cId="1582208706" sldId="2147482261"/>
            <ac:graphicFrameMk id="2" creationId="{7D3CEEF4-CC9E-3891-09F5-7CAC44B000F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582208706" sldId="2147482261"/>
            <ac:graphicFrameMk id="24" creationId="{CB1E1DE9-356B-4185-A911-636EBB59988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251161517" sldId="2147482682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251161517" sldId="2147482682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705966459" sldId="2147482683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693105532" sldId="2147482685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693105532" sldId="214748268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349397549" sldId="2147482686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824667721" sldId="2147482687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07.131" v="312" actId="207"/>
          <ac:graphicFrameMkLst>
            <pc:docMk/>
            <pc:sldMk cId="824667721" sldId="2147482687"/>
            <ac:graphicFrameMk id="26" creationId="{2842E449-6F72-A6B5-D5A0-C26F995E977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711025772" sldId="2147482692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711025772" sldId="2147482692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163506278" sldId="2147482693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163506278" sldId="214748269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634528031" sldId="2147482698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591452041" sldId="2147482699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902114785" sldId="2147482700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902114785" sldId="214748270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600994211" sldId="2147482703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24.073" v="2772" actId="207"/>
          <ac:graphicFrameMkLst>
            <pc:docMk/>
            <pc:sldMk cId="2600994211" sldId="2147482703"/>
            <ac:graphicFrameMk id="4" creationId="{339D7E23-5395-C397-C3B2-1E9BB9A73BF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600994211" sldId="2147482703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76752497" sldId="2147482704"/>
        </pc:sldMkLst>
        <pc:graphicFrameChg chg="modGraphic">
          <ac:chgData name="박종현(JONG HYUN PARK)[parkjonghyun]/책임/제조DX.제조DX솔루션.추적솔루션개발팀" userId="bd556fbe-4056-41f8-81f6-e4b44a6c8ed9" providerId="ADAL" clId="{C370BC41-9F80-4F07-B3A7-F3D86BD97596}" dt="2026-07-05T23:43:12.548" v="952" actId="207"/>
          <ac:graphicFrameMkLst>
            <pc:docMk/>
            <pc:sldMk cId="176752497" sldId="2147482704"/>
            <ac:graphicFrameMk id="3" creationId="{1B7BB873-9519-D343-60B1-12AB53C1117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351887343" sldId="2147482720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240149412" sldId="2147483549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240149412" sldId="2147483549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979026283" sldId="2147483550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979026283" sldId="2147483550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214640671" sldId="2147483552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214640671" sldId="214748355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770862717" sldId="2147483553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770862717" sldId="2147483553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807737962" sldId="2147483554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807737962" sldId="2147483554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791305064" sldId="2147483555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791305064" sldId="2147483555"/>
            <ac:graphicFrameMk id="7" creationId="{0AB7F7B6-CDDD-CF8E-AD3E-414B4A9E82F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3762530128" sldId="2147483559"/>
        </pc:sldMkLst>
        <pc:graphicFrameChg chg="mod modGraphic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136522401" sldId="2147483560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136522401" sldId="2147483560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C370BC41-9F80-4F07-B3A7-F3D86BD97596}" dt="2026-07-05T23:43:54.065" v="2868"/>
        <pc:sldMkLst>
          <pc:docMk/>
          <pc:sldMk cId="1096584596" sldId="2147483570"/>
        </pc:sldMkLst>
        <pc:graphicFrameChg chg="mod">
          <ac:chgData name="박종현(JONG HYUN PARK)[parkjonghyun]/책임/제조DX.제조DX솔루션.추적솔루션개발팀" userId="bd556fbe-4056-41f8-81f6-e4b44a6c8ed9" providerId="ADAL" clId="{C370BC41-9F80-4F07-B3A7-F3D86BD97596}" dt="2026-07-05T23:43:54.065" v="2868"/>
          <ac:graphicFrameMkLst>
            <pc:docMk/>
            <pc:sldMk cId="1096584596" sldId="2147483570"/>
            <ac:graphicFrameMk id="7" creationId="{705DF5FD-B3F8-0599-B62C-79558A5FD127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2620132218" sldId="2147483642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3470734284" sldId="2147483643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247193681" sldId="2147483645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C370BC41-9F80-4F07-B3A7-F3D86BD97596}" dt="2026-07-05T23:42:14.157" v="4" actId="729"/>
        <pc:sldMkLst>
          <pc:docMk/>
          <pc:sldMk cId="1327188353" sldId="2147483646"/>
        </pc:sldMkLst>
      </pc:sldChg>
    </pc:docChg>
  </pc:docChgLst>
  <pc:docChgLst>
    <pc:chgData name="한종원(JONGWON HAN)[hjw6207]/사원/제조DX.제조DX솔루션.제조빅데이터분석1팀" userId="d5ffd4fa-3f4c-4192-84f8-e372649f1c32" providerId="ADAL" clId="{045B8935-61B1-4939-8860-DB4897408E7E}"/>
    <pc:docChg chg="undo custSel modSld">
      <pc:chgData name="한종원(JONGWON HAN)[hjw6207]/사원/제조DX.제조DX솔루션.제조빅데이터분석1팀" userId="d5ffd4fa-3f4c-4192-84f8-e372649f1c32" providerId="ADAL" clId="{045B8935-61B1-4939-8860-DB4897408E7E}" dt="2026-07-23T01:57:29.514" v="1730" actId="20577"/>
      <pc:docMkLst>
        <pc:docMk/>
      </pc:docMkLst>
      <pc:sldChg chg="modSp mod">
        <pc:chgData name="한종원(JONGWON HAN)[hjw6207]/사원/제조DX.제조DX솔루션.제조빅데이터분석1팀" userId="d5ffd4fa-3f4c-4192-84f8-e372649f1c32" providerId="ADAL" clId="{045B8935-61B1-4939-8860-DB4897408E7E}" dt="2026-07-23T01:57:29.514" v="1730" actId="20577"/>
        <pc:sldMkLst>
          <pc:docMk/>
          <pc:sldMk cId="1658368104" sldId="271"/>
        </pc:sldMkLst>
        <pc:graphicFrameChg chg="mod">
          <ac:chgData name="한종원(JONGWON HAN)[hjw6207]/사원/제조DX.제조DX솔루션.제조빅데이터분석1팀" userId="d5ffd4fa-3f4c-4192-84f8-e372649f1c32" providerId="ADAL" clId="{045B8935-61B1-4939-8860-DB4897408E7E}" dt="2026-07-23T01:53:57.734" v="1726"/>
          <ac:graphicFrameMkLst>
            <pc:docMk/>
            <pc:sldMk cId="1658368104" sldId="271"/>
            <ac:graphicFrameMk id="8" creationId="{20B06134-80A1-A70E-267B-F09712CB9EE0}"/>
          </ac:graphicFrameMkLst>
        </pc:graphicFrameChg>
        <pc:graphicFrameChg chg="mod modGraphic">
          <ac:chgData name="한종원(JONGWON HAN)[hjw6207]/사원/제조DX.제조DX솔루션.제조빅데이터분석1팀" userId="d5ffd4fa-3f4c-4192-84f8-e372649f1c32" providerId="ADAL" clId="{045B8935-61B1-4939-8860-DB4897408E7E}" dt="2026-07-23T01:57:29.514" v="1730" actId="20577"/>
          <ac:graphicFrameMkLst>
            <pc:docMk/>
            <pc:sldMk cId="1658368104" sldId="271"/>
            <ac:graphicFrameMk id="19" creationId="{3E86696F-E35A-4B06-9B46-63A4A6A986C1}"/>
          </ac:graphicFrameMkLst>
        </pc:graphicFrameChg>
      </pc:sldChg>
      <pc:sldChg chg="modSp mod">
        <pc:chgData name="한종원(JONGWON HAN)[hjw6207]/사원/제조DX.제조DX솔루션.제조빅데이터분석1팀" userId="d5ffd4fa-3f4c-4192-84f8-e372649f1c32" providerId="ADAL" clId="{045B8935-61B1-4939-8860-DB4897408E7E}" dt="2026-07-23T01:37:32.222" v="1725"/>
        <pc:sldMkLst>
          <pc:docMk/>
          <pc:sldMk cId="2998139347" sldId="276"/>
        </pc:sldMkLst>
        <pc:spChg chg="mod">
          <ac:chgData name="한종원(JONGWON HAN)[hjw6207]/사원/제조DX.제조DX솔루션.제조빅데이터분석1팀" userId="d5ffd4fa-3f4c-4192-84f8-e372649f1c32" providerId="ADAL" clId="{045B8935-61B1-4939-8860-DB4897408E7E}" dt="2026-07-23T00:32:16.457" v="64" actId="20577"/>
          <ac:spMkLst>
            <pc:docMk/>
            <pc:sldMk cId="2998139347" sldId="276"/>
            <ac:spMk id="3" creationId="{0CC39962-AED9-0FD6-7F0C-29A8FBE67A4F}"/>
          </ac:spMkLst>
        </pc:spChg>
        <pc:graphicFrameChg chg="mod modGraphic">
          <ac:chgData name="한종원(JONGWON HAN)[hjw6207]/사원/제조DX.제조DX솔루션.제조빅데이터분석1팀" userId="d5ffd4fa-3f4c-4192-84f8-e372649f1c32" providerId="ADAL" clId="{045B8935-61B1-4939-8860-DB4897408E7E}" dt="2026-07-23T01:27:24.896" v="1222" actId="2165"/>
          <ac:graphicFrameMkLst>
            <pc:docMk/>
            <pc:sldMk cId="2998139347" sldId="276"/>
            <ac:graphicFrameMk id="8" creationId="{4826C7E2-5508-8D4A-3DFF-CA74D4092464}"/>
          </ac:graphicFrameMkLst>
        </pc:graphicFrameChg>
        <pc:graphicFrameChg chg="mod modGraphic">
          <ac:chgData name="한종원(JONGWON HAN)[hjw6207]/사원/제조DX.제조DX솔루션.제조빅데이터분석1팀" userId="d5ffd4fa-3f4c-4192-84f8-e372649f1c32" providerId="ADAL" clId="{045B8935-61B1-4939-8860-DB4897408E7E}" dt="2026-07-23T01:37:32.222" v="1725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modSp mod">
        <pc:chgData name="한종원(JONGWON HAN)[hjw6207]/사원/제조DX.제조DX솔루션.제조빅데이터분석1팀" userId="d5ffd4fa-3f4c-4192-84f8-e372649f1c32" providerId="ADAL" clId="{045B8935-61B1-4939-8860-DB4897408E7E}" dt="2026-07-22T04:47:17.604" v="61"/>
        <pc:sldMkLst>
          <pc:docMk/>
          <pc:sldMk cId="1819753006" sldId="295"/>
        </pc:sldMkLst>
        <pc:spChg chg="mod">
          <ac:chgData name="한종원(JONGWON HAN)[hjw6207]/사원/제조DX.제조DX솔루션.제조빅데이터분석1팀" userId="d5ffd4fa-3f4c-4192-84f8-e372649f1c32" providerId="ADAL" clId="{045B8935-61B1-4939-8860-DB4897408E7E}" dt="2026-07-22T00:22:00.642" v="3" actId="20577"/>
          <ac:spMkLst>
            <pc:docMk/>
            <pc:sldMk cId="1819753006" sldId="295"/>
            <ac:spMk id="3" creationId="{0CC39962-AED9-0FD6-7F0C-29A8FBE67A4F}"/>
          </ac:spMkLst>
        </pc:spChg>
        <pc:graphicFrameChg chg="mod modGraphic">
          <ac:chgData name="한종원(JONGWON HAN)[hjw6207]/사원/제조DX.제조DX솔루션.제조빅데이터분석1팀" userId="d5ffd4fa-3f4c-4192-84f8-e372649f1c32" providerId="ADAL" clId="{045B8935-61B1-4939-8860-DB4897408E7E}" dt="2026-07-22T00:46:13.166" v="45" actId="20577"/>
          <ac:graphicFrameMkLst>
            <pc:docMk/>
            <pc:sldMk cId="1819753006" sldId="295"/>
            <ac:graphicFrameMk id="19" creationId="{3E86696F-E35A-4B06-9B46-63A4A6A986C1}"/>
          </ac:graphicFrameMkLst>
        </pc:graphicFrameChg>
        <pc:graphicFrameChg chg="mod">
          <ac:chgData name="한종원(JONGWON HAN)[hjw6207]/사원/제조DX.제조DX솔루션.제조빅데이터분석1팀" userId="d5ffd4fa-3f4c-4192-84f8-e372649f1c32" providerId="ADAL" clId="{045B8935-61B1-4939-8860-DB4897408E7E}" dt="2026-07-22T04:47:17.604" v="61"/>
          <ac:graphicFrameMkLst>
            <pc:docMk/>
            <pc:sldMk cId="1819753006" sldId="295"/>
            <ac:graphicFrameMk id="54" creationId="{89A90028-7CAD-BF32-F506-A73064DE8B42}"/>
          </ac:graphicFrameMkLst>
        </pc:graphicFrameChg>
      </pc:sldChg>
      <pc:sldChg chg="modSp mod">
        <pc:chgData name="한종원(JONGWON HAN)[hjw6207]/사원/제조DX.제조DX솔루션.제조빅데이터분석1팀" userId="d5ffd4fa-3f4c-4192-84f8-e372649f1c32" providerId="ADAL" clId="{045B8935-61B1-4939-8860-DB4897408E7E}" dt="2026-07-22T02:01:56.593" v="58" actId="20577"/>
        <pc:sldMkLst>
          <pc:docMk/>
          <pc:sldMk cId="3996139020" sldId="2147482213"/>
        </pc:sldMkLst>
        <pc:spChg chg="mod">
          <ac:chgData name="한종원(JONGWON HAN)[hjw6207]/사원/제조DX.제조DX솔루션.제조빅데이터분석1팀" userId="d5ffd4fa-3f4c-4192-84f8-e372649f1c32" providerId="ADAL" clId="{045B8935-61B1-4939-8860-DB4897408E7E}" dt="2026-07-22T02:01:56.593" v="58" actId="20577"/>
          <ac:spMkLst>
            <pc:docMk/>
            <pc:sldMk cId="3996139020" sldId="2147482213"/>
            <ac:spMk id="3" creationId="{0CC39962-AED9-0FD6-7F0C-29A8FBE67A4F}"/>
          </ac:spMkLst>
        </pc:spChg>
      </pc:sldChg>
    </pc:docChg>
  </pc:docChgLst>
  <pc:docChgLst>
    <pc:chgData name="김종우(JONG WOO KIM)[jongwoo_kim]/선임/제조DX.제조DX솔루션.제조빅데이터분석1팀" userId="724af6f9-8cbb-4db2-a128-c90de53c6762" providerId="ADAL" clId="{9EB061A1-D3C2-40A0-B451-5AEE7C4F120E}"/>
    <pc:docChg chg="custSel modSld">
      <pc:chgData name="김종우(JONG WOO KIM)[jongwoo_kim]/선임/제조DX.제조DX솔루션.제조빅데이터분석1팀" userId="724af6f9-8cbb-4db2-a128-c90de53c6762" providerId="ADAL" clId="{9EB061A1-D3C2-40A0-B451-5AEE7C4F120E}" dt="2026-07-08T04:03:47.359" v="1266" actId="207"/>
      <pc:docMkLst>
        <pc:docMk/>
      </pc:docMkLst>
      <pc:sldChg chg="modSp mod">
        <pc:chgData name="김종우(JONG WOO KIM)[jongwoo_kim]/선임/제조DX.제조DX솔루션.제조빅데이터분석1팀" userId="724af6f9-8cbb-4db2-a128-c90de53c6762" providerId="ADAL" clId="{9EB061A1-D3C2-40A0-B451-5AEE7C4F120E}" dt="2026-07-08T00:36:56.168" v="586" actId="20577"/>
        <pc:sldMkLst>
          <pc:docMk/>
          <pc:sldMk cId="1623153691" sldId="2147482240"/>
        </pc:sldMkLst>
        <pc:spChg chg="mod">
          <ac:chgData name="김종우(JONG WOO KIM)[jongwoo_kim]/선임/제조DX.제조DX솔루션.제조빅데이터분석1팀" userId="724af6f9-8cbb-4db2-a128-c90de53c6762" providerId="ADAL" clId="{9EB061A1-D3C2-40A0-B451-5AEE7C4F120E}" dt="2026-07-08T00:36:56.168" v="586" actId="20577"/>
          <ac:spMkLst>
            <pc:docMk/>
            <pc:sldMk cId="1623153691" sldId="2147482240"/>
            <ac:spMk id="3" creationId="{0CC39962-AED9-0FD6-7F0C-29A8FBE67A4F}"/>
          </ac:spMkLst>
        </pc:spChg>
        <pc:graphicFrameChg chg="mod modGraphic">
          <ac:chgData name="김종우(JONG WOO KIM)[jongwoo_kim]/선임/제조DX.제조DX솔루션.제조빅데이터분석1팀" userId="724af6f9-8cbb-4db2-a128-c90de53c6762" providerId="ADAL" clId="{9EB061A1-D3C2-40A0-B451-5AEE7C4F120E}" dt="2026-07-08T00:36:48.828" v="584" actId="20577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  <pc:sldChg chg="addSp modSp mod">
        <pc:chgData name="김종우(JONG WOO KIM)[jongwoo_kim]/선임/제조DX.제조DX솔루션.제조빅데이터분석1팀" userId="724af6f9-8cbb-4db2-a128-c90de53c6762" providerId="ADAL" clId="{9EB061A1-D3C2-40A0-B451-5AEE7C4F120E}" dt="2026-07-08T04:03:47.359" v="1266" actId="207"/>
        <pc:sldMkLst>
          <pc:docMk/>
          <pc:sldMk cId="3433858500" sldId="2147482257"/>
        </pc:sldMkLst>
        <pc:spChg chg="add mod">
          <ac:chgData name="김종우(JONG WOO KIM)[jongwoo_kim]/선임/제조DX.제조DX솔루션.제조빅데이터분석1팀" userId="724af6f9-8cbb-4db2-a128-c90de53c6762" providerId="ADAL" clId="{9EB061A1-D3C2-40A0-B451-5AEE7C4F120E}" dt="2026-07-08T00:40:19.572" v="686" actId="1076"/>
          <ac:spMkLst>
            <pc:docMk/>
            <pc:sldMk cId="3433858500" sldId="2147482257"/>
            <ac:spMk id="6" creationId="{945D1BD3-BF61-252A-C237-56C1D190AAEE}"/>
          </ac:spMkLst>
        </pc:spChg>
        <pc:graphicFrameChg chg="add mod modGraphic">
          <ac:chgData name="김종우(JONG WOO KIM)[jongwoo_kim]/선임/제조DX.제조DX솔루션.제조빅데이터분석1팀" userId="724af6f9-8cbb-4db2-a128-c90de53c6762" providerId="ADAL" clId="{9EB061A1-D3C2-40A0-B451-5AEE7C4F120E}" dt="2026-07-08T00:43:15.078" v="730" actId="20577"/>
          <ac:graphicFrameMkLst>
            <pc:docMk/>
            <pc:sldMk cId="3433858500" sldId="2147482257"/>
            <ac:graphicFrameMk id="4" creationId="{AFE57CD5-6025-66AD-B88A-A5F19DC70CD7}"/>
          </ac:graphicFrameMkLst>
        </pc:graphicFrameChg>
        <pc:graphicFrameChg chg="mod modGraphic">
          <ac:chgData name="김종우(JONG WOO KIM)[jongwoo_kim]/선임/제조DX.제조DX솔루션.제조빅데이터분석1팀" userId="724af6f9-8cbb-4db2-a128-c90de53c6762" providerId="ADAL" clId="{9EB061A1-D3C2-40A0-B451-5AEE7C4F120E}" dt="2026-07-08T04:03:47.359" v="1266" actId="207"/>
          <ac:graphicFrameMkLst>
            <pc:docMk/>
            <pc:sldMk cId="3433858500" sldId="2147482257"/>
            <ac:graphicFrameMk id="5" creationId="{C354F347-62EE-B925-13C0-C270F45465B6}"/>
          </ac:graphicFrameMkLst>
        </pc:graphicFrameChg>
      </pc:sldChg>
    </pc:docChg>
  </pc:docChgLst>
  <pc:docChgLst>
    <pc:chgData name="서동민(DONGMIN SEO)[seodm]/책임/제조DX.제조DX솔루션.제조빅데이터분석1팀" userId="76da3594-28f0-492a-8a77-a4d7231a6557" providerId="ADAL" clId="{9317CDCC-DA66-46AA-B6D5-F19614ED9739}"/>
    <pc:docChg chg="undo custSel addSld modSld">
      <pc:chgData name="서동민(DONGMIN SEO)[seodm]/책임/제조DX.제조DX솔루션.제조빅데이터분석1팀" userId="76da3594-28f0-492a-8a77-a4d7231a6557" providerId="ADAL" clId="{9317CDCC-DA66-46AA-B6D5-F19614ED9739}" dt="2026-07-09T02:48:07.904" v="8075" actId="20577"/>
      <pc:docMkLst>
        <pc:docMk/>
      </pc:docMkLst>
      <pc:sldChg chg="modSp mod">
        <pc:chgData name="서동민(DONGMIN SEO)[seodm]/책임/제조DX.제조DX솔루션.제조빅데이터분석1팀" userId="76da3594-28f0-492a-8a77-a4d7231a6557" providerId="ADAL" clId="{9317CDCC-DA66-46AA-B6D5-F19614ED9739}" dt="2026-07-08T13:30:33.693" v="4898"/>
        <pc:sldMkLst>
          <pc:docMk/>
          <pc:sldMk cId="4231600243" sldId="266"/>
        </pc:sldMkLst>
        <pc:graphicFrameChg chg="mod modGraphic">
          <ac:chgData name="서동민(DONGMIN SEO)[seodm]/책임/제조DX.제조DX솔루션.제조빅데이터분석1팀" userId="76da3594-28f0-492a-8a77-a4d7231a6557" providerId="ADAL" clId="{9317CDCC-DA66-46AA-B6D5-F19614ED9739}" dt="2026-07-08T13:30:33.693" v="4898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modSp mod">
        <pc:chgData name="서동민(DONGMIN SEO)[seodm]/책임/제조DX.제조DX솔루션.제조빅데이터분석1팀" userId="76da3594-28f0-492a-8a77-a4d7231a6557" providerId="ADAL" clId="{9317CDCC-DA66-46AA-B6D5-F19614ED9739}" dt="2026-07-08T09:52:33.605" v="3779" actId="207"/>
        <pc:sldMkLst>
          <pc:docMk/>
          <pc:sldMk cId="3964604079" sldId="278"/>
        </pc:sldMkLst>
        <pc:spChg chg="mod">
          <ac:chgData name="서동민(DONGMIN SEO)[seodm]/책임/제조DX.제조DX솔루션.제조빅데이터분석1팀" userId="76da3594-28f0-492a-8a77-a4d7231a6557" providerId="ADAL" clId="{9317CDCC-DA66-46AA-B6D5-F19614ED9739}" dt="2026-07-08T09:52:29.831" v="3778" actId="20577"/>
          <ac:spMkLst>
            <pc:docMk/>
            <pc:sldMk cId="3964604079" sldId="278"/>
            <ac:spMk id="3" creationId="{0CC39962-AED9-0FD6-7F0C-29A8FBE67A4F}"/>
          </ac:spMkLst>
        </pc:spChg>
        <pc:graphicFrameChg chg="modGraphic">
          <ac:chgData name="서동민(DONGMIN SEO)[seodm]/책임/제조DX.제조DX솔루션.제조빅데이터분석1팀" userId="76da3594-28f0-492a-8a77-a4d7231a6557" providerId="ADAL" clId="{9317CDCC-DA66-46AA-B6D5-F19614ED9739}" dt="2026-07-08T09:52:33.605" v="3779" actId="207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Sp mod">
        <pc:chgData name="서동민(DONGMIN SEO)[seodm]/책임/제조DX.제조DX솔루션.제조빅데이터분석1팀" userId="76da3594-28f0-492a-8a77-a4d7231a6557" providerId="ADAL" clId="{9317CDCC-DA66-46AA-B6D5-F19614ED9739}" dt="2026-07-09T02:07:22.419" v="7087" actId="20577"/>
        <pc:sldMkLst>
          <pc:docMk/>
          <pc:sldMk cId="1819753006" sldId="295"/>
        </pc:sldMkLst>
        <pc:graphicFrameChg chg="mod modGraphic">
          <ac:chgData name="서동민(DONGMIN SEO)[seodm]/책임/제조DX.제조DX솔루션.제조빅데이터분석1팀" userId="76da3594-28f0-492a-8a77-a4d7231a6557" providerId="ADAL" clId="{9317CDCC-DA66-46AA-B6D5-F19614ED9739}" dt="2026-07-09T02:07:22.419" v="7087" actId="20577"/>
          <ac:graphicFrameMkLst>
            <pc:docMk/>
            <pc:sldMk cId="1819753006" sldId="295"/>
            <ac:graphicFrameMk id="19" creationId="{3E86696F-E35A-4B06-9B46-63A4A6A986C1}"/>
          </ac:graphicFrameMkLst>
        </pc:graphicFrameChg>
      </pc:sldChg>
      <pc:sldChg chg="addSp delSp modSp add mod">
        <pc:chgData name="서동민(DONGMIN SEO)[seodm]/책임/제조DX.제조DX솔루션.제조빅데이터분석1팀" userId="76da3594-28f0-492a-8a77-a4d7231a6557" providerId="ADAL" clId="{9317CDCC-DA66-46AA-B6D5-F19614ED9739}" dt="2026-07-09T02:48:07.904" v="8075" actId="20577"/>
        <pc:sldMkLst>
          <pc:docMk/>
          <pc:sldMk cId="1803197678" sldId="299"/>
        </pc:sldMkLst>
        <pc:spChg chg="mod">
          <ac:chgData name="서동민(DONGMIN SEO)[seodm]/책임/제조DX.제조DX솔루션.제조빅데이터분석1팀" userId="76da3594-28f0-492a-8a77-a4d7231a6557" providerId="ADAL" clId="{9317CDCC-DA66-46AA-B6D5-F19614ED9739}" dt="2026-07-09T02:08:27.164" v="7189"/>
          <ac:spMkLst>
            <pc:docMk/>
            <pc:sldMk cId="1803197678" sldId="299"/>
            <ac:spMk id="11" creationId="{86227DEB-244F-40D9-A14B-935F021B9AFB}"/>
          </ac:spMkLst>
        </pc:spChg>
        <pc:spChg chg="mod">
          <ac:chgData name="서동민(DONGMIN SEO)[seodm]/책임/제조DX.제조DX솔루션.제조빅데이터분석1팀" userId="76da3594-28f0-492a-8a77-a4d7231a6557" providerId="ADAL" clId="{9317CDCC-DA66-46AA-B6D5-F19614ED9739}" dt="2026-07-09T02:08:16.990" v="7167" actId="20577"/>
          <ac:spMkLst>
            <pc:docMk/>
            <pc:sldMk cId="1803197678" sldId="299"/>
            <ac:spMk id="15" creationId="{8E391BC0-C457-46D9-9F5D-B0CCBEECB401}"/>
          </ac:spMkLst>
        </pc:spChg>
        <pc:graphicFrameChg chg="mod modGraphic">
          <ac:chgData name="서동민(DONGMIN SEO)[seodm]/책임/제조DX.제조DX솔루션.제조빅데이터분석1팀" userId="76da3594-28f0-492a-8a77-a4d7231a6557" providerId="ADAL" clId="{9317CDCC-DA66-46AA-B6D5-F19614ED9739}" dt="2026-07-09T02:48:07.904" v="8075" actId="20577"/>
          <ac:graphicFrameMkLst>
            <pc:docMk/>
            <pc:sldMk cId="1803197678" sldId="299"/>
            <ac:graphicFrameMk id="19" creationId="{3E86696F-E35A-4B06-9B46-63A4A6A986C1}"/>
          </ac:graphicFrameMkLst>
        </pc:graphicFrameChg>
      </pc:sldChg>
      <pc:sldChg chg="addSp delSp modSp mod">
        <pc:chgData name="서동민(DONGMIN SEO)[seodm]/책임/제조DX.제조DX솔루션.제조빅데이터분석1팀" userId="76da3594-28f0-492a-8a77-a4d7231a6557" providerId="ADAL" clId="{9317CDCC-DA66-46AA-B6D5-F19614ED9739}" dt="2026-07-09T00:13:18.593" v="7049" actId="20577"/>
        <pc:sldMkLst>
          <pc:docMk/>
          <pc:sldMk cId="3138319042" sldId="2147482201"/>
        </pc:sldMkLst>
        <pc:spChg chg="mod">
          <ac:chgData name="서동민(DONGMIN SEO)[seodm]/책임/제조DX.제조DX솔루션.제조빅데이터분석1팀" userId="76da3594-28f0-492a-8a77-a4d7231a6557" providerId="ADAL" clId="{9317CDCC-DA66-46AA-B6D5-F19614ED9739}" dt="2026-07-08T05:25:25.482" v="7" actId="20577"/>
          <ac:spMkLst>
            <pc:docMk/>
            <pc:sldMk cId="3138319042" sldId="2147482201"/>
            <ac:spMk id="3" creationId="{C0F77D9C-1101-3AB9-AE82-901AE6A76C0E}"/>
          </ac:spMkLst>
        </pc:spChg>
        <pc:spChg chg="add mod ord">
          <ac:chgData name="서동민(DONGMIN SEO)[seodm]/책임/제조DX.제조DX솔루션.제조빅데이터분석1팀" userId="76da3594-28f0-492a-8a77-a4d7231a6557" providerId="ADAL" clId="{9317CDCC-DA66-46AA-B6D5-F19614ED9739}" dt="2026-07-09T00:07:25.590" v="6992" actId="14100"/>
          <ac:spMkLst>
            <pc:docMk/>
            <pc:sldMk cId="3138319042" sldId="2147482201"/>
            <ac:spMk id="4" creationId="{12A33E9D-2847-6C3A-5499-376E4B5180A4}"/>
          </ac:spMkLst>
        </pc:spChg>
        <pc:spChg chg="mod">
          <ac:chgData name="서동민(DONGMIN SEO)[seodm]/책임/제조DX.제조DX솔루션.제조빅데이터분석1팀" userId="76da3594-28f0-492a-8a77-a4d7231a6557" providerId="ADAL" clId="{9317CDCC-DA66-46AA-B6D5-F19614ED9739}" dt="2026-07-09T00:13:18.593" v="7049" actId="20577"/>
          <ac:spMkLst>
            <pc:docMk/>
            <pc:sldMk cId="3138319042" sldId="2147482201"/>
            <ac:spMk id="17" creationId="{6C3BBE40-7449-303A-D8D1-336D49270DB6}"/>
          </ac:spMkLst>
        </pc:spChg>
      </pc:sldChg>
      <pc:sldChg chg="addSp delSp modSp mod">
        <pc:chgData name="서동민(DONGMIN SEO)[seodm]/책임/제조DX.제조DX솔루션.제조빅데이터분석1팀" userId="76da3594-28f0-492a-8a77-a4d7231a6557" providerId="ADAL" clId="{9317CDCC-DA66-46AA-B6D5-F19614ED9739}" dt="2026-07-08T04:20:22.280" v="5" actId="20577"/>
        <pc:sldMkLst>
          <pc:docMk/>
          <pc:sldMk cId="2213332889" sldId="2147482204"/>
        </pc:sldMkLst>
        <pc:spChg chg="mod">
          <ac:chgData name="서동민(DONGMIN SEO)[seodm]/책임/제조DX.제조DX솔루션.제조빅데이터분석1팀" userId="76da3594-28f0-492a-8a77-a4d7231a6557" providerId="ADAL" clId="{9317CDCC-DA66-46AA-B6D5-F19614ED9739}" dt="2026-07-08T04:20:22.280" v="5" actId="20577"/>
          <ac:spMkLst>
            <pc:docMk/>
            <pc:sldMk cId="2213332889" sldId="2147482204"/>
            <ac:spMk id="5" creationId="{FF4AD222-410F-D567-CC89-3D34E933499E}"/>
          </ac:spMkLst>
        </pc:spChg>
      </pc:sldChg>
      <pc:sldChg chg="addSp delSp modSp mod">
        <pc:chgData name="서동민(DONGMIN SEO)[seodm]/책임/제조DX.제조DX솔루션.제조빅데이터분석1팀" userId="76da3594-28f0-492a-8a77-a4d7231a6557" providerId="ADAL" clId="{9317CDCC-DA66-46AA-B6D5-F19614ED9739}" dt="2026-07-09T00:04:10.119" v="6784" actId="167"/>
        <pc:sldMkLst>
          <pc:docMk/>
          <pc:sldMk cId="3393013521" sldId="2147482258"/>
        </pc:sldMkLst>
        <pc:spChg chg="mod">
          <ac:chgData name="서동민(DONGMIN SEO)[seodm]/책임/제조DX.제조DX솔루션.제조빅데이터분석1팀" userId="76da3594-28f0-492a-8a77-a4d7231a6557" providerId="ADAL" clId="{9317CDCC-DA66-46AA-B6D5-F19614ED9739}" dt="2026-07-08T13:45:26.803" v="6166" actId="1076"/>
          <ac:spMkLst>
            <pc:docMk/>
            <pc:sldMk cId="3393013521" sldId="2147482258"/>
            <ac:spMk id="3" creationId="{9693D0C0-D94B-D08F-2AFD-BDB02EFF95BF}"/>
          </ac:spMkLst>
        </pc:spChg>
        <pc:spChg chg="add mod ord">
          <ac:chgData name="서동민(DONGMIN SEO)[seodm]/책임/제조DX.제조DX솔루션.제조빅데이터분석1팀" userId="76da3594-28f0-492a-8a77-a4d7231a6557" providerId="ADAL" clId="{9317CDCC-DA66-46AA-B6D5-F19614ED9739}" dt="2026-07-09T00:04:10.119" v="6784" actId="167"/>
          <ac:spMkLst>
            <pc:docMk/>
            <pc:sldMk cId="3393013521" sldId="2147482258"/>
            <ac:spMk id="6" creationId="{02CE0BA8-6AB4-36A3-D2FE-9D10264EF838}"/>
          </ac:spMkLst>
        </pc:spChg>
        <pc:spChg chg="mod">
          <ac:chgData name="서동민(DONGMIN SEO)[seodm]/책임/제조DX.제조DX솔루션.제조빅데이터분석1팀" userId="76da3594-28f0-492a-8a77-a4d7231a6557" providerId="ADAL" clId="{9317CDCC-DA66-46AA-B6D5-F19614ED9739}" dt="2026-07-08T05:35:04.523" v="28" actId="20577"/>
          <ac:spMkLst>
            <pc:docMk/>
            <pc:sldMk cId="3393013521" sldId="2147482258"/>
            <ac:spMk id="18" creationId="{51BB22A4-C131-F038-43E8-90CD40BA05B9}"/>
          </ac:spMkLst>
        </pc:spChg>
      </pc:sldChg>
    </pc:docChg>
  </pc:docChgLst>
  <pc:docChgLst>
    <pc:chgData name="박소영(SOYOUNG PARK)[edtsol_sy32]/사원/제조DX.제조DX솔루션.추적솔루션개발팀" userId="dc270099-6f2c-44e3-856c-ca44e2079083" providerId="ADAL" clId="{EE3C5D46-2740-47BC-AD2F-C7F696F480C9}"/>
    <pc:docChg chg="undo custSel modSld">
      <pc:chgData name="박소영(SOYOUNG PARK)[edtsol_sy32]/사원/제조DX.제조DX솔루션.추적솔루션개발팀" userId="dc270099-6f2c-44e3-856c-ca44e2079083" providerId="ADAL" clId="{EE3C5D46-2740-47BC-AD2F-C7F696F480C9}" dt="2026-07-14T08:35:29.620" v="3371" actId="20577"/>
      <pc:docMkLst>
        <pc:docMk/>
      </pc:docMkLst>
      <pc:sldChg chg="addSp delSp modSp mod">
        <pc:chgData name="박소영(SOYOUNG PARK)[edtsol_sy32]/사원/제조DX.제조DX솔루션.추적솔루션개발팀" userId="dc270099-6f2c-44e3-856c-ca44e2079083" providerId="ADAL" clId="{EE3C5D46-2740-47BC-AD2F-C7F696F480C9}" dt="2026-07-14T07:55:44.883" v="1619" actId="20577"/>
        <pc:sldMkLst>
          <pc:docMk/>
          <pc:sldMk cId="360237742" sldId="2147481816"/>
        </pc:sldMkLst>
        <pc:spChg chg="mod">
          <ac:chgData name="박소영(SOYOUNG PARK)[edtsol_sy32]/사원/제조DX.제조DX솔루션.추적솔루션개발팀" userId="dc270099-6f2c-44e3-856c-ca44e2079083" providerId="ADAL" clId="{EE3C5D46-2740-47BC-AD2F-C7F696F480C9}" dt="2026-07-14T06:35:05.812" v="1074" actId="20577"/>
          <ac:spMkLst>
            <pc:docMk/>
            <pc:sldMk cId="360237742" sldId="2147481816"/>
            <ac:spMk id="2" creationId="{7A7EAB5B-6A0B-53F7-2708-C90739BBDAE1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EE3C5D46-2740-47BC-AD2F-C7F696F480C9}" dt="2026-07-14T07:55:44.883" v="1619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EE3C5D46-2740-47BC-AD2F-C7F696F480C9}" dt="2026-07-14T05:27:15.458" v="1069"/>
        <pc:sldMkLst>
          <pc:docMk/>
          <pc:sldMk cId="1726257096" sldId="2147481882"/>
        </pc:sldMkLst>
        <pc:spChg chg="mod">
          <ac:chgData name="박소영(SOYOUNG PARK)[edtsol_sy32]/사원/제조DX.제조DX솔루션.추적솔루션개발팀" userId="dc270099-6f2c-44e3-856c-ca44e2079083" providerId="ADAL" clId="{EE3C5D46-2740-47BC-AD2F-C7F696F480C9}" dt="2026-07-14T03:02:26.793" v="761" actId="14100"/>
          <ac:spMkLst>
            <pc:docMk/>
            <pc:sldMk cId="1726257096" sldId="2147481882"/>
            <ac:spMk id="11" creationId="{B481CC1A-CBDE-1C10-6F56-D3C60F41077C}"/>
          </ac:spMkLst>
        </pc:spChg>
        <pc:spChg chg="mod">
          <ac:chgData name="박소영(SOYOUNG PARK)[edtsol_sy32]/사원/제조DX.제조DX솔루션.추적솔루션개발팀" userId="dc270099-6f2c-44e3-856c-ca44e2079083" providerId="ADAL" clId="{EE3C5D46-2740-47BC-AD2F-C7F696F480C9}" dt="2026-07-14T02:31:15.330" v="307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EE3C5D46-2740-47BC-AD2F-C7F696F480C9}" dt="2026-07-14T05:27:15.458" v="1069"/>
          <ac:graphicFrameMkLst>
            <pc:docMk/>
            <pc:sldMk cId="1726257096" sldId="2147481882"/>
            <ac:graphicFrameMk id="7" creationId="{66C2A45B-A73D-11DD-25E0-11E4B52F84BA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EE3C5D46-2740-47BC-AD2F-C7F696F480C9}" dt="2026-07-14T05:14:13.129" v="1021" actId="20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EE3C5D46-2740-47BC-AD2F-C7F696F480C9}" dt="2026-07-14T05:00:32.434" v="985" actId="2057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EE3C5D46-2740-47BC-AD2F-C7F696F480C9}" dt="2026-07-14T08:04:40.947" v="1642" actId="20577"/>
        <pc:sldMkLst>
          <pc:docMk/>
          <pc:sldMk cId="1439661179" sldId="2147481935"/>
        </pc:sldMkLst>
        <pc:spChg chg="mod">
          <ac:chgData name="박소영(SOYOUNG PARK)[edtsol_sy32]/사원/제조DX.제조DX솔루션.추적솔루션개발팀" userId="dc270099-6f2c-44e3-856c-ca44e2079083" providerId="ADAL" clId="{EE3C5D46-2740-47BC-AD2F-C7F696F480C9}" dt="2026-07-14T08:04:40.947" v="1642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EE3C5D46-2740-47BC-AD2F-C7F696F480C9}" dt="2026-07-14T08:04:34.841" v="1640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EE3C5D46-2740-47BC-AD2F-C7F696F480C9}" dt="2026-07-14T02:28:54.700" v="304" actId="20577"/>
        <pc:sldMkLst>
          <pc:docMk/>
          <pc:sldMk cId="3689145808" sldId="2147482251"/>
        </pc:sldMkLst>
        <pc:spChg chg="mod">
          <ac:chgData name="박소영(SOYOUNG PARK)[edtsol_sy32]/사원/제조DX.제조DX솔루션.추적솔루션개발팀" userId="dc270099-6f2c-44e3-856c-ca44e2079083" providerId="ADAL" clId="{EE3C5D46-2740-47BC-AD2F-C7F696F480C9}" dt="2026-07-14T02:24:33.806" v="183" actId="20577"/>
          <ac:spMkLst>
            <pc:docMk/>
            <pc:sldMk cId="3689145808" sldId="2147482251"/>
            <ac:spMk id="7" creationId="{3FB22F0A-A48E-F909-20F5-057DFE7E2546}"/>
          </ac:spMkLst>
        </pc:spChg>
        <pc:spChg chg="mod">
          <ac:chgData name="박소영(SOYOUNG PARK)[edtsol_sy32]/사원/제조DX.제조DX솔루션.추적솔루션개발팀" userId="dc270099-6f2c-44e3-856c-ca44e2079083" providerId="ADAL" clId="{EE3C5D46-2740-47BC-AD2F-C7F696F480C9}" dt="2026-07-14T02:05:08.015" v="177" actId="207"/>
          <ac:spMkLst>
            <pc:docMk/>
            <pc:sldMk cId="3689145808" sldId="2147482251"/>
            <ac:spMk id="19" creationId="{5352E5F4-D151-4C3D-9E5F-99A1B7FDF265}"/>
          </ac:spMkLst>
        </pc:spChg>
        <pc:spChg chg="mod">
          <ac:chgData name="박소영(SOYOUNG PARK)[edtsol_sy32]/사원/제조DX.제조DX솔루션.추적솔루션개발팀" userId="dc270099-6f2c-44e3-856c-ca44e2079083" providerId="ADAL" clId="{EE3C5D46-2740-47BC-AD2F-C7F696F480C9}" dt="2026-07-14T02:03:59.255" v="2" actId="20577"/>
          <ac:spMkLst>
            <pc:docMk/>
            <pc:sldMk cId="3689145808" sldId="2147482251"/>
            <ac:spMk id="23" creationId="{02417012-9580-4148-8D51-88FF8C380FC9}"/>
          </ac:spMkLst>
        </pc:spChg>
        <pc:graphicFrameChg chg="modGraphic">
          <ac:chgData name="박소영(SOYOUNG PARK)[edtsol_sy32]/사원/제조DX.제조DX솔루션.추적솔루션개발팀" userId="dc270099-6f2c-44e3-856c-ca44e2079083" providerId="ADAL" clId="{EE3C5D46-2740-47BC-AD2F-C7F696F480C9}" dt="2026-07-14T02:24:45.703" v="204" actId="20577"/>
          <ac:graphicFrameMkLst>
            <pc:docMk/>
            <pc:sldMk cId="3689145808" sldId="2147482251"/>
            <ac:graphicFrameMk id="8" creationId="{84D32A1C-1CB8-11A9-97D3-FDB5750D96AE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EE3C5D46-2740-47BC-AD2F-C7F696F480C9}" dt="2026-07-14T02:28:54.700" v="304" actId="20577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EE3C5D46-2740-47BC-AD2F-C7F696F480C9}" dt="2026-07-14T08:35:29.620" v="3371" actId="20577"/>
        <pc:sldMkLst>
          <pc:docMk/>
          <pc:sldMk cId="1494465681" sldId="2147482260"/>
        </pc:sldMkLst>
        <pc:spChg chg="mod">
          <ac:chgData name="박소영(SOYOUNG PARK)[edtsol_sy32]/사원/제조DX.제조DX솔루션.추적솔루션개발팀" userId="dc270099-6f2c-44e3-856c-ca44e2079083" providerId="ADAL" clId="{EE3C5D46-2740-47BC-AD2F-C7F696F480C9}" dt="2026-07-14T08:05:01.200" v="1647" actId="20577"/>
          <ac:spMkLst>
            <pc:docMk/>
            <pc:sldMk cId="1494465681" sldId="2147482260"/>
            <ac:spMk id="22" creationId="{81B17DB2-3DCC-4A8F-9347-F9695BEF8B6D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EE3C5D46-2740-47BC-AD2F-C7F696F480C9}" dt="2026-07-14T08:35:29.620" v="3371" actId="20577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</pc:docChg>
  </pc:docChgLst>
  <pc:docChgLst>
    <pc:chgData name="박종현(JONG HYUN PARK)[parkjonghyun]/책임/제조DX.제조DX솔루션.추적솔루션개발팀" userId="bd556fbe-4056-41f8-81f6-e4b44a6c8ed9" providerId="ADAL" clId="{D7B4F853-5920-4137-B3C8-BE978D24C6A4}"/>
    <pc:docChg chg="custSel modSld sldOrd modMainMaster modSection">
      <pc:chgData name="박종현(JONG HYUN PARK)[parkjonghyun]/책임/제조DX.제조DX솔루션.추적솔루션개발팀" userId="bd556fbe-4056-41f8-81f6-e4b44a6c8ed9" providerId="ADAL" clId="{D7B4F853-5920-4137-B3C8-BE978D24C6A4}" dt="2026-07-10T02:06:49.937" v="2269" actId="20577"/>
      <pc:docMkLst>
        <pc:docMk/>
      </pc:docMkLst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0.406" v="1985" actId="207"/>
        <pc:sldMkLst>
          <pc:docMk/>
          <pc:sldMk cId="2860801152" sldId="257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385" v="1955" actId="207"/>
          <ac:graphicFrameMkLst>
            <pc:docMk/>
            <pc:sldMk cId="2860801152" sldId="257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398" v="1973" actId="207"/>
          <ac:graphicFrameMkLst>
            <pc:docMk/>
            <pc:sldMk cId="2860801152" sldId="257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406" v="1985" actId="207"/>
          <ac:graphicFrameMkLst>
            <pc:docMk/>
            <pc:sldMk cId="2860801152" sldId="257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0.377" v="1944" actId="207"/>
          <ac:graphicFrameMkLst>
            <pc:docMk/>
            <pc:sldMk cId="2860801152" sldId="25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1383493917" sldId="260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383493917" sldId="260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1959088351" sldId="261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959088351" sldId="261"/>
            <ac:graphicFrameMk id="2" creationId="{1B328436-563D-910D-A106-E92841203CA3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1777283650" sldId="263"/>
        </pc:sldMkLst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1.078" v="2146" actId="207"/>
        <pc:sldMkLst>
          <pc:docMk/>
          <pc:sldMk cId="240573304" sldId="265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50.981" v="2137" actId="207"/>
          <ac:spMkLst>
            <pc:docMk/>
            <pc:sldMk cId="240573304" sldId="265"/>
            <ac:spMk id="11" creationId="{6393F995-C89E-D69C-3E67-41AED422D370}"/>
          </ac:spMkLst>
        </pc:spChg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1.078" v="2146" actId="207"/>
          <ac:graphicFrameMkLst>
            <pc:docMk/>
            <pc:sldMk cId="240573304" sldId="265"/>
            <ac:graphicFrameMk id="2" creationId="{4AD28A90-1C5E-B3ED-AFEA-E4E930343D47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0.928" v="2130" actId="207"/>
          <ac:graphicFrameMkLst>
            <pc:docMk/>
            <pc:sldMk cId="240573304" sldId="265"/>
            <ac:graphicFrameMk id="24" creationId="{F51285F9-8EF7-203F-DE5F-18902235DFA9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6.457" v="1448" actId="207"/>
        <pc:sldMkLst>
          <pc:docMk/>
          <pc:sldMk cId="4231600243" sldId="266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6.457" v="1448" actId="207"/>
          <ac:graphicFrameMkLst>
            <pc:docMk/>
            <pc:sldMk cId="4231600243" sldId="26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6.490" v="359" actId="207"/>
        <pc:sldMkLst>
          <pc:docMk/>
          <pc:sldMk cId="3077798272" sldId="269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6.490" v="359" actId="207"/>
          <ac:graphicFrameMkLst>
            <pc:docMk/>
            <pc:sldMk cId="3077798272" sldId="269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1981276098" sldId="270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981276098" sldId="270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1981788" sldId="273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1981788" sldId="27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1.319" v="2238" actId="207"/>
        <pc:sldMkLst>
          <pc:docMk/>
          <pc:sldMk cId="617767194" sldId="274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1.319" v="2238" actId="207"/>
          <ac:graphicFrameMkLst>
            <pc:docMk/>
            <pc:sldMk cId="617767194" sldId="274"/>
            <ac:graphicFrameMk id="2" creationId="{0863F0B0-6407-C240-5659-F188463E19BC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1.274" v="2231" actId="207"/>
          <ac:graphicFrameMkLst>
            <pc:docMk/>
            <pc:sldMk cId="617767194" sldId="274"/>
            <ac:graphicFrameMk id="24" creationId="{4DC597DF-6E8D-9B2D-1957-8DAAF5490FE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0.491" v="2085" actId="207"/>
        <pc:sldMkLst>
          <pc:docMk/>
          <pc:sldMk cId="3652226273" sldId="275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469" v="2055" actId="207"/>
          <ac:graphicFrameMkLst>
            <pc:docMk/>
            <pc:sldMk cId="3652226273" sldId="275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482" v="2073" actId="207"/>
          <ac:graphicFrameMkLst>
            <pc:docMk/>
            <pc:sldMk cId="3652226273" sldId="275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491" v="2085" actId="207"/>
          <ac:graphicFrameMkLst>
            <pc:docMk/>
            <pc:sldMk cId="3652226273" sldId="275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0.458" v="2043" actId="207"/>
          <ac:graphicFrameMkLst>
            <pc:docMk/>
            <pc:sldMk cId="3652226273" sldId="27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4.070" v="1067" actId="207"/>
        <pc:sldMkLst>
          <pc:docMk/>
          <pc:sldMk cId="1164402689" sldId="277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44.051" v="1057" actId="207"/>
          <ac:spMkLst>
            <pc:docMk/>
            <pc:sldMk cId="1164402689" sldId="277"/>
            <ac:spMk id="32" creationId="{1854E312-F7A0-BBD0-830D-FB69DAB3BFB5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3.946" v="1028" actId="207"/>
          <ac:graphicFrameMkLst>
            <pc:docMk/>
            <pc:sldMk cId="1164402689" sldId="27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5.660" v="1329" actId="207"/>
        <pc:sldMkLst>
          <pc:docMk/>
          <pc:sldMk cId="3964604079" sldId="278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5.660" v="1329" actId="207"/>
          <ac:graphicFrameMkLst>
            <pc:docMk/>
            <pc:sldMk cId="3964604079" sldId="278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318036112" sldId="280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318036112" sldId="280"/>
            <ac:graphicFrameMk id="6" creationId="{CB71793C-E619-C2BD-283C-8472FEA47856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015176440" sldId="281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015176440" sldId="281"/>
            <ac:graphicFrameMk id="6" creationId="{CB71793C-E619-C2BD-283C-8472FEA4785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4.839" v="1318" actId="207"/>
        <pc:sldMkLst>
          <pc:docMk/>
          <pc:sldMk cId="3806308629" sldId="282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44.839" v="1318" actId="207"/>
          <ac:spMkLst>
            <pc:docMk/>
            <pc:sldMk cId="3806308629" sldId="282"/>
            <ac:spMk id="7" creationId="{B054ABFA-1C5F-7601-50FE-2699C0B933B7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4.805" v="1316" actId="207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8.824" v="670" actId="207"/>
        <pc:sldMkLst>
          <pc:docMk/>
          <pc:sldMk cId="1126456928" sldId="283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38.698" v="608" actId="207"/>
          <ac:spMkLst>
            <pc:docMk/>
            <pc:sldMk cId="1126456928" sldId="283"/>
            <ac:spMk id="22" creationId="{AC978154-7EE4-B3E4-7273-C27C017546CC}"/>
          </ac:spMkLst>
        </pc:spChg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38.824" v="670" actId="207"/>
          <ac:spMkLst>
            <pc:docMk/>
            <pc:sldMk cId="1126456928" sldId="283"/>
            <ac:spMk id="24" creationId="{290D19FA-7BB4-92F5-9817-AEE6D76297EA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126456928" sldId="283"/>
            <ac:graphicFrameMk id="23" creationId="{C3629C63-9BFE-5CD2-3665-DEC79D9C524D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6.785" v="403" actId="207"/>
        <pc:sldMkLst>
          <pc:docMk/>
          <pc:sldMk cId="2229533" sldId="285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6.785" v="403" actId="207"/>
          <ac:graphicFrameMkLst>
            <pc:docMk/>
            <pc:sldMk cId="2229533" sldId="28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4.447" v="1253" actId="207"/>
        <pc:sldMkLst>
          <pc:docMk/>
          <pc:sldMk cId="3821952864" sldId="287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4.447" v="1253" actId="207"/>
          <ac:graphicFrameMkLst>
            <pc:docMk/>
            <pc:sldMk cId="3821952864" sldId="287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940923173" sldId="290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940923173" sldId="290"/>
            <ac:graphicFrameMk id="8" creationId="{D7007598-164F-9E44-A8E6-E27244A849E6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6.655" v="1483" actId="207"/>
        <pc:sldMkLst>
          <pc:docMk/>
          <pc:sldMk cId="2407900480" sldId="291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6.655" v="1483" actId="207"/>
          <ac:graphicFrameMkLst>
            <pc:docMk/>
            <pc:sldMk cId="2407900480" sldId="291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489701206" sldId="292"/>
        </pc:sldMkLst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7.570" v="1511" actId="207"/>
        <pc:sldMkLst>
          <pc:docMk/>
          <pc:sldMk cId="4069405983" sldId="297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7.570" v="1511" actId="207"/>
          <ac:graphicFrameMkLst>
            <pc:docMk/>
            <pc:sldMk cId="4069405983" sldId="297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6.486" v="1467" actId="207"/>
        <pc:sldMkLst>
          <pc:docMk/>
          <pc:sldMk cId="1803197678" sldId="299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6.486" v="1467" actId="207"/>
          <ac:graphicFrameMkLst>
            <pc:docMk/>
            <pc:sldMk cId="1803197678" sldId="299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1546065171" sldId="301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1574489414" sldId="302"/>
        </pc:sldMkLst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6.560" v="1478" actId="207"/>
        <pc:sldMkLst>
          <pc:docMk/>
          <pc:sldMk cId="1669129858" sldId="303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6.560" v="1478" actId="207"/>
          <ac:graphicFrameMkLst>
            <pc:docMk/>
            <pc:sldMk cId="1669129858" sldId="303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2316390563" sldId="305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2316390563" sldId="305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539472840" sldId="310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539472840" sldId="310"/>
            <ac:graphicFrameMk id="19" creationId="{3E86696F-E35A-4B06-9B46-63A4A6A986C1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786766753" sldId="311"/>
        </pc:sldMkLst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1027075516" sldId="312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027075516" sldId="312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4.308" v="1243" actId="207"/>
        <pc:sldMkLst>
          <pc:docMk/>
          <pc:sldMk cId="1610903189" sldId="316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4.308" v="1243" actId="207"/>
          <ac:graphicFrameMkLst>
            <pc:docMk/>
            <pc:sldMk cId="1610903189" sldId="316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1:51.172" v="2" actId="20577"/>
        <pc:sldMkLst>
          <pc:docMk/>
          <pc:sldMk cId="2751367990" sldId="746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1:51.172" v="2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6.249" v="334" actId="207"/>
        <pc:sldMkLst>
          <pc:docMk/>
          <pc:sldMk cId="2130555548" sldId="2147481730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36.249" v="334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6.239" v="329" actId="20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4.861" v="201" actId="207"/>
        <pc:sldMkLst>
          <pc:docMk/>
          <pc:sldMk cId="360237742" sldId="2147481816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4.861" v="201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6.372" v="342" actId="207"/>
        <pc:sldMkLst>
          <pc:docMk/>
          <pc:sldMk cId="3485727604" sldId="2147481872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6.372" v="342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5.191" v="208" actId="207"/>
        <pc:sldMkLst>
          <pc:docMk/>
          <pc:sldMk cId="1439661179" sldId="2147481935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5.191" v="208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6.165" v="304" actId="207"/>
        <pc:sldMkLst>
          <pc:docMk/>
          <pc:sldMk cId="1840780179" sldId="2147482020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36.165" v="304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delSp modSp mod">
        <pc:chgData name="박종현(JONG HYUN PARK)[parkjonghyun]/책임/제조DX.제조DX솔루션.추적솔루션개발팀" userId="bd556fbe-4056-41f8-81f6-e4b44a6c8ed9" providerId="ADAL" clId="{D7B4F853-5920-4137-B3C8-BE978D24C6A4}" dt="2026-07-10T02:06:03.679" v="2265" actId="1076"/>
        <pc:sldMkLst>
          <pc:docMk/>
          <pc:sldMk cId="383782190" sldId="2147482198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48.698" v="1679" actId="207"/>
          <ac:spMkLst>
            <pc:docMk/>
            <pc:sldMk cId="383782190" sldId="2147482198"/>
            <ac:spMk id="2" creationId="{8F7D21B9-04E2-7414-5CA5-2BEEAD1F17F8}"/>
          </ac:spMkLst>
        </pc:spChg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6:03.679" v="2265" actId="1076"/>
          <ac:spMkLst>
            <pc:docMk/>
            <pc:sldMk cId="383782190" sldId="2147482198"/>
            <ac:spMk id="10" creationId="{E41185F6-09DD-D939-A664-6E8806D829A0}"/>
          </ac:spMkLst>
        </pc:sp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007496545" sldId="2147482202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007496545" sldId="214748220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1053140835" sldId="2147482207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053140835" sldId="2147482207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6.739" v="1485" actId="207"/>
        <pc:sldMkLst>
          <pc:docMk/>
          <pc:sldMk cId="3996139020" sldId="2147482213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6.739" v="1485" actId="207"/>
          <ac:graphicFrameMkLst>
            <pc:docMk/>
            <pc:sldMk cId="3996139020" sldId="2147482213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0.037" v="1686" actId="207"/>
        <pc:sldMkLst>
          <pc:docMk/>
          <pc:sldMk cId="2140725847" sldId="2147482218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0.037" v="1686" actId="207"/>
          <ac:graphicFrameMkLst>
            <pc:docMk/>
            <pc:sldMk cId="2140725847" sldId="214748221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0.256" v="1799" actId="207"/>
        <pc:sldMkLst>
          <pc:docMk/>
          <pc:sldMk cId="3803082211" sldId="2147482219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256" v="1799" actId="207"/>
          <ac:graphicFrameMkLst>
            <pc:docMk/>
            <pc:sldMk cId="3803082211" sldId="2147482219"/>
            <ac:graphicFrameMk id="12" creationId="{1E69F660-EF93-3921-C896-45CFA3882284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0.155" v="1746" actId="207"/>
          <ac:graphicFrameMkLst>
            <pc:docMk/>
            <pc:sldMk cId="3803082211" sldId="2147482219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0.329" v="1894" actId="207"/>
        <pc:sldMkLst>
          <pc:docMk/>
          <pc:sldMk cId="1705482803" sldId="2147482220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311" v="1866" actId="207"/>
          <ac:graphicFrameMkLst>
            <pc:docMk/>
            <pc:sldMk cId="1705482803" sldId="2147482220"/>
            <ac:graphicFrameMk id="4" creationId="{0472E171-D1D3-400C-B416-93D7B68E3795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322" v="1883" actId="207"/>
          <ac:graphicFrameMkLst>
            <pc:docMk/>
            <pc:sldMk cId="1705482803" sldId="2147482220"/>
            <ac:graphicFrameMk id="14" creationId="{C3470D81-2A51-44B3-A6BB-CD8CA0F3C09D}"/>
          </ac:graphicFrameMkLst>
        </pc:graphicFrameChg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0.329" v="1894" actId="207"/>
          <ac:graphicFrameMkLst>
            <pc:docMk/>
            <pc:sldMk cId="1705482803" sldId="2147482220"/>
            <ac:graphicFrameMk id="17" creationId="{13E32185-611D-4FB9-A8E7-E49F2D59E1E0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0.303" v="1855" actId="207"/>
          <ac:graphicFrameMkLst>
            <pc:docMk/>
            <pc:sldMk cId="1705482803" sldId="2147482220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02884185" sldId="2147482228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02884185" sldId="2147482228"/>
            <ac:graphicFrameMk id="2" creationId="{1B328436-563D-910D-A106-E92841203CA3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4.183" v="1184" actId="207"/>
        <pc:sldMkLst>
          <pc:docMk/>
          <pc:sldMk cId="1096148160" sldId="2147482231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44.183" v="1184" actId="207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4.103" v="1097" actId="207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2044104145" sldId="2147482237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2044104145" sldId="2147482237"/>
            <ac:graphicFrameMk id="2" creationId="{1B328436-563D-910D-A106-E92841203CA3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730280615" sldId="2147482238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730280615" sldId="2147482238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1.270" v="2227" actId="207"/>
        <pc:sldMkLst>
          <pc:docMk/>
          <pc:sldMk cId="3135813048" sldId="2147482239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1.270" v="2227" actId="207"/>
          <ac:graphicFrameMkLst>
            <pc:docMk/>
            <pc:sldMk cId="3135813048" sldId="2147482239"/>
            <ac:graphicFrameMk id="2" creationId="{23BDCB60-C271-1742-2C93-76E31902F63A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1.239" v="2213" actId="207"/>
          <ac:graphicFrameMkLst>
            <pc:docMk/>
            <pc:sldMk cId="3135813048" sldId="2147482239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6.048" v="1440" actId="207"/>
        <pc:sldMkLst>
          <pc:docMk/>
          <pc:sldMk cId="1623153691" sldId="2147482240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6.023" v="1431" actId="207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6.256" v="1444" actId="207"/>
        <pc:sldMkLst>
          <pc:docMk/>
          <pc:sldMk cId="2551307454" sldId="2147482250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6.256" v="1444" actId="207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4.167" v="162" actId="207"/>
        <pc:sldMkLst>
          <pc:docMk/>
          <pc:sldMk cId="3689145808" sldId="2147482251"/>
        </pc:sld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3:34.167" v="162" actId="207"/>
          <ac:spMkLst>
            <pc:docMk/>
            <pc:sldMk cId="3689145808" sldId="2147482251"/>
            <ac:spMk id="19" creationId="{5352E5F4-D151-4C3D-9E5F-99A1B7FDF265}"/>
          </ac:spMkLst>
        </pc:spChg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7.338" v="421" actId="207"/>
        <pc:sldMkLst>
          <pc:docMk/>
          <pc:sldMk cId="1494465681" sldId="2147482260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7.338" v="421" actId="207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51.360" v="2251" actId="207"/>
        <pc:sldMkLst>
          <pc:docMk/>
          <pc:sldMk cId="1582208706" sldId="2147482261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51.360" v="2251" actId="207"/>
          <ac:graphicFrameMkLst>
            <pc:docMk/>
            <pc:sldMk cId="1582208706" sldId="2147482261"/>
            <ac:graphicFrameMk id="2" creationId="{7D3CEEF4-CC9E-3891-09F5-7CAC44B000F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51.325" v="2242" actId="207"/>
          <ac:graphicFrameMkLst>
            <pc:docMk/>
            <pc:sldMk cId="1582208706" sldId="2147482261"/>
            <ac:graphicFrameMk id="24" creationId="{CB1E1DE9-356B-4185-A911-636EBB59988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1251161517" sldId="2147482682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251161517" sldId="2147482682"/>
            <ac:graphicFrameMk id="24" creationId="{CB1E1DE9-356B-4185-A911-636EBB59988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8.100" v="519" actId="207"/>
        <pc:sldMkLst>
          <pc:docMk/>
          <pc:sldMk cId="3705966459" sldId="2147482683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8.100" v="519" actId="207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46.631" v="1480" actId="207"/>
        <pc:sldMkLst>
          <pc:docMk/>
          <pc:sldMk cId="693105532" sldId="2147482685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46.631" v="1480" actId="207"/>
          <ac:graphicFrameMkLst>
            <pc:docMk/>
            <pc:sldMk cId="693105532" sldId="2147482685"/>
            <ac:graphicFrameMk id="19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8.375" v="570" actId="207"/>
        <pc:sldMkLst>
          <pc:docMk/>
          <pc:sldMk cId="3349397549" sldId="2147482686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8.375" v="570" actId="207"/>
          <ac:graphicFrameMkLst>
            <pc:docMk/>
            <pc:sldMk cId="3349397549" sldId="2147482686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3.559" v="127" actId="207"/>
        <pc:sldMkLst>
          <pc:docMk/>
          <pc:sldMk cId="824667721" sldId="2147482687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3.559" v="127" actId="207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2711025772" sldId="2147482692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2711025772" sldId="2147482692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6.456" v="352" actId="207"/>
        <pc:sldMkLst>
          <pc:docMk/>
          <pc:sldMk cId="634528031" sldId="2147482698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6.456" v="352" actId="207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6.970" v="407" actId="207"/>
        <pc:sldMkLst>
          <pc:docMk/>
          <pc:sldMk cId="1591452041" sldId="2147482699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6.970" v="407" actId="207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8.684" v="603" actId="207"/>
        <pc:sldMkLst>
          <pc:docMk/>
          <pc:sldMk cId="176752497" sldId="2147482704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38.684" v="603" actId="207"/>
          <ac:graphicFrameMkLst>
            <pc:docMk/>
            <pc:sldMk cId="176752497" sldId="2147482704"/>
            <ac:graphicFrameMk id="3" creationId="{1B7BB873-9519-D343-60B1-12AB53C11173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8.671" v="597" actId="207"/>
          <ac:graphicFrameMkLst>
            <pc:docMk/>
            <pc:sldMk cId="176752497" sldId="2147482704"/>
            <ac:graphicFrameMk id="7" creationId="{3E86696F-E35A-4B06-9B46-63A4A6A986C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6.737" v="374" actId="207"/>
        <pc:sldMkLst>
          <pc:docMk/>
          <pc:sldMk cId="2351887343" sldId="2147482720"/>
        </pc:sldMkLst>
        <pc:graphicFrameChg chg="modGraphic">
          <ac:chgData name="박종현(JONG HYUN PARK)[parkjonghyun]/책임/제조DX.제조DX솔루션.추적솔루션개발팀" userId="bd556fbe-4056-41f8-81f6-e4b44a6c8ed9" providerId="ADAL" clId="{D7B4F853-5920-4137-B3C8-BE978D24C6A4}" dt="2026-07-10T02:03:36.737" v="374" actId="207"/>
          <ac:graphicFrameMkLst>
            <pc:docMk/>
            <pc:sldMk cId="2351887343" sldId="2147482720"/>
            <ac:graphicFrameMk id="2" creationId="{E8F1B650-686C-6D56-A884-FC37B72679D2}"/>
          </ac:graphicFrameMkLst>
        </pc:graphicFrameChg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6.727" v="371" actId="207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240149412" sldId="2147483549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240149412" sldId="2147483549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979026283" sldId="2147483550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979026283" sldId="2147483550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214640671" sldId="2147483552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214640671" sldId="2147483552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770862717" sldId="2147483553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770862717" sldId="2147483553"/>
            <ac:graphicFrameMk id="19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3807737962" sldId="2147483554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3807737962" sldId="2147483554"/>
            <ac:graphicFrameMk id="7" creationId="{3E86696F-E35A-4B06-9B46-63A4A6A986C1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791305064" sldId="2147483555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791305064" sldId="2147483555"/>
            <ac:graphicFrameMk id="7" creationId="{0AB7F7B6-CDDD-CF8E-AD3E-414B4A9E82F1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8.539" v="583" actId="207"/>
        <pc:sldMkLst>
          <pc:docMk/>
          <pc:sldMk cId="3762530128" sldId="2147483559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8.539" v="583" actId="207"/>
          <ac:graphicFrameMkLst>
            <pc:docMk/>
            <pc:sldMk cId="3762530128" sldId="2147483559"/>
            <ac:graphicFrameMk id="39" creationId="{36D09815-1974-4BCF-A55B-BBF74D36A8E4}"/>
          </ac:graphicFrameMkLst>
        </pc:graphicFrameChg>
      </pc:sldChg>
      <pc:sldChg chg="modSp mod">
        <pc:chgData name="박종현(JONG HYUN PARK)[parkjonghyun]/책임/제조DX.제조DX솔루션.추적솔루션개발팀" userId="bd556fbe-4056-41f8-81f6-e4b44a6c8ed9" providerId="ADAL" clId="{D7B4F853-5920-4137-B3C8-BE978D24C6A4}" dt="2026-07-10T02:03:38.222" v="562" actId="207"/>
        <pc:sldMkLst>
          <pc:docMk/>
          <pc:sldMk cId="1136522401" sldId="2147483560"/>
        </pc:sldMkLst>
        <pc:graphicFrameChg chg="mod modGraphic">
          <ac:chgData name="박종현(JONG HYUN PARK)[parkjonghyun]/책임/제조DX.제조DX솔루션.추적솔루션개발팀" userId="bd556fbe-4056-41f8-81f6-e4b44a6c8ed9" providerId="ADAL" clId="{D7B4F853-5920-4137-B3C8-BE978D24C6A4}" dt="2026-07-10T02:03:38.222" v="562" actId="207"/>
          <ac:graphicFrameMkLst>
            <pc:docMk/>
            <pc:sldMk cId="1136522401" sldId="2147483560"/>
            <ac:graphicFrameMk id="39" creationId="{36D09815-1974-4BCF-A55B-BBF74D36A8E4}"/>
          </ac:graphicFrameMkLst>
        </pc:graphicFrameChg>
      </pc:sldChg>
      <pc:sldChg chg="modSp">
        <pc:chgData name="박종현(JONG HYUN PARK)[parkjonghyun]/책임/제조DX.제조DX솔루션.추적솔루션개발팀" userId="bd556fbe-4056-41f8-81f6-e4b44a6c8ed9" providerId="ADAL" clId="{D7B4F853-5920-4137-B3C8-BE978D24C6A4}" dt="2026-07-10T02:02:57.202" v="6"/>
        <pc:sldMkLst>
          <pc:docMk/>
          <pc:sldMk cId="1096584596" sldId="2147483570"/>
        </pc:sldMkLst>
        <pc:graphicFrameChg chg="mod">
          <ac:chgData name="박종현(JONG HYUN PARK)[parkjonghyun]/책임/제조DX.제조DX솔루션.추적솔루션개발팀" userId="bd556fbe-4056-41f8-81f6-e4b44a6c8ed9" providerId="ADAL" clId="{D7B4F853-5920-4137-B3C8-BE978D24C6A4}" dt="2026-07-10T02:02:57.202" v="6"/>
          <ac:graphicFrameMkLst>
            <pc:docMk/>
            <pc:sldMk cId="1096584596" sldId="2147483570"/>
            <ac:graphicFrameMk id="7" creationId="{705DF5FD-B3F8-0599-B62C-79558A5FD127}"/>
          </ac:graphicFrameMkLst>
        </pc:graphicFrameChg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2620132218" sldId="2147483642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3470734284" sldId="2147483643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247193681" sldId="2147483645"/>
        </pc:sldMkLst>
      </pc:sldChg>
      <pc:sldChg chg="mod ord modShow">
        <pc:chgData name="박종현(JONG HYUN PARK)[parkjonghyun]/책임/제조DX.제조DX솔루션.추적솔루션개발팀" userId="bd556fbe-4056-41f8-81f6-e4b44a6c8ed9" providerId="ADAL" clId="{D7B4F853-5920-4137-B3C8-BE978D24C6A4}" dt="2026-07-10T02:02:12.887" v="5" actId="729"/>
        <pc:sldMkLst>
          <pc:docMk/>
          <pc:sldMk cId="1327188353" sldId="2147483646"/>
        </pc:sldMkLst>
      </pc:sldChg>
      <pc:sldMasterChg chg="modSp mod">
        <pc:chgData name="박종현(JONG HYUN PARK)[parkjonghyun]/책임/제조DX.제조DX솔루션.추적솔루션개발팀" userId="bd556fbe-4056-41f8-81f6-e4b44a6c8ed9" providerId="ADAL" clId="{D7B4F853-5920-4137-B3C8-BE978D24C6A4}" dt="2026-07-10T02:06:44.568" v="2267" actId="20577"/>
        <pc:sldMasterMkLst>
          <pc:docMk/>
          <pc:sldMasterMk cId="2856474258" sldId="2147483926"/>
        </pc:sldMaster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6:44.568" v="2267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  <pc:sldMasterChg chg="modSp mod">
        <pc:chgData name="박종현(JONG HYUN PARK)[parkjonghyun]/책임/제조DX.제조DX솔루션.추적솔루션개발팀" userId="bd556fbe-4056-41f8-81f6-e4b44a6c8ed9" providerId="ADAL" clId="{D7B4F853-5920-4137-B3C8-BE978D24C6A4}" dt="2026-07-10T02:06:49.937" v="2269" actId="20577"/>
        <pc:sldMasterMkLst>
          <pc:docMk/>
          <pc:sldMasterMk cId="767051808" sldId="2147483930"/>
        </pc:sldMasterMkLst>
        <pc:spChg chg="mod">
          <ac:chgData name="박종현(JONG HYUN PARK)[parkjonghyun]/책임/제조DX.제조DX솔루션.추적솔루션개발팀" userId="bd556fbe-4056-41f8-81f6-e4b44a6c8ed9" providerId="ADAL" clId="{D7B4F853-5920-4137-B3C8-BE978D24C6A4}" dt="2026-07-10T02:06:49.937" v="2269" actId="20577"/>
          <ac:spMkLst>
            <pc:docMk/>
            <pc:sldMasterMk cId="767051808" sldId="2147483930"/>
            <ac:spMk id="3" creationId="{00000000-0000-0000-0000-000000000000}"/>
          </ac:spMkLst>
        </pc:spChg>
      </pc:sldMasterChg>
    </pc:docChg>
  </pc:docChgLst>
  <pc:docChgLst>
    <pc:chgData name="박영헌(YEONGHEON PARK)[heny611]/선임/제조DX.제조DX솔루션.추적솔루션개발팀" userId="7ee3e3b4-d5a5-4456-8b15-18422cf3fd5b" providerId="ADAL" clId="{7C886A19-64B8-42AB-B9F6-4313EF8B5093}"/>
    <pc:docChg chg="addSld delSld modSld modSection">
      <pc:chgData name="박영헌(YEONGHEON PARK)[heny611]/선임/제조DX.제조DX솔루션.추적솔루션개발팀" userId="7ee3e3b4-d5a5-4456-8b15-18422cf3fd5b" providerId="ADAL" clId="{7C886A19-64B8-42AB-B9F6-4313EF8B5093}" dt="2026-07-08T04:55:38.243" v="84" actId="47"/>
      <pc:docMkLst>
        <pc:docMk/>
      </pc:docMkLst>
      <pc:sldChg chg="modSp mod">
        <pc:chgData name="박영헌(YEONGHEON PARK)[heny611]/선임/제조DX.제조DX솔루션.추적솔루션개발팀" userId="7ee3e3b4-d5a5-4456-8b15-18422cf3fd5b" providerId="ADAL" clId="{7C886A19-64B8-42AB-B9F6-4313EF8B5093}" dt="2026-07-08T04:54:32.116" v="72" actId="20577"/>
        <pc:sldMkLst>
          <pc:docMk/>
          <pc:sldMk cId="1866426398" sldId="267"/>
        </pc:sldMkLst>
      </pc:sldChg>
    </pc:docChg>
  </pc:docChgLst>
  <pc:docChgLst>
    <pc:chgData name="이희원(HEEWON LEE)[heewon98]/선임/제조DX.제조DX솔루션.제조빅데이터분석2팀" userId="8f304cbb-bc09-4a19-abe9-f7657ad9f80a" providerId="ADAL" clId="{1A362A4C-4F45-4839-8E88-B458FECB9BE7}"/>
    <pc:docChg chg="undo custSel addSld delSld modSld sldOrd">
      <pc:chgData name="이희원(HEEWON LEE)[heewon98]/선임/제조DX.제조DX솔루션.제조빅데이터분석2팀" userId="8f304cbb-bc09-4a19-abe9-f7657ad9f80a" providerId="ADAL" clId="{1A362A4C-4F45-4839-8E88-B458FECB9BE7}" dt="2026-07-15T07:00:57.474" v="29465" actId="20577"/>
      <pc:docMkLst>
        <pc:docMk/>
      </pc:docMkLst>
      <pc:sldChg chg="addSp delSp modSp add mod">
        <pc:chgData name="이희원(HEEWON LEE)[heewon98]/선임/제조DX.제조DX솔루션.제조빅데이터분석2팀" userId="8f304cbb-bc09-4a19-abe9-f7657ad9f80a" providerId="ADAL" clId="{1A362A4C-4F45-4839-8E88-B458FECB9BE7}" dt="2026-07-15T06:56:27.452" v="29037"/>
        <pc:sldMkLst>
          <pc:docMk/>
          <pc:sldMk cId="240573304" sldId="265"/>
        </pc:sldMkLst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1:44:14.507" v="28176" actId="20577"/>
          <ac:spMkLst>
            <pc:docMk/>
            <pc:sldMk cId="240573304" sldId="265"/>
            <ac:spMk id="3" creationId="{4E684F98-40B7-F8DF-3ABC-F0B0054CB923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1:44:09.370" v="28171" actId="20577"/>
          <ac:spMkLst>
            <pc:docMk/>
            <pc:sldMk cId="240573304" sldId="265"/>
            <ac:spMk id="4" creationId="{2F49C292-D831-1B7E-1D31-27E85A1B61FF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6:56:27.452" v="29037"/>
          <ac:spMkLst>
            <pc:docMk/>
            <pc:sldMk cId="240573304" sldId="265"/>
            <ac:spMk id="11" creationId="{6393F995-C89E-D69C-3E67-41AED422D370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1:44:06.072" v="28167"/>
          <ac:spMkLst>
            <pc:docMk/>
            <pc:sldMk cId="240573304" sldId="265"/>
            <ac:spMk id="18" creationId="{FAB358E4-FD29-4D49-9D33-AA939CEBFF40}"/>
          </ac:spMkLst>
        </pc:spChg>
        <pc:graphicFrameChg chg="mod modGraphic">
          <ac:chgData name="이희원(HEEWON LEE)[heewon98]/선임/제조DX.제조DX솔루션.제조빅데이터분석2팀" userId="8f304cbb-bc09-4a19-abe9-f7657ad9f80a" providerId="ADAL" clId="{1A362A4C-4F45-4839-8E88-B458FECB9BE7}" dt="2026-07-15T01:48:04.795" v="28224" actId="20577"/>
          <ac:graphicFrameMkLst>
            <pc:docMk/>
            <pc:sldMk cId="240573304" sldId="265"/>
            <ac:graphicFrameMk id="2" creationId="{4AD28A90-1C5E-B3ED-AFEA-E4E930343D47}"/>
          </ac:graphicFrameMkLst>
        </pc:graphicFrameChg>
        <pc:graphicFrameChg chg="mod modGraphic">
          <ac:chgData name="이희원(HEEWON LEE)[heewon98]/선임/제조DX.제조DX솔루션.제조빅데이터분석2팀" userId="8f304cbb-bc09-4a19-abe9-f7657ad9f80a" providerId="ADAL" clId="{1A362A4C-4F45-4839-8E88-B458FECB9BE7}" dt="2026-07-15T06:50:25.165" v="28529" actId="20577"/>
          <ac:graphicFrameMkLst>
            <pc:docMk/>
            <pc:sldMk cId="240573304" sldId="265"/>
            <ac:graphicFrameMk id="24" creationId="{F51285F9-8EF7-203F-DE5F-18902235DFA9}"/>
          </ac:graphicFrameMkLst>
        </pc:graphicFrameChg>
      </pc:sldChg>
      <pc:sldChg chg="ord">
        <pc:chgData name="이희원(HEEWON LEE)[heewon98]/선임/제조DX.제조DX솔루션.제조빅데이터분석2팀" userId="8f304cbb-bc09-4a19-abe9-f7657ad9f80a" providerId="ADAL" clId="{1A362A4C-4F45-4839-8E88-B458FECB9BE7}" dt="2026-07-01T02:34:31.449" v="26247"/>
        <pc:sldMkLst>
          <pc:docMk/>
          <pc:sldMk cId="1981276098" sldId="270"/>
        </pc:sldMkLst>
      </pc:sldChg>
      <pc:sldChg chg="addSp delSp modSp add mod">
        <pc:chgData name="이희원(HEEWON LEE)[heewon98]/선임/제조DX.제조DX솔루션.제조빅데이터분석2팀" userId="8f304cbb-bc09-4a19-abe9-f7657ad9f80a" providerId="ADAL" clId="{1A362A4C-4F45-4839-8E88-B458FECB9BE7}" dt="2026-07-15T07:00:57.474" v="29465" actId="20577"/>
        <pc:sldMkLst>
          <pc:docMk/>
          <pc:sldMk cId="617767194" sldId="274"/>
        </pc:sldMkLst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15T01:34:59.323" v="28025" actId="20577"/>
          <ac:spMkLst>
            <pc:docMk/>
            <pc:sldMk cId="617767194" sldId="274"/>
            <ac:spMk id="4" creationId="{C8D0B490-63EF-1FA6-F5D2-D1896D963DA3}"/>
          </ac:spMkLst>
        </pc:spChg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15T01:35:01.313" v="28029" actId="20577"/>
          <ac:spMkLst>
            <pc:docMk/>
            <pc:sldMk cId="617767194" sldId="274"/>
            <ac:spMk id="6" creationId="{0C88CECE-6107-7E9F-8FAB-CEA67CF5E017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7:00:42.869" v="29371" actId="20577"/>
          <ac:spMkLst>
            <pc:docMk/>
            <pc:sldMk cId="617767194" sldId="274"/>
            <ac:spMk id="11" creationId="{1F5E724A-73BC-480B-44F0-820BFBFD10E7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1:40:51.788" v="28092"/>
          <ac:spMkLst>
            <pc:docMk/>
            <pc:sldMk cId="617767194" sldId="274"/>
            <ac:spMk id="18" creationId="{76CC14D9-61B8-5C6A-8F2F-3BF72DF9FD18}"/>
          </ac:spMkLst>
        </pc:spChg>
        <pc:graphicFrameChg chg="mod modGraphic">
          <ac:chgData name="이희원(HEEWON LEE)[heewon98]/선임/제조DX.제조DX솔루션.제조빅데이터분석2팀" userId="8f304cbb-bc09-4a19-abe9-f7657ad9f80a" providerId="ADAL" clId="{1A362A4C-4F45-4839-8E88-B458FECB9BE7}" dt="2026-07-15T01:40:22.316" v="28069" actId="20577"/>
          <ac:graphicFrameMkLst>
            <pc:docMk/>
            <pc:sldMk cId="617767194" sldId="274"/>
            <ac:graphicFrameMk id="2" creationId="{0863F0B0-6407-C240-5659-F188463E19BC}"/>
          </ac:graphicFrameMkLst>
        </pc:graphicFrameChg>
        <pc:graphicFrameChg chg="mod modGraphic">
          <ac:chgData name="이희원(HEEWON LEE)[heewon98]/선임/제조DX.제조DX솔루션.제조빅데이터분석2팀" userId="8f304cbb-bc09-4a19-abe9-f7657ad9f80a" providerId="ADAL" clId="{1A362A4C-4F45-4839-8E88-B458FECB9BE7}" dt="2026-07-15T07:00:57.474" v="29465" actId="20577"/>
          <ac:graphicFrameMkLst>
            <pc:docMk/>
            <pc:sldMk cId="617767194" sldId="274"/>
            <ac:graphicFrameMk id="24" creationId="{4DC597DF-6E8D-9B2D-1957-8DAAF5490FEC}"/>
          </ac:graphicFrameMkLst>
        </pc:graphicFrameChg>
      </pc:sldChg>
      <pc:sldChg chg="addSp delSp modSp mod">
        <pc:chgData name="이희원(HEEWON LEE)[heewon98]/선임/제조DX.제조DX솔루션.제조빅데이터분석2팀" userId="8f304cbb-bc09-4a19-abe9-f7657ad9f80a" providerId="ADAL" clId="{1A362A4C-4F45-4839-8E88-B458FECB9BE7}" dt="2026-07-15T01:40:54.852" v="28096"/>
        <pc:sldMkLst>
          <pc:docMk/>
          <pc:sldMk cId="3135813048" sldId="2147482239"/>
        </pc:sldMkLst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15T01:27:22.792" v="27914" actId="20577"/>
          <ac:spMkLst>
            <pc:docMk/>
            <pc:sldMk cId="3135813048" sldId="2147482239"/>
            <ac:spMk id="3" creationId="{DA9B7817-3F65-4457-D551-CDC31F56B5D4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01T02:24:05.232" v="25928" actId="20577"/>
          <ac:spMkLst>
            <pc:docMk/>
            <pc:sldMk cId="3135813048" sldId="2147482239"/>
            <ac:spMk id="11" creationId="{CF496E53-711A-5EAC-B78E-5A9099A385B5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1:40:54.852" v="28096"/>
          <ac:spMkLst>
            <pc:docMk/>
            <pc:sldMk cId="3135813048" sldId="2147482239"/>
            <ac:spMk id="18" creationId="{CD6FE8C4-D3CA-4ACB-997B-147E1EDF00F6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1:27:25.109" v="27918" actId="20577"/>
          <ac:spMkLst>
            <pc:docMk/>
            <pc:sldMk cId="3135813048" sldId="2147482239"/>
            <ac:spMk id="26" creationId="{F67138A6-4545-11E6-FA7D-6F73F3815392}"/>
          </ac:spMkLst>
        </pc:spChg>
        <pc:graphicFrameChg chg="mod modGraphic">
          <ac:chgData name="이희원(HEEWON LEE)[heewon98]/선임/제조DX.제조DX솔루션.제조빅데이터분석2팀" userId="8f304cbb-bc09-4a19-abe9-f7657ad9f80a" providerId="ADAL" clId="{1A362A4C-4F45-4839-8E88-B458FECB9BE7}" dt="2026-07-15T01:34:26.027" v="27976" actId="20577"/>
          <ac:graphicFrameMkLst>
            <pc:docMk/>
            <pc:sldMk cId="3135813048" sldId="2147482239"/>
            <ac:graphicFrameMk id="2" creationId="{23BDCB60-C271-1742-2C93-76E31902F63A}"/>
          </ac:graphicFrameMkLst>
        </pc:graphicFrameChg>
        <pc:graphicFrameChg chg="mod modGraphic">
          <ac:chgData name="이희원(HEEWON LEE)[heewon98]/선임/제조DX.제조DX솔루션.제조빅데이터분석2팀" userId="8f304cbb-bc09-4a19-abe9-f7657ad9f80a" providerId="ADAL" clId="{1A362A4C-4F45-4839-8E88-B458FECB9BE7}" dt="2026-07-15T01:34:40.959" v="27997"/>
          <ac:graphicFrameMkLst>
            <pc:docMk/>
            <pc:sldMk cId="3135813048" sldId="2147482239"/>
            <ac:graphicFrameMk id="24" creationId="{CB1E1DE9-356B-4185-A911-636EBB599881}"/>
          </ac:graphicFrameMkLst>
        </pc:graphicFrameChg>
      </pc:sldChg>
      <pc:sldChg chg="addSp delSp modSp mod">
        <pc:chgData name="이희원(HEEWON LEE)[heewon98]/선임/제조DX.제조DX솔루션.제조빅데이터분석2팀" userId="8f304cbb-bc09-4a19-abe9-f7657ad9f80a" providerId="ADAL" clId="{1A362A4C-4F45-4839-8E88-B458FECB9BE7}" dt="2026-07-15T01:43:30.798" v="28154" actId="572"/>
        <pc:sldMkLst>
          <pc:docMk/>
          <pc:sldMk cId="1582208706" sldId="2147482261"/>
        </pc:sldMkLst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15T01:40:33.599" v="28073" actId="20577"/>
          <ac:spMkLst>
            <pc:docMk/>
            <pc:sldMk cId="1582208706" sldId="2147482261"/>
            <ac:spMk id="6" creationId="{D68BE929-EE8B-A416-59B6-6969BEAADFE2}"/>
          </ac:spMkLst>
        </pc:spChg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15T01:40:35.281" v="28077" actId="20577"/>
          <ac:spMkLst>
            <pc:docMk/>
            <pc:sldMk cId="1582208706" sldId="2147482261"/>
            <ac:spMk id="8" creationId="{B6A768D6-3E62-EFDF-ADB5-29A4ECC50E66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01T02:20:48.914" v="25880" actId="20577"/>
          <ac:spMkLst>
            <pc:docMk/>
            <pc:sldMk cId="1582208706" sldId="2147482261"/>
            <ac:spMk id="11" creationId="{CF496E53-711A-5EAC-B78E-5A9099A385B5}"/>
          </ac:spMkLst>
        </pc:spChg>
        <pc:spChg chg="mod">
          <ac:chgData name="이희원(HEEWON LEE)[heewon98]/선임/제조DX.제조DX솔루션.제조빅데이터분석2팀" userId="8f304cbb-bc09-4a19-abe9-f7657ad9f80a" providerId="ADAL" clId="{1A362A4C-4F45-4839-8E88-B458FECB9BE7}" dt="2026-07-15T01:40:48.746" v="28088"/>
          <ac:spMkLst>
            <pc:docMk/>
            <pc:sldMk cId="1582208706" sldId="2147482261"/>
            <ac:spMk id="18" creationId="{CD6FE8C4-D3CA-4ACB-997B-147E1EDF00F6}"/>
          </ac:spMkLst>
        </pc:spChg>
        <pc:spChg chg="add mod ord">
          <ac:chgData name="이희원(HEEWON LEE)[heewon98]/선임/제조DX.제조DX솔루션.제조빅데이터분석2팀" userId="8f304cbb-bc09-4a19-abe9-f7657ad9f80a" providerId="ADAL" clId="{1A362A4C-4F45-4839-8E88-B458FECB9BE7}" dt="2026-07-01T02:27:50.866" v="26175" actId="1035"/>
          <ac:spMkLst>
            <pc:docMk/>
            <pc:sldMk cId="1582208706" sldId="2147482261"/>
            <ac:spMk id="20" creationId="{84F29A12-008D-076F-683D-1FBA8AFC968C}"/>
          </ac:spMkLst>
        </pc:spChg>
        <pc:spChg chg="add mod ord">
          <ac:chgData name="이희원(HEEWON LEE)[heewon98]/선임/제조DX.제조DX솔루션.제조빅데이터분석2팀" userId="8f304cbb-bc09-4a19-abe9-f7657ad9f80a" providerId="ADAL" clId="{1A362A4C-4F45-4839-8E88-B458FECB9BE7}" dt="2026-07-01T02:27:50.866" v="26175" actId="1035"/>
          <ac:spMkLst>
            <pc:docMk/>
            <pc:sldMk cId="1582208706" sldId="2147482261"/>
            <ac:spMk id="21" creationId="{4D0844C2-4B75-B643-FE3F-9C20FC8852DB}"/>
          </ac:spMkLst>
        </pc:spChg>
        <pc:spChg chg="add mod ord">
          <ac:chgData name="이희원(HEEWON LEE)[heewon98]/선임/제조DX.제조DX솔루션.제조빅데이터분석2팀" userId="8f304cbb-bc09-4a19-abe9-f7657ad9f80a" providerId="ADAL" clId="{1A362A4C-4F45-4839-8E88-B458FECB9BE7}" dt="2026-07-01T02:27:50.866" v="26175" actId="1035"/>
          <ac:spMkLst>
            <pc:docMk/>
            <pc:sldMk cId="1582208706" sldId="2147482261"/>
            <ac:spMk id="25" creationId="{92A7B7E2-7930-5107-677F-E5874A6E4868}"/>
          </ac:spMkLst>
        </pc:spChg>
        <pc:spChg chg="add mod ord">
          <ac:chgData name="이희원(HEEWON LEE)[heewon98]/선임/제조DX.제조DX솔루션.제조빅데이터분석2팀" userId="8f304cbb-bc09-4a19-abe9-f7657ad9f80a" providerId="ADAL" clId="{1A362A4C-4F45-4839-8E88-B458FECB9BE7}" dt="2026-07-01T02:27:50.866" v="26175" actId="1035"/>
          <ac:spMkLst>
            <pc:docMk/>
            <pc:sldMk cId="1582208706" sldId="2147482261"/>
            <ac:spMk id="27" creationId="{BE80B66D-208E-C196-B7E0-1C074C197D02}"/>
          </ac:spMkLst>
        </pc:spChg>
        <pc:spChg chg="add mod ord">
          <ac:chgData name="이희원(HEEWON LEE)[heewon98]/선임/제조DX.제조DX솔루션.제조빅데이터분석2팀" userId="8f304cbb-bc09-4a19-abe9-f7657ad9f80a" providerId="ADAL" clId="{1A362A4C-4F45-4839-8E88-B458FECB9BE7}" dt="2026-07-01T02:27:50.866" v="26175" actId="1035"/>
          <ac:spMkLst>
            <pc:docMk/>
            <pc:sldMk cId="1582208706" sldId="2147482261"/>
            <ac:spMk id="29" creationId="{F507F0F1-B7A4-A14B-F1F3-7B0CE49E02C7}"/>
          </ac:spMkLst>
        </pc:spChg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01T02:27:26.075" v="26163" actId="1036"/>
          <ac:spMkLst>
            <pc:docMk/>
            <pc:sldMk cId="1582208706" sldId="2147482261"/>
            <ac:spMk id="32" creationId="{C025E263-A24D-4958-788D-4CAFA642CF61}"/>
          </ac:spMkLst>
        </pc:spChg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01T02:27:50.866" v="26175" actId="1035"/>
          <ac:spMkLst>
            <pc:docMk/>
            <pc:sldMk cId="1582208706" sldId="2147482261"/>
            <ac:spMk id="33" creationId="{E3640336-8FCC-7415-D641-DCAC08828116}"/>
          </ac:spMkLst>
        </pc:spChg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01T02:25:10.420" v="26035"/>
          <ac:spMkLst>
            <pc:docMk/>
            <pc:sldMk cId="1582208706" sldId="2147482261"/>
            <ac:spMk id="34" creationId="{12D9EB8A-5920-855B-2884-1419178AF1DC}"/>
          </ac:spMkLst>
        </pc:spChg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01T02:27:24.172" v="26160" actId="1036"/>
          <ac:spMkLst>
            <pc:docMk/>
            <pc:sldMk cId="1582208706" sldId="2147482261"/>
            <ac:spMk id="35" creationId="{0C55F04F-B7D5-8222-5351-F8BC2F9E9CA8}"/>
          </ac:spMkLst>
        </pc:spChg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01T02:27:24.172" v="26160" actId="1036"/>
          <ac:spMkLst>
            <pc:docMk/>
            <pc:sldMk cId="1582208706" sldId="2147482261"/>
            <ac:spMk id="36" creationId="{E564A23F-BD40-FE34-83DE-A26B1BD22DAE}"/>
          </ac:spMkLst>
        </pc:spChg>
        <pc:spChg chg="add mod">
          <ac:chgData name="이희원(HEEWON LEE)[heewon98]/선임/제조DX.제조DX솔루션.제조빅데이터분석2팀" userId="8f304cbb-bc09-4a19-abe9-f7657ad9f80a" providerId="ADAL" clId="{1A362A4C-4F45-4839-8E88-B458FECB9BE7}" dt="2026-07-01T02:27:30.859" v="26171" actId="1036"/>
          <ac:spMkLst>
            <pc:docMk/>
            <pc:sldMk cId="1582208706" sldId="2147482261"/>
            <ac:spMk id="39" creationId="{E985BA72-2320-92C1-432C-6DF289A69E00}"/>
          </ac:spMkLst>
        </pc:spChg>
        <pc:graphicFrameChg chg="mod modGraphic">
          <ac:chgData name="이희원(HEEWON LEE)[heewon98]/선임/제조DX.제조DX솔루션.제조빅데이터분석2팀" userId="8f304cbb-bc09-4a19-abe9-f7657ad9f80a" providerId="ADAL" clId="{1A362A4C-4F45-4839-8E88-B458FECB9BE7}" dt="2026-07-15T01:43:30.798" v="28154" actId="572"/>
          <ac:graphicFrameMkLst>
            <pc:docMk/>
            <pc:sldMk cId="1582208706" sldId="2147482261"/>
            <ac:graphicFrameMk id="2" creationId="{7D3CEEF4-CC9E-3891-09F5-7CAC44B000F3}"/>
          </ac:graphicFrameMkLst>
        </pc:graphicFrameChg>
        <pc:graphicFrameChg chg="mod modGraphic">
          <ac:chgData name="이희원(HEEWON LEE)[heewon98]/선임/제조DX.제조DX솔루션.제조빅데이터분석2팀" userId="8f304cbb-bc09-4a19-abe9-f7657ad9f80a" providerId="ADAL" clId="{1A362A4C-4F45-4839-8E88-B458FECB9BE7}" dt="2026-07-15T01:41:00.344" v="28097" actId="207"/>
          <ac:graphicFrameMkLst>
            <pc:docMk/>
            <pc:sldMk cId="1582208706" sldId="2147482261"/>
            <ac:graphicFrameMk id="24" creationId="{CB1E1DE9-356B-4185-A911-636EBB599881}"/>
          </ac:graphicFrameMkLst>
        </pc:graphicFrameChg>
        <pc:picChg chg="add mod ord">
          <ac:chgData name="이희원(HEEWON LEE)[heewon98]/선임/제조DX.제조DX솔루션.제조빅데이터분석2팀" userId="8f304cbb-bc09-4a19-abe9-f7657ad9f80a" providerId="ADAL" clId="{1A362A4C-4F45-4839-8E88-B458FECB9BE7}" dt="2026-07-01T02:27:50.866" v="26175" actId="1035"/>
          <ac:picMkLst>
            <pc:docMk/>
            <pc:sldMk cId="1582208706" sldId="2147482261"/>
            <ac:picMk id="16" creationId="{220BF228-85EA-0A18-2395-C686FE901A6E}"/>
          </ac:picMkLst>
        </pc:picChg>
        <pc:picChg chg="add mod">
          <ac:chgData name="이희원(HEEWON LEE)[heewon98]/선임/제조DX.제조DX솔루션.제조빅데이터분석2팀" userId="8f304cbb-bc09-4a19-abe9-f7657ad9f80a" providerId="ADAL" clId="{1A362A4C-4F45-4839-8E88-B458FECB9BE7}" dt="2026-07-01T02:27:24.172" v="26160" actId="1036"/>
          <ac:picMkLst>
            <pc:docMk/>
            <pc:sldMk cId="1582208706" sldId="2147482261"/>
            <ac:picMk id="31" creationId="{7E9A7EC5-8947-194E-1851-FB928B2DCA52}"/>
          </ac:picMkLst>
        </pc:picChg>
        <pc:cxnChg chg="add mod">
          <ac:chgData name="이희원(HEEWON LEE)[heewon98]/선임/제조DX.제조DX솔루션.제조빅데이터분석2팀" userId="8f304cbb-bc09-4a19-abe9-f7657ad9f80a" providerId="ADAL" clId="{1A362A4C-4F45-4839-8E88-B458FECB9BE7}" dt="2026-07-01T02:27:29.049" v="26169" actId="1036"/>
          <ac:cxnSpMkLst>
            <pc:docMk/>
            <pc:sldMk cId="1582208706" sldId="2147482261"/>
            <ac:cxnSpMk id="38" creationId="{968A7315-C1CF-8838-7982-5731218497B7}"/>
          </ac:cxnSpMkLst>
        </pc:cxnChg>
      </pc:sldChg>
      <pc:sldChg chg="ord">
        <pc:chgData name="이희원(HEEWON LEE)[heewon98]/선임/제조DX.제조DX솔루션.제조빅데이터분석2팀" userId="8f304cbb-bc09-4a19-abe9-f7657ad9f80a" providerId="ADAL" clId="{1A362A4C-4F45-4839-8E88-B458FECB9BE7}" dt="2026-07-01T02:34:09.657" v="26245"/>
        <pc:sldMkLst>
          <pc:docMk/>
          <pc:sldMk cId="1251161517" sldId="2147482682"/>
        </pc:sldMkLst>
      </pc:sldChg>
      <pc:sldChg chg="ord">
        <pc:chgData name="이희원(HEEWON LEE)[heewon98]/선임/제조DX.제조DX솔루션.제조빅데이터분석2팀" userId="8f304cbb-bc09-4a19-abe9-f7657ad9f80a" providerId="ADAL" clId="{1A362A4C-4F45-4839-8E88-B458FECB9BE7}" dt="2026-07-01T02:34:31.449" v="26247"/>
        <pc:sldMkLst>
          <pc:docMk/>
          <pc:sldMk cId="979026283" sldId="2147483550"/>
        </pc:sldMkLst>
      </pc:sldChg>
      <pc:sldChg chg="ord">
        <pc:chgData name="이희원(HEEWON LEE)[heewon98]/선임/제조DX.제조DX솔루션.제조빅데이터분석2팀" userId="8f304cbb-bc09-4a19-abe9-f7657ad9f80a" providerId="ADAL" clId="{1A362A4C-4F45-4839-8E88-B458FECB9BE7}" dt="2026-07-01T02:34:09.657" v="26245"/>
        <pc:sldMkLst>
          <pc:docMk/>
          <pc:sldMk cId="791305064" sldId="2147483555"/>
        </pc:sldMkLst>
      </pc:sldChg>
      <pc:sldChg chg="ord">
        <pc:chgData name="이희원(HEEWON LEE)[heewon98]/선임/제조DX.제조DX솔루션.제조빅데이터분석2팀" userId="8f304cbb-bc09-4a19-abe9-f7657ad9f80a" providerId="ADAL" clId="{1A362A4C-4F45-4839-8E88-B458FECB9BE7}" dt="2026-07-01T02:34:09.657" v="26245"/>
        <pc:sldMkLst>
          <pc:docMk/>
          <pc:sldMk cId="1096584596" sldId="2147483570"/>
        </pc:sldMkLst>
      </pc:sldChg>
    </pc:docChg>
  </pc:docChgLst>
  <pc:docChgLst>
    <pc:chgData name="한기덕(KIDEOK HAN)[han_kd]/선임/제조DX.제조DX솔루션.추적솔루션개발팀" userId="564ce5a7-bb8d-4e22-b8bb-1b5e2f757267" providerId="ADAL" clId="{1576B0DF-DF4E-4904-9462-9599D16C716D}"/>
    <pc:docChg chg="undo custSel addSld modSld modSection">
      <pc:chgData name="한기덕(KIDEOK HAN)[han_kd]/선임/제조DX.제조DX솔루션.추적솔루션개발팀" userId="564ce5a7-bb8d-4e22-b8bb-1b5e2f757267" providerId="ADAL" clId="{1576B0DF-DF4E-4904-9462-9599D16C716D}" dt="2026-07-15T02:29:27.298" v="18672" actId="20577"/>
      <pc:docMkLst>
        <pc:docMk/>
      </pc:docMkLst>
      <pc:sldChg chg="modSp mod">
        <pc:chgData name="한기덕(KIDEOK HAN)[han_kd]/선임/제조DX.제조DX솔루션.추적솔루션개발팀" userId="564ce5a7-bb8d-4e22-b8bb-1b5e2f757267" providerId="ADAL" clId="{1576B0DF-DF4E-4904-9462-9599D16C716D}" dt="2026-07-15T01:42:01.603" v="10067" actId="20577"/>
        <pc:sldMkLst>
          <pc:docMk/>
          <pc:sldMk cId="1383493917" sldId="260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2:01.603" v="10067" actId="20577"/>
          <ac:spMkLst>
            <pc:docMk/>
            <pc:sldMk cId="1383493917" sldId="260"/>
            <ac:spMk id="171" creationId="{7F1716BD-8506-1D73-06A6-DE1D63DEA73A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1576B0DF-DF4E-4904-9462-9599D16C716D}" dt="2026-07-15T01:42:24.543" v="10074" actId="20577"/>
        <pc:sldMkLst>
          <pc:docMk/>
          <pc:sldMk cId="1575311981" sldId="264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2:24.543" v="10074" actId="20577"/>
          <ac:spMkLst>
            <pc:docMk/>
            <pc:sldMk cId="1575311981" sldId="264"/>
            <ac:spMk id="10" creationId="{0FAD8552-70AD-B147-A3E0-EBCD87A952D4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1576B0DF-DF4E-4904-9462-9599D16C716D}" dt="2026-07-15T01:42:20.738" v="10069" actId="20577"/>
          <ac:graphicFrameMkLst>
            <pc:docMk/>
            <pc:sldMk cId="1575311981" sldId="264"/>
            <ac:graphicFrameMk id="6" creationId="{CB71793C-E619-C2BD-283C-8472FEA47856}"/>
          </ac:graphicFrameMkLst>
        </pc:graphicFrameChg>
      </pc:sldChg>
      <pc:sldChg chg="delSp modSp mod">
        <pc:chgData name="한기덕(KIDEOK HAN)[han_kd]/선임/제조DX.제조DX솔루션.추적솔루션개발팀" userId="564ce5a7-bb8d-4e22-b8bb-1b5e2f757267" providerId="ADAL" clId="{1576B0DF-DF4E-4904-9462-9599D16C716D}" dt="2026-07-15T01:19:15.753" v="5787" actId="20577"/>
        <pc:sldMkLst>
          <pc:docMk/>
          <pc:sldMk cId="3077798272" sldId="269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19:15.753" v="5787" actId="20577"/>
          <ac:spMkLst>
            <pc:docMk/>
            <pc:sldMk cId="3077798272" sldId="269"/>
            <ac:spMk id="2" creationId="{D3FF904E-E9E2-08F6-D30E-80862E458880}"/>
          </ac:spMkLst>
        </pc:s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0:58:52.010" v="2671" actId="1076"/>
          <ac:grpSpMkLst>
            <pc:docMk/>
            <pc:sldMk cId="3077798272" sldId="269"/>
            <ac:grpSpMk id="34" creationId="{02EDBA20-92C0-C65B-8D53-314D8DD0413B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0:58:52.010" v="2671" actId="1076"/>
          <ac:grpSpMkLst>
            <pc:docMk/>
            <pc:sldMk cId="3077798272" sldId="269"/>
            <ac:grpSpMk id="128" creationId="{A45FCE27-F85A-AA71-3FB5-BD6D1884FB21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0:58:52.010" v="2671" actId="1076"/>
          <ac:grpSpMkLst>
            <pc:docMk/>
            <pc:sldMk cId="3077798272" sldId="269"/>
            <ac:grpSpMk id="129" creationId="{525230D1-82AC-7C35-8458-C88F946CCC51}"/>
          </ac:grpSpMkLst>
        </pc:grp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0:58:50.014" v="2670" actId="20577"/>
          <ac:graphicFrameMkLst>
            <pc:docMk/>
            <pc:sldMk cId="3077798272" sldId="269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576B0DF-DF4E-4904-9462-9599D16C716D}" dt="2026-07-15T01:42:28.494" v="10079" actId="20577"/>
        <pc:sldMkLst>
          <pc:docMk/>
          <pc:sldMk cId="3318036112" sldId="280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2:28.494" v="10079" actId="20577"/>
          <ac:spMkLst>
            <pc:docMk/>
            <pc:sldMk cId="3318036112" sldId="280"/>
            <ac:spMk id="2" creationId="{DEF5C5DA-C5D8-AE49-7924-993554693D5D}"/>
          </ac:spMkLst>
        </pc:spChg>
      </pc:sldChg>
      <pc:sldChg chg="modSp mod">
        <pc:chgData name="한기덕(KIDEOK HAN)[han_kd]/선임/제조DX.제조DX솔루션.추적솔루션개발팀" userId="564ce5a7-bb8d-4e22-b8bb-1b5e2f757267" providerId="ADAL" clId="{1576B0DF-DF4E-4904-9462-9599D16C716D}" dt="2026-07-15T01:42:31.488" v="10084" actId="20577"/>
        <pc:sldMkLst>
          <pc:docMk/>
          <pc:sldMk cId="3015176440" sldId="281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2:31.488" v="10084" actId="20577"/>
          <ac:spMkLst>
            <pc:docMk/>
            <pc:sldMk cId="3015176440" sldId="281"/>
            <ac:spMk id="23" creationId="{0EB6457F-F650-AD10-8358-739E83DDD501}"/>
          </ac:spMkLst>
        </pc:spChg>
      </pc:sldChg>
      <pc:sldChg chg="delSp modSp mod">
        <pc:chgData name="한기덕(KIDEOK HAN)[han_kd]/선임/제조DX.제조DX솔루션.추적솔루션개발팀" userId="564ce5a7-bb8d-4e22-b8bb-1b5e2f757267" providerId="ADAL" clId="{1576B0DF-DF4E-4904-9462-9599D16C716D}" dt="2026-07-15T01:40:47.145" v="10047" actId="20577"/>
        <pc:sldMkLst>
          <pc:docMk/>
          <pc:sldMk cId="2229533" sldId="285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0:47.145" v="10047" actId="20577"/>
          <ac:spMkLst>
            <pc:docMk/>
            <pc:sldMk cId="2229533" sldId="285"/>
            <ac:spMk id="9" creationId="{3FF9C18D-78C1-2734-686C-F2E22D2CCED3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1:23:58.819" v="6276" actId="20577"/>
          <ac:graphicFrameMkLst>
            <pc:docMk/>
            <pc:sldMk cId="2229533" sldId="285"/>
            <ac:graphicFrameMk id="7" creationId="{3E86696F-E35A-4B06-9B46-63A4A6A986C1}"/>
          </ac:graphicFrameMkLst>
        </pc:graphicFrameChg>
      </pc:sldChg>
      <pc:sldChg chg="addSp delSp modSp add mod">
        <pc:chgData name="한기덕(KIDEOK HAN)[han_kd]/선임/제조DX.제조DX솔루션.추적솔루션개발팀" userId="564ce5a7-bb8d-4e22-b8bb-1b5e2f757267" providerId="ADAL" clId="{1576B0DF-DF4E-4904-9462-9599D16C716D}" dt="2026-07-15T01:19:49.730" v="5801" actId="478"/>
        <pc:sldMkLst>
          <pc:docMk/>
          <pc:sldMk cId="1618136079" sldId="318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19:18.817" v="5792" actId="20577"/>
          <ac:spMkLst>
            <pc:docMk/>
            <pc:sldMk cId="1618136079" sldId="318"/>
            <ac:spMk id="2" creationId="{D3FF904E-E9E2-08F6-D30E-80862E458880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0:58:59.443" v="2674" actId="6549"/>
          <ac:spMkLst>
            <pc:docMk/>
            <pc:sldMk cId="1618136079" sldId="318"/>
            <ac:spMk id="11" creationId="{349805CB-563C-2741-BB3C-80A7C5E93F71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15:43.125" v="4818" actId="1036"/>
          <ac:spMkLst>
            <pc:docMk/>
            <pc:sldMk cId="1618136079" sldId="318"/>
            <ac:spMk id="35" creationId="{4E7B41FD-A376-9515-003A-5E555EC7A1B7}"/>
          </ac:spMkLst>
        </pc:spChg>
        <pc:spChg chg="add mod">
          <ac:chgData name="한기덕(KIDEOK HAN)[han_kd]/선임/제조DX.제조DX솔루션.추적솔루션개발팀" userId="564ce5a7-bb8d-4e22-b8bb-1b5e2f757267" providerId="ADAL" clId="{1576B0DF-DF4E-4904-9462-9599D16C716D}" dt="2026-07-15T01:15:46.363" v="4819" actId="1076"/>
          <ac:spMkLst>
            <pc:docMk/>
            <pc:sldMk cId="1618136079" sldId="318"/>
            <ac:spMk id="36" creationId="{98D9C544-9DC9-B23B-2546-6CA9EF926D71}"/>
          </ac:spMkLst>
        </pc:spChg>
        <pc:spChg chg="add mod">
          <ac:chgData name="한기덕(KIDEOK HAN)[han_kd]/선임/제조DX.제조DX솔루션.추적솔루션개발팀" userId="564ce5a7-bb8d-4e22-b8bb-1b5e2f757267" providerId="ADAL" clId="{1576B0DF-DF4E-4904-9462-9599D16C716D}" dt="2026-07-15T01:17:45.155" v="5600" actId="1076"/>
          <ac:spMkLst>
            <pc:docMk/>
            <pc:sldMk cId="1618136079" sldId="318"/>
            <ac:spMk id="37" creationId="{82C998EE-CA81-DE5A-71EA-94041B4D10FB}"/>
          </ac:spMkLst>
        </pc:spChg>
        <pc:spChg chg="add mod">
          <ac:chgData name="한기덕(KIDEOK HAN)[han_kd]/선임/제조DX.제조DX솔루션.추적솔루션개발팀" userId="564ce5a7-bb8d-4e22-b8bb-1b5e2f757267" providerId="ADAL" clId="{1576B0DF-DF4E-4904-9462-9599D16C716D}" dt="2026-07-15T01:17:45.155" v="5600" actId="1076"/>
          <ac:spMkLst>
            <pc:docMk/>
            <pc:sldMk cId="1618136079" sldId="318"/>
            <ac:spMk id="38" creationId="{FA296F49-0D66-3B46-2622-A3CD0DC9C6ED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14:56.757" v="4804" actId="165"/>
          <ac:spMkLst>
            <pc:docMk/>
            <pc:sldMk cId="1618136079" sldId="318"/>
            <ac:spMk id="43" creationId="{CEC0A536-247E-4A88-10C8-F9DC8DB58B60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14:56.757" v="4804" actId="165"/>
          <ac:spMkLst>
            <pc:docMk/>
            <pc:sldMk cId="1618136079" sldId="318"/>
            <ac:spMk id="44" creationId="{3344133E-246B-3C84-0ED5-EE2A18137DAA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14:56.757" v="4804" actId="165"/>
          <ac:spMkLst>
            <pc:docMk/>
            <pc:sldMk cId="1618136079" sldId="318"/>
            <ac:spMk id="45" creationId="{433496D9-B2E2-69FC-56E9-79A84281280C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14:56.757" v="4804" actId="165"/>
          <ac:spMkLst>
            <pc:docMk/>
            <pc:sldMk cId="1618136079" sldId="318"/>
            <ac:spMk id="46" creationId="{124F159D-6D3C-4C38-BD27-AB953C830D81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23.330" v="4790" actId="164"/>
          <ac:spMkLst>
            <pc:docMk/>
            <pc:sldMk cId="1618136079" sldId="318"/>
            <ac:spMk id="47" creationId="{B9BD1C35-E13B-45CB-9929-6A92E8350E36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23.330" v="4790" actId="164"/>
          <ac:spMkLst>
            <pc:docMk/>
            <pc:sldMk cId="1618136079" sldId="318"/>
            <ac:spMk id="48" creationId="{A97F584B-75DC-8509-C75D-D2E3777FB2C6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30.818" v="4795" actId="404"/>
          <ac:spMkLst>
            <pc:docMk/>
            <pc:sldMk cId="1618136079" sldId="318"/>
            <ac:spMk id="49" creationId="{56214B90-B58C-9704-6E7B-BACEE5824134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30.818" v="4795" actId="404"/>
          <ac:spMkLst>
            <pc:docMk/>
            <pc:sldMk cId="1618136079" sldId="318"/>
            <ac:spMk id="50" creationId="{46AB453F-FF78-501C-9D74-D7836CB68E88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5:52.129" v="4822" actId="164"/>
          <ac:spMkLst>
            <pc:docMk/>
            <pc:sldMk cId="1618136079" sldId="318"/>
            <ac:spMk id="52" creationId="{A6E90C8E-4222-656B-33C1-0D0CBDA8670A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spMkLst>
            <pc:docMk/>
            <pc:sldMk cId="1618136079" sldId="318"/>
            <ac:spMk id="53" creationId="{3067A072-C243-E97E-37F2-F661BF031723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26.255" v="4792" actId="164"/>
          <ac:spMkLst>
            <pc:docMk/>
            <pc:sldMk cId="1618136079" sldId="318"/>
            <ac:spMk id="54" creationId="{EBE21340-9549-BD4F-2D33-8491936E32B4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spMkLst>
            <pc:docMk/>
            <pc:sldMk cId="1618136079" sldId="318"/>
            <ac:spMk id="55" creationId="{50ACD6FA-879C-3435-EC86-E95CAB0A7A08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23.330" v="4790" actId="164"/>
          <ac:spMkLst>
            <pc:docMk/>
            <pc:sldMk cId="1618136079" sldId="318"/>
            <ac:spMk id="56" creationId="{369AC88C-46DF-CFDB-BF62-C31717643686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23.330" v="4790" actId="164"/>
          <ac:spMkLst>
            <pc:docMk/>
            <pc:sldMk cId="1618136079" sldId="318"/>
            <ac:spMk id="57" creationId="{E2495565-5507-EB2B-0AEC-949B1F2FE477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23.330" v="4790" actId="164"/>
          <ac:spMkLst>
            <pc:docMk/>
            <pc:sldMk cId="1618136079" sldId="318"/>
            <ac:spMk id="58" creationId="{878A3C46-F0BD-BF80-8121-7C6617FF594F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spMkLst>
            <pc:docMk/>
            <pc:sldMk cId="1618136079" sldId="318"/>
            <ac:spMk id="59" creationId="{77A32CCB-384D-A27A-6C12-8FB640886D1B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spMkLst>
            <pc:docMk/>
            <pc:sldMk cId="1618136079" sldId="318"/>
            <ac:spMk id="60" creationId="{749485FD-D178-C178-8DA9-1D618C4C7779}"/>
          </ac:spMkLst>
        </pc:spChg>
        <pc:sp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spMkLst>
            <pc:docMk/>
            <pc:sldMk cId="1618136079" sldId="318"/>
            <ac:spMk id="61" creationId="{2208E30E-856B-8353-EEA3-449C6E1041BA}"/>
          </ac:spMkLst>
        </pc:spChg>
        <pc:spChg chg="add mod">
          <ac:chgData name="한기덕(KIDEOK HAN)[han_kd]/선임/제조DX.제조DX솔루션.추적솔루션개발팀" userId="564ce5a7-bb8d-4e22-b8bb-1b5e2f757267" providerId="ADAL" clId="{1576B0DF-DF4E-4904-9462-9599D16C716D}" dt="2026-07-15T01:19:07" v="5773" actId="20577"/>
          <ac:spMkLst>
            <pc:docMk/>
            <pc:sldMk cId="1618136079" sldId="318"/>
            <ac:spMk id="80" creationId="{84905F8E-E1A9-CC31-3B78-7DB47C3547F3}"/>
          </ac:spMkLst>
        </pc:spChg>
        <pc:spChg chg="add mod">
          <ac:chgData name="한기덕(KIDEOK HAN)[han_kd]/선임/제조DX.제조DX솔루션.추적솔루션개발팀" userId="564ce5a7-bb8d-4e22-b8bb-1b5e2f757267" providerId="ADAL" clId="{1576B0DF-DF4E-4904-9462-9599D16C716D}" dt="2026-07-15T01:19:00.980" v="5763" actId="207"/>
          <ac:spMkLst>
            <pc:docMk/>
            <pc:sldMk cId="1618136079" sldId="318"/>
            <ac:spMk id="81" creationId="{24E56A39-E1A4-0734-AEC8-DAF0F3DDCD88}"/>
          </ac:spMkLst>
        </pc:s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15:41.648" v="4816" actId="1076"/>
          <ac:grpSpMkLst>
            <pc:docMk/>
            <pc:sldMk cId="1618136079" sldId="318"/>
            <ac:grpSpMk id="3" creationId="{C3497F6E-2C1E-43ED-DA73-C433E06FFE45}"/>
          </ac:grpSpMkLst>
        </pc:grpChg>
        <pc:grp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grpSpMkLst>
            <pc:docMk/>
            <pc:sldMk cId="1618136079" sldId="318"/>
            <ac:grpSpMk id="42" creationId="{B4E0C0C9-1176-DB50-5BE5-19906B41B6C5}"/>
          </ac:grpSpMkLst>
        </pc:grpChg>
        <pc:grpChg chg="add mod">
          <ac:chgData name="한기덕(KIDEOK HAN)[han_kd]/선임/제조DX.제조DX솔루션.추적솔루션개발팀" userId="564ce5a7-bb8d-4e22-b8bb-1b5e2f757267" providerId="ADAL" clId="{1576B0DF-DF4E-4904-9462-9599D16C716D}" dt="2026-07-15T01:14:26.255" v="4792" actId="164"/>
          <ac:grpSpMkLst>
            <pc:docMk/>
            <pc:sldMk cId="1618136079" sldId="318"/>
            <ac:grpSpMk id="73" creationId="{B2A9CAE8-7E40-A13D-B812-54894B318E9B}"/>
          </ac:grpSpMkLst>
        </pc:grpChg>
        <pc:grpChg chg="add mod">
          <ac:chgData name="한기덕(KIDEOK HAN)[han_kd]/선임/제조DX.제조DX솔루션.추적솔루션개발팀" userId="564ce5a7-bb8d-4e22-b8bb-1b5e2f757267" providerId="ADAL" clId="{1576B0DF-DF4E-4904-9462-9599D16C716D}" dt="2026-07-15T01:15:52.129" v="4822" actId="164"/>
          <ac:grpSpMkLst>
            <pc:docMk/>
            <pc:sldMk cId="1618136079" sldId="318"/>
            <ac:grpSpMk id="74" creationId="{4C4407CD-DE0C-6B32-E849-582B64AA7BDE}"/>
          </ac:grpSpMkLst>
        </pc:grpChg>
        <pc:grpChg chg="add mod">
          <ac:chgData name="한기덕(KIDEOK HAN)[han_kd]/선임/제조DX.제조DX솔루션.추적솔루션개발팀" userId="564ce5a7-bb8d-4e22-b8bb-1b5e2f757267" providerId="ADAL" clId="{1576B0DF-DF4E-4904-9462-9599D16C716D}" dt="2026-07-15T01:15:52.129" v="4822" actId="164"/>
          <ac:grpSpMkLst>
            <pc:docMk/>
            <pc:sldMk cId="1618136079" sldId="318"/>
            <ac:grpSpMk id="76" creationId="{4F7D1ABA-2B32-AFA8-B1B6-3AD64F64164C}"/>
          </ac:grpSpMkLst>
        </pc:grpChg>
        <pc:grpChg chg="add mod">
          <ac:chgData name="한기덕(KIDEOK HAN)[han_kd]/선임/제조DX.제조DX솔루션.추적솔루션개발팀" userId="564ce5a7-bb8d-4e22-b8bb-1b5e2f757267" providerId="ADAL" clId="{1576B0DF-DF4E-4904-9462-9599D16C716D}" dt="2026-07-15T01:17:33.362" v="5596" actId="1076"/>
          <ac:grpSpMkLst>
            <pc:docMk/>
            <pc:sldMk cId="1618136079" sldId="318"/>
            <ac:grpSpMk id="79" creationId="{10367297-77A1-0F7D-D92A-0DB3849AE4B8}"/>
          </ac:grpSpMkLst>
        </pc:grp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1:19:48.976" v="5800"/>
          <ac:graphicFrameMkLst>
            <pc:docMk/>
            <pc:sldMk cId="1618136079" sldId="318"/>
            <ac:graphicFrameMk id="7" creationId="{3E86696F-E35A-4B06-9B46-63A4A6A986C1}"/>
          </ac:graphicFrameMkLst>
        </pc:graphicFrameChg>
        <pc:graphicFrameChg chg="mod">
          <ac:chgData name="한기덕(KIDEOK HAN)[han_kd]/선임/제조DX.제조DX솔루션.추적솔루션개발팀" userId="564ce5a7-bb8d-4e22-b8bb-1b5e2f757267" providerId="ADAL" clId="{1576B0DF-DF4E-4904-9462-9599D16C716D}" dt="2026-07-15T01:15:41.648" v="4816" actId="1076"/>
          <ac:graphicFrameMkLst>
            <pc:docMk/>
            <pc:sldMk cId="1618136079" sldId="318"/>
            <ac:graphicFrameMk id="28" creationId="{84F302B0-2BEE-6F88-3D74-74A0BF29F085}"/>
          </ac:graphicFrameMkLst>
        </pc:graphicFrameChg>
        <pc:picChg chg="mod topLvl">
          <ac:chgData name="한기덕(KIDEOK HAN)[han_kd]/선임/제조DX.제조DX솔루션.추적솔루션개발팀" userId="564ce5a7-bb8d-4e22-b8bb-1b5e2f757267" providerId="ADAL" clId="{1576B0DF-DF4E-4904-9462-9599D16C716D}" dt="2026-07-15T01:14:23.330" v="4790" actId="164"/>
          <ac:picMkLst>
            <pc:docMk/>
            <pc:sldMk cId="1618136079" sldId="318"/>
            <ac:picMk id="68" creationId="{E1D9B3C1-0568-2D62-6438-F8FA2BB9FD1E}"/>
          </ac:picMkLst>
        </pc:picChg>
        <pc:pic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picMkLst>
            <pc:docMk/>
            <pc:sldMk cId="1618136079" sldId="318"/>
            <ac:picMk id="69" creationId="{5ACD2E76-A144-F70C-69A4-F85884E9743B}"/>
          </ac:picMkLst>
        </pc:picChg>
        <pc:cxnChg chg="mod topLvl">
          <ac:chgData name="한기덕(KIDEOK HAN)[han_kd]/선임/제조DX.제조DX솔루션.추적솔루션개발팀" userId="564ce5a7-bb8d-4e22-b8bb-1b5e2f757267" providerId="ADAL" clId="{1576B0DF-DF4E-4904-9462-9599D16C716D}" dt="2026-07-15T01:14:23.330" v="4790" actId="164"/>
          <ac:cxnSpMkLst>
            <pc:docMk/>
            <pc:sldMk cId="1618136079" sldId="318"/>
            <ac:cxnSpMk id="63" creationId="{85586A64-5BC0-F239-B322-23EEFAFCB8FF}"/>
          </ac:cxnSpMkLst>
        </pc:cxnChg>
        <pc:cxnChg chg="mod topLvl">
          <ac:chgData name="한기덕(KIDEOK HAN)[han_kd]/선임/제조DX.제조DX솔루션.추적솔루션개발팀" userId="564ce5a7-bb8d-4e22-b8bb-1b5e2f757267" providerId="ADAL" clId="{1576B0DF-DF4E-4904-9462-9599D16C716D}" dt="2026-07-15T01:14:23.330" v="4790" actId="164"/>
          <ac:cxnSpMkLst>
            <pc:docMk/>
            <pc:sldMk cId="1618136079" sldId="318"/>
            <ac:cxnSpMk id="65" creationId="{E2ED8315-E1F4-E077-16C4-7A8B03575BD1}"/>
          </ac:cxnSpMkLst>
        </pc:cxnChg>
        <pc:cxn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cxnSpMkLst>
            <pc:docMk/>
            <pc:sldMk cId="1618136079" sldId="318"/>
            <ac:cxnSpMk id="66" creationId="{9F3982EC-1A38-B105-D05D-94E2D02B9917}"/>
          </ac:cxnSpMkLst>
        </pc:cxnChg>
        <pc:cxnChg chg="mod topLvl">
          <ac:chgData name="한기덕(KIDEOK HAN)[han_kd]/선임/제조DX.제조DX솔루션.추적솔루션개발팀" userId="564ce5a7-bb8d-4e22-b8bb-1b5e2f757267" providerId="ADAL" clId="{1576B0DF-DF4E-4904-9462-9599D16C716D}" dt="2026-07-15T01:14:59.290" v="4805" actId="164"/>
          <ac:cxnSpMkLst>
            <pc:docMk/>
            <pc:sldMk cId="1618136079" sldId="318"/>
            <ac:cxnSpMk id="67" creationId="{6B6C8CB1-41B8-3E83-A7C7-8252DCCB956A}"/>
          </ac:cxnSpMkLst>
        </pc:cxnChg>
      </pc:sldChg>
      <pc:sldChg chg="modSp mod">
        <pc:chgData name="한기덕(KIDEOK HAN)[han_kd]/선임/제조DX.제조DX솔루션.추적솔루션개발팀" userId="564ce5a7-bb8d-4e22-b8bb-1b5e2f757267" providerId="ADAL" clId="{1576B0DF-DF4E-4904-9462-9599D16C716D}" dt="2026-07-15T02:17:07.821" v="16330" actId="1076"/>
        <pc:sldMkLst>
          <pc:docMk/>
          <pc:sldMk cId="560579436" sldId="320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3:12.321" v="10114" actId="1035"/>
          <ac:spMkLst>
            <pc:docMk/>
            <pc:sldMk cId="560579436" sldId="320"/>
            <ac:spMk id="28" creationId="{D31E01BC-B72F-E981-BB67-540FE129604C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3:12.321" v="10114" actId="1035"/>
          <ac:spMkLst>
            <pc:docMk/>
            <pc:sldMk cId="560579436" sldId="320"/>
            <ac:spMk id="34" creationId="{C097853E-39DC-143B-2CDE-36538052E645}"/>
          </ac:spMkLst>
        </pc:spChg>
        <pc:graphicFrameChg chg="mod">
          <ac:chgData name="한기덕(KIDEOK HAN)[han_kd]/선임/제조DX.제조DX솔루션.추적솔루션개발팀" userId="564ce5a7-bb8d-4e22-b8bb-1b5e2f757267" providerId="ADAL" clId="{1576B0DF-DF4E-4904-9462-9599D16C716D}" dt="2026-07-15T01:43:12.321" v="10114" actId="1035"/>
          <ac:graphicFrameMkLst>
            <pc:docMk/>
            <pc:sldMk cId="560579436" sldId="320"/>
            <ac:graphicFrameMk id="5" creationId="{447E5591-C9AC-85E4-64E9-A7DEB18E091F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2:17:07.821" v="16330" actId="1076"/>
          <ac:graphicFrameMkLst>
            <pc:docMk/>
            <pc:sldMk cId="560579436" sldId="320"/>
            <ac:graphicFrameMk id="7" creationId="{3E86696F-E35A-4B06-9B46-63A4A6A986C1}"/>
          </ac:graphicFrameMkLst>
        </pc:graphicFrameChg>
        <pc:graphicFrameChg chg="mod">
          <ac:chgData name="한기덕(KIDEOK HAN)[han_kd]/선임/제조DX.제조DX솔루션.추적솔루션개발팀" userId="564ce5a7-bb8d-4e22-b8bb-1b5e2f757267" providerId="ADAL" clId="{1576B0DF-DF4E-4904-9462-9599D16C716D}" dt="2026-07-15T01:43:12.321" v="10114" actId="1035"/>
          <ac:graphicFrameMkLst>
            <pc:docMk/>
            <pc:sldMk cId="560579436" sldId="320"/>
            <ac:graphicFrameMk id="35" creationId="{5F86E0FE-28C0-F5F4-D262-3B6CB57FD1CA}"/>
          </ac:graphicFrameMkLst>
        </pc:graphicFrameChg>
      </pc:sldChg>
      <pc:sldChg chg="addSp delSp modSp add mod">
        <pc:chgData name="한기덕(KIDEOK HAN)[han_kd]/선임/제조DX.제조DX솔루션.추적솔루션개발팀" userId="564ce5a7-bb8d-4e22-b8bb-1b5e2f757267" providerId="ADAL" clId="{1576B0DF-DF4E-4904-9462-9599D16C716D}" dt="2026-07-15T02:20:41.368" v="16956"/>
        <pc:sldMkLst>
          <pc:docMk/>
          <pc:sldMk cId="2806359799" sldId="321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3:25.631" v="10179"/>
          <ac:spMkLst>
            <pc:docMk/>
            <pc:sldMk cId="2806359799" sldId="321"/>
            <ac:spMk id="117" creationId="{8683792D-AD99-79BB-4AB3-F741A5CE6BA4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29" creationId="{10F97919-65E1-D123-4F60-037669E175DE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30" creationId="{58EE9339-BC1B-19E3-2EFC-39ACA56A4419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31" creationId="{38F162BA-4224-45EC-8253-41A8B829C2E0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32" creationId="{3BE10D23-A199-9BE5-21DA-7775818E38D3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33" creationId="{B84E12A9-445C-FA87-BF3A-83EBA74D31F2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34" creationId="{21C3CA63-F12D-8CB4-7FB4-0CC198CBB340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35" creationId="{22CBF690-F24E-FDDA-906B-5DB270906CA4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36" creationId="{98493F49-5DB3-6E47-3C0F-49DC51F86485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37" creationId="{1BC6DEAF-375A-BDAB-37F8-378D46212375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40" creationId="{A620D3D0-3B69-BE39-DF01-7C872590589C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spMkLst>
            <pc:docMk/>
            <pc:sldMk cId="2806359799" sldId="321"/>
            <ac:spMk id="241" creationId="{4A57D661-62CE-CCFE-0B85-88CEC278C408}"/>
          </ac:spMkLst>
        </pc:spChg>
        <pc:spChg chg="add del mod">
          <ac:chgData name="한기덕(KIDEOK HAN)[han_kd]/선임/제조DX.제조DX솔루션.추적솔루션개발팀" userId="564ce5a7-bb8d-4e22-b8bb-1b5e2f757267" providerId="ADAL" clId="{1576B0DF-DF4E-4904-9462-9599D16C716D}" dt="2026-07-15T01:54:38.045" v="11130" actId="1076"/>
          <ac:spMkLst>
            <pc:docMk/>
            <pc:sldMk cId="2806359799" sldId="321"/>
            <ac:spMk id="247" creationId="{ED6711A2-92DB-2849-8C20-179BBDCEE7EB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53" creationId="{7472B535-E218-BBD3-F5BD-72A9376EF3A6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54" creationId="{D3920B50-CEBF-9DB2-A92C-F3A91609FC5F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55" creationId="{9099A78A-8A7F-2D80-45A0-312170DA607C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56" creationId="{A407F547-E15A-E530-BB10-042DDC0C1D2F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61" creationId="{B35C5CE0-70F8-315E-881A-98F97200015E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62" creationId="{13B26BF1-4598-4BF0-D34A-D5B8DF4630CD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63" creationId="{D65C308B-F2AB-B034-E414-271C0EFA3C78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64" creationId="{B41DB663-EA86-707A-349B-1A651314FAE3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69" creationId="{238293F7-F05F-20AE-52D1-71986240EE82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70" creationId="{1AAC36A1-BEF2-3860-373F-C0B0EBA26F76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71" creationId="{9C9406D8-9CFE-D183-5039-F86AB416D738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spMkLst>
            <pc:docMk/>
            <pc:sldMk cId="2806359799" sldId="321"/>
            <ac:spMk id="272" creationId="{87F57F93-BD1C-5DE6-E242-8F6D3B62F44E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78" creationId="{3D32BE98-088E-0B43-ED3C-DCCD06F7ECAC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79" creationId="{D91E3107-34A3-6DBF-D29A-7BCC0701CD64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80" creationId="{FD1E3D0F-D295-9781-1D82-379A06E9C325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81" creationId="{37AA32E5-74C6-FB14-61DA-77EA41E09E76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9:06.804" v="10588" actId="1036"/>
          <ac:spMkLst>
            <pc:docMk/>
            <pc:sldMk cId="2806359799" sldId="321"/>
            <ac:spMk id="282" creationId="{B33E034A-3422-7FA1-58A2-9B4DA8E7AE36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9:06.804" v="10588" actId="1036"/>
          <ac:spMkLst>
            <pc:docMk/>
            <pc:sldMk cId="2806359799" sldId="321"/>
            <ac:spMk id="285" creationId="{D752C1D7-F17A-CBC1-E0D1-C56D000F2219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88" creationId="{56FCDCDF-CB37-8B92-5CEA-97927AF28A86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89" creationId="{E488AE46-C8F2-62FC-7742-0831AA8F8479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90" creationId="{448EE6DD-BA45-B539-0D96-5E1DE4274FB7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91" creationId="{1136CBB3-C584-5C09-A27B-1B13AA24B866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92" creationId="{167C5D1D-E7A7-8AEC-686A-DF583A3480EE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94" creationId="{431EEAB2-6A66-A1AE-B48D-9D0F87C571E5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297" creationId="{AB5F9D8F-B5FE-0F8D-8F09-5F6BF8B19F90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301" creationId="{F3CDE76A-00C2-421E-984B-C388DB290433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spMkLst>
            <pc:docMk/>
            <pc:sldMk cId="2806359799" sldId="321"/>
            <ac:spMk id="304" creationId="{AB02B884-A55D-D06F-D21D-B6DBE7472BF3}"/>
          </ac:spMkLst>
        </pc:spChg>
        <pc:spChg chg="add mod">
          <ac:chgData name="한기덕(KIDEOK HAN)[han_kd]/선임/제조DX.제조DX솔루션.추적솔루션개발팀" userId="564ce5a7-bb8d-4e22-b8bb-1b5e2f757267" providerId="ADAL" clId="{1576B0DF-DF4E-4904-9462-9599D16C716D}" dt="2026-07-15T01:54:40.417" v="11131" actId="1076"/>
          <ac:spMkLst>
            <pc:docMk/>
            <pc:sldMk cId="2806359799" sldId="321"/>
            <ac:spMk id="318" creationId="{5D84F8F2-069C-91E7-5458-361A6398CC61}"/>
          </ac:spMkLst>
        </pc:spChg>
        <pc:spChg chg="add mod">
          <ac:chgData name="한기덕(KIDEOK HAN)[han_kd]/선임/제조DX.제조DX솔루션.추적솔루션개발팀" userId="564ce5a7-bb8d-4e22-b8bb-1b5e2f757267" providerId="ADAL" clId="{1576B0DF-DF4E-4904-9462-9599D16C716D}" dt="2026-07-15T01:51:35.075" v="10787" actId="14100"/>
          <ac:spMkLst>
            <pc:docMk/>
            <pc:sldMk cId="2806359799" sldId="321"/>
            <ac:spMk id="320" creationId="{A53E23A6-82C8-7D1A-35A6-7D456A9896E0}"/>
          </ac:spMkLst>
        </pc:spChg>
        <pc:grpChg chg="add 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grpSpMkLst>
            <pc:docMk/>
            <pc:sldMk cId="2806359799" sldId="321"/>
            <ac:grpSpMk id="226" creationId="{E2496D76-F1B6-E5AF-C5A3-1A1E7C25E6D1}"/>
          </ac:grpSpMkLst>
        </pc:grpChg>
        <pc:grpChg chg="add mod">
          <ac:chgData name="한기덕(KIDEOK HAN)[han_kd]/선임/제조DX.제조DX솔루션.추적솔루션개발팀" userId="564ce5a7-bb8d-4e22-b8bb-1b5e2f757267" providerId="ADAL" clId="{1576B0DF-DF4E-4904-9462-9599D16C716D}" dt="2026-07-15T01:46:01.770" v="10491" actId="1076"/>
          <ac:grpSpMkLst>
            <pc:docMk/>
            <pc:sldMk cId="2806359799" sldId="321"/>
            <ac:grpSpMk id="250" creationId="{D9321636-E366-2C73-5329-CA2086BED69D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grpSpMkLst>
            <pc:docMk/>
            <pc:sldMk cId="2806359799" sldId="321"/>
            <ac:grpSpMk id="251" creationId="{237286FF-302F-B399-41CF-99F5C53BA2C0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grpSpMkLst>
            <pc:docMk/>
            <pc:sldMk cId="2806359799" sldId="321"/>
            <ac:grpSpMk id="252" creationId="{C40642D2-F211-993D-FF71-EB3AE3FC7B0F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grpSpMkLst>
            <pc:docMk/>
            <pc:sldMk cId="2806359799" sldId="321"/>
            <ac:grpSpMk id="257" creationId="{71C47F19-F221-C762-B807-1965B35CC853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grpSpMkLst>
            <pc:docMk/>
            <pc:sldMk cId="2806359799" sldId="321"/>
            <ac:grpSpMk id="260" creationId="{B35E6EC7-25E2-29D9-6E0F-8BEE0B8C81C0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grpSpMkLst>
            <pc:docMk/>
            <pc:sldMk cId="2806359799" sldId="321"/>
            <ac:grpSpMk id="265" creationId="{AEAE3BAD-12A7-43E3-4AEF-E3FB7D16A8C6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grpSpMkLst>
            <pc:docMk/>
            <pc:sldMk cId="2806359799" sldId="321"/>
            <ac:grpSpMk id="268" creationId="{ED045697-6FF3-CAB9-686D-6B8BE947166B}"/>
          </ac:grpSpMkLst>
        </pc:grpChg>
        <pc:grpChg chg="add mod">
          <ac:chgData name="한기덕(KIDEOK HAN)[han_kd]/선임/제조DX.제조DX솔루션.추적솔루션개발팀" userId="564ce5a7-bb8d-4e22-b8bb-1b5e2f757267" providerId="ADAL" clId="{1576B0DF-DF4E-4904-9462-9599D16C716D}" dt="2026-07-15T01:46:01.770" v="10491" actId="1076"/>
          <ac:grpSpMkLst>
            <pc:docMk/>
            <pc:sldMk cId="2806359799" sldId="321"/>
            <ac:grpSpMk id="274" creationId="{3B0A797A-2E68-B917-F5AD-63091E2285DB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grpSpMkLst>
            <pc:docMk/>
            <pc:sldMk cId="2806359799" sldId="321"/>
            <ac:grpSpMk id="275" creationId="{2E60F8DD-A3C4-B2D3-0DFC-7385CFB65CD1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grpSpMkLst>
            <pc:docMk/>
            <pc:sldMk cId="2806359799" sldId="321"/>
            <ac:grpSpMk id="276" creationId="{886FDDC1-928A-9BDC-9661-996E119C8E89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grpSpMkLst>
            <pc:docMk/>
            <pc:sldMk cId="2806359799" sldId="321"/>
            <ac:grpSpMk id="277" creationId="{D1D8A10C-E252-C40E-8A25-066FD1CA2096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grpSpMkLst>
            <pc:docMk/>
            <pc:sldMk cId="2806359799" sldId="321"/>
            <ac:grpSpMk id="298" creationId="{1AACC055-27CF-B5F7-44B1-5C376F9E7885}"/>
          </ac:grpSpMkLst>
        </pc:gr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grpSpMkLst>
            <pc:docMk/>
            <pc:sldMk cId="2806359799" sldId="321"/>
            <ac:grpSpMk id="299" creationId="{96F2A629-DA76-ECD0-C239-8F4B776E2758}"/>
          </ac:grpSpMkLst>
        </pc:grp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2:19:38.731" v="16713"/>
          <ac:graphicFrameMkLst>
            <pc:docMk/>
            <pc:sldMk cId="2806359799" sldId="321"/>
            <ac:graphicFrameMk id="2" creationId="{E8F1B650-686C-6D56-A884-FC37B72679D2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2:20:41.368" v="16956"/>
          <ac:graphicFrameMkLst>
            <pc:docMk/>
            <pc:sldMk cId="2806359799" sldId="321"/>
            <ac:graphicFrameMk id="7" creationId="{3E86696F-E35A-4B06-9B46-63A4A6A986C1}"/>
          </ac:graphicFrameMkLst>
        </pc:graphicFrameChg>
        <pc:graphicFrame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graphicFrameMkLst>
            <pc:docMk/>
            <pc:sldMk cId="2806359799" sldId="321"/>
            <ac:graphicFrameMk id="227" creationId="{959C9979-9360-B38E-55D5-2D9A98542EBA}"/>
          </ac:graphicFrameMkLst>
        </pc:graphicFrameChg>
        <pc:graphicFrameChg chg="add mod modGraphic">
          <ac:chgData name="한기덕(KIDEOK HAN)[han_kd]/선임/제조DX.제조DX솔루션.추적솔루션개발팀" userId="564ce5a7-bb8d-4e22-b8bb-1b5e2f757267" providerId="ADAL" clId="{1576B0DF-DF4E-4904-9462-9599D16C716D}" dt="2026-07-15T01:50:46.547" v="10696" actId="14100"/>
          <ac:graphicFrameMkLst>
            <pc:docMk/>
            <pc:sldMk cId="2806359799" sldId="321"/>
            <ac:graphicFrameMk id="245" creationId="{D6D39106-BD21-062C-4B10-4A04D762DCE5}"/>
          </ac:graphicFrameMkLst>
        </pc:graphicFrameChg>
        <pc:graphicFrameChg chg="add mod modGraphic">
          <ac:chgData name="한기덕(KIDEOK HAN)[han_kd]/선임/제조DX.제조DX솔루션.추적솔루션개발팀" userId="564ce5a7-bb8d-4e22-b8bb-1b5e2f757267" providerId="ADAL" clId="{1576B0DF-DF4E-4904-9462-9599D16C716D}" dt="2026-07-15T01:50:46.547" v="10696" actId="14100"/>
          <ac:graphicFrameMkLst>
            <pc:docMk/>
            <pc:sldMk cId="2806359799" sldId="321"/>
            <ac:graphicFrameMk id="246" creationId="{D792B60A-C007-DD02-389A-2CE9C4867771}"/>
          </ac:graphicFrameMkLst>
        </pc:graphicFrame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cxnSpMkLst>
            <pc:docMk/>
            <pc:sldMk cId="2806359799" sldId="321"/>
            <ac:cxnSpMk id="228" creationId="{57EF1F35-0662-AE0D-32EA-C0780CC148C0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cxnSpMkLst>
            <pc:docMk/>
            <pc:sldMk cId="2806359799" sldId="321"/>
            <ac:cxnSpMk id="238" creationId="{3C702322-6D08-8B7E-FDAA-3D8F4E768B49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50:59.240" v="10700" actId="571"/>
          <ac:cxnSpMkLst>
            <pc:docMk/>
            <pc:sldMk cId="2806359799" sldId="321"/>
            <ac:cxnSpMk id="239" creationId="{66A68137-CECE-EE3E-3BF0-72C7618F417D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cxnSpMkLst>
            <pc:docMk/>
            <pc:sldMk cId="2806359799" sldId="321"/>
            <ac:cxnSpMk id="258" creationId="{E9CD315A-FCFE-56BD-581A-9AE7B659A1FB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cxnSpMkLst>
            <pc:docMk/>
            <pc:sldMk cId="2806359799" sldId="321"/>
            <ac:cxnSpMk id="259" creationId="{9D6FB611-EA1B-45A2-B872-14E68072A68C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cxnSpMkLst>
            <pc:docMk/>
            <pc:sldMk cId="2806359799" sldId="321"/>
            <ac:cxnSpMk id="266" creationId="{B75F0667-25CB-50D4-2960-E0065F395BDD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21.887" v="10320"/>
          <ac:cxnSpMkLst>
            <pc:docMk/>
            <pc:sldMk cId="2806359799" sldId="321"/>
            <ac:cxnSpMk id="267" creationId="{3A71CB35-D354-2CFD-BEEB-55E3BC5DAEE3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9:06.804" v="10588" actId="1036"/>
          <ac:cxnSpMkLst>
            <pc:docMk/>
            <pc:sldMk cId="2806359799" sldId="321"/>
            <ac:cxnSpMk id="283" creationId="{AFDD050E-F34D-B8E0-0BC7-B094B8FBAE4A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9:06.804" v="10588" actId="1036"/>
          <ac:cxnSpMkLst>
            <pc:docMk/>
            <pc:sldMk cId="2806359799" sldId="321"/>
            <ac:cxnSpMk id="284" creationId="{2C9333AC-DDB1-4544-357D-3F9762F7A94C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9:06.804" v="10588" actId="1036"/>
          <ac:cxnSpMkLst>
            <pc:docMk/>
            <pc:sldMk cId="2806359799" sldId="321"/>
            <ac:cxnSpMk id="286" creationId="{EA6A2B38-CB06-CE74-23F9-D099B3294607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9:06.804" v="10588" actId="1036"/>
          <ac:cxnSpMkLst>
            <pc:docMk/>
            <pc:sldMk cId="2806359799" sldId="321"/>
            <ac:cxnSpMk id="287" creationId="{E55D1A53-F197-0571-C67D-9D12213AF6DA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cxnSpMkLst>
            <pc:docMk/>
            <pc:sldMk cId="2806359799" sldId="321"/>
            <ac:cxnSpMk id="293" creationId="{4C45BF65-4B23-15FD-2508-DC32C2714FE8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cxnSpMkLst>
            <pc:docMk/>
            <pc:sldMk cId="2806359799" sldId="321"/>
            <ac:cxnSpMk id="295" creationId="{F155CAF3-7FAF-7CC8-35DF-3E481C5A7481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cxnSpMkLst>
            <pc:docMk/>
            <pc:sldMk cId="2806359799" sldId="321"/>
            <ac:cxnSpMk id="296" creationId="{B3C54B28-8DA5-FA58-D589-51FFC7C21AA6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cxnSpMkLst>
            <pc:docMk/>
            <pc:sldMk cId="2806359799" sldId="321"/>
            <ac:cxnSpMk id="300" creationId="{3F0E3B21-C5A8-E776-A257-CF8929AA8273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cxnSpMkLst>
            <pc:docMk/>
            <pc:sldMk cId="2806359799" sldId="321"/>
            <ac:cxnSpMk id="302" creationId="{CEF6AD90-ADD4-5898-9C80-024414BD49CF}"/>
          </ac:cxnSpMkLst>
        </pc:cxnChg>
        <pc:cxnChg chg="mod">
          <ac:chgData name="한기덕(KIDEOK HAN)[han_kd]/선임/제조DX.제조DX솔루션.추적솔루션개발팀" userId="564ce5a7-bb8d-4e22-b8bb-1b5e2f757267" providerId="ADAL" clId="{1576B0DF-DF4E-4904-9462-9599D16C716D}" dt="2026-07-15T01:45:31.253" v="10325" actId="571"/>
          <ac:cxnSpMkLst>
            <pc:docMk/>
            <pc:sldMk cId="2806359799" sldId="321"/>
            <ac:cxnSpMk id="303" creationId="{407D35A1-58ED-0B06-19F7-8CD3613EE255}"/>
          </ac:cxnSpMkLst>
        </pc:cxnChg>
      </pc:sldChg>
      <pc:sldChg chg="addSp delSp modSp add mod">
        <pc:chgData name="한기덕(KIDEOK HAN)[han_kd]/선임/제조DX.제조DX솔루션.추적솔루션개발팀" userId="564ce5a7-bb8d-4e22-b8bb-1b5e2f757267" providerId="ADAL" clId="{1576B0DF-DF4E-4904-9462-9599D16C716D}" dt="2026-07-15T02:21:19.712" v="17014" actId="20577"/>
        <pc:sldMkLst>
          <pc:docMk/>
          <pc:sldMk cId="1404779283" sldId="322"/>
        </pc:sldMkLst>
        <pc:spChg chg="add mod">
          <ac:chgData name="한기덕(KIDEOK HAN)[han_kd]/선임/제조DX.제조DX솔루션.추적솔루션개발팀" userId="564ce5a7-bb8d-4e22-b8bb-1b5e2f757267" providerId="ADAL" clId="{1576B0DF-DF4E-4904-9462-9599D16C716D}" dt="2026-07-15T02:18:19.086" v="16441" actId="1076"/>
          <ac:spMkLst>
            <pc:docMk/>
            <pc:sldMk cId="1404779283" sldId="322"/>
            <ac:spMk id="14" creationId="{5529FBD5-92E1-B55E-19D8-6854DD3AC612}"/>
          </ac:spMkLst>
        </pc:spChg>
        <pc:graphicFrameChg chg="add del mod modGraphic">
          <ac:chgData name="한기덕(KIDEOK HAN)[han_kd]/선임/제조DX.제조DX솔루션.추적솔루션개발팀" userId="564ce5a7-bb8d-4e22-b8bb-1b5e2f757267" providerId="ADAL" clId="{1576B0DF-DF4E-4904-9462-9599D16C716D}" dt="2026-07-15T02:21:19.712" v="17014" actId="20577"/>
          <ac:graphicFrameMkLst>
            <pc:docMk/>
            <pc:sldMk cId="1404779283" sldId="322"/>
            <ac:graphicFrameMk id="7" creationId="{3E86696F-E35A-4B06-9B46-63A4A6A986C1}"/>
          </ac:graphicFrameMkLst>
        </pc:graphicFrameChg>
        <pc:graphicFrameChg chg="add mod modGraphic">
          <ac:chgData name="한기덕(KIDEOK HAN)[han_kd]/선임/제조DX.제조DX솔루션.추적솔루션개발팀" userId="564ce5a7-bb8d-4e22-b8bb-1b5e2f757267" providerId="ADAL" clId="{1576B0DF-DF4E-4904-9462-9599D16C716D}" dt="2026-07-15T02:19:00.731" v="16612" actId="20577"/>
          <ac:graphicFrameMkLst>
            <pc:docMk/>
            <pc:sldMk cId="1404779283" sldId="322"/>
            <ac:graphicFrameMk id="13" creationId="{021D0586-0A37-0402-9AAC-7C0F3C1EC271}"/>
          </ac:graphicFrameMkLst>
        </pc:graphicFrameChg>
      </pc:sldChg>
      <pc:sldChg chg="delSp modSp mod">
        <pc:chgData name="한기덕(KIDEOK HAN)[han_kd]/선임/제조DX.제조DX솔루션.추적솔루션개발팀" userId="564ce5a7-bb8d-4e22-b8bb-1b5e2f757267" providerId="ADAL" clId="{1576B0DF-DF4E-4904-9462-9599D16C716D}" dt="2026-07-15T02:29:27.298" v="18672" actId="20577"/>
        <pc:sldMkLst>
          <pc:docMk/>
          <pc:sldMk cId="3705966459" sldId="2147482683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2:28:21.079" v="18422" actId="20577"/>
          <ac:spMkLst>
            <pc:docMk/>
            <pc:sldMk cId="3705966459" sldId="2147482683"/>
            <ac:spMk id="31" creationId="{1FB25863-3516-47CA-AD74-128C0F2A16FC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2:28:12.114" v="18410" actId="20577"/>
          <ac:spMkLst>
            <pc:docMk/>
            <pc:sldMk cId="3705966459" sldId="2147482683"/>
            <ac:spMk id="37" creationId="{6D72F316-602B-48D7-851D-262E403B6ADD}"/>
          </ac:spMkLst>
        </pc:spChg>
        <pc:grpChg chg="mod">
          <ac:chgData name="한기덕(KIDEOK HAN)[han_kd]/선임/제조DX.제조DX솔루션.추적솔루션개발팀" userId="564ce5a7-bb8d-4e22-b8bb-1b5e2f757267" providerId="ADAL" clId="{1576B0DF-DF4E-4904-9462-9599D16C716D}" dt="2026-07-15T02:29:23.606" v="18670" actId="1076"/>
          <ac:grpSpMkLst>
            <pc:docMk/>
            <pc:sldMk cId="3705966459" sldId="2147482683"/>
            <ac:grpSpMk id="5" creationId="{394F206A-F7C0-8EF0-0668-F8C34A38BD9D}"/>
          </ac:grpSpMkLst>
        </pc:grpChg>
        <pc:graphicFrameChg chg="mod">
          <ac:chgData name="한기덕(KIDEOK HAN)[han_kd]/선임/제조DX.제조DX솔루션.추적솔루션개발팀" userId="564ce5a7-bb8d-4e22-b8bb-1b5e2f757267" providerId="ADAL" clId="{1576B0DF-DF4E-4904-9462-9599D16C716D}" dt="2026-07-15T02:29:23.606" v="18670" actId="1076"/>
          <ac:graphicFrameMkLst>
            <pc:docMk/>
            <pc:sldMk cId="3705966459" sldId="2147482683"/>
            <ac:graphicFrameMk id="11" creationId="{176DB7DA-52D9-100B-3653-F4E7162206B1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2:29:27.298" v="18672" actId="20577"/>
          <ac:graphicFrameMkLst>
            <pc:docMk/>
            <pc:sldMk cId="3705966459" sldId="2147482683"/>
            <ac:graphicFrameMk id="39" creationId="{36D09815-1974-4BCF-A55B-BBF74D36A8E4}"/>
          </ac:graphicFrameMkLst>
        </pc:graphicFrameChg>
      </pc:sldChg>
      <pc:sldChg chg="addSp delSp modSp mod">
        <pc:chgData name="한기덕(KIDEOK HAN)[han_kd]/선임/제조DX.제조DX솔루션.추적솔루션개발팀" userId="564ce5a7-bb8d-4e22-b8bb-1b5e2f757267" providerId="ADAL" clId="{1576B0DF-DF4E-4904-9462-9599D16C716D}" dt="2026-07-15T00:55:49.948" v="2649" actId="20577"/>
        <pc:sldMkLst>
          <pc:docMk/>
          <pc:sldMk cId="824667721" sldId="2147482687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0:39:24.680" v="6" actId="20577"/>
          <ac:spMkLst>
            <pc:docMk/>
            <pc:sldMk cId="824667721" sldId="2147482687"/>
            <ac:spMk id="63" creationId="{F7E9B123-1E21-48F6-86C5-2777566B3419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0:55:49.948" v="2649" actId="20577"/>
          <ac:graphicFrameMkLst>
            <pc:docMk/>
            <pc:sldMk cId="824667721" sldId="2147482687"/>
            <ac:graphicFrameMk id="7" creationId="{3E86696F-E35A-4B06-9B46-63A4A6A986C1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0:54:57.754" v="2536" actId="1035"/>
          <ac:graphicFrameMkLst>
            <pc:docMk/>
            <pc:sldMk cId="824667721" sldId="2147482687"/>
            <ac:graphicFrameMk id="26" creationId="{2842E449-6F72-A6B5-D5A0-C26F995E9776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576B0DF-DF4E-4904-9462-9599D16C716D}" dt="2026-07-15T01:22:04.404" v="6221" actId="207"/>
        <pc:sldMkLst>
          <pc:docMk/>
          <pc:sldMk cId="634528031" sldId="2147482698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19:12.947" v="5782" actId="20577"/>
          <ac:spMkLst>
            <pc:docMk/>
            <pc:sldMk cId="634528031" sldId="2147482698"/>
            <ac:spMk id="28" creationId="{D2E7E9DF-3219-71D6-A475-FB74F108EF76}"/>
          </ac:spMkLst>
        </pc:sp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1:22:04.404" v="6221" actId="207"/>
          <ac:graphicFrameMkLst>
            <pc:docMk/>
            <pc:sldMk cId="634528031" sldId="2147482698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576B0DF-DF4E-4904-9462-9599D16C716D}" dt="2026-07-15T01:41:57.753" v="10062" actId="207"/>
        <pc:sldMkLst>
          <pc:docMk/>
          <pc:sldMk cId="1591452041" sldId="2147482699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1:53.444" v="10061" actId="20577"/>
          <ac:spMkLst>
            <pc:docMk/>
            <pc:sldMk cId="1591452041" sldId="2147482699"/>
            <ac:spMk id="171" creationId="{7F1716BD-8506-1D73-06A6-DE1D63DEA73A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1576B0DF-DF4E-4904-9462-9599D16C716D}" dt="2026-07-15T01:41:57.753" v="10062" actId="207"/>
          <ac:graphicFrameMkLst>
            <pc:docMk/>
            <pc:sldMk cId="1591452041" sldId="2147482699"/>
            <ac:graphicFrameMk id="7" creationId="{3E86696F-E35A-4B06-9B46-63A4A6A986C1}"/>
          </ac:graphicFrameMkLst>
        </pc:graphicFrameChg>
      </pc:sldChg>
      <pc:sldChg chg="modSp mod">
        <pc:chgData name="한기덕(KIDEOK HAN)[han_kd]/선임/제조DX.제조DX솔루션.추적솔루션개발팀" userId="564ce5a7-bb8d-4e22-b8bb-1b5e2f757267" providerId="ADAL" clId="{1576B0DF-DF4E-4904-9462-9599D16C716D}" dt="2026-07-15T00:57:42.686" v="2656" actId="20577"/>
        <pc:sldMkLst>
          <pc:docMk/>
          <pc:sldMk cId="1902114785" sldId="2147482700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0:57:42.686" v="2656" actId="20577"/>
          <ac:spMkLst>
            <pc:docMk/>
            <pc:sldMk cId="1902114785" sldId="2147482700"/>
            <ac:spMk id="8" creationId="{73D5B63D-7573-426A-7209-DD6FF5A3BE8B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1576B0DF-DF4E-4904-9462-9599D16C716D}" dt="2026-07-15T00:57:39.446" v="2652" actId="207"/>
          <ac:graphicFrameMkLst>
            <pc:docMk/>
            <pc:sldMk cId="1902114785" sldId="2147482700"/>
            <ac:graphicFrameMk id="7" creationId="{3E86696F-E35A-4B06-9B46-63A4A6A986C1}"/>
          </ac:graphicFrameMkLst>
        </pc:graphicFrameChg>
      </pc:sldChg>
      <pc:sldChg chg="addSp delSp modSp mod">
        <pc:chgData name="한기덕(KIDEOK HAN)[han_kd]/선임/제조DX.제조DX솔루션.추적솔루션개발팀" userId="564ce5a7-bb8d-4e22-b8bb-1b5e2f757267" providerId="ADAL" clId="{1576B0DF-DF4E-4904-9462-9599D16C716D}" dt="2026-07-15T01:43:03.659" v="10097" actId="20577"/>
        <pc:sldMkLst>
          <pc:docMk/>
          <pc:sldMk cId="2351887343" sldId="2147482720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1:40:43.475" v="10042" actId="20577"/>
          <ac:spMkLst>
            <pc:docMk/>
            <pc:sldMk cId="2351887343" sldId="2147482720"/>
            <ac:spMk id="28" creationId="{D2E7E9DF-3219-71D6-A475-FB74F108EF76}"/>
          </ac:spMkLst>
        </pc:spChg>
        <pc:graphicFrameChg chg="modGraphic">
          <ac:chgData name="한기덕(KIDEOK HAN)[han_kd]/선임/제조DX.제조DX솔루션.추적솔루션개발팀" userId="564ce5a7-bb8d-4e22-b8bb-1b5e2f757267" providerId="ADAL" clId="{1576B0DF-DF4E-4904-9462-9599D16C716D}" dt="2026-07-15T01:39:53.899" v="9801" actId="207"/>
          <ac:graphicFrameMkLst>
            <pc:docMk/>
            <pc:sldMk cId="2351887343" sldId="2147482720"/>
            <ac:graphicFrameMk id="2" creationId="{E8F1B650-686C-6D56-A884-FC37B72679D2}"/>
          </ac:graphicFrameMkLst>
        </pc:graphicFrameChg>
        <pc:graphicFrameChg chg="mod modGraphic">
          <ac:chgData name="한기덕(KIDEOK HAN)[han_kd]/선임/제조DX.제조DX솔루션.추적솔루션개발팀" userId="564ce5a7-bb8d-4e22-b8bb-1b5e2f757267" providerId="ADAL" clId="{1576B0DF-DF4E-4904-9462-9599D16C716D}" dt="2026-07-15T01:43:03.659" v="10097" actId="20577"/>
          <ac:graphicFrameMkLst>
            <pc:docMk/>
            <pc:sldMk cId="2351887343" sldId="2147482720"/>
            <ac:graphicFrameMk id="7" creationId="{3E86696F-E35A-4B06-9B46-63A4A6A986C1}"/>
          </ac:graphicFrameMkLst>
        </pc:graphicFrameChg>
      </pc:sldChg>
      <pc:sldChg chg="delSp modSp mod">
        <pc:chgData name="한기덕(KIDEOK HAN)[han_kd]/선임/제조DX.제조DX솔루션.추적솔루션개발팀" userId="564ce5a7-bb8d-4e22-b8bb-1b5e2f757267" providerId="ADAL" clId="{1576B0DF-DF4E-4904-9462-9599D16C716D}" dt="2026-07-15T02:28:33.734" v="18428" actId="478"/>
        <pc:sldMkLst>
          <pc:docMk/>
          <pc:sldMk cId="1136522401" sldId="2147483560"/>
        </pc:sldMkLst>
        <pc:spChg chg="mod">
          <ac:chgData name="한기덕(KIDEOK HAN)[han_kd]/선임/제조DX.제조DX솔루션.추적솔루션개발팀" userId="564ce5a7-bb8d-4e22-b8bb-1b5e2f757267" providerId="ADAL" clId="{1576B0DF-DF4E-4904-9462-9599D16C716D}" dt="2026-07-15T02:28:22.792" v="18424" actId="20577"/>
          <ac:spMkLst>
            <pc:docMk/>
            <pc:sldMk cId="1136522401" sldId="2147483560"/>
            <ac:spMk id="31" creationId="{1FB25863-3516-47CA-AD74-128C0F2A16FC}"/>
          </ac:spMkLst>
        </pc:spChg>
        <pc:spChg chg="mod">
          <ac:chgData name="한기덕(KIDEOK HAN)[han_kd]/선임/제조DX.제조DX솔루션.추적솔루션개발팀" userId="564ce5a7-bb8d-4e22-b8bb-1b5e2f757267" providerId="ADAL" clId="{1576B0DF-DF4E-4904-9462-9599D16C716D}" dt="2026-07-15T02:28:14.935" v="18415" actId="20577"/>
          <ac:spMkLst>
            <pc:docMk/>
            <pc:sldMk cId="1136522401" sldId="2147483560"/>
            <ac:spMk id="37" creationId="{6D72F316-602B-48D7-851D-262E403B6ADD}"/>
          </ac:spMkLst>
        </pc:spChg>
        <pc:graphicFrameChg chg="mod">
          <ac:chgData name="한기덕(KIDEOK HAN)[han_kd]/선임/제조DX.제조DX솔루션.추적솔루션개발팀" userId="564ce5a7-bb8d-4e22-b8bb-1b5e2f757267" providerId="ADAL" clId="{1576B0DF-DF4E-4904-9462-9599D16C716D}" dt="2026-07-15T02:22:33.660" v="17018" actId="21"/>
          <ac:graphicFrameMkLst>
            <pc:docMk/>
            <pc:sldMk cId="1136522401" sldId="2147483560"/>
            <ac:graphicFrameMk id="39" creationId="{36D09815-1974-4BCF-A55B-BBF74D36A8E4}"/>
          </ac:graphicFrameMkLst>
        </pc:graphicFrameChg>
      </pc:sldChg>
    </pc:docChg>
  </pc:docChgLst>
  <pc:docChgLst>
    <pc:chgData name="박소영(SOYOUNG PARK)[edtsol_sy32]/사원/제조DX.제조DX솔루션.추적솔루션개발팀" userId="dc270099-6f2c-44e3-856c-ca44e2079083" providerId="ADAL" clId="{C35BA87A-4467-4486-B6E7-F9271E23B3E0}"/>
    <pc:docChg chg="undo custSel modSld">
      <pc:chgData name="박소영(SOYOUNG PARK)[edtsol_sy32]/사원/제조DX.제조DX솔루션.추적솔루션개발팀" userId="dc270099-6f2c-44e3-856c-ca44e2079083" providerId="ADAL" clId="{C35BA87A-4467-4486-B6E7-F9271E23B3E0}" dt="2026-06-30T09:12:13.863" v="3456" actId="207"/>
      <pc:docMkLst>
        <pc:docMk/>
      </pc:docMkLst>
      <pc:sldChg chg="addSp delSp modSp mod">
        <pc:chgData name="박소영(SOYOUNG PARK)[edtsol_sy32]/사원/제조DX.제조DX솔루션.추적솔루션개발팀" userId="dc270099-6f2c-44e3-856c-ca44e2079083" providerId="ADAL" clId="{C35BA87A-4467-4486-B6E7-F9271E23B3E0}" dt="2026-06-30T09:11:13.429" v="3454" actId="207"/>
        <pc:sldMkLst>
          <pc:docMk/>
          <pc:sldMk cId="360237742" sldId="2147481816"/>
        </pc:sldMkLst>
        <pc:spChg chg="mod">
          <ac:chgData name="박소영(SOYOUNG PARK)[edtsol_sy32]/사원/제조DX.제조DX솔루션.추적솔루션개발팀" userId="dc270099-6f2c-44e3-856c-ca44e2079083" providerId="ADAL" clId="{C35BA87A-4467-4486-B6E7-F9271E23B3E0}" dt="2026-06-30T07:16:24.978" v="776" actId="20577"/>
          <ac:spMkLst>
            <pc:docMk/>
            <pc:sldMk cId="360237742" sldId="2147481816"/>
            <ac:spMk id="2" creationId="{7A7EAB5B-6A0B-53F7-2708-C90739BBDAE1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C35BA87A-4467-4486-B6E7-F9271E23B3E0}" dt="2026-06-30T09:11:13.429" v="3454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C35BA87A-4467-4486-B6E7-F9271E23B3E0}" dt="2026-06-30T08:58:23.184" v="3075" actId="20577"/>
        <pc:sldMkLst>
          <pc:docMk/>
          <pc:sldMk cId="1439661179" sldId="2147481935"/>
        </pc:sldMkLst>
        <pc:spChg chg="mod">
          <ac:chgData name="박소영(SOYOUNG PARK)[edtsol_sy32]/사원/제조DX.제조DX솔루션.추적솔루션개발팀" userId="dc270099-6f2c-44e3-856c-ca44e2079083" providerId="ADAL" clId="{C35BA87A-4467-4486-B6E7-F9271E23B3E0}" dt="2026-06-30T07:40:07.127" v="986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C35BA87A-4467-4486-B6E7-F9271E23B3E0}" dt="2026-06-30T08:58:23.184" v="3075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C35BA87A-4467-4486-B6E7-F9271E23B3E0}" dt="2026-06-30T09:10:13.619" v="3453" actId="20577"/>
        <pc:sldMkLst>
          <pc:docMk/>
          <pc:sldMk cId="3689145808" sldId="2147482251"/>
        </pc:sldMkLst>
        <pc:spChg chg="mod">
          <ac:chgData name="박소영(SOYOUNG PARK)[edtsol_sy32]/사원/제조DX.제조DX솔루션.추적솔루션개발팀" userId="dc270099-6f2c-44e3-856c-ca44e2079083" providerId="ADAL" clId="{C35BA87A-4467-4486-B6E7-F9271E23B3E0}" dt="2026-06-30T07:04:18.753" v="15" actId="20577"/>
          <ac:spMkLst>
            <pc:docMk/>
            <pc:sldMk cId="3689145808" sldId="2147482251"/>
            <ac:spMk id="7" creationId="{3FB22F0A-A48E-F909-20F5-057DFE7E2546}"/>
          </ac:spMkLst>
        </pc:spChg>
        <pc:spChg chg="mod">
          <ac:chgData name="박소영(SOYOUNG PARK)[edtsol_sy32]/사원/제조DX.제조DX솔루션.추적솔루션개발팀" userId="dc270099-6f2c-44e3-856c-ca44e2079083" providerId="ADAL" clId="{C35BA87A-4467-4486-B6E7-F9271E23B3E0}" dt="2026-06-30T07:09:58.537" v="387" actId="207"/>
          <ac:spMkLst>
            <pc:docMk/>
            <pc:sldMk cId="3689145808" sldId="2147482251"/>
            <ac:spMk id="19" creationId="{5352E5F4-D151-4C3D-9E5F-99A1B7FDF265}"/>
          </ac:spMkLst>
        </pc:spChg>
        <pc:spChg chg="mod">
          <ac:chgData name="박소영(SOYOUNG PARK)[edtsol_sy32]/사원/제조DX.제조DX솔루션.추적솔루션개발팀" userId="dc270099-6f2c-44e3-856c-ca44e2079083" providerId="ADAL" clId="{C35BA87A-4467-4486-B6E7-F9271E23B3E0}" dt="2026-06-30T07:16:34.654" v="780" actId="20577"/>
          <ac:spMkLst>
            <pc:docMk/>
            <pc:sldMk cId="3689145808" sldId="2147482251"/>
            <ac:spMk id="23" creationId="{02417012-9580-4148-8D51-88FF8C380FC9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C35BA87A-4467-4486-B6E7-F9271E23B3E0}" dt="2026-06-30T09:09:32.920" v="3445" actId="20577"/>
          <ac:graphicFrameMkLst>
            <pc:docMk/>
            <pc:sldMk cId="3689145808" sldId="2147482251"/>
            <ac:graphicFrameMk id="8" creationId="{84D32A1C-1CB8-11A9-97D3-FDB5750D96AE}"/>
          </ac:graphicFrameMkLst>
        </pc:graphicFrameChg>
        <pc:graphicFrameChg chg="mod modGraphic">
          <ac:chgData name="박소영(SOYOUNG PARK)[edtsol_sy32]/사원/제조DX.제조DX솔루션.추적솔루션개발팀" userId="dc270099-6f2c-44e3-856c-ca44e2079083" providerId="ADAL" clId="{C35BA87A-4467-4486-B6E7-F9271E23B3E0}" dt="2026-06-30T09:10:13.619" v="3453" actId="20577"/>
          <ac:graphicFrameMkLst>
            <pc:docMk/>
            <pc:sldMk cId="3689145808" sldId="2147482251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추적솔루션개발팀" userId="dc270099-6f2c-44e3-856c-ca44e2079083" providerId="ADAL" clId="{C35BA87A-4467-4486-B6E7-F9271E23B3E0}" dt="2026-06-30T09:12:13.863" v="3456" actId="207"/>
        <pc:sldMkLst>
          <pc:docMk/>
          <pc:sldMk cId="1494465681" sldId="2147482260"/>
        </pc:sldMkLst>
        <pc:spChg chg="mod">
          <ac:chgData name="박소영(SOYOUNG PARK)[edtsol_sy32]/사원/제조DX.제조DX솔루션.추적솔루션개발팀" userId="dc270099-6f2c-44e3-856c-ca44e2079083" providerId="ADAL" clId="{C35BA87A-4467-4486-B6E7-F9271E23B3E0}" dt="2026-06-30T07:52:32.250" v="1468" actId="20577"/>
          <ac:spMkLst>
            <pc:docMk/>
            <pc:sldMk cId="1494465681" sldId="2147482260"/>
            <ac:spMk id="22" creationId="{81B17DB2-3DCC-4A8F-9347-F9695BEF8B6D}"/>
          </ac:spMkLst>
        </pc:spChg>
        <pc:graphicFrameChg chg="mod modGraphic">
          <ac:chgData name="박소영(SOYOUNG PARK)[edtsol_sy32]/사원/제조DX.제조DX솔루션.추적솔루션개발팀" userId="dc270099-6f2c-44e3-856c-ca44e2079083" providerId="ADAL" clId="{C35BA87A-4467-4486-B6E7-F9271E23B3E0}" dt="2026-06-30T09:12:13.863" v="3456" actId="207"/>
          <ac:graphicFrameMkLst>
            <pc:docMk/>
            <pc:sldMk cId="1494465681" sldId="2147482260"/>
            <ac:graphicFrameMk id="7" creationId="{3E86696F-E35A-4B06-9B46-63A4A6A986C1}"/>
          </ac:graphicFrameMkLst>
        </pc:graphicFrameChg>
      </pc:sldChg>
    </pc:docChg>
  </pc:docChgLst>
  <pc:docChgLst>
    <pc:chgData name="이찬혁(CHANHYUK LEE)[paul_lee]/사원/제조DX.제조DX솔루션.제조빅데이터분석1팀" userId="51b99fae-7b8f-40d9-9374-028bc2619ee7" providerId="ADAL" clId="{6637CA7B-7584-45A3-B5FF-EEC17A0B7264}"/>
    <pc:docChg chg="undo custSel modSld">
      <pc:chgData name="이찬혁(CHANHYUK LEE)[paul_lee]/사원/제조DX.제조DX솔루션.제조빅데이터분석1팀" userId="51b99fae-7b8f-40d9-9374-028bc2619ee7" providerId="ADAL" clId="{6637CA7B-7584-45A3-B5FF-EEC17A0B7264}" dt="2026-07-01T08:08:26.474" v="2121" actId="6549"/>
      <pc:docMkLst>
        <pc:docMk/>
      </pc:docMkLst>
      <pc:sldChg chg="modSp mod">
        <pc:chgData name="이찬혁(CHANHYUK LEE)[paul_lee]/사원/제조DX.제조DX솔루션.제조빅데이터분석1팀" userId="51b99fae-7b8f-40d9-9374-028bc2619ee7" providerId="ADAL" clId="{6637CA7B-7584-45A3-B5FF-EEC17A0B7264}" dt="2026-07-01T00:05:48.054" v="762" actId="20577"/>
        <pc:sldMkLst>
          <pc:docMk/>
          <pc:sldMk cId="1164402689" sldId="277"/>
        </pc:sldMkLst>
        <pc:spChg chg="mod">
          <ac:chgData name="이찬혁(CHANHYUK LEE)[paul_lee]/사원/제조DX.제조DX솔루션.제조빅데이터분석1팀" userId="51b99fae-7b8f-40d9-9374-028bc2619ee7" providerId="ADAL" clId="{6637CA7B-7584-45A3-B5FF-EEC17A0B7264}" dt="2026-07-01T00:05:23.628" v="685" actId="20577"/>
          <ac:spMkLst>
            <pc:docMk/>
            <pc:sldMk cId="1164402689" sldId="277"/>
            <ac:spMk id="3" creationId="{0CC39962-AED9-0FD6-7F0C-29A8FBE67A4F}"/>
          </ac:spMkLst>
        </pc:spChg>
        <pc:spChg chg="mod">
          <ac:chgData name="이찬혁(CHANHYUK LEE)[paul_lee]/사원/제조DX.제조DX솔루션.제조빅데이터분석1팀" userId="51b99fae-7b8f-40d9-9374-028bc2619ee7" providerId="ADAL" clId="{6637CA7B-7584-45A3-B5FF-EEC17A0B7264}" dt="2026-06-30T23:59:34.803" v="424" actId="20577"/>
          <ac:spMkLst>
            <pc:docMk/>
            <pc:sldMk cId="1164402689" sldId="277"/>
            <ac:spMk id="18" creationId="{98411B42-F8B1-8D16-423C-9FFAA9FB911B}"/>
          </ac:spMkLst>
        </pc:spChg>
        <pc:spChg chg="mod">
          <ac:chgData name="이찬혁(CHANHYUK LEE)[paul_lee]/사원/제조DX.제조DX솔루션.제조빅데이터분석1팀" userId="51b99fae-7b8f-40d9-9374-028bc2619ee7" providerId="ADAL" clId="{6637CA7B-7584-45A3-B5FF-EEC17A0B7264}" dt="2026-06-30T09:20:13.996" v="66" actId="20577"/>
          <ac:spMkLst>
            <pc:docMk/>
            <pc:sldMk cId="1164402689" sldId="277"/>
            <ac:spMk id="27" creationId="{08C84109-C88C-C992-AB98-171121FDA23A}"/>
          </ac:spMkLst>
        </pc:spChg>
        <pc:graphicFrameChg chg="mod modGraphic">
          <ac:chgData name="이찬혁(CHANHYUK LEE)[paul_lee]/사원/제조DX.제조DX솔루션.제조빅데이터분석1팀" userId="51b99fae-7b8f-40d9-9374-028bc2619ee7" providerId="ADAL" clId="{6637CA7B-7584-45A3-B5FF-EEC17A0B7264}" dt="2026-07-01T00:05:48.054" v="762" actId="20577"/>
          <ac:graphicFrameMkLst>
            <pc:docMk/>
            <pc:sldMk cId="1164402689" sldId="277"/>
            <ac:graphicFrameMk id="19" creationId="{3E86696F-E35A-4B06-9B46-63A4A6A986C1}"/>
          </ac:graphicFrameMkLst>
        </pc:graphicFrameChg>
      </pc:sldChg>
      <pc:sldChg chg="addSp delSp modSp mod">
        <pc:chgData name="이찬혁(CHANHYUK LEE)[paul_lee]/사원/제조DX.제조DX솔루션.제조빅데이터분석1팀" userId="51b99fae-7b8f-40d9-9374-028bc2619ee7" providerId="ADAL" clId="{6637CA7B-7584-45A3-B5FF-EEC17A0B7264}" dt="2026-07-01T08:08:26.474" v="2121" actId="6549"/>
        <pc:sldMkLst>
          <pc:docMk/>
          <pc:sldMk cId="2314496523" sldId="294"/>
        </pc:sldMkLst>
        <pc:spChg chg="mod">
          <ac:chgData name="이찬혁(CHANHYUK LEE)[paul_lee]/사원/제조DX.제조DX솔루션.제조빅데이터분석1팀" userId="51b99fae-7b8f-40d9-9374-028bc2619ee7" providerId="ADAL" clId="{6637CA7B-7584-45A3-B5FF-EEC17A0B7264}" dt="2026-07-01T07:14:05.614" v="1125"/>
          <ac:spMkLst>
            <pc:docMk/>
            <pc:sldMk cId="2314496523" sldId="294"/>
            <ac:spMk id="9" creationId="{00000000-0000-0000-0000-000000000000}"/>
          </ac:spMkLst>
        </pc:spChg>
        <pc:graphicFrameChg chg="add mod modGraphic">
          <ac:chgData name="이찬혁(CHANHYUK LEE)[paul_lee]/사원/제조DX.제조DX솔루션.제조빅데이터분석1팀" userId="51b99fae-7b8f-40d9-9374-028bc2619ee7" providerId="ADAL" clId="{6637CA7B-7584-45A3-B5FF-EEC17A0B7264}" dt="2026-07-01T08:07:21.344" v="2006" actId="1036"/>
          <ac:graphicFrameMkLst>
            <pc:docMk/>
            <pc:sldMk cId="2314496523" sldId="294"/>
            <ac:graphicFrameMk id="2" creationId="{1BCA535D-C4B1-55EB-0103-F9A5F0FD3F46}"/>
          </ac:graphicFrameMkLst>
        </pc:graphicFrameChg>
        <pc:graphicFrameChg chg="mod modGraphic">
          <ac:chgData name="이찬혁(CHANHYUK LEE)[paul_lee]/사원/제조DX.제조DX솔루션.제조빅데이터분석1팀" userId="51b99fae-7b8f-40d9-9374-028bc2619ee7" providerId="ADAL" clId="{6637CA7B-7584-45A3-B5FF-EEC17A0B7264}" dt="2026-07-01T08:08:26.474" v="2121" actId="6549"/>
          <ac:graphicFrameMkLst>
            <pc:docMk/>
            <pc:sldMk cId="2314496523" sldId="294"/>
            <ac:graphicFrameMk id="19" creationId="{3E86696F-E35A-4B06-9B46-63A4A6A986C1}"/>
          </ac:graphicFrameMkLst>
        </pc:graphicFrameChg>
      </pc:sldChg>
      <pc:sldChg chg="modSp mod">
        <pc:chgData name="이찬혁(CHANHYUK LEE)[paul_lee]/사원/제조DX.제조DX솔루션.제조빅데이터분석1팀" userId="51b99fae-7b8f-40d9-9374-028bc2619ee7" providerId="ADAL" clId="{6637CA7B-7584-45A3-B5FF-EEC17A0B7264}" dt="2026-06-30T09:18:50.100" v="41" actId="207"/>
        <pc:sldMkLst>
          <pc:docMk/>
          <pc:sldMk cId="1096148160" sldId="2147482231"/>
        </pc:sldMkLst>
        <pc:spChg chg="mod">
          <ac:chgData name="이찬혁(CHANHYUK LEE)[paul_lee]/사원/제조DX.제조DX솔루션.제조빅데이터분석1팀" userId="51b99fae-7b8f-40d9-9374-028bc2619ee7" providerId="ADAL" clId="{6637CA7B-7584-45A3-B5FF-EEC17A0B7264}" dt="2026-06-30T09:18:41.570" v="38" actId="20577"/>
          <ac:spMkLst>
            <pc:docMk/>
            <pc:sldMk cId="1096148160" sldId="2147482231"/>
            <ac:spMk id="3" creationId="{0CC39962-AED9-0FD6-7F0C-29A8FBE67A4F}"/>
          </ac:spMkLst>
        </pc:spChg>
        <pc:graphicFrameChg chg="mod modGraphic">
          <ac:chgData name="이찬혁(CHANHYUK LEE)[paul_lee]/사원/제조DX.제조DX솔루션.제조빅데이터분석1팀" userId="51b99fae-7b8f-40d9-9374-028bc2619ee7" providerId="ADAL" clId="{6637CA7B-7584-45A3-B5FF-EEC17A0B7264}" dt="2026-06-30T09:16:32.536" v="11" actId="14100"/>
          <ac:graphicFrameMkLst>
            <pc:docMk/>
            <pc:sldMk cId="1096148160" sldId="2147482231"/>
            <ac:graphicFrameMk id="5" creationId="{9848218D-0814-16C2-B128-6AC7BF00D8A9}"/>
          </ac:graphicFrameMkLst>
        </pc:graphicFrameChg>
        <pc:graphicFrameChg chg="modGraphic">
          <ac:chgData name="이찬혁(CHANHYUK LEE)[paul_lee]/사원/제조DX.제조DX솔루션.제조빅데이터분석1팀" userId="51b99fae-7b8f-40d9-9374-028bc2619ee7" providerId="ADAL" clId="{6637CA7B-7584-45A3-B5FF-EEC17A0B7264}" dt="2026-06-30T09:18:50.100" v="41" actId="207"/>
          <ac:graphicFrameMkLst>
            <pc:docMk/>
            <pc:sldMk cId="1096148160" sldId="2147482231"/>
            <ac:graphicFrameMk id="19" creationId="{3E86696F-E35A-4B06-9B46-63A4A6A986C1}"/>
          </ac:graphicFrameMkLst>
        </pc:graphicFrameChg>
      </pc:sldChg>
    </pc:docChg>
  </pc:docChgLst>
  <pc:docChgLst>
    <pc:chgData name="최이범(EEBEOM CHOI)[doublebeom]/책임/제조DX.제조DX솔루션.제조빅데이터분석1팀" userId="50343a84-4243-4043-8b92-761bb93d09e0" providerId="ADAL" clId="{33F27DCC-3445-41BD-A73B-415FE2F33FCB}"/>
    <pc:docChg chg="modSld">
      <pc:chgData name="최이범(EEBEOM CHOI)[doublebeom]/책임/제조DX.제조DX솔루션.제조빅데이터분석1팀" userId="50343a84-4243-4043-8b92-761bb93d09e0" providerId="ADAL" clId="{33F27DCC-3445-41BD-A73B-415FE2F33FCB}" dt="2026-07-15T01:55:48.761" v="5" actId="14100"/>
      <pc:docMkLst>
        <pc:docMk/>
      </pc:docMkLst>
      <pc:sldChg chg="modSp mod">
        <pc:chgData name="최이범(EEBEOM CHOI)[doublebeom]/책임/제조DX.제조DX솔루션.제조빅데이터분석1팀" userId="50343a84-4243-4043-8b92-761bb93d09e0" providerId="ADAL" clId="{33F27DCC-3445-41BD-A73B-415FE2F33FCB}" dt="2026-07-15T01:55:48.761" v="5" actId="14100"/>
        <pc:sldMkLst>
          <pc:docMk/>
          <pc:sldMk cId="2213332889" sldId="2147482204"/>
        </pc:sldMkLst>
      </pc:sldChg>
    </pc:docChg>
  </pc:docChgLst>
  <pc:docChgLst>
    <pc:chgData name="최이범(EEBEOM CHOI)[doublebeom]/책임/제조DX.제조DX솔루션.제조빅데이터분석1팀" userId="50343a84-4243-4043-8b92-761bb93d09e0" providerId="ADAL" clId="{67983158-5BB8-42B9-9A65-F525DA3EF93F}"/>
    <pc:docChg chg="undo custSel modSld">
      <pc:chgData name="최이범(EEBEOM CHOI)[doublebeom]/책임/제조DX.제조DX솔루션.제조빅데이터분석1팀" userId="50343a84-4243-4043-8b92-761bb93d09e0" providerId="ADAL" clId="{67983158-5BB8-42B9-9A65-F525DA3EF93F}" dt="2026-07-23T00:36:21.223" v="1397" actId="207"/>
      <pc:docMkLst>
        <pc:docMk/>
      </pc:docMkLst>
      <pc:sldChg chg="mod modShow">
        <pc:chgData name="최이범(EEBEOM CHOI)[doublebeom]/책임/제조DX.제조DX솔루션.제조빅데이터분석1팀" userId="50343a84-4243-4043-8b92-761bb93d09e0" providerId="ADAL" clId="{67983158-5BB8-42B9-9A65-F525DA3EF93F}" dt="2026-07-22T07:55:45.434" v="15" actId="729"/>
        <pc:sldMkLst>
          <pc:docMk/>
          <pc:sldMk cId="31981788" sldId="273"/>
        </pc:sldMkLst>
      </pc:sldChg>
      <pc:sldChg chg="modSp mod">
        <pc:chgData name="최이범(EEBEOM CHOI)[doublebeom]/책임/제조DX.제조DX솔루션.제조빅데이터분석1팀" userId="50343a84-4243-4043-8b92-761bb93d09e0" providerId="ADAL" clId="{67983158-5BB8-42B9-9A65-F525DA3EF93F}" dt="2026-07-22T07:54:46.678" v="14" actId="207"/>
        <pc:sldMkLst>
          <pc:docMk/>
          <pc:sldMk cId="2998139347" sldId="276"/>
        </pc:sldMkLst>
        <pc:graphicFrameChg chg="modGraphic">
          <ac:chgData name="최이범(EEBEOM CHOI)[doublebeom]/책임/제조DX.제조DX솔루션.제조빅데이터분석1팀" userId="50343a84-4243-4043-8b92-761bb93d09e0" providerId="ADAL" clId="{67983158-5BB8-42B9-9A65-F525DA3EF93F}" dt="2026-07-22T07:54:46.678" v="14" actId="207"/>
          <ac:graphicFrameMkLst>
            <pc:docMk/>
            <pc:sldMk cId="2998139347" sldId="276"/>
            <ac:graphicFrameMk id="19" creationId="{3E86696F-E35A-4B06-9B46-63A4A6A986C1}"/>
          </ac:graphicFrameMkLst>
        </pc:graphicFrameChg>
      </pc:sldChg>
      <pc:sldChg chg="delSp modSp mod">
        <pc:chgData name="최이범(EEBEOM CHOI)[doublebeom]/책임/제조DX.제조DX솔루션.제조빅데이터분석1팀" userId="50343a84-4243-4043-8b92-761bb93d09e0" providerId="ADAL" clId="{67983158-5BB8-42B9-9A65-F525DA3EF93F}" dt="2026-07-23T00:36:21.223" v="1397" actId="207"/>
        <pc:sldMkLst>
          <pc:docMk/>
          <pc:sldMk cId="1164402689" sldId="277"/>
        </pc:sldMkLst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3T00:03:25.095" v="1315" actId="20577"/>
          <ac:spMkLst>
            <pc:docMk/>
            <pc:sldMk cId="1164402689" sldId="277"/>
            <ac:spMk id="3" creationId="{0CC39962-AED9-0FD6-7F0C-29A8FBE67A4F}"/>
          </ac:spMkLst>
        </pc:spChg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3T00:03:58.825" v="1319" actId="20577"/>
          <ac:spMkLst>
            <pc:docMk/>
            <pc:sldMk cId="1164402689" sldId="277"/>
            <ac:spMk id="31" creationId="{1C3FE50F-F8F1-BD6E-8706-EB506DCDC78A}"/>
          </ac:spMkLst>
        </pc:spChg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3T00:35:32.510" v="1365" actId="6549"/>
          <ac:spMkLst>
            <pc:docMk/>
            <pc:sldMk cId="1164402689" sldId="277"/>
            <ac:spMk id="32" creationId="{1854E312-F7A0-BBD0-830D-FB69DAB3BFB5}"/>
          </ac:spMkLst>
        </pc:spChg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3T00:35:41.880" v="1380" actId="1035"/>
          <ac:spMkLst>
            <pc:docMk/>
            <pc:sldMk cId="1164402689" sldId="277"/>
            <ac:spMk id="34" creationId="{FE303700-6B5D-6AB5-FCDB-E3A5804EB4C5}"/>
          </ac:spMkLst>
        </pc:spChg>
        <pc:graphicFrameChg chg="modGraphic">
          <ac:chgData name="최이범(EEBEOM CHOI)[doublebeom]/책임/제조DX.제조DX솔루션.제조빅데이터분석1팀" userId="50343a84-4243-4043-8b92-761bb93d09e0" providerId="ADAL" clId="{67983158-5BB8-42B9-9A65-F525DA3EF93F}" dt="2026-07-23T00:36:21.223" v="1397" actId="207"/>
          <ac:graphicFrameMkLst>
            <pc:docMk/>
            <pc:sldMk cId="1164402689" sldId="277"/>
            <ac:graphicFrameMk id="19" creationId="{3E86696F-E35A-4B06-9B46-63A4A6A986C1}"/>
          </ac:graphicFrameMkLst>
        </pc:graphicFrameChg>
        <pc:graphicFrameChg chg="modGraphic">
          <ac:chgData name="최이범(EEBEOM CHOI)[doublebeom]/책임/제조DX.제조DX솔루션.제조빅데이터분석1팀" userId="50343a84-4243-4043-8b92-761bb93d09e0" providerId="ADAL" clId="{67983158-5BB8-42B9-9A65-F525DA3EF93F}" dt="2026-07-23T00:04:21.514" v="1324" actId="207"/>
          <ac:graphicFrameMkLst>
            <pc:docMk/>
            <pc:sldMk cId="1164402689" sldId="277"/>
            <ac:graphicFrameMk id="30" creationId="{6EDE4A1A-B617-B221-5F5C-252B3217BD7B}"/>
          </ac:graphicFrameMkLst>
        </pc:graphicFrameChg>
        <pc:graphicFrameChg chg="mod modGraphic">
          <ac:chgData name="최이범(EEBEOM CHOI)[doublebeom]/책임/제조DX.제조DX솔루션.제조빅데이터분석1팀" userId="50343a84-4243-4043-8b92-761bb93d09e0" providerId="ADAL" clId="{67983158-5BB8-42B9-9A65-F525DA3EF93F}" dt="2026-07-23T00:35:41.880" v="1380" actId="1035"/>
          <ac:graphicFrameMkLst>
            <pc:docMk/>
            <pc:sldMk cId="1164402689" sldId="277"/>
            <ac:graphicFrameMk id="33" creationId="{CB507743-B20E-E3AA-1EDA-D0D7AA3A19A3}"/>
          </ac:graphicFrameMkLst>
        </pc:graphicFrameChg>
      </pc:sldChg>
      <pc:sldChg chg="modSp mod">
        <pc:chgData name="최이범(EEBEOM CHOI)[doublebeom]/책임/제조DX.제조DX솔루션.제조빅데이터분석1팀" userId="50343a84-4243-4043-8b92-761bb93d09e0" providerId="ADAL" clId="{67983158-5BB8-42B9-9A65-F525DA3EF93F}" dt="2026-07-22T23:52:50.102" v="1307" actId="20577"/>
        <pc:sldMkLst>
          <pc:docMk/>
          <pc:sldMk cId="2407900480" sldId="291"/>
        </pc:sldMkLst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2T23:52:50.102" v="1307" actId="20577"/>
          <ac:spMkLst>
            <pc:docMk/>
            <pc:sldMk cId="2407900480" sldId="291"/>
            <ac:spMk id="3" creationId="{0CC39962-AED9-0FD6-7F0C-29A8FBE67A4F}"/>
          </ac:spMkLst>
        </pc:spChg>
        <pc:graphicFrameChg chg="mod">
          <ac:chgData name="최이범(EEBEOM CHOI)[doublebeom]/책임/제조DX.제조DX솔루션.제조빅데이터분석1팀" userId="50343a84-4243-4043-8b92-761bb93d09e0" providerId="ADAL" clId="{67983158-5BB8-42B9-9A65-F525DA3EF93F}" dt="2026-07-22T23:52:47.180" v="1303"/>
          <ac:graphicFrameMkLst>
            <pc:docMk/>
            <pc:sldMk cId="2407900480" sldId="291"/>
            <ac:graphicFrameMk id="19" creationId="{3E86696F-E35A-4B06-9B46-63A4A6A986C1}"/>
          </ac:graphicFrameMkLst>
        </pc:graphicFrameChg>
      </pc:sldChg>
      <pc:sldChg chg="modSp mod">
        <pc:chgData name="최이범(EEBEOM CHOI)[doublebeom]/책임/제조DX.제조DX솔루션.제조빅데이터분석1팀" userId="50343a84-4243-4043-8b92-761bb93d09e0" providerId="ADAL" clId="{67983158-5BB8-42B9-9A65-F525DA3EF93F}" dt="2026-07-22T09:13:13.055" v="1249" actId="6549"/>
        <pc:sldMkLst>
          <pc:docMk/>
          <pc:sldMk cId="1610903189" sldId="316"/>
        </pc:sldMkLst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2T09:13:13.055" v="1249" actId="6549"/>
          <ac:spMkLst>
            <pc:docMk/>
            <pc:sldMk cId="1610903189" sldId="316"/>
            <ac:spMk id="9" creationId="{00000000-0000-0000-0000-000000000000}"/>
          </ac:spMkLst>
        </pc:spChg>
        <pc:graphicFrameChg chg="mod modGraphic">
          <ac:chgData name="최이범(EEBEOM CHOI)[doublebeom]/책임/제조DX.제조DX솔루션.제조빅데이터분석1팀" userId="50343a84-4243-4043-8b92-761bb93d09e0" providerId="ADAL" clId="{67983158-5BB8-42B9-9A65-F525DA3EF93F}" dt="2026-07-22T09:13:09.999" v="1245" actId="207"/>
          <ac:graphicFrameMkLst>
            <pc:docMk/>
            <pc:sldMk cId="1610903189" sldId="316"/>
            <ac:graphicFrameMk id="19" creationId="{3E86696F-E35A-4B06-9B46-63A4A6A986C1}"/>
          </ac:graphicFrameMkLst>
        </pc:graphicFrameChg>
      </pc:sldChg>
      <pc:sldChg chg="modSp mod">
        <pc:chgData name="최이범(EEBEOM CHOI)[doublebeom]/책임/제조DX.제조DX솔루션.제조빅데이터분석1팀" userId="50343a84-4243-4043-8b92-761bb93d09e0" providerId="ADAL" clId="{67983158-5BB8-42B9-9A65-F525DA3EF93F}" dt="2026-07-22T09:13:25.787" v="1256" actId="6549"/>
        <pc:sldMkLst>
          <pc:docMk/>
          <pc:sldMk cId="3371312717" sldId="319"/>
        </pc:sldMkLst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2T09:13:25.787" v="1256" actId="6549"/>
          <ac:spMkLst>
            <pc:docMk/>
            <pc:sldMk cId="3371312717" sldId="319"/>
            <ac:spMk id="3" creationId="{2EB3004B-2F05-D24C-B47C-EADE57D7457B}"/>
          </ac:spMkLst>
        </pc:spChg>
        <pc:graphicFrameChg chg="mod modGraphic">
          <ac:chgData name="최이범(EEBEOM CHOI)[doublebeom]/책임/제조DX.제조DX솔루션.제조빅데이터분석1팀" userId="50343a84-4243-4043-8b92-761bb93d09e0" providerId="ADAL" clId="{67983158-5BB8-42B9-9A65-F525DA3EF93F}" dt="2026-07-22T09:13:22.513" v="1252" actId="6549"/>
          <ac:graphicFrameMkLst>
            <pc:docMk/>
            <pc:sldMk cId="3371312717" sldId="319"/>
            <ac:graphicFrameMk id="2" creationId="{257020EB-E023-B0C4-5CA1-62BEC0774730}"/>
          </ac:graphicFrameMkLst>
        </pc:graphicFrameChg>
      </pc:sldChg>
      <pc:sldChg chg="modSp mod">
        <pc:chgData name="최이범(EEBEOM CHOI)[doublebeom]/책임/제조DX.제조DX솔루션.제조빅데이터분석1팀" userId="50343a84-4243-4043-8b92-761bb93d09e0" providerId="ADAL" clId="{67983158-5BB8-42B9-9A65-F525DA3EF93F}" dt="2026-07-22T23:51:09.862" v="1261" actId="20577"/>
        <pc:sldMkLst>
          <pc:docMk/>
          <pc:sldMk cId="3015271566" sldId="323"/>
        </pc:sldMkLst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2T23:51:09.862" v="1261" actId="20577"/>
          <ac:spMkLst>
            <pc:docMk/>
            <pc:sldMk cId="3015271566" sldId="323"/>
            <ac:spMk id="9" creationId="{00000000-0000-0000-0000-000000000000}"/>
          </ac:spMkLst>
        </pc:spChg>
      </pc:sldChg>
      <pc:sldChg chg="modSp mod">
        <pc:chgData name="최이범(EEBEOM CHOI)[doublebeom]/책임/제조DX.제조DX솔루션.제조빅데이터분석1팀" userId="50343a84-4243-4043-8b92-761bb93d09e0" providerId="ADAL" clId="{67983158-5BB8-42B9-9A65-F525DA3EF93F}" dt="2026-07-23T00:08:10.240" v="1349" actId="207"/>
        <pc:sldMkLst>
          <pc:docMk/>
          <pc:sldMk cId="3138319042" sldId="2147482201"/>
        </pc:sldMkLst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2T08:42:28.471" v="1131" actId="20577"/>
          <ac:spMkLst>
            <pc:docMk/>
            <pc:sldMk cId="3138319042" sldId="2147482201"/>
            <ac:spMk id="3" creationId="{C0F77D9C-1101-3AB9-AE82-901AE6A76C0E}"/>
          </ac:spMkLst>
        </pc:spChg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3T00:08:10.240" v="1349" actId="207"/>
          <ac:spMkLst>
            <pc:docMk/>
            <pc:sldMk cId="3138319042" sldId="2147482201"/>
            <ac:spMk id="17" creationId="{6C3BBE40-7449-303A-D8D1-336D49270DB6}"/>
          </ac:spMkLst>
        </pc:spChg>
        <pc:graphicFrameChg chg="mod modGraphic">
          <ac:chgData name="최이범(EEBEOM CHOI)[doublebeom]/책임/제조DX.제조DX솔루션.제조빅데이터분석1팀" userId="50343a84-4243-4043-8b92-761bb93d09e0" providerId="ADAL" clId="{67983158-5BB8-42B9-9A65-F525DA3EF93F}" dt="2026-07-22T08:06:26.563" v="374" actId="207"/>
          <ac:graphicFrameMkLst>
            <pc:docMk/>
            <pc:sldMk cId="3138319042" sldId="2147482201"/>
            <ac:graphicFrameMk id="6" creationId="{A24726B6-7D48-9F9C-D7B1-06BC1A9A8435}"/>
          </ac:graphicFrameMkLst>
        </pc:graphicFrameChg>
      </pc:sldChg>
      <pc:sldChg chg="addSp delSp modSp mod">
        <pc:chgData name="최이범(EEBEOM CHOI)[doublebeom]/책임/제조DX.제조DX솔루션.제조빅데이터분석1팀" userId="50343a84-4243-4043-8b92-761bb93d09e0" providerId="ADAL" clId="{67983158-5BB8-42B9-9A65-F525DA3EF93F}" dt="2026-07-22T02:23:45.268" v="13" actId="20577"/>
        <pc:sldMkLst>
          <pc:docMk/>
          <pc:sldMk cId="2213332889" sldId="2147482204"/>
        </pc:sldMkLst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2T02:23:45.268" v="13" actId="20577"/>
          <ac:spMkLst>
            <pc:docMk/>
            <pc:sldMk cId="2213332889" sldId="2147482204"/>
            <ac:spMk id="5" creationId="{FF4AD222-410F-D567-CC89-3D34E933499E}"/>
          </ac:spMkLst>
        </pc:spChg>
        <pc:picChg chg="add mod">
          <ac:chgData name="최이범(EEBEOM CHOI)[doublebeom]/책임/제조DX.제조DX솔루션.제조빅데이터분석1팀" userId="50343a84-4243-4043-8b92-761bb93d09e0" providerId="ADAL" clId="{67983158-5BB8-42B9-9A65-F525DA3EF93F}" dt="2026-07-22T02:23:16.194" v="7" actId="14100"/>
          <ac:picMkLst>
            <pc:docMk/>
            <pc:sldMk cId="2213332889" sldId="2147482204"/>
            <ac:picMk id="3" creationId="{37D6444B-6442-F5D6-0206-E7E4EB00C8A2}"/>
          </ac:picMkLst>
        </pc:picChg>
      </pc:sldChg>
      <pc:sldChg chg="mod modShow">
        <pc:chgData name="최이범(EEBEOM CHOI)[doublebeom]/책임/제조DX.제조DX솔루션.제조빅데이터분석1팀" userId="50343a84-4243-4043-8b92-761bb93d09e0" providerId="ADAL" clId="{67983158-5BB8-42B9-9A65-F525DA3EF93F}" dt="2026-07-22T07:55:45.434" v="15" actId="729"/>
        <pc:sldMkLst>
          <pc:docMk/>
          <pc:sldMk cId="1053140835" sldId="2147482207"/>
        </pc:sldMkLst>
      </pc:sldChg>
      <pc:sldChg chg="modSp mod">
        <pc:chgData name="최이범(EEBEOM CHOI)[doublebeom]/책임/제조DX.제조DX솔루션.제조빅데이터분석1팀" userId="50343a84-4243-4043-8b92-761bb93d09e0" providerId="ADAL" clId="{67983158-5BB8-42B9-9A65-F525DA3EF93F}" dt="2026-07-22T09:14:48.473" v="1257" actId="207"/>
        <pc:sldMkLst>
          <pc:docMk/>
          <pc:sldMk cId="3996139020" sldId="2147482213"/>
        </pc:sldMkLst>
        <pc:graphicFrameChg chg="modGraphic">
          <ac:chgData name="최이범(EEBEOM CHOI)[doublebeom]/책임/제조DX.제조DX솔루션.제조빅데이터분석1팀" userId="50343a84-4243-4043-8b92-761bb93d09e0" providerId="ADAL" clId="{67983158-5BB8-42B9-9A65-F525DA3EF93F}" dt="2026-07-22T09:14:48.473" v="1257" actId="207"/>
          <ac:graphicFrameMkLst>
            <pc:docMk/>
            <pc:sldMk cId="3996139020" sldId="2147482213"/>
            <ac:graphicFrameMk id="19" creationId="{3E86696F-E35A-4B06-9B46-63A4A6A986C1}"/>
          </ac:graphicFrameMkLst>
        </pc:graphicFrameChg>
      </pc:sldChg>
      <pc:sldChg chg="modSp mod">
        <pc:chgData name="최이범(EEBEOM CHOI)[doublebeom]/책임/제조DX.제조DX솔루션.제조빅데이터분석1팀" userId="50343a84-4243-4043-8b92-761bb93d09e0" providerId="ADAL" clId="{67983158-5BB8-42B9-9A65-F525DA3EF93F}" dt="2026-07-22T23:52:54.238" v="1311" actId="20577"/>
        <pc:sldMkLst>
          <pc:docMk/>
          <pc:sldMk cId="693105532" sldId="2147482685"/>
        </pc:sldMkLst>
        <pc:spChg chg="mod">
          <ac:chgData name="최이범(EEBEOM CHOI)[doublebeom]/책임/제조DX.제조DX솔루션.제조빅데이터분석1팀" userId="50343a84-4243-4043-8b92-761bb93d09e0" providerId="ADAL" clId="{67983158-5BB8-42B9-9A65-F525DA3EF93F}" dt="2026-07-22T23:52:54.238" v="1311" actId="20577"/>
          <ac:spMkLst>
            <pc:docMk/>
            <pc:sldMk cId="693105532" sldId="2147482685"/>
            <ac:spMk id="3" creationId="{0CC39962-AED9-0FD6-7F0C-29A8FBE67A4F}"/>
          </ac:spMkLst>
        </pc:spChg>
        <pc:graphicFrameChg chg="mod modGraphic">
          <ac:chgData name="최이범(EEBEOM CHOI)[doublebeom]/책임/제조DX.제조DX솔루션.제조빅데이터분석1팀" userId="50343a84-4243-4043-8b92-761bb93d09e0" providerId="ADAL" clId="{67983158-5BB8-42B9-9A65-F525DA3EF93F}" dt="2026-07-22T23:52:41.563" v="1302" actId="207"/>
          <ac:graphicFrameMkLst>
            <pc:docMk/>
            <pc:sldMk cId="693105532" sldId="2147482685"/>
            <ac:graphicFrameMk id="19" creationId="{3E86696F-E35A-4B06-9B46-63A4A6A986C1}"/>
          </ac:graphicFrameMkLst>
        </pc:graphicFrameChg>
      </pc:sldChg>
    </pc:docChg>
  </pc:docChgLst>
  <pc:docChgLst>
    <pc:chgData name="김민희(MINHEE KIM)[kimminhee]/사원/제조DX.제조DX솔루션.제조빅데이터분석2팀" userId="d494d07f-6512-440f-b92e-289b650ee4e9" providerId="ADAL" clId="{FE2FF180-5E35-4305-890B-808A6249FAF2}"/>
    <pc:docChg chg="custSel modSld">
      <pc:chgData name="김민희(MINHEE KIM)[kimminhee]/사원/제조DX.제조DX솔루션.제조빅데이터분석2팀" userId="d494d07f-6512-440f-b92e-289b650ee4e9" providerId="ADAL" clId="{FE2FF180-5E35-4305-890B-808A6249FAF2}" dt="2026-07-28T01:06:35.404" v="63" actId="20577"/>
      <pc:docMkLst>
        <pc:docMk/>
      </pc:docMkLst>
      <pc:sldChg chg="modSp mod">
        <pc:chgData name="김민희(MINHEE KIM)[kimminhee]/사원/제조DX.제조DX솔루션.제조빅데이터분석2팀" userId="d494d07f-6512-440f-b92e-289b650ee4e9" providerId="ADAL" clId="{FE2FF180-5E35-4305-890B-808A6249FAF2}" dt="2026-07-28T01:06:35.404" v="63" actId="20577"/>
        <pc:sldMkLst>
          <pc:docMk/>
          <pc:sldMk cId="637397627" sldId="272"/>
        </pc:sldMkLst>
        <pc:spChg chg="mod">
          <ac:chgData name="김민희(MINHEE KIM)[kimminhee]/사원/제조DX.제조DX솔루션.제조빅데이터분석2팀" userId="d494d07f-6512-440f-b92e-289b650ee4e9" providerId="ADAL" clId="{FE2FF180-5E35-4305-890B-808A6249FAF2}" dt="2026-07-28T01:03:58.079" v="13" actId="20577"/>
          <ac:spMkLst>
            <pc:docMk/>
            <pc:sldMk cId="637397627" sldId="272"/>
            <ac:spMk id="11" creationId="{23C9DFF1-95EA-AF56-08DD-180D6B6C604F}"/>
          </ac:spMkLst>
        </pc:spChg>
        <pc:spChg chg="mod">
          <ac:chgData name="김민희(MINHEE KIM)[kimminhee]/사원/제조DX.제조DX솔루션.제조빅데이터분석2팀" userId="d494d07f-6512-440f-b92e-289b650ee4e9" providerId="ADAL" clId="{FE2FF180-5E35-4305-890B-808A6249FAF2}" dt="2026-07-28T01:03:43.132" v="5" actId="20577"/>
          <ac:spMkLst>
            <pc:docMk/>
            <pc:sldMk cId="637397627" sldId="272"/>
            <ac:spMk id="15" creationId="{DADA68B7-7B33-C2BF-D42E-152AA11435F8}"/>
          </ac:spMkLst>
        </pc:spChg>
        <pc:spChg chg="mod">
          <ac:chgData name="김민희(MINHEE KIM)[kimminhee]/사원/제조DX.제조DX솔루션.제조빅데이터분석2팀" userId="d494d07f-6512-440f-b92e-289b650ee4e9" providerId="ADAL" clId="{FE2FF180-5E35-4305-890B-808A6249FAF2}" dt="2026-07-28T01:03:23.220" v="1" actId="20577"/>
          <ac:spMkLst>
            <pc:docMk/>
            <pc:sldMk cId="637397627" sldId="272"/>
            <ac:spMk id="17" creationId="{F654CBE4-49F5-BBED-7521-E74E6C5E3F8A}"/>
          </ac:spMkLst>
        </pc:spChg>
        <pc:graphicFrameChg chg="mod modGraphic">
          <ac:chgData name="김민희(MINHEE KIM)[kimminhee]/사원/제조DX.제조DX솔루션.제조빅데이터분석2팀" userId="d494d07f-6512-440f-b92e-289b650ee4e9" providerId="ADAL" clId="{FE2FF180-5E35-4305-890B-808A6249FAF2}" dt="2026-07-28T01:06:35.404" v="63" actId="20577"/>
          <ac:graphicFrameMkLst>
            <pc:docMk/>
            <pc:sldMk cId="637397627" sldId="272"/>
            <ac:graphicFrameMk id="2" creationId="{AC5B9146-E653-3420-3C27-002D839EC57B}"/>
          </ac:graphicFrameMkLst>
        </pc:graphicFrameChg>
      </pc:sldChg>
    </pc:docChg>
  </pc:docChgLst>
  <pc:docChgLst>
    <pc:chgData name="조은지(EUNJI JO)[joeunji]/선임/제조DX.제조DX솔루션.제조빅데이터분석1팀" userId="d82ce3d5-2c2f-4d6b-9fbb-477c92d9f333" providerId="ADAL" clId="{1E7E6B4B-EFE6-402D-B47D-10653C33D667}"/>
    <pc:docChg chg="undo custSel addSld modSld">
      <pc:chgData name="조은지(EUNJI JO)[joeunji]/선임/제조DX.제조DX솔루션.제조빅데이터분석1팀" userId="d82ce3d5-2c2f-4d6b-9fbb-477c92d9f333" providerId="ADAL" clId="{1E7E6B4B-EFE6-402D-B47D-10653C33D667}" dt="2026-07-15T01:38:15.710" v="1986" actId="20577"/>
      <pc:docMkLst>
        <pc:docMk/>
      </pc:docMkLst>
      <pc:sldChg chg="modSp mod">
        <pc:chgData name="조은지(EUNJI JO)[joeunji]/선임/제조DX.제조DX솔루션.제조빅데이터분석1팀" userId="d82ce3d5-2c2f-4d6b-9fbb-477c92d9f333" providerId="ADAL" clId="{1E7E6B4B-EFE6-402D-B47D-10653C33D667}" dt="2026-07-15T00:46:39.034" v="6" actId="20577"/>
        <pc:sldMkLst>
          <pc:docMk/>
          <pc:sldMk cId="3806308629" sldId="282"/>
        </pc:sldMkLst>
        <pc:spChg chg="mod">
          <ac:chgData name="조은지(EUNJI JO)[joeunji]/선임/제조DX.제조DX솔루션.제조빅데이터분석1팀" userId="d82ce3d5-2c2f-4d6b-9fbb-477c92d9f333" providerId="ADAL" clId="{1E7E6B4B-EFE6-402D-B47D-10653C33D667}" dt="2026-07-15T00:46:39.034" v="6" actId="20577"/>
          <ac:spMkLst>
            <pc:docMk/>
            <pc:sldMk cId="3806308629" sldId="282"/>
            <ac:spMk id="3" creationId="{0CC39962-AED9-0FD6-7F0C-29A8FBE67A4F}"/>
          </ac:spMkLst>
        </pc:spChg>
        <pc:spChg chg="mod">
          <ac:chgData name="조은지(EUNJI JO)[joeunji]/선임/제조DX.제조DX솔루션.제조빅데이터분석1팀" userId="d82ce3d5-2c2f-4d6b-9fbb-477c92d9f333" providerId="ADAL" clId="{1E7E6B4B-EFE6-402D-B47D-10653C33D667}" dt="2026-07-15T00:46:33.187" v="1" actId="207"/>
          <ac:spMkLst>
            <pc:docMk/>
            <pc:sldMk cId="3806308629" sldId="282"/>
            <ac:spMk id="7" creationId="{B054ABFA-1C5F-7601-50FE-2699C0B933B7}"/>
          </ac:spMkLst>
        </pc:spChg>
        <pc:graphicFrameChg chg="modGraphic">
          <ac:chgData name="조은지(EUNJI JO)[joeunji]/선임/제조DX.제조DX솔루션.제조빅데이터분석1팀" userId="d82ce3d5-2c2f-4d6b-9fbb-477c92d9f333" providerId="ADAL" clId="{1E7E6B4B-EFE6-402D-B47D-10653C33D667}" dt="2026-07-15T00:46:31.161" v="0" actId="207"/>
          <ac:graphicFrameMkLst>
            <pc:docMk/>
            <pc:sldMk cId="3806308629" sldId="282"/>
            <ac:graphicFrameMk id="19" creationId="{3E86696F-E35A-4B06-9B46-63A4A6A986C1}"/>
          </ac:graphicFrameMkLst>
        </pc:graphicFrameChg>
      </pc:sldChg>
      <pc:sldChg chg="addSp delSp modSp add mod">
        <pc:chgData name="조은지(EUNJI JO)[joeunji]/선임/제조DX.제조DX솔루션.제조빅데이터분석1팀" userId="d82ce3d5-2c2f-4d6b-9fbb-477c92d9f333" providerId="ADAL" clId="{1E7E6B4B-EFE6-402D-B47D-10653C33D667}" dt="2026-07-15T01:38:15.710" v="1986" actId="20577"/>
        <pc:sldMkLst>
          <pc:docMk/>
          <pc:sldMk cId="518597180" sldId="317"/>
        </pc:sldMkLst>
        <pc:spChg chg="mod">
          <ac:chgData name="조은지(EUNJI JO)[joeunji]/선임/제조DX.제조DX솔루션.제조빅데이터분석1팀" userId="d82ce3d5-2c2f-4d6b-9fbb-477c92d9f333" providerId="ADAL" clId="{1E7E6B4B-EFE6-402D-B47D-10653C33D667}" dt="2026-07-15T00:52:32.117" v="136" actId="20577"/>
          <ac:spMkLst>
            <pc:docMk/>
            <pc:sldMk cId="518597180" sldId="317"/>
            <ac:spMk id="3" creationId="{0CC39962-AED9-0FD6-7F0C-29A8FBE67A4F}"/>
          </ac:spMkLst>
        </pc:spChg>
        <pc:spChg chg="mod">
          <ac:chgData name="조은지(EUNJI JO)[joeunji]/선임/제조DX.제조DX솔루션.제조빅데이터분석1팀" userId="d82ce3d5-2c2f-4d6b-9fbb-477c92d9f333" providerId="ADAL" clId="{1E7E6B4B-EFE6-402D-B47D-10653C33D667}" dt="2026-07-15T00:52:38.503" v="154"/>
          <ac:spMkLst>
            <pc:docMk/>
            <pc:sldMk cId="518597180" sldId="317"/>
            <ac:spMk id="11" creationId="{86227DEB-244F-40D9-A14B-935F021B9AFB}"/>
          </ac:spMkLst>
        </pc:spChg>
        <pc:spChg chg="mod">
          <ac:chgData name="조은지(EUNJI JO)[joeunji]/선임/제조DX.제조DX솔루션.제조빅데이터분석1팀" userId="d82ce3d5-2c2f-4d6b-9fbb-477c92d9f333" providerId="ADAL" clId="{1E7E6B4B-EFE6-402D-B47D-10653C33D667}" dt="2026-07-15T00:53:37.420" v="187" actId="20577"/>
          <ac:spMkLst>
            <pc:docMk/>
            <pc:sldMk cId="518597180" sldId="317"/>
            <ac:spMk id="15" creationId="{8E391BC0-C457-46D9-9F5D-B0CCBEECB401}"/>
          </ac:spMkLst>
        </pc:spChg>
        <pc:graphicFrameChg chg="mod modGraphic">
          <ac:chgData name="조은지(EUNJI JO)[joeunji]/선임/제조DX.제조DX솔루션.제조빅데이터분석1팀" userId="d82ce3d5-2c2f-4d6b-9fbb-477c92d9f333" providerId="ADAL" clId="{1E7E6B4B-EFE6-402D-B47D-10653C33D667}" dt="2026-07-15T01:38:15.710" v="1986" actId="20577"/>
          <ac:graphicFrameMkLst>
            <pc:docMk/>
            <pc:sldMk cId="518597180" sldId="317"/>
            <ac:graphicFrameMk id="19" creationId="{3E86696F-E35A-4B06-9B46-63A4A6A986C1}"/>
          </ac:graphicFrameMkLst>
        </pc:graphicFrameChg>
        <pc:picChg chg="add mod">
          <ac:chgData name="조은지(EUNJI JO)[joeunji]/선임/제조DX.제조DX솔루션.제조빅데이터분석1팀" userId="d82ce3d5-2c2f-4d6b-9fbb-477c92d9f333" providerId="ADAL" clId="{1E7E6B4B-EFE6-402D-B47D-10653C33D667}" dt="2026-07-15T01:37:53.092" v="1916" actId="1036"/>
          <ac:picMkLst>
            <pc:docMk/>
            <pc:sldMk cId="518597180" sldId="317"/>
            <ac:picMk id="34" creationId="{AFBC220D-B54A-6BBA-A7FC-8117EFD8D35B}"/>
          </ac:picMkLst>
        </pc:picChg>
      </pc:sldChg>
      <pc:sldChg chg="modSp mod">
        <pc:chgData name="조은지(EUNJI JO)[joeunji]/선임/제조DX.제조DX솔루션.제조빅데이터분석1팀" userId="d82ce3d5-2c2f-4d6b-9fbb-477c92d9f333" providerId="ADAL" clId="{1E7E6B4B-EFE6-402D-B47D-10653C33D667}" dt="2026-07-15T00:47:40.156" v="67" actId="20577"/>
        <pc:sldMkLst>
          <pc:docMk/>
          <pc:sldMk cId="2551307454" sldId="2147482250"/>
        </pc:sldMkLst>
        <pc:spChg chg="mod">
          <ac:chgData name="조은지(EUNJI JO)[joeunji]/선임/제조DX.제조DX솔루션.제조빅데이터분석1팀" userId="d82ce3d5-2c2f-4d6b-9fbb-477c92d9f333" providerId="ADAL" clId="{1E7E6B4B-EFE6-402D-B47D-10653C33D667}" dt="2026-07-15T00:47:24.177" v="10" actId="20577"/>
          <ac:spMkLst>
            <pc:docMk/>
            <pc:sldMk cId="2551307454" sldId="2147482250"/>
            <ac:spMk id="3" creationId="{0CC39962-AED9-0FD6-7F0C-29A8FBE67A4F}"/>
          </ac:spMkLst>
        </pc:spChg>
        <pc:graphicFrameChg chg="mod modGraphic">
          <ac:chgData name="조은지(EUNJI JO)[joeunji]/선임/제조DX.제조DX솔루션.제조빅데이터분석1팀" userId="d82ce3d5-2c2f-4d6b-9fbb-477c92d9f333" providerId="ADAL" clId="{1E7E6B4B-EFE6-402D-B47D-10653C33D667}" dt="2026-07-15T00:47:40.156" v="67" actId="20577"/>
          <ac:graphicFrameMkLst>
            <pc:docMk/>
            <pc:sldMk cId="2551307454" sldId="2147482250"/>
            <ac:graphicFrameMk id="19" creationId="{3E86696F-E35A-4B06-9B46-63A4A6A986C1}"/>
          </ac:graphicFrameMkLst>
        </pc:graphicFrameChg>
      </pc:sldChg>
    </pc:docChg>
  </pc:docChgLst>
  <pc:docChgLst>
    <pc:chgData name="김종우(JONG WOO KIM)[jongwoo_kim]/선임/제조DX.제조DX솔루션.제조빅데이터분석1팀" userId="724af6f9-8cbb-4db2-a128-c90de53c6762" providerId="ADAL" clId="{5CF6802C-3910-4256-AB63-CE3D7D6F82B4}"/>
    <pc:docChg chg="undo custSel modSld">
      <pc:chgData name="김종우(JONG WOO KIM)[jongwoo_kim]/선임/제조DX.제조DX솔루션.제조빅데이터분석1팀" userId="724af6f9-8cbb-4db2-a128-c90de53c6762" providerId="ADAL" clId="{5CF6802C-3910-4256-AB63-CE3D7D6F82B4}" dt="2026-07-15T02:47:16.200" v="2031" actId="20577"/>
      <pc:docMkLst>
        <pc:docMk/>
      </pc:docMkLst>
      <pc:sldChg chg="addSp delSp modSp mod">
        <pc:chgData name="김종우(JONG WOO KIM)[jongwoo_kim]/선임/제조DX.제조DX솔루션.제조빅데이터분석1팀" userId="724af6f9-8cbb-4db2-a128-c90de53c6762" providerId="ADAL" clId="{5CF6802C-3910-4256-AB63-CE3D7D6F82B4}" dt="2026-07-15T02:47:16.200" v="2031" actId="20577"/>
        <pc:sldMkLst>
          <pc:docMk/>
          <pc:sldMk cId="1623153691" sldId="2147482240"/>
        </pc:sldMkLst>
        <pc:spChg chg="mod">
          <ac:chgData name="김종우(JONG WOO KIM)[jongwoo_kim]/선임/제조DX.제조DX솔루션.제조빅데이터분석1팀" userId="724af6f9-8cbb-4db2-a128-c90de53c6762" providerId="ADAL" clId="{5CF6802C-3910-4256-AB63-CE3D7D6F82B4}" dt="2026-07-15T02:47:16.200" v="2031" actId="20577"/>
          <ac:spMkLst>
            <pc:docMk/>
            <pc:sldMk cId="1623153691" sldId="2147482240"/>
            <ac:spMk id="3" creationId="{0CC39962-AED9-0FD6-7F0C-29A8FBE67A4F}"/>
          </ac:spMkLst>
        </pc:spChg>
        <pc:spChg chg="add mod">
          <ac:chgData name="김종우(JONG WOO KIM)[jongwoo_kim]/선임/제조DX.제조DX솔루션.제조빅데이터분석1팀" userId="724af6f9-8cbb-4db2-a128-c90de53c6762" providerId="ADAL" clId="{5CF6802C-3910-4256-AB63-CE3D7D6F82B4}" dt="2026-07-15T02:44:58.711" v="1649" actId="1076"/>
          <ac:spMkLst>
            <pc:docMk/>
            <pc:sldMk cId="1623153691" sldId="2147482240"/>
            <ac:spMk id="8" creationId="{F98F3B13-8CE2-1133-82DC-436892F8AAFB}"/>
          </ac:spMkLst>
        </pc:spChg>
        <pc:spChg chg="add mod">
          <ac:chgData name="김종우(JONG WOO KIM)[jongwoo_kim]/선임/제조DX.제조DX솔루션.제조빅데이터분석1팀" userId="724af6f9-8cbb-4db2-a128-c90de53c6762" providerId="ADAL" clId="{5CF6802C-3910-4256-AB63-CE3D7D6F82B4}" dt="2026-07-15T02:43:29.235" v="1599" actId="1076"/>
          <ac:spMkLst>
            <pc:docMk/>
            <pc:sldMk cId="1623153691" sldId="2147482240"/>
            <ac:spMk id="9" creationId="{EB92C152-DD8D-36D5-BB27-8D99D9044F55}"/>
          </ac:spMkLst>
        </pc:spChg>
        <pc:spChg chg="add mod">
          <ac:chgData name="김종우(JONG WOO KIM)[jongwoo_kim]/선임/제조DX.제조DX솔루션.제조빅데이터분석1팀" userId="724af6f9-8cbb-4db2-a128-c90de53c6762" providerId="ADAL" clId="{5CF6802C-3910-4256-AB63-CE3D7D6F82B4}" dt="2026-07-15T02:43:29.235" v="1599" actId="1076"/>
          <ac:spMkLst>
            <pc:docMk/>
            <pc:sldMk cId="1623153691" sldId="2147482240"/>
            <ac:spMk id="12" creationId="{FDFFA24A-46B9-7023-74C9-D14AAA92267B}"/>
          </ac:spMkLst>
        </pc:spChg>
        <pc:spChg chg="add mod">
          <ac:chgData name="김종우(JONG WOO KIM)[jongwoo_kim]/선임/제조DX.제조DX솔루션.제조빅데이터분석1팀" userId="724af6f9-8cbb-4db2-a128-c90de53c6762" providerId="ADAL" clId="{5CF6802C-3910-4256-AB63-CE3D7D6F82B4}" dt="2026-07-15T02:43:32.252" v="1600" actId="1076"/>
          <ac:spMkLst>
            <pc:docMk/>
            <pc:sldMk cId="1623153691" sldId="2147482240"/>
            <ac:spMk id="13" creationId="{306CA175-236C-5F35-3615-93D15AFE7129}"/>
          </ac:spMkLst>
        </pc:spChg>
        <pc:spChg chg="add mod">
          <ac:chgData name="김종우(JONG WOO KIM)[jongwoo_kim]/선임/제조DX.제조DX솔루션.제조빅데이터분석1팀" userId="724af6f9-8cbb-4db2-a128-c90de53c6762" providerId="ADAL" clId="{5CF6802C-3910-4256-AB63-CE3D7D6F82B4}" dt="2026-07-15T02:43:59.781" v="1648" actId="1037"/>
          <ac:spMkLst>
            <pc:docMk/>
            <pc:sldMk cId="1623153691" sldId="2147482240"/>
            <ac:spMk id="14" creationId="{77BDD4D7-8EDF-5F40-FF3B-C925BF974F69}"/>
          </ac:spMkLst>
        </pc:spChg>
        <pc:graphicFrameChg chg="add mod modGraphic">
          <ac:chgData name="김종우(JONG WOO KIM)[jongwoo_kim]/선임/제조DX.제조DX솔루션.제조빅데이터분석1팀" userId="724af6f9-8cbb-4db2-a128-c90de53c6762" providerId="ADAL" clId="{5CF6802C-3910-4256-AB63-CE3D7D6F82B4}" dt="2026-07-15T02:45:37.376" v="1660" actId="207"/>
          <ac:graphicFrameMkLst>
            <pc:docMk/>
            <pc:sldMk cId="1623153691" sldId="2147482240"/>
            <ac:graphicFrameMk id="6" creationId="{8C07CB4B-04C8-7684-2B82-F266641DB112}"/>
          </ac:graphicFrameMkLst>
        </pc:graphicFrameChg>
        <pc:graphicFrameChg chg="mod modGraphic">
          <ac:chgData name="김종우(JONG WOO KIM)[jongwoo_kim]/선임/제조DX.제조DX솔루션.제조빅데이터분석1팀" userId="724af6f9-8cbb-4db2-a128-c90de53c6762" providerId="ADAL" clId="{5CF6802C-3910-4256-AB63-CE3D7D6F82B4}" dt="2026-07-15T02:47:11.085" v="2026" actId="207"/>
          <ac:graphicFrameMkLst>
            <pc:docMk/>
            <pc:sldMk cId="1623153691" sldId="2147482240"/>
            <ac:graphicFrameMk id="19" creationId="{3E86696F-E35A-4B06-9B46-63A4A6A986C1}"/>
          </ac:graphicFrameMkLst>
        </pc:graphicFrameChg>
      </pc:sldChg>
    </pc:docChg>
  </pc:docChgLst>
  <pc:docChgLst>
    <pc:chgData name="강주예(JUYE KANG)[juyekang]/사원/제조DX.제조DX솔루션.제조빅데이터분석2팀" userId="95b90ab0-d72b-4b5f-a979-51e7fc1ad660" providerId="ADAL" clId="{4AFE449D-001F-40FD-BC34-DCD636404A3F}"/>
    <pc:docChg chg="undo custSel delSld modSld sldOrd modSection">
      <pc:chgData name="강주예(JUYE KANG)[juyekang]/사원/제조DX.제조DX솔루션.제조빅데이터분석2팀" userId="95b90ab0-d72b-4b5f-a979-51e7fc1ad660" providerId="ADAL" clId="{4AFE449D-001F-40FD-BC34-DCD636404A3F}" dt="2026-07-07T02:21:16.452" v="3358" actId="20577"/>
      <pc:docMkLst>
        <pc:docMk/>
      </pc:docMkLst>
    </pc:docChg>
  </pc:docChgLst>
  <pc:docChgLst>
    <pc:chgData name="김민희(MINHEE KIM)[kimminhee]/사원/제조DX.제조DX솔루션.제조빅데이터분석2팀" userId="d494d07f-6512-440f-b92e-289b650ee4e9" providerId="ADAL" clId="{7FF50AD4-5E11-4387-B07B-E79FD17FB07E}"/>
    <pc:docChg chg="undo custSel modSld">
      <pc:chgData name="김민희(MINHEE KIM)[kimminhee]/사원/제조DX.제조DX솔루션.제조빅데이터분석2팀" userId="d494d07f-6512-440f-b92e-289b650ee4e9" providerId="ADAL" clId="{7FF50AD4-5E11-4387-B07B-E79FD17FB07E}" dt="2026-07-15T06:43:50.779" v="2394" actId="115"/>
      <pc:docMkLst>
        <pc:docMk/>
      </pc:docMkLst>
    </pc:docChg>
  </pc:docChgLst>
  <pc:docChgLst>
    <pc:chgData name="박형식(HYEONG SIK PARK)[hyspark]/선임/제조DX.제조DX솔루션.제조빅데이터분석1팀" userId="0cd7f50e-5bcd-4bfb-9828-a186843fb8c8" providerId="ADAL" clId="{E06C07F3-C6EA-41A1-AEA9-C936025D0746}"/>
    <pc:docChg chg="custSel modSld">
      <pc:chgData name="박형식(HYEONG SIK PARK)[hyspark]/선임/제조DX.제조DX솔루션.제조빅데이터분석1팀" userId="0cd7f50e-5bcd-4bfb-9828-a186843fb8c8" providerId="ADAL" clId="{E06C07F3-C6EA-41A1-AEA9-C936025D0746}" dt="2026-07-14T07:50:55.630" v="1003" actId="207"/>
      <pc:docMkLst>
        <pc:docMk/>
      </pc:docMkLst>
      <pc:sldChg chg="addSp delSp modSp mod">
        <pc:chgData name="박형식(HYEONG SIK PARK)[hyspark]/선임/제조DX.제조DX솔루션.제조빅데이터분석1팀" userId="0cd7f50e-5bcd-4bfb-9828-a186843fb8c8" providerId="ADAL" clId="{E06C07F3-C6EA-41A1-AEA9-C936025D0746}" dt="2026-07-14T07:50:55.630" v="1003" actId="207"/>
        <pc:sldMkLst>
          <pc:docMk/>
          <pc:sldMk cId="1959088351" sldId="261"/>
        </pc:sldMkLst>
        <pc:spChg chg="mod">
          <ac:chgData name="박형식(HYEONG SIK PARK)[hyspark]/선임/제조DX.제조DX솔루션.제조빅데이터분석1팀" userId="0cd7f50e-5bcd-4bfb-9828-a186843fb8c8" providerId="ADAL" clId="{E06C07F3-C6EA-41A1-AEA9-C936025D0746}" dt="2026-07-14T07:42:24.657" v="7" actId="20577"/>
          <ac:spMkLst>
            <pc:docMk/>
            <pc:sldMk cId="1959088351" sldId="261"/>
            <ac:spMk id="8" creationId="{B001DEC4-1721-5139-4E18-1FC7F0D433CF}"/>
          </ac:spMkLst>
        </pc:spChg>
        <pc:graphicFrameChg chg="mod modGraphic">
          <ac:chgData name="박형식(HYEONG SIK PARK)[hyspark]/선임/제조DX.제조DX솔루션.제조빅데이터분석1팀" userId="0cd7f50e-5bcd-4bfb-9828-a186843fb8c8" providerId="ADAL" clId="{E06C07F3-C6EA-41A1-AEA9-C936025D0746}" dt="2026-07-14T07:50:55.630" v="1003" actId="207"/>
          <ac:graphicFrameMkLst>
            <pc:docMk/>
            <pc:sldMk cId="1959088351" sldId="261"/>
            <ac:graphicFrameMk id="2" creationId="{1B328436-563D-910D-A106-E92841203CA3}"/>
          </ac:graphicFrameMkLst>
        </pc:graphicFrameChg>
      </pc:sldChg>
    </pc:docChg>
  </pc:docChgLst>
  <pc:docChgLst>
    <pc:chgData name="최성민(SEONGMIN CHOI)[choi.sm]/책임/제조DX.제조DX솔루션.추적솔루션개발팀" userId="07d78882-1949-43a5-b27f-5851f4ea844b" providerId="ADAL" clId="{08B9FF12-1FA8-4501-BD61-64AC2F2AD76F}"/>
    <pc:docChg chg="undo redo custSel modSld">
      <pc:chgData name="최성민(SEONGMIN CHOI)[choi.sm]/책임/제조DX.제조DX솔루션.추적솔루션개발팀" userId="07d78882-1949-43a5-b27f-5851f4ea844b" providerId="ADAL" clId="{08B9FF12-1FA8-4501-BD61-64AC2F2AD76F}" dt="2026-07-22T02:04:26.577" v="1005" actId="20577"/>
      <pc:docMkLst>
        <pc:docMk/>
      </pc:docMkLst>
      <pc:sldChg chg="modSp mod">
        <pc:chgData name="최성민(SEONGMIN CHOI)[choi.sm]/책임/제조DX.제조DX솔루션.추적솔루션개발팀" userId="07d78882-1949-43a5-b27f-5851f4ea844b" providerId="ADAL" clId="{08B9FF12-1FA8-4501-BD61-64AC2F2AD76F}" dt="2026-07-22T02:03:53.096" v="980" actId="20577"/>
        <pc:sldMkLst>
          <pc:docMk/>
          <pc:sldMk cId="447217772" sldId="279"/>
        </pc:sldMkLst>
        <pc:spChg chg="mod">
          <ac:chgData name="최성민(SEONGMIN CHOI)[choi.sm]/책임/제조DX.제조DX솔루션.추적솔루션개발팀" userId="07d78882-1949-43a5-b27f-5851f4ea844b" providerId="ADAL" clId="{08B9FF12-1FA8-4501-BD61-64AC2F2AD76F}" dt="2026-07-22T02:03:53.096" v="980" actId="20577"/>
          <ac:spMkLst>
            <pc:docMk/>
            <pc:sldMk cId="447217772" sldId="279"/>
            <ac:spMk id="4" creationId="{01A9972C-912C-D4D6-7371-FDEB8083BB52}"/>
          </ac:spMkLst>
        </pc:spChg>
        <pc:graphicFrameChg chg="modGraphic">
          <ac:chgData name="최성민(SEONGMIN CHOI)[choi.sm]/책임/제조DX.제조DX솔루션.추적솔루션개발팀" userId="07d78882-1949-43a5-b27f-5851f4ea844b" providerId="ADAL" clId="{08B9FF12-1FA8-4501-BD61-64AC2F2AD76F}" dt="2026-07-22T02:03:43.679" v="974" actId="207"/>
          <ac:graphicFrameMkLst>
            <pc:docMk/>
            <pc:sldMk cId="447217772" sldId="279"/>
            <ac:graphicFrameMk id="2" creationId="{29E34190-670E-8138-9058-C8A6221C765B}"/>
          </ac:graphicFrameMkLst>
        </pc:graphicFrameChg>
      </pc:sldChg>
      <pc:sldChg chg="modSp mod">
        <pc:chgData name="최성민(SEONGMIN CHOI)[choi.sm]/책임/제조DX.제조DX솔루션.추적솔루션개발팀" userId="07d78882-1949-43a5-b27f-5851f4ea844b" providerId="ADAL" clId="{08B9FF12-1FA8-4501-BD61-64AC2F2AD76F}" dt="2026-07-22T02:04:26.577" v="1005" actId="20577"/>
        <pc:sldMkLst>
          <pc:docMk/>
          <pc:sldMk cId="3147894625" sldId="284"/>
        </pc:sldMkLst>
        <pc:spChg chg="mod">
          <ac:chgData name="최성민(SEONGMIN CHOI)[choi.sm]/책임/제조DX.제조DX솔루션.추적솔루션개발팀" userId="07d78882-1949-43a5-b27f-5851f4ea844b" providerId="ADAL" clId="{08B9FF12-1FA8-4501-BD61-64AC2F2AD76F}" dt="2026-07-22T02:04:19.886" v="999" actId="207"/>
          <ac:spMkLst>
            <pc:docMk/>
            <pc:sldMk cId="3147894625" sldId="284"/>
            <ac:spMk id="7" creationId="{BA910CD7-E9CF-953B-5522-AC8930FB5FE7}"/>
          </ac:spMkLst>
        </pc:spChg>
        <pc:spChg chg="mod">
          <ac:chgData name="최성민(SEONGMIN CHOI)[choi.sm]/책임/제조DX.제조DX솔루션.추적솔루션개발팀" userId="07d78882-1949-43a5-b27f-5851f4ea844b" providerId="ADAL" clId="{08B9FF12-1FA8-4501-BD61-64AC2F2AD76F}" dt="2026-07-22T02:04:26.577" v="1005" actId="20577"/>
          <ac:spMkLst>
            <pc:docMk/>
            <pc:sldMk cId="3147894625" sldId="284"/>
            <ac:spMk id="9" creationId="{1A064BA9-9B98-338B-D5F8-37689F43EA46}"/>
          </ac:spMkLst>
        </pc:spChg>
      </pc:sldChg>
      <pc:sldChg chg="addSp delSp modSp mod">
        <pc:chgData name="최성민(SEONGMIN CHOI)[choi.sm]/책임/제조DX.제조DX솔루션.추적솔루션개발팀" userId="07d78882-1949-43a5-b27f-5851f4ea844b" providerId="ADAL" clId="{08B9FF12-1FA8-4501-BD61-64AC2F2AD76F}" dt="2026-07-22T01:59:48.938" v="969" actId="207"/>
        <pc:sldMkLst>
          <pc:docMk/>
          <pc:sldMk cId="1726257096" sldId="2147481882"/>
        </pc:sldMkLst>
        <pc:spChg chg="mod">
          <ac:chgData name="최성민(SEONGMIN CHOI)[choi.sm]/책임/제조DX.제조DX솔루션.추적솔루션개발팀" userId="07d78882-1949-43a5-b27f-5851f4ea844b" providerId="ADAL" clId="{08B9FF12-1FA8-4501-BD61-64AC2F2AD76F}" dt="2026-07-22T01:54:27.333" v="796" actId="1076"/>
          <ac:spMkLst>
            <pc:docMk/>
            <pc:sldMk cId="1726257096" sldId="2147481882"/>
            <ac:spMk id="3" creationId="{079D5D47-27B1-9976-D6EB-A5E72543C954}"/>
          </ac:spMkLst>
        </pc:spChg>
        <pc:spChg chg="mod">
          <ac:chgData name="최성민(SEONGMIN CHOI)[choi.sm]/책임/제조DX.제조DX솔루션.추적솔루션개발팀" userId="07d78882-1949-43a5-b27f-5851f4ea844b" providerId="ADAL" clId="{08B9FF12-1FA8-4501-BD61-64AC2F2AD76F}" dt="2026-07-22T01:57:25.453" v="950" actId="1076"/>
          <ac:spMkLst>
            <pc:docMk/>
            <pc:sldMk cId="1726257096" sldId="2147481882"/>
            <ac:spMk id="10" creationId="{827D1A4C-C3FA-3183-41E2-635401CBC24F}"/>
          </ac:spMkLst>
        </pc:spChg>
        <pc:spChg chg="mod">
          <ac:chgData name="최성민(SEONGMIN CHOI)[choi.sm]/책임/제조DX.제조DX솔루션.추적솔루션개발팀" userId="07d78882-1949-43a5-b27f-5851f4ea844b" providerId="ADAL" clId="{08B9FF12-1FA8-4501-BD61-64AC2F2AD76F}" dt="2026-07-22T01:57:25.453" v="950" actId="1076"/>
          <ac:spMkLst>
            <pc:docMk/>
            <pc:sldMk cId="1726257096" sldId="2147481882"/>
            <ac:spMk id="19" creationId="{29D246FC-F718-4483-BB12-593A1450D405}"/>
          </ac:spMkLst>
        </pc:spChg>
        <pc:spChg chg="mod">
          <ac:chgData name="최성민(SEONGMIN CHOI)[choi.sm]/책임/제조DX.제조DX솔루션.추적솔루션개발팀" userId="07d78882-1949-43a5-b27f-5851f4ea844b" providerId="ADAL" clId="{08B9FF12-1FA8-4501-BD61-64AC2F2AD76F}" dt="2026-07-22T01:42:42.186" v="219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최성민(SEONGMIN CHOI)[choi.sm]/책임/제조DX.제조DX솔루션.추적솔루션개발팀" userId="07d78882-1949-43a5-b27f-5851f4ea844b" providerId="ADAL" clId="{08B9FF12-1FA8-4501-BD61-64AC2F2AD76F}" dt="2026-07-22T01:50:19.374" v="500" actId="207"/>
          <ac:graphicFrameMkLst>
            <pc:docMk/>
            <pc:sldMk cId="1726257096" sldId="2147481882"/>
            <ac:graphicFrameMk id="7" creationId="{66C2A45B-A73D-11DD-25E0-11E4B52F84BA}"/>
          </ac:graphicFrameMkLst>
        </pc:graphicFrameChg>
        <pc:graphicFrameChg chg="mod modGraphic">
          <ac:chgData name="최성민(SEONGMIN CHOI)[choi.sm]/책임/제조DX.제조DX솔루션.추적솔루션개발팀" userId="07d78882-1949-43a5-b27f-5851f4ea844b" providerId="ADAL" clId="{08B9FF12-1FA8-4501-BD61-64AC2F2AD76F}" dt="2026-07-22T01:57:25.453" v="950" actId="1076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add del mod modGraphic">
          <ac:chgData name="최성민(SEONGMIN CHOI)[choi.sm]/책임/제조DX.제조DX솔루션.추적솔루션개발팀" userId="07d78882-1949-43a5-b27f-5851f4ea844b" providerId="ADAL" clId="{08B9FF12-1FA8-4501-BD61-64AC2F2AD76F}" dt="2026-07-22T01:59:48.938" v="969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</pc:docChg>
  </pc:docChgLst>
  <pc:docChgLst>
    <pc:chgData name="한종원(JONGWON HAN)[hjw6207]/사원/제조DX.제조DX솔루션.제조빅데이터분석1팀" userId="d5ffd4fa-3f4c-4192-84f8-e372649f1c32" providerId="ADAL" clId="{E56B4F49-AAE1-423B-A4FC-0CE6BA3567AD}"/>
    <pc:docChg chg="modSld">
      <pc:chgData name="한종원(JONGWON HAN)[hjw6207]/사원/제조DX.제조DX솔루션.제조빅데이터분석1팀" userId="d5ffd4fa-3f4c-4192-84f8-e372649f1c32" providerId="ADAL" clId="{E56B4F49-AAE1-423B-A4FC-0CE6BA3567AD}" dt="2026-07-15T01:46:31.471" v="15"/>
      <pc:docMkLst>
        <pc:docMk/>
      </pc:docMkLst>
    </pc:docChg>
  </pc:docChgLst>
  <pc:docChgLst>
    <pc:chgData name="박영헌(YEONGHEON PARK)[heny611]/선임/제조DX.제조DX솔루션.추적솔루션개발팀" userId="7ee3e3b4-d5a5-4456-8b15-18422cf3fd5b" providerId="ADAL" clId="{1EE7480D-99DE-414C-B172-F1AE04E9125D}"/>
    <pc:docChg chg="addSld delSld modSld modSection">
      <pc:chgData name="박영헌(YEONGHEON PARK)[heny611]/선임/제조DX.제조DX솔루션.추적솔루션개발팀" userId="7ee3e3b4-d5a5-4456-8b15-18422cf3fd5b" providerId="ADAL" clId="{1EE7480D-99DE-414C-B172-F1AE04E9125D}" dt="2026-07-15T07:32:40.493" v="869" actId="207"/>
      <pc:docMkLst>
        <pc:docMk/>
      </pc:docMkLst>
      <pc:sldChg chg="modSp mod">
        <pc:chgData name="박영헌(YEONGHEON PARK)[heny611]/선임/제조DX.제조DX솔루션.추적솔루션개발팀" userId="7ee3e3b4-d5a5-4456-8b15-18422cf3fd5b" providerId="ADAL" clId="{1EE7480D-99DE-414C-B172-F1AE04E9125D}" dt="2026-07-15T07:32:40.493" v="869" actId="207"/>
        <pc:sldMkLst>
          <pc:docMk/>
          <pc:sldMk cId="1866426398" sldId="267"/>
        </pc:sldMkLst>
      </pc:sldChg>
    </pc:docChg>
  </pc:docChgLst>
  <pc:docChgLst>
    <pc:chgData name="윤병호(BYEONGHO YUN)[bhyun91]/선임/제조DX.제조DX솔루션.추적솔루션개발팀" userId="94db4b4c-14ac-4104-bc57-d99881f0b25d" providerId="ADAL" clId="{6A8B1BB4-9145-475B-928C-30E2901F6929}"/>
    <pc:docChg chg="undo custSel modSld">
      <pc:chgData name="윤병호(BYEONGHO YUN)[bhyun91]/선임/제조DX.제조DX솔루션.추적솔루션개발팀" userId="94db4b4c-14ac-4104-bc57-d99881f0b25d" providerId="ADAL" clId="{6A8B1BB4-9145-475B-928C-30E2901F6929}" dt="2026-07-07T02:08:07.990" v="1004" actId="1076"/>
      <pc:docMkLst>
        <pc:docMk/>
      </pc:docMkLst>
    </pc:docChg>
  </pc:docChgLst>
  <pc:docChgLst>
    <pc:chgData name="정환식(HWANSIK JUNG)[hwansjung01]/팀장/제조DX.제조DX솔루션.제조빅데이터분석2팀" userId="ae29b914-6f12-406b-82a0-9fb8559e41b2" providerId="ADAL" clId="{756DCCA7-4C31-4EF1-A05D-5B2E7DF6933B}"/>
    <pc:docChg chg="undo custSel modSld">
      <pc:chgData name="정환식(HWANSIK JUNG)[hwansjung01]/팀장/제조DX.제조DX솔루션.제조빅데이터분석2팀" userId="ae29b914-6f12-406b-82a0-9fb8559e41b2" providerId="ADAL" clId="{756DCCA7-4C31-4EF1-A05D-5B2E7DF6933B}" dt="2026-07-15T23:54:39.482" v="759" actId="404"/>
      <pc:docMkLst>
        <pc:docMk/>
      </pc:docMkLst>
      <pc:sldChg chg="modSp mod">
        <pc:chgData name="정환식(HWANSIK JUNG)[hwansjung01]/팀장/제조DX.제조DX솔루션.제조빅데이터분석2팀" userId="ae29b914-6f12-406b-82a0-9fb8559e41b2" providerId="ADAL" clId="{756DCCA7-4C31-4EF1-A05D-5B2E7DF6933B}" dt="2026-07-15T23:54:39.482" v="759" actId="404"/>
        <pc:sldMkLst>
          <pc:docMk/>
          <pc:sldMk cId="383782190" sldId="2147482198"/>
        </pc:sldMkLst>
        <pc:spChg chg="mod">
          <ac:chgData name="정환식(HWANSIK JUNG)[hwansjung01]/팀장/제조DX.제조DX솔루션.제조빅데이터분석2팀" userId="ae29b914-6f12-406b-82a0-9fb8559e41b2" providerId="ADAL" clId="{756DCCA7-4C31-4EF1-A05D-5B2E7DF6933B}" dt="2026-07-15T23:54:39.482" v="759" actId="404"/>
          <ac:spMkLst>
            <pc:docMk/>
            <pc:sldMk cId="383782190" sldId="2147482198"/>
            <ac:spMk id="2" creationId="{8F7D21B9-04E2-7414-5CA5-2BEEAD1F17F8}"/>
          </ac:spMkLst>
        </pc:spChg>
      </pc:sldChg>
    </pc:docChg>
  </pc:docChgLst>
  <pc:docChgLst>
    <pc:chgData name="서동민(DONGMIN SEO)[seodm]/책임/제조DX.제조DX솔루션.제조빅데이터분석1팀" userId="S::seodm@lgensol.com::76da3594-28f0-492a-8a77-a4d7231a6557" providerId="AD" clId="Web-{4A389311-0819-F3F1-69A4-197F32B540EC}"/>
    <pc:docChg chg="modSld">
      <pc:chgData name="서동민(DONGMIN SEO)[seodm]/책임/제조DX.제조DX솔루션.제조빅데이터분석1팀" userId="S::seodm@lgensol.com::76da3594-28f0-492a-8a77-a4d7231a6557" providerId="AD" clId="Web-{4A389311-0819-F3F1-69A4-197F32B540EC}" dt="2026-07-01T09:24:17.913" v="6" actId="20577"/>
      <pc:docMkLst>
        <pc:docMk/>
      </pc:docMkLst>
    </pc:docChg>
  </pc:docChgLst>
  <pc:docChgLst>
    <pc:chgData name="오현석(HYUNSUK OH)[ohyunsuk]/책임/제조DX.제조DX솔루션.제조빅데이터분석2팀" userId="S::ohyunsuk@lgensol.com::dd3171de-802a-442b-af45-bf7ff1166235" providerId="AD" clId="Web-{DB570C61-221A-D282-D4C2-2FA5616781B2}"/>
    <pc:docChg chg="modSld">
      <pc:chgData name="오현석(HYUNSUK OH)[ohyunsuk]/책임/제조DX.제조DX솔루션.제조빅데이터분석2팀" userId="S::ohyunsuk@lgensol.com::dd3171de-802a-442b-af45-bf7ff1166235" providerId="AD" clId="Web-{DB570C61-221A-D282-D4C2-2FA5616781B2}" dt="2026-07-15T09:08:31.025" v="6" actId="14100"/>
      <pc:docMkLst>
        <pc:docMk/>
      </pc:docMkLst>
      <pc:sldChg chg="modSp">
        <pc:chgData name="오현석(HYUNSUK OH)[ohyunsuk]/책임/제조DX.제조DX솔루션.제조빅데이터분석2팀" userId="S::ohyunsuk@lgensol.com::dd3171de-802a-442b-af45-bf7ff1166235" providerId="AD" clId="Web-{DB570C61-221A-D282-D4C2-2FA5616781B2}" dt="2026-07-15T09:08:31.025" v="6" actId="14100"/>
        <pc:sldMkLst>
          <pc:docMk/>
          <pc:sldMk cId="2955082988" sldId="313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&#53685;&#54633;%20&#47928;&#49436;44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oleObject" Target="&#53685;&#54633;%20&#47928;&#49436;44" TargetMode="Externa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&#53685;&#54633;%20&#47928;&#49436;45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&#53685;&#54633;%20&#47928;&#49436;1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&#53685;&#54633;%20&#47928;&#49436;1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&#53685;&#54633;%20&#47928;&#49436;8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D:\LGES_Backup\&#9679;%202.%20ESST&#44288;&#47144;&#49324;&#54637;\01.%20L&amp;S&#44277;&#51221;&#44288;&#47144;\3.%20L&amp;S%20&#44277;&#51221;&#50629;&#47924;\DX&#44284;&#51228;_2026&#45380;\260604_DX&#50756;&#47308;&#48372;&#44256;%20&#51221;&#47532;_v0.xlsx" TargetMode="Externa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chartUserShapes" Target="../drawings/drawing1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7.xml"/><Relationship Id="rId2" Type="http://schemas.microsoft.com/office/2011/relationships/chartStyle" Target="style7.xml"/><Relationship Id="rId1" Type="http://schemas.openxmlformats.org/officeDocument/2006/relationships/oleObject" Target="file:///\\gcloudnas1.vdi.lgensol.global\userdata$\jeongy\00.%20&#50629;&#47924;&#54260;&#45908;\001.%20Roll%20Map\006.%20&#44592;&#49696;%20&#49324;&#50577;,%20&#50836;&#44148;,%20&#49884;&#45208;&#47532;&#50724;,%20&#52968;&#49481;\250722_&#48520;&#47049;%20&#51204;&#44537;%20&#49440;&#48324;&#53804;&#51077;\251210_&#50577;&#44537;%2013-1%20RAW%20&#45936;&#51060;&#53552;%20-%20&#49688;&#51221;.xlsx" TargetMode="External"/><Relationship Id="rId4" Type="http://schemas.openxmlformats.org/officeDocument/2006/relationships/themeOverride" Target="../theme/themeOverride4.xml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8.xml"/><Relationship Id="rId2" Type="http://schemas.microsoft.com/office/2011/relationships/chartStyle" Target="style8.xml"/><Relationship Id="rId1" Type="http://schemas.openxmlformats.org/officeDocument/2006/relationships/oleObject" Target="file:///\\gcloudnas1.vdi.lgensol.global\userdata$\jeongy\00.%20&#50629;&#47924;&#54260;&#45908;\001.%20Roll%20Map\006.%20&#44592;&#49696;%20&#49324;&#50577;,%20&#50836;&#44148;,%20&#49884;&#45208;&#47532;&#50724;,%20&#52968;&#49481;\250722_&#48520;&#47049;%20&#51204;&#44537;%20&#49440;&#48324;&#53804;&#51077;\251210_&#50577;&#44537;%2013-1%20RAW%20&#45936;&#51060;&#53552;%20-%20&#49688;&#51221;.xlsx" TargetMode="External"/><Relationship Id="rId4" Type="http://schemas.openxmlformats.org/officeDocument/2006/relationships/themeOverride" Target="../theme/themeOverrid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Sheet2!$F$3:$F$4</c:f>
              <c:strCache>
                <c:ptCount val="2"/>
                <c:pt idx="0">
                  <c:v>NG Mark 불량률</c:v>
                </c:pt>
                <c:pt idx="1">
                  <c:v>전체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Sheet2!$D$5:$D$10</c:f>
              <c:strCache>
                <c:ptCount val="6"/>
                <c:pt idx="0">
                  <c:v>W18</c:v>
                </c:pt>
                <c:pt idx="1">
                  <c:v>W19</c:v>
                </c:pt>
                <c:pt idx="2">
                  <c:v>W20</c:v>
                </c:pt>
                <c:pt idx="3">
                  <c:v>W21</c:v>
                </c:pt>
                <c:pt idx="4">
                  <c:v>W22</c:v>
                </c:pt>
                <c:pt idx="5">
                  <c:v>W23</c:v>
                </c:pt>
              </c:strCache>
              <c:extLst/>
            </c:strRef>
          </c:cat>
          <c:val>
            <c:numRef>
              <c:f>Sheet2!$F$5:$F$10</c:f>
              <c:numCache>
                <c:formatCode>0.00%</c:formatCode>
                <c:ptCount val="6"/>
                <c:pt idx="0">
                  <c:v>4.5199999999999997E-3</c:v>
                </c:pt>
                <c:pt idx="1">
                  <c:v>5.0899999999999999E-3</c:v>
                </c:pt>
                <c:pt idx="2">
                  <c:v>4.8799999999999998E-3</c:v>
                </c:pt>
                <c:pt idx="3">
                  <c:v>4.2599999999999999E-3</c:v>
                </c:pt>
                <c:pt idx="4">
                  <c:v>4.0099999999999997E-3</c:v>
                </c:pt>
                <c:pt idx="5">
                  <c:v>3.5400000000000002E-3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FE-4BA5-8635-000F448A9D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087227616"/>
        <c:axId val="2087227136"/>
        <c:extLst>
          <c:ext xmlns:c15="http://schemas.microsoft.com/office/drawing/2012/chart" uri="{02D57815-91ED-43cb-92C2-25804820EDAC}">
            <c15:filteredBarSeries>
              <c15:ser>
                <c:idx val="1"/>
                <c:order val="1"/>
                <c:tx>
                  <c:strRef>
                    <c:extLst>
                      <c:ext uri="{02D57815-91ED-43cb-92C2-25804820EDAC}">
                        <c15:formulaRef>
                          <c15:sqref>Sheet2!$G$3:$G$4</c15:sqref>
                        </c15:formulaRef>
                      </c:ext>
                    </c:extLst>
                    <c:strCache>
                      <c:ptCount val="2"/>
                      <c:pt idx="0">
                        <c:v>NG Mark 불량률</c:v>
                      </c:pt>
                      <c:pt idx="1">
                        <c:v>하프 라미</c:v>
                      </c:pt>
                    </c:strCache>
                  </c:strRef>
                </c:tx>
                <c:spPr>
                  <a:solidFill>
                    <a:schemeClr val="accent2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Sheet2!$D$5:$D$10</c15:sqref>
                        </c15:formulaRef>
                      </c:ext>
                    </c:extLst>
                    <c:strCache>
                      <c:ptCount val="6"/>
                      <c:pt idx="0">
                        <c:v>W18</c:v>
                      </c:pt>
                      <c:pt idx="1">
                        <c:v>W19</c:v>
                      </c:pt>
                      <c:pt idx="2">
                        <c:v>W20</c:v>
                      </c:pt>
                      <c:pt idx="3">
                        <c:v>W21</c:v>
                      </c:pt>
                      <c:pt idx="4">
                        <c:v>W22</c:v>
                      </c:pt>
                      <c:pt idx="5">
                        <c:v>W23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Sheet2!$G$5:$G$10</c15:sqref>
                        </c15:formulaRef>
                      </c:ext>
                    </c:extLst>
                    <c:numCache>
                      <c:formatCode>0.00%</c:formatCode>
                      <c:ptCount val="6"/>
                      <c:pt idx="0">
                        <c:v>2.5400000000000002E-3</c:v>
                      </c:pt>
                      <c:pt idx="1">
                        <c:v>3.2399999999999998E-3</c:v>
                      </c:pt>
                      <c:pt idx="2">
                        <c:v>3.7299999999999998E-3</c:v>
                      </c:pt>
                      <c:pt idx="3">
                        <c:v>3.9100000000000003E-3</c:v>
                      </c:pt>
                      <c:pt idx="4">
                        <c:v>2.7100000000000002E-3</c:v>
                      </c:pt>
                      <c:pt idx="5">
                        <c:v>8.1399999999999997E-3</c:v>
                      </c:pt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1-87FE-4BA5-8635-000F448A9DF5}"/>
                  </c:ext>
                </c:extLst>
              </c15:ser>
            </c15:filteredBarSeries>
            <c15:filteredBarSeries>
              <c15:ser>
                <c:idx val="2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Sheet2!$H$3:$H$4</c15:sqref>
                        </c15:formulaRef>
                      </c:ext>
                    </c:extLst>
                    <c:strCache>
                      <c:ptCount val="2"/>
                      <c:pt idx="0">
                        <c:v>NG Mark 불량률</c:v>
                      </c:pt>
                      <c:pt idx="1">
                        <c:v>일반 라미</c:v>
                      </c:pt>
                    </c:strCache>
                  </c:strRef>
                </c:tx>
                <c:spPr>
                  <a:solidFill>
                    <a:schemeClr val="accent3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Sheet2!$D$5:$D$10</c15:sqref>
                        </c15:formulaRef>
                      </c:ext>
                    </c:extLst>
                    <c:strCache>
                      <c:ptCount val="6"/>
                      <c:pt idx="0">
                        <c:v>W18</c:v>
                      </c:pt>
                      <c:pt idx="1">
                        <c:v>W19</c:v>
                      </c:pt>
                      <c:pt idx="2">
                        <c:v>W20</c:v>
                      </c:pt>
                      <c:pt idx="3">
                        <c:v>W21</c:v>
                      </c:pt>
                      <c:pt idx="4">
                        <c:v>W22</c:v>
                      </c:pt>
                      <c:pt idx="5">
                        <c:v>W23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Sheet2!$H$5:$H$10</c15:sqref>
                        </c15:formulaRef>
                      </c:ext>
                    </c:extLst>
                    <c:numCache>
                      <c:formatCode>0.00%</c:formatCode>
                      <c:ptCount val="6"/>
                      <c:pt idx="0">
                        <c:v>4.5599999999999998E-3</c:v>
                      </c:pt>
                      <c:pt idx="1">
                        <c:v>5.11E-3</c:v>
                      </c:pt>
                      <c:pt idx="2">
                        <c:v>4.8999999999999998E-3</c:v>
                      </c:pt>
                      <c:pt idx="3">
                        <c:v>4.2599999999999999E-3</c:v>
                      </c:pt>
                      <c:pt idx="4">
                        <c:v>4.0200000000000001E-3</c:v>
                      </c:pt>
                      <c:pt idx="5">
                        <c:v>3.8600000000000001E-3</c:v>
                      </c:pt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2-87FE-4BA5-8635-000F448A9DF5}"/>
                  </c:ext>
                </c:extLst>
              </c15:ser>
            </c15:filteredBarSeries>
          </c:ext>
        </c:extLst>
      </c:barChart>
      <c:catAx>
        <c:axId val="20872276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2087227136"/>
        <c:crosses val="autoZero"/>
        <c:auto val="1"/>
        <c:lblAlgn val="ctr"/>
        <c:lblOffset val="100"/>
        <c:noMultiLvlLbl val="0"/>
      </c:catAx>
      <c:valAx>
        <c:axId val="208722713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20872276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/>
      <c:barChart>
        <c:barDir val="col"/>
        <c:grouping val="clustered"/>
        <c:varyColors val="0"/>
        <c:ser>
          <c:idx val="1"/>
          <c:order val="1"/>
          <c:tx>
            <c:strRef>
              <c:f>Sheet2!$G$3:$G$4</c:f>
              <c:strCache>
                <c:ptCount val="2"/>
                <c:pt idx="0">
                  <c:v>NG Mark 불량률</c:v>
                </c:pt>
                <c:pt idx="1">
                  <c:v>하프 라미</c:v>
                </c:pt>
              </c:strCache>
              <c:extLst xmlns:c15="http://schemas.microsoft.com/office/drawing/2012/chart"/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1.260807765781629E-2"/>
                  <c:y val="1.6590745499270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ACE-44D6-B781-F15C773D77B6}"/>
                </c:ext>
              </c:extLst>
            </c:dLbl>
            <c:dLbl>
              <c:idx val="1"/>
              <c:layout>
                <c:manualLayout>
                  <c:x val="-1.2608077657816246E-2"/>
                  <c:y val="1.65907454992703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ACE-44D6-B781-F15C773D77B6}"/>
                </c:ext>
              </c:extLst>
            </c:dLbl>
            <c:dLbl>
              <c:idx val="2"/>
              <c:layout>
                <c:manualLayout>
                  <c:x val="-9.4560582433622069E-3"/>
                  <c:y val="1.6590745499270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ACE-44D6-B781-F15C773D77B6}"/>
                </c:ext>
              </c:extLst>
            </c:dLbl>
            <c:dLbl>
              <c:idx val="3"/>
              <c:layout>
                <c:manualLayout>
                  <c:x val="-1.5760097072270461E-2"/>
                  <c:y val="2.4886118248905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ACE-44D6-B781-F15C773D77B6}"/>
                </c:ext>
              </c:extLst>
            </c:dLbl>
            <c:dLbl>
              <c:idx val="4"/>
              <c:layout>
                <c:manualLayout>
                  <c:x val="-2.8368174730086737E-2"/>
                  <c:y val="1.6590745499270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ACE-44D6-B781-F15C773D77B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Sheet2!$D$5:$D$10</c:f>
              <c:strCache>
                <c:ptCount val="6"/>
                <c:pt idx="0">
                  <c:v>W18</c:v>
                </c:pt>
                <c:pt idx="1">
                  <c:v>W19</c:v>
                </c:pt>
                <c:pt idx="2">
                  <c:v>W20</c:v>
                </c:pt>
                <c:pt idx="3">
                  <c:v>W21</c:v>
                </c:pt>
                <c:pt idx="4">
                  <c:v>W22</c:v>
                </c:pt>
                <c:pt idx="5">
                  <c:v>W23</c:v>
                </c:pt>
              </c:strCache>
              <c:extLst/>
            </c:strRef>
          </c:cat>
          <c:val>
            <c:numRef>
              <c:f>Sheet2!$G$5:$G$10</c:f>
              <c:numCache>
                <c:formatCode>0.00%</c:formatCode>
                <c:ptCount val="6"/>
                <c:pt idx="0">
                  <c:v>2.5400000000000002E-3</c:v>
                </c:pt>
                <c:pt idx="1">
                  <c:v>3.2399999999999998E-3</c:v>
                </c:pt>
                <c:pt idx="2">
                  <c:v>3.7299999999999998E-3</c:v>
                </c:pt>
                <c:pt idx="3">
                  <c:v>3.9100000000000003E-3</c:v>
                </c:pt>
                <c:pt idx="4">
                  <c:v>2.7100000000000002E-3</c:v>
                </c:pt>
                <c:pt idx="5">
                  <c:v>8.1399999999999997E-3</c:v>
                </c:pt>
              </c:numCache>
              <c:extLst xmlns:c15="http://schemas.microsoft.com/office/drawing/2012/chart"/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5-DACE-44D6-B781-F15C773D77B6}"/>
            </c:ext>
          </c:extLst>
        </c:ser>
        <c:ser>
          <c:idx val="2"/>
          <c:order val="2"/>
          <c:tx>
            <c:strRef>
              <c:f>Sheet2!$H$3:$H$4</c:f>
              <c:strCache>
                <c:ptCount val="2"/>
                <c:pt idx="0">
                  <c:v>NG Mark 불량률</c:v>
                </c:pt>
                <c:pt idx="1">
                  <c:v>일반 라미</c:v>
                </c:pt>
              </c:strCache>
              <c:extLst xmlns:c15="http://schemas.microsoft.com/office/drawing/2012/chart"/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dLbl>
              <c:idx val="5"/>
              <c:layout>
                <c:manualLayout>
                  <c:x val="1.5760097072270229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ACE-44D6-B781-F15C773D77B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Sheet2!$D$5:$D$10</c:f>
              <c:strCache>
                <c:ptCount val="6"/>
                <c:pt idx="0">
                  <c:v>W18</c:v>
                </c:pt>
                <c:pt idx="1">
                  <c:v>W19</c:v>
                </c:pt>
                <c:pt idx="2">
                  <c:v>W20</c:v>
                </c:pt>
                <c:pt idx="3">
                  <c:v>W21</c:v>
                </c:pt>
                <c:pt idx="4">
                  <c:v>W22</c:v>
                </c:pt>
                <c:pt idx="5">
                  <c:v>W23</c:v>
                </c:pt>
              </c:strCache>
              <c:extLst/>
            </c:strRef>
          </c:cat>
          <c:val>
            <c:numRef>
              <c:f>Sheet2!$H$5:$H$10</c:f>
              <c:numCache>
                <c:formatCode>0.00%</c:formatCode>
                <c:ptCount val="6"/>
                <c:pt idx="0">
                  <c:v>4.5599999999999998E-3</c:v>
                </c:pt>
                <c:pt idx="1">
                  <c:v>5.11E-3</c:v>
                </c:pt>
                <c:pt idx="2">
                  <c:v>4.8999999999999998E-3</c:v>
                </c:pt>
                <c:pt idx="3">
                  <c:v>4.2599999999999999E-3</c:v>
                </c:pt>
                <c:pt idx="4">
                  <c:v>4.0200000000000001E-3</c:v>
                </c:pt>
                <c:pt idx="5">
                  <c:v>3.8600000000000001E-3</c:v>
                </c:pt>
              </c:numCache>
              <c:extLst xmlns:c15="http://schemas.microsoft.com/office/drawing/2012/chart"/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7-DACE-44D6-B781-F15C773D77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087227616"/>
        <c:axId val="2087227136"/>
        <c:extLst>
          <c:ext xmlns:c15="http://schemas.microsoft.com/office/drawing/2012/chart" uri="{02D57815-91ED-43cb-92C2-25804820EDAC}">
            <c15:filteredBar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Sheet2!$F$3:$F$4</c15:sqref>
                        </c15:formulaRef>
                      </c:ext>
                    </c:extLst>
                    <c:strCache>
                      <c:ptCount val="2"/>
                      <c:pt idx="0">
                        <c:v>NG Mark 불량률</c:v>
                      </c:pt>
                      <c:pt idx="1">
                        <c:v>전체</c:v>
                      </c:pt>
                    </c:strCache>
                  </c:strRef>
                </c:tx>
                <c:spPr>
                  <a:solidFill>
                    <a:schemeClr val="accent1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Sheet2!$D$5:$D$10</c15:sqref>
                        </c15:formulaRef>
                      </c:ext>
                    </c:extLst>
                    <c:strCache>
                      <c:ptCount val="6"/>
                      <c:pt idx="0">
                        <c:v>W18</c:v>
                      </c:pt>
                      <c:pt idx="1">
                        <c:v>W19</c:v>
                      </c:pt>
                      <c:pt idx="2">
                        <c:v>W20</c:v>
                      </c:pt>
                      <c:pt idx="3">
                        <c:v>W21</c:v>
                      </c:pt>
                      <c:pt idx="4">
                        <c:v>W22</c:v>
                      </c:pt>
                      <c:pt idx="5">
                        <c:v>W23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Sheet2!$F$5:$F$10</c15:sqref>
                        </c15:formulaRef>
                      </c:ext>
                    </c:extLst>
                    <c:numCache>
                      <c:formatCode>0.00%</c:formatCode>
                      <c:ptCount val="6"/>
                      <c:pt idx="0">
                        <c:v>4.5199999999999997E-3</c:v>
                      </c:pt>
                      <c:pt idx="1">
                        <c:v>5.0899999999999999E-3</c:v>
                      </c:pt>
                      <c:pt idx="2">
                        <c:v>4.8799999999999998E-3</c:v>
                      </c:pt>
                      <c:pt idx="3">
                        <c:v>4.2599999999999999E-3</c:v>
                      </c:pt>
                      <c:pt idx="4">
                        <c:v>4.0099999999999997E-3</c:v>
                      </c:pt>
                      <c:pt idx="5">
                        <c:v>3.5400000000000002E-3</c:v>
                      </c:pt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8-DACE-44D6-B781-F15C773D77B6}"/>
                  </c:ext>
                </c:extLst>
              </c15:ser>
            </c15:filteredBarSeries>
          </c:ext>
        </c:extLst>
      </c:barChart>
      <c:catAx>
        <c:axId val="20872276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2087227136"/>
        <c:crosses val="autoZero"/>
        <c:auto val="1"/>
        <c:lblAlgn val="ctr"/>
        <c:lblOffset val="100"/>
        <c:noMultiLvlLbl val="0"/>
      </c:catAx>
      <c:valAx>
        <c:axId val="208722713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20872276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Sheet2!$C$1</c:f>
              <c:strCache>
                <c:ptCount val="1"/>
                <c:pt idx="0">
                  <c:v>TOP 비율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6"/>
              <c:tx>
                <c:rich>
                  <a:bodyPr/>
                  <a:lstStyle/>
                  <a:p>
                    <a:fld id="{2FE57CE6-C41C-4EAD-B119-7421F04B5941}" type="VALUE">
                      <a:rPr lang="en-US" altLang="ko-KR" smtClean="0">
                        <a:solidFill>
                          <a:srgbClr val="FF0000"/>
                        </a:solidFill>
                      </a:rPr>
                      <a:pPr/>
                      <a:t>[값]</a:t>
                    </a:fld>
                    <a:r>
                      <a:rPr lang="en-US" altLang="ko-KR" baseline="30000">
                        <a:solidFill>
                          <a:srgbClr val="FF0000"/>
                        </a:solidFill>
                      </a:rPr>
                      <a:t>1)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29F5-4DAE-98FB-ED8752389EE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Sheet2!$B$2:$B$13</c:f>
              <c:numCache>
                <c:formatCode>m/d/yyyy</c:formatCode>
                <c:ptCount val="12"/>
                <c:pt idx="0">
                  <c:v>46165</c:v>
                </c:pt>
                <c:pt idx="1">
                  <c:v>46166</c:v>
                </c:pt>
                <c:pt idx="2">
                  <c:v>46167</c:v>
                </c:pt>
                <c:pt idx="3">
                  <c:v>46168</c:v>
                </c:pt>
                <c:pt idx="4">
                  <c:v>46169</c:v>
                </c:pt>
                <c:pt idx="5">
                  <c:v>46170</c:v>
                </c:pt>
                <c:pt idx="6">
                  <c:v>46171</c:v>
                </c:pt>
                <c:pt idx="7">
                  <c:v>46172</c:v>
                </c:pt>
                <c:pt idx="8">
                  <c:v>46173</c:v>
                </c:pt>
                <c:pt idx="9">
                  <c:v>46174</c:v>
                </c:pt>
                <c:pt idx="10">
                  <c:v>46175</c:v>
                </c:pt>
                <c:pt idx="11">
                  <c:v>46176</c:v>
                </c:pt>
              </c:numCache>
            </c:numRef>
          </c:cat>
          <c:val>
            <c:numRef>
              <c:f>Sheet2!$C$2:$C$13</c:f>
              <c:numCache>
                <c:formatCode>0%</c:formatCode>
                <c:ptCount val="12"/>
                <c:pt idx="0" formatCode="0.00%">
                  <c:v>0.98780487804878048</c:v>
                </c:pt>
                <c:pt idx="1">
                  <c:v>1</c:v>
                </c:pt>
                <c:pt idx="2" formatCode="0.00%">
                  <c:v>0.98076923076923073</c:v>
                </c:pt>
                <c:pt idx="3" formatCode="0.00%">
                  <c:v>0.96363636363636362</c:v>
                </c:pt>
                <c:pt idx="4" formatCode="0.00%">
                  <c:v>0.97058823529411764</c:v>
                </c:pt>
                <c:pt idx="5" formatCode="0.00%">
                  <c:v>0.98611111111111116</c:v>
                </c:pt>
                <c:pt idx="6" formatCode="0.00%">
                  <c:v>0.97101449275362317</c:v>
                </c:pt>
                <c:pt idx="7">
                  <c:v>1</c:v>
                </c:pt>
                <c:pt idx="8">
                  <c:v>1</c:v>
                </c:pt>
                <c:pt idx="9">
                  <c:v>1</c:v>
                </c:pt>
                <c:pt idx="10">
                  <c:v>1</c:v>
                </c:pt>
                <c:pt idx="11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9F5-4DAE-98FB-ED8752389E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611750848"/>
        <c:axId val="1611751808"/>
      </c:barChart>
      <c:dateAx>
        <c:axId val="1611750848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611751808"/>
        <c:crosses val="autoZero"/>
        <c:auto val="1"/>
        <c:lblOffset val="100"/>
        <c:baseTimeUnit val="days"/>
      </c:dateAx>
      <c:valAx>
        <c:axId val="1611751808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6117508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Sheet1!$C$2</c:f>
              <c:strCache>
                <c:ptCount val="1"/>
                <c:pt idx="0">
                  <c:v>수율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Sheet1!$B$3:$B$4</c:f>
              <c:strCache>
                <c:ptCount val="2"/>
                <c:pt idx="0">
                  <c:v>W22</c:v>
                </c:pt>
                <c:pt idx="1">
                  <c:v>W23</c:v>
                </c:pt>
              </c:strCache>
            </c:strRef>
          </c:cat>
          <c:val>
            <c:numRef>
              <c:f>Sheet1!$C$3:$C$4</c:f>
              <c:numCache>
                <c:formatCode>0.000%</c:formatCode>
                <c:ptCount val="2"/>
                <c:pt idx="0">
                  <c:v>0.99719000000000002</c:v>
                </c:pt>
                <c:pt idx="1">
                  <c:v>0.99909000000000003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4E5-4054-8C96-4C9526A600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95686912"/>
        <c:axId val="695687392"/>
        <c:extLst>
          <c:ext xmlns:c15="http://schemas.microsoft.com/office/drawing/2012/chart" uri="{02D57815-91ED-43cb-92C2-25804820EDAC}">
            <c15:filteredBarSeries>
              <c15:ser>
                <c:idx val="1"/>
                <c:order val="1"/>
                <c:tx>
                  <c:strRef>
                    <c:extLst>
                      <c:ext uri="{02D57815-91ED-43cb-92C2-25804820EDAC}">
                        <c15:formulaRef>
                          <c15:sqref>Sheet1!$D$2</c15:sqref>
                        </c15:formulaRef>
                      </c:ext>
                    </c:extLst>
                    <c:strCache>
                      <c:ptCount val="1"/>
                      <c:pt idx="0">
                        <c:v>불량률</c:v>
                      </c:pt>
                    </c:strCache>
                  </c:strRef>
                </c:tx>
                <c:spPr>
                  <a:solidFill>
                    <a:schemeClr val="accent2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Sheet1!$B$3:$B$4</c15:sqref>
                        </c15:formulaRef>
                      </c:ext>
                    </c:extLst>
                    <c:strCache>
                      <c:ptCount val="2"/>
                      <c:pt idx="0">
                        <c:v>W22</c:v>
                      </c:pt>
                      <c:pt idx="1">
                        <c:v>W23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Sheet1!$D$3:$D$4</c15:sqref>
                        </c15:formulaRef>
                      </c:ext>
                    </c:extLst>
                    <c:numCache>
                      <c:formatCode>0.000%</c:formatCode>
                      <c:ptCount val="2"/>
                      <c:pt idx="0">
                        <c:v>5.4000000000000001E-4</c:v>
                      </c:pt>
                      <c:pt idx="1">
                        <c:v>2.2000000000000001E-4</c:v>
                      </c:pt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74E5-4054-8C96-4C9526A6009C}"/>
                  </c:ext>
                </c:extLst>
              </c15:ser>
            </c15:filteredBarSeries>
          </c:ext>
        </c:extLst>
      </c:barChart>
      <c:catAx>
        <c:axId val="6956869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95687392"/>
        <c:crosses val="autoZero"/>
        <c:auto val="1"/>
        <c:lblAlgn val="ctr"/>
        <c:lblOffset val="100"/>
        <c:noMultiLvlLbl val="0"/>
      </c:catAx>
      <c:valAx>
        <c:axId val="695687392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956869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1"/>
          <c:tx>
            <c:strRef>
              <c:f>Sheet1!$D$2</c:f>
              <c:strCache>
                <c:ptCount val="1"/>
                <c:pt idx="0">
                  <c:v>불량률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Sheet1!$B$3:$B$4</c:f>
              <c:strCache>
                <c:ptCount val="2"/>
                <c:pt idx="0">
                  <c:v>W22</c:v>
                </c:pt>
                <c:pt idx="1">
                  <c:v>W23</c:v>
                </c:pt>
              </c:strCache>
            </c:strRef>
          </c:cat>
          <c:val>
            <c:numRef>
              <c:f>Sheet1!$D$3:$D$4</c:f>
              <c:numCache>
                <c:formatCode>0.000%</c:formatCode>
                <c:ptCount val="2"/>
                <c:pt idx="0">
                  <c:v>5.4000000000000001E-4</c:v>
                </c:pt>
                <c:pt idx="1">
                  <c:v>2.2000000000000001E-4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D72-47D2-8893-2CE9319C6C4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95685952"/>
        <c:axId val="695680672"/>
        <c:extLst>
          <c:ext xmlns:c15="http://schemas.microsoft.com/office/drawing/2012/chart" uri="{02D57815-91ED-43cb-92C2-25804820EDAC}">
            <c15:filteredBar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Sheet1!$C$2</c15:sqref>
                        </c15:formulaRef>
                      </c:ext>
                    </c:extLst>
                    <c:strCache>
                      <c:ptCount val="1"/>
                      <c:pt idx="0">
                        <c:v>수율</c:v>
                      </c:pt>
                    </c:strCache>
                  </c:strRef>
                </c:tx>
                <c:spPr>
                  <a:solidFill>
                    <a:schemeClr val="accent1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Sheet1!$B$3:$B$4</c15:sqref>
                        </c15:formulaRef>
                      </c:ext>
                    </c:extLst>
                    <c:strCache>
                      <c:ptCount val="2"/>
                      <c:pt idx="0">
                        <c:v>W22</c:v>
                      </c:pt>
                      <c:pt idx="1">
                        <c:v>W23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Sheet1!$C$3:$C$4</c15:sqref>
                        </c15:formulaRef>
                      </c:ext>
                    </c:extLst>
                    <c:numCache>
                      <c:formatCode>0.000%</c:formatCode>
                      <c:ptCount val="2"/>
                      <c:pt idx="0">
                        <c:v>0.99719000000000002</c:v>
                      </c:pt>
                      <c:pt idx="1">
                        <c:v>0.99909000000000003</c:v>
                      </c:pt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1-7D72-47D2-8893-2CE9319C6C4E}"/>
                  </c:ext>
                </c:extLst>
              </c15:ser>
            </c15:filteredBarSeries>
          </c:ext>
        </c:extLst>
      </c:barChart>
      <c:catAx>
        <c:axId val="6956859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95680672"/>
        <c:crosses val="autoZero"/>
        <c:auto val="1"/>
        <c:lblAlgn val="ctr"/>
        <c:lblOffset val="100"/>
        <c:noMultiLvlLbl val="0"/>
      </c:catAx>
      <c:valAx>
        <c:axId val="6956806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956859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Sheet1!$A$2</c:f>
              <c:strCache>
                <c:ptCount val="1"/>
                <c:pt idx="0">
                  <c:v>미스매치 유사율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Sheet1!$D$1:$W$1</c:f>
              <c:numCache>
                <c:formatCode>mm"/"dd</c:formatCode>
                <c:ptCount val="20"/>
                <c:pt idx="0">
                  <c:v>46342</c:v>
                </c:pt>
                <c:pt idx="1">
                  <c:v>46343</c:v>
                </c:pt>
                <c:pt idx="2">
                  <c:v>46344</c:v>
                </c:pt>
                <c:pt idx="3">
                  <c:v>46345</c:v>
                </c:pt>
                <c:pt idx="4">
                  <c:v>46346</c:v>
                </c:pt>
                <c:pt idx="5">
                  <c:v>46347</c:v>
                </c:pt>
                <c:pt idx="6">
                  <c:v>46348</c:v>
                </c:pt>
                <c:pt idx="7">
                  <c:v>46349</c:v>
                </c:pt>
                <c:pt idx="8">
                  <c:v>46350</c:v>
                </c:pt>
                <c:pt idx="9">
                  <c:v>46351</c:v>
                </c:pt>
                <c:pt idx="10">
                  <c:v>46352</c:v>
                </c:pt>
                <c:pt idx="11">
                  <c:v>46354</c:v>
                </c:pt>
                <c:pt idx="12">
                  <c:v>46355</c:v>
                </c:pt>
                <c:pt idx="13">
                  <c:v>46356</c:v>
                </c:pt>
                <c:pt idx="14">
                  <c:v>46357</c:v>
                </c:pt>
                <c:pt idx="15">
                  <c:v>46358</c:v>
                </c:pt>
                <c:pt idx="16">
                  <c:v>46359</c:v>
                </c:pt>
                <c:pt idx="17">
                  <c:v>46360</c:v>
                </c:pt>
                <c:pt idx="18">
                  <c:v>46361</c:v>
                </c:pt>
                <c:pt idx="19">
                  <c:v>46362</c:v>
                </c:pt>
              </c:numCache>
              <c:extLst/>
            </c:numRef>
          </c:cat>
          <c:val>
            <c:numRef>
              <c:f>Sheet1!$D$2:$W$2</c:f>
              <c:numCache>
                <c:formatCode>0%</c:formatCode>
                <c:ptCount val="20"/>
                <c:pt idx="0">
                  <c:v>0.65</c:v>
                </c:pt>
                <c:pt idx="1">
                  <c:v>0.42</c:v>
                </c:pt>
                <c:pt idx="2">
                  <c:v>0.5</c:v>
                </c:pt>
                <c:pt idx="3">
                  <c:v>0.35</c:v>
                </c:pt>
                <c:pt idx="4">
                  <c:v>0.42</c:v>
                </c:pt>
                <c:pt idx="5">
                  <c:v>0.17</c:v>
                </c:pt>
                <c:pt idx="6">
                  <c:v>0.38</c:v>
                </c:pt>
                <c:pt idx="7">
                  <c:v>0.47</c:v>
                </c:pt>
                <c:pt idx="8">
                  <c:v>0.5</c:v>
                </c:pt>
                <c:pt idx="9">
                  <c:v>0.46</c:v>
                </c:pt>
                <c:pt idx="10">
                  <c:v>0.54</c:v>
                </c:pt>
                <c:pt idx="11">
                  <c:v>0.79</c:v>
                </c:pt>
                <c:pt idx="12">
                  <c:v>0.81</c:v>
                </c:pt>
                <c:pt idx="13">
                  <c:v>0.88</c:v>
                </c:pt>
                <c:pt idx="14">
                  <c:v>1</c:v>
                </c:pt>
                <c:pt idx="15">
                  <c:v>0.38</c:v>
                </c:pt>
                <c:pt idx="16">
                  <c:v>0.85</c:v>
                </c:pt>
                <c:pt idx="17">
                  <c:v>0.75</c:v>
                </c:pt>
                <c:pt idx="18">
                  <c:v>0.56999999999999995</c:v>
                </c:pt>
                <c:pt idx="19">
                  <c:v>0.8</c:v>
                </c:pt>
              </c:numCache>
              <c:extLst/>
            </c:numRef>
          </c:val>
          <c:smooth val="0"/>
          <c:extLst>
            <c:ext xmlns:c16="http://schemas.microsoft.com/office/drawing/2014/chart" uri="{C3380CC4-5D6E-409C-BE32-E72D297353CC}">
              <c16:uniqueId val="{00000000-1162-430D-83AB-469DABEB62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19796864"/>
        <c:axId val="1319798304"/>
      </c:lineChart>
      <c:dateAx>
        <c:axId val="1319796864"/>
        <c:scaling>
          <c:orientation val="minMax"/>
        </c:scaling>
        <c:delete val="0"/>
        <c:axPos val="b"/>
        <c:numFmt formatCode="mm&quot;/&quot;dd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319798304"/>
        <c:crosses val="autoZero"/>
        <c:auto val="1"/>
        <c:lblOffset val="100"/>
        <c:baseTimeUnit val="days"/>
      </c:dateAx>
      <c:valAx>
        <c:axId val="1319798304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3197968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Sheet1!$E$8</c:f>
              <c:strCache>
                <c:ptCount val="1"/>
                <c:pt idx="0">
                  <c:v>탭 치수(Tab Dimension)</c:v>
                </c:pt>
              </c:strCache>
            </c:strRef>
          </c:tx>
          <c:spPr>
            <a:ln w="3175" cap="rnd">
              <a:solidFill>
                <a:sysClr val="windowText" lastClr="000000"/>
              </a:solidFill>
              <a:round/>
            </a:ln>
            <a:effectLst/>
          </c:spPr>
          <c:marker>
            <c:symbol val="circle"/>
            <c:size val="5"/>
            <c:spPr>
              <a:noFill/>
              <a:ln w="3175">
                <a:solidFill>
                  <a:sysClr val="windowText" lastClr="000000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6264913849462207E-2"/>
                  <c:y val="-7.629946398124597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28C-49CF-9407-3977EFEE9B1A}"/>
                </c:ext>
              </c:extLst>
            </c:dLbl>
            <c:dLbl>
              <c:idx val="1"/>
              <c:layout>
                <c:manualLayout>
                  <c:x val="-3.9147234795698808E-2"/>
                  <c:y val="-9.1559356777495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28C-49CF-9407-3977EFEE9B1A}"/>
                </c:ext>
              </c:extLst>
            </c:dLbl>
            <c:dLbl>
              <c:idx val="2"/>
              <c:layout>
                <c:manualLayout>
                  <c:x val="-3.2029555741935375E-2"/>
                  <c:y val="-9.1559356777495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28C-49CF-9407-3977EFEE9B1A}"/>
                </c:ext>
              </c:extLst>
            </c:dLbl>
            <c:dLbl>
              <c:idx val="3"/>
              <c:layout>
                <c:manualLayout>
                  <c:x val="-2.4911876688171991E-2"/>
                  <c:y val="-7.62994639812459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28C-49CF-9407-3977EFEE9B1A}"/>
                </c:ext>
              </c:extLst>
            </c:dLbl>
            <c:dLbl>
              <c:idx val="4"/>
              <c:layout>
                <c:manualLayout>
                  <c:x val="-3.5588395268817116E-2"/>
                  <c:y val="-9.15593567774952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28C-49CF-9407-3977EFEE9B1A}"/>
                </c:ext>
              </c:extLst>
            </c:dLbl>
            <c:dLbl>
              <c:idx val="5"/>
              <c:layout>
                <c:manualLayout>
                  <c:x val="-3.2029555741935375E-2"/>
                  <c:y val="-6.10395711849968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28C-49CF-9407-3977EFEE9B1A}"/>
                </c:ext>
              </c:extLst>
            </c:dLbl>
            <c:dLbl>
              <c:idx val="7"/>
              <c:layout>
                <c:manualLayout>
                  <c:x val="-6.3169733768392106E-2"/>
                  <c:y val="-0.1139858123564659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28C-49CF-9407-3977EFEE9B1A}"/>
                </c:ext>
              </c:extLst>
            </c:dLbl>
            <c:dLbl>
              <c:idx val="8"/>
              <c:layout>
                <c:manualLayout>
                  <c:x val="-5.2022133691617005E-2"/>
                  <c:y val="-0.1139858123564659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28C-49CF-9407-3977EFEE9B1A}"/>
                </c:ext>
              </c:extLst>
            </c:dLbl>
            <c:dLbl>
              <c:idx val="9"/>
              <c:layout>
                <c:manualLayout>
                  <c:x val="-5.2022133691617074E-2"/>
                  <c:y val="-7.12411327227912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28C-49CF-9407-3977EFEE9B1A}"/>
                </c:ext>
              </c:extLst>
            </c:dLbl>
            <c:dLbl>
              <c:idx val="10"/>
              <c:layout>
                <c:manualLayout>
                  <c:x val="-4.0874533614842001E-2"/>
                  <c:y val="-4.274467963367475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28C-49CF-9407-3977EFEE9B1A}"/>
                </c:ext>
              </c:extLst>
            </c:dLbl>
            <c:dLbl>
              <c:idx val="11"/>
              <c:layout>
                <c:manualLayout>
                  <c:x val="-5.4190082283974261E-2"/>
                  <c:y val="4.052863811011012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28C-49CF-9407-3977EFEE9B1A}"/>
                </c:ext>
              </c:extLst>
            </c:dLbl>
            <c:dLbl>
              <c:idx val="12"/>
              <c:layout>
                <c:manualLayout>
                  <c:x val="-3.6947783375437089E-2"/>
                  <c:y val="-7.430250320186879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28C-49CF-9407-3977EFEE9B1A}"/>
                </c:ext>
              </c:extLst>
            </c:dLbl>
            <c:dLbl>
              <c:idx val="13"/>
              <c:layout>
                <c:manualLayout>
                  <c:x val="-2.9733324852962557E-2"/>
                  <c:y val="-5.31500563149956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28C-49CF-9407-3977EFEE9B1A}"/>
                </c:ext>
              </c:extLst>
            </c:dLbl>
            <c:dLbl>
              <c:idx val="14"/>
              <c:layout>
                <c:manualLayout>
                  <c:x val="-4.2122210208363584E-2"/>
                  <c:y val="3.986254223624664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128C-49CF-9407-3977EFEE9B1A}"/>
                </c:ext>
              </c:extLst>
            </c:dLbl>
            <c:dLbl>
              <c:idx val="15"/>
              <c:layout>
                <c:manualLayout>
                  <c:x val="-2.2299993639721939E-2"/>
                  <c:y val="-5.31500563149956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28C-49CF-9407-3977EFEE9B1A}"/>
                </c:ext>
              </c:extLst>
            </c:dLbl>
            <c:dLbl>
              <c:idx val="16"/>
              <c:layout>
                <c:manualLayout>
                  <c:x val="-3.9644433137283379E-2"/>
                  <c:y val="2.657502815749784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128C-49CF-9407-3977EFEE9B1A}"/>
                </c:ext>
              </c:extLst>
            </c:dLbl>
            <c:dLbl>
              <c:idx val="17"/>
              <c:layout>
                <c:manualLayout>
                  <c:x val="-2.4777770710802144E-2"/>
                  <c:y val="3.321878519687231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128C-49CF-9407-3977EFEE9B1A}"/>
                </c:ext>
              </c:extLst>
            </c:dLbl>
            <c:dLbl>
              <c:idx val="18"/>
              <c:layout>
                <c:manualLayout>
                  <c:x val="-7.4333312132406166E-3"/>
                  <c:y val="6.6437570393744613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128C-49CF-9407-3977EFEE9B1A}"/>
                </c:ext>
              </c:extLst>
            </c:dLbl>
            <c:dLbl>
              <c:idx val="19"/>
              <c:layout>
                <c:manualLayout>
                  <c:x val="-4.2122210208363493E-2"/>
                  <c:y val="-5.979381335437021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128C-49CF-9407-3977EFEE9B1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Sheet1!$F$7:$Z$7</c:f>
              <c:strCache>
                <c:ptCount val="21"/>
                <c:pt idx="0">
                  <c:v>25.12월</c:v>
                </c:pt>
                <c:pt idx="1">
                  <c:v>1월</c:v>
                </c:pt>
                <c:pt idx="2">
                  <c:v>2월</c:v>
                </c:pt>
                <c:pt idx="3">
                  <c:v>3월</c:v>
                </c:pt>
                <c:pt idx="4">
                  <c:v>4월</c:v>
                </c:pt>
                <c:pt idx="5">
                  <c:v>5월</c:v>
                </c:pt>
                <c:pt idx="7">
                  <c:v>10W</c:v>
                </c:pt>
                <c:pt idx="8">
                  <c:v>11W</c:v>
                </c:pt>
                <c:pt idx="9">
                  <c:v>12W</c:v>
                </c:pt>
                <c:pt idx="10">
                  <c:v>13W</c:v>
                </c:pt>
                <c:pt idx="11">
                  <c:v>14W</c:v>
                </c:pt>
                <c:pt idx="12">
                  <c:v>W15</c:v>
                </c:pt>
                <c:pt idx="13">
                  <c:v>W16</c:v>
                </c:pt>
                <c:pt idx="14">
                  <c:v>W17</c:v>
                </c:pt>
                <c:pt idx="15">
                  <c:v>W18</c:v>
                </c:pt>
                <c:pt idx="16">
                  <c:v>W19</c:v>
                </c:pt>
                <c:pt idx="17">
                  <c:v>W20</c:v>
                </c:pt>
                <c:pt idx="18">
                  <c:v>W21</c:v>
                </c:pt>
                <c:pt idx="19">
                  <c:v>W22</c:v>
                </c:pt>
                <c:pt idx="20">
                  <c:v>W23</c:v>
                </c:pt>
              </c:strCache>
            </c:strRef>
          </c:cat>
          <c:val>
            <c:numRef>
              <c:f>Sheet1!$F$8:$Z$8</c:f>
              <c:numCache>
                <c:formatCode>0.00%</c:formatCode>
                <c:ptCount val="21"/>
                <c:pt idx="0">
                  <c:v>1.4E-3</c:v>
                </c:pt>
                <c:pt idx="1">
                  <c:v>1.1000000000000001E-3</c:v>
                </c:pt>
                <c:pt idx="2">
                  <c:v>1.1000000000000001E-3</c:v>
                </c:pt>
                <c:pt idx="3">
                  <c:v>9.0417851714600002E-4</c:v>
                </c:pt>
                <c:pt idx="4">
                  <c:v>9.3702960599999994E-5</c:v>
                </c:pt>
                <c:pt idx="5">
                  <c:v>2.0503144106999999E-4</c:v>
                </c:pt>
                <c:pt idx="7">
                  <c:v>1.0984381103499999E-3</c:v>
                </c:pt>
                <c:pt idx="8">
                  <c:v>8.8317486089499995E-4</c:v>
                </c:pt>
                <c:pt idx="9">
                  <c:v>8.0835993777500005E-4</c:v>
                </c:pt>
                <c:pt idx="10">
                  <c:v>1.022989161803E-3</c:v>
                </c:pt>
                <c:pt idx="11">
                  <c:v>1.5598220388699999E-4</c:v>
                </c:pt>
                <c:pt idx="12">
                  <c:v>1.4836442556800001E-4</c:v>
                </c:pt>
                <c:pt idx="13">
                  <c:v>4.9505250586999997E-5</c:v>
                </c:pt>
                <c:pt idx="14">
                  <c:v>4.2739452118999999E-5</c:v>
                </c:pt>
                <c:pt idx="15">
                  <c:v>1.4803617053100001E-4</c:v>
                </c:pt>
                <c:pt idx="16">
                  <c:v>4.6148788149000002E-5</c:v>
                </c:pt>
                <c:pt idx="17">
                  <c:v>6.2690713937999998E-5</c:v>
                </c:pt>
                <c:pt idx="18">
                  <c:v>1.1780220872300001E-4</c:v>
                </c:pt>
                <c:pt idx="19">
                  <c:v>5.5389920694500004E-4</c:v>
                </c:pt>
                <c:pt idx="20">
                  <c:v>5.2811452323200004E-4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3-128C-49CF-9407-3977EFEE9B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686081552"/>
        <c:axId val="1894434016"/>
      </c:lineChart>
      <c:catAx>
        <c:axId val="16860815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defRPr>
            </a:pPr>
            <a:endParaRPr lang="ko-KR"/>
          </a:p>
        </c:txPr>
        <c:crossAx val="1894434016"/>
        <c:crosses val="autoZero"/>
        <c:auto val="1"/>
        <c:lblAlgn val="ctr"/>
        <c:lblOffset val="100"/>
        <c:noMultiLvlLbl val="0"/>
      </c:catAx>
      <c:valAx>
        <c:axId val="18944340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ko-KR"/>
          </a:p>
        </c:txPr>
        <c:crossAx val="1686081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  <c:userShapes r:id="rId4"/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numDim type="val">
        <cx:f>'30m_적용 전 재산출 '!$U$10:$U$22</cx:f>
        <cx:lvl ptCount="13" formatCode="0.00%">
          <cx:pt idx="0">0.11990740740740741</cx:pt>
          <cx:pt idx="1">0.070098039215686275</cx:pt>
          <cx:pt idx="2">0.09149305555555555</cx:pt>
          <cx:pt idx="3">0.043181818181818182</cx:pt>
          <cx:pt idx="4">0.08467432950191571</cx:pt>
          <cx:pt idx="5">0.062830687830687834</cx:pt>
          <cx:pt idx="6">0.09166666666666666</cx:pt>
          <cx:pt idx="7">0.07935675581192099</cx:pt>
          <cx:pt idx="8">0.096666666666666665</cx:pt>
          <cx:pt idx="9">0.11416666666666667</cx:pt>
          <cx:pt idx="10">0.096346934415723132</cx:pt>
          <cx:pt idx="11">0.098214285714285712</cx:pt>
          <cx:pt idx="12">0.12721584984358708</cx:pt>
        </cx:lvl>
      </cx:numDim>
    </cx:data>
  </cx:chartData>
  <cx:chart>
    <cx:title pos="t" align="ctr" overlay="0">
      <cx:tx>
        <cx:rich>
          <a:bodyPr spcFirstLastPara="1" vertOverflow="ellipsis" horzOverflow="overflow" wrap="square" lIns="0" tIns="0" rIns="0" bIns="0" anchor="ctr" anchorCtr="1"/>
          <a:lstStyle/>
          <a:p>
            <a:pPr algn="ctr" rtl="0">
              <a:defRPr sz="800"/>
            </a:pPr>
            <a:r>
              <a:rPr lang="ko-KR" altLang="en-US" sz="800" b="0" i="0" u="none" strike="noStrike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Aptos Narrow" panose="02110004020202020204"/>
                <a:ea typeface="맑은 고딕" panose="020B0503020000020004" pitchFamily="50" charset="-127"/>
              </a:rPr>
              <a:t>적용 전</a:t>
            </a:r>
            <a:r>
              <a:rPr lang="en-US" altLang="ko-KR" sz="800" b="0" i="0" u="none" strike="noStrike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Aptos Narrow" panose="02110004020202020204"/>
                <a:ea typeface="맑은 고딕" panose="020B0503020000020004" pitchFamily="50" charset="-127"/>
              </a:rPr>
              <a:t>(</a:t>
            </a:r>
            <a:r>
              <a:rPr lang="ko-KR" altLang="en-US" sz="800" b="0" i="0" u="none" strike="noStrike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Aptos Narrow" panose="02110004020202020204"/>
                <a:ea typeface="맑은 고딕" panose="020B0503020000020004" pitchFamily="50" charset="-127"/>
              </a:rPr>
              <a:t>불량률 </a:t>
            </a:r>
            <a:r>
              <a:rPr lang="en-US" altLang="ko-KR" sz="800" b="0" i="0" u="none" strike="noStrike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Aptos Narrow" panose="02110004020202020204"/>
                <a:ea typeface="맑은 고딕" panose="020B0503020000020004" pitchFamily="50" charset="-127"/>
              </a:rPr>
              <a:t>9.14%)</a:t>
            </a:r>
            <a:endParaRPr lang="ko-KR" altLang="en-US" sz="800" b="0" i="0" u="none" strike="noStrike" baseline="0">
              <a:solidFill>
                <a:sysClr val="windowText" lastClr="000000">
                  <a:lumMod val="65000"/>
                  <a:lumOff val="35000"/>
                </a:sysClr>
              </a:solidFill>
              <a:latin typeface="Aptos Narrow" panose="02110004020202020204"/>
              <a:ea typeface="맑은 고딕" panose="020B0503020000020004" pitchFamily="50" charset="-127"/>
            </a:endParaRPr>
          </a:p>
        </cx:rich>
      </cx:tx>
    </cx:title>
    <cx:plotArea>
      <cx:plotAreaRegion>
        <cx:series layoutId="boxWhisker" uniqueId="{95FE65D0-194D-497D-87B7-BA1CAE704D51}">
          <cx:spPr>
            <a:noFill/>
          </cx:spPr>
          <cx:dataId val="0"/>
          <cx:layoutPr>
            <cx:visibility meanLine="0" meanMarker="1" nonoutliers="0" outliers="1"/>
            <cx:statistics quartileMethod="exclusive"/>
          </cx:layoutPr>
        </cx:series>
      </cx:plotAreaRegion>
      <cx:axis id="0" hidden="1">
        <cx:catScaling gapWidth="1"/>
        <cx:tickLabels/>
        <cx:txPr>
          <a:bodyPr vertOverflow="overflow" horzOverflow="overflow" wrap="square" lIns="0" tIns="0" rIns="0" bIns="0"/>
          <a:lstStyle/>
          <a:p>
            <a:pPr algn="ctr" rtl="0">
              <a:defRPr sz="800" b="0" i="0">
                <a:solidFill>
                  <a:srgbClr val="595959"/>
                </a:solidFill>
                <a:latin typeface="Aptos Narrow" panose="020B0004020202020204" pitchFamily="34" charset="0"/>
                <a:ea typeface="Aptos Narrow" panose="020B0004020202020204" pitchFamily="34" charset="0"/>
                <a:cs typeface="Aptos Narrow" panose="020B0004020202020204" pitchFamily="34" charset="0"/>
              </a:defRPr>
            </a:pPr>
            <a:endParaRPr lang="ko-KR" altLang="en-US" sz="800"/>
          </a:p>
        </cx:txPr>
      </cx:axis>
      <cx:axis id="1">
        <cx:valScaling max="0.20000000000000001"/>
        <cx:majorGridlines/>
        <cx:tickLabels/>
        <cx:txPr>
          <a:bodyPr vertOverflow="overflow" horzOverflow="overflow" wrap="square" lIns="0" tIns="0" rIns="0" bIns="0"/>
          <a:lstStyle/>
          <a:p>
            <a:pPr algn="ctr" rtl="0">
              <a:defRPr sz="800" b="0" i="0">
                <a:solidFill>
                  <a:srgbClr val="595959"/>
                </a:solidFill>
                <a:latin typeface="Aptos Narrow" panose="020B0004020202020204" pitchFamily="34" charset="0"/>
                <a:ea typeface="Aptos Narrow" panose="020B0004020202020204" pitchFamily="34" charset="0"/>
                <a:cs typeface="Aptos Narrow" panose="020B0004020202020204" pitchFamily="34" charset="0"/>
              </a:defRPr>
            </a:pPr>
            <a:endParaRPr lang="ko-KR" altLang="en-US" sz="800"/>
          </a:p>
        </cx:txPr>
      </cx:axis>
    </cx:plotArea>
  </cx:chart>
  <cx:clrMapOvr bg1="lt1" tx1="dk1" bg2="lt2" tx2="dk2" accent1="accent1" accent2="accent2" accent3="accent3" accent4="accent4" accent5="accent5" accent6="accent6" hlink="hlink" folHlink="folHlink"/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numDim type="val">
        <cx:f>'30m_적용 후 재산출'!$U$9:$U$24</cx:f>
        <cx:lvl ptCount="16" formatCode="0.00%">
          <cx:pt idx="0">0.035515695067264576</cx:pt>
          <cx:pt idx="1">0.04565972222222222</cx:pt>
          <cx:pt idx="2">0.045777777777777778</cx:pt>
          <cx:pt idx="3">0.074537037037037041</cx:pt>
          <cx:pt idx="4">0.080555555555555561</cx:pt>
          <cx:pt idx="5">0.03539094650205761</cx:pt>
          <cx:pt idx="6">0.03888888888888889</cx:pt>
          <cx:pt idx="7">0.041666666666666664</cx:pt>
          <cx:pt idx="8">0.037222222222222219</cx:pt>
          <cx:pt idx="9">0.042592592592592592</cx:pt>
          <cx:pt idx="10">0.062121212121212119</cx:pt>
          <cx:pt idx="11">0.19444444444444445</cx:pt>
          <cx:pt idx="12">0.086458333333333331</cx:pt>
          <cx:pt idx="13">0.12908496732026145</cx:pt>
          <cx:pt idx="14">0.054444444444444441</cx:pt>
          <cx:pt idx="15">0.055564130267016516</cx:pt>
        </cx:lvl>
      </cx:numDim>
    </cx:data>
  </cx:chartData>
  <cx:chart>
    <cx:title pos="t" align="ctr" overlay="0">
      <cx:tx>
        <cx:rich>
          <a:bodyPr spcFirstLastPara="1" vertOverflow="ellipsis" horzOverflow="overflow" wrap="square" lIns="0" tIns="0" rIns="0" bIns="0" anchor="ctr" anchorCtr="1"/>
          <a:lstStyle/>
          <a:p>
            <a:pPr algn="ctr" rtl="0">
              <a:defRPr sz="800"/>
            </a:pPr>
            <a:r>
              <a:rPr lang="ko-KR" altLang="en-US" sz="800" b="0" i="0" u="none" strike="noStrike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Aptos Narrow" panose="02110004020202020204"/>
                <a:ea typeface="맑은 고딕" panose="020B0503020000020004" pitchFamily="50" charset="-127"/>
              </a:rPr>
              <a:t>적용 후</a:t>
            </a:r>
            <a:r>
              <a:rPr lang="en-US" altLang="ko-KR" sz="800" b="0" i="0" u="none" strike="noStrike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Aptos Narrow" panose="02110004020202020204"/>
                <a:ea typeface="맑은 고딕" panose="020B0503020000020004" pitchFamily="50" charset="-127"/>
              </a:rPr>
              <a:t>(</a:t>
            </a:r>
            <a:r>
              <a:rPr lang="ko-KR" altLang="en-US" sz="800" b="0" i="0" u="none" strike="noStrike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Aptos Narrow" panose="02110004020202020204"/>
                <a:ea typeface="맑은 고딕" panose="020B0503020000020004" pitchFamily="50" charset="-127"/>
              </a:rPr>
              <a:t>불량률 </a:t>
            </a:r>
            <a:r>
              <a:rPr lang="en-US" altLang="ko-KR" sz="800" b="0" i="0" u="none" strike="noStrike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Aptos Narrow" panose="02110004020202020204"/>
                <a:ea typeface="맑은 고딕" panose="020B0503020000020004" pitchFamily="50" charset="-127"/>
              </a:rPr>
              <a:t>6.19%)</a:t>
            </a:r>
            <a:endParaRPr lang="ko-KR" altLang="en-US" sz="800" b="0" i="0" u="none" strike="noStrike" baseline="0">
              <a:solidFill>
                <a:sysClr val="windowText" lastClr="000000">
                  <a:lumMod val="65000"/>
                  <a:lumOff val="35000"/>
                </a:sysClr>
              </a:solidFill>
              <a:latin typeface="Aptos Narrow" panose="02110004020202020204"/>
              <a:ea typeface="맑은 고딕" panose="020B0503020000020004" pitchFamily="50" charset="-127"/>
            </a:endParaRPr>
          </a:p>
        </cx:rich>
      </cx:tx>
    </cx:title>
    <cx:plotArea>
      <cx:plotAreaRegion>
        <cx:series layoutId="boxWhisker" uniqueId="{C35B62A8-319D-44D1-AE97-39D251B71039}">
          <cx:spPr>
            <a:solidFill>
              <a:schemeClr val="accent6">
                <a:lumMod val="40000"/>
                <a:lumOff val="60000"/>
              </a:schemeClr>
            </a:solidFill>
          </cx:spPr>
          <cx:dataId val="0"/>
          <cx:layoutPr>
            <cx:visibility meanLine="0" meanMarker="1" nonoutliers="0" outliers="1"/>
            <cx:statistics quartileMethod="exclusive"/>
          </cx:layoutPr>
        </cx:series>
      </cx:plotAreaRegion>
      <cx:axis id="0" hidden="1">
        <cx:catScaling gapWidth="1"/>
        <cx:tickLabels/>
        <cx:txPr>
          <a:bodyPr vertOverflow="overflow" horzOverflow="overflow" wrap="square" lIns="0" tIns="0" rIns="0" bIns="0"/>
          <a:lstStyle/>
          <a:p>
            <a:pPr algn="ctr" rtl="0">
              <a:defRPr sz="800" b="0" i="0">
                <a:solidFill>
                  <a:srgbClr val="595959"/>
                </a:solidFill>
                <a:latin typeface="Aptos Narrow" panose="020B0004020202020204" pitchFamily="34" charset="0"/>
                <a:ea typeface="Aptos Narrow" panose="020B0004020202020204" pitchFamily="34" charset="0"/>
                <a:cs typeface="Aptos Narrow" panose="020B0004020202020204" pitchFamily="34" charset="0"/>
              </a:defRPr>
            </a:pPr>
            <a:endParaRPr lang="ko-KR" altLang="en-US" sz="800"/>
          </a:p>
        </cx:txPr>
      </cx:axis>
      <cx:axis id="1">
        <cx:valScaling max="0.20000000000000001"/>
        <cx:majorGridlines/>
        <cx:tickLabels/>
        <cx:txPr>
          <a:bodyPr vertOverflow="overflow" horzOverflow="overflow" wrap="square" lIns="0" tIns="0" rIns="0" bIns="0"/>
          <a:lstStyle/>
          <a:p>
            <a:pPr algn="ctr" rtl="0">
              <a:defRPr sz="800" b="0" i="0">
                <a:solidFill>
                  <a:srgbClr val="595959"/>
                </a:solidFill>
                <a:latin typeface="Aptos Narrow" panose="020B0004020202020204" pitchFamily="34" charset="0"/>
                <a:ea typeface="Aptos Narrow" panose="020B0004020202020204" pitchFamily="34" charset="0"/>
                <a:cs typeface="Aptos Narrow" panose="020B0004020202020204" pitchFamily="34" charset="0"/>
              </a:defRPr>
            </a:pPr>
            <a:endParaRPr lang="ko-KR" altLang="en-US" sz="800"/>
          </a:p>
        </cx:txPr>
      </cx:axis>
    </cx:plotArea>
  </cx:chart>
  <cx:clrMapOvr bg1="lt1" tx1="dk1" bg2="lt2" tx2="dk2" accent1="accent1" accent2="accent2" accent3="accent3" accent4="accent4" accent5="accent5" accent6="accent6" hlink="hlink" folHlink="folHlink"/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8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64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75.emf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0.57367</cdr:x>
      <cdr:y>0.12856</cdr:y>
    </cdr:from>
    <cdr:to>
      <cdr:x>0.57367</cdr:x>
      <cdr:y>0.43345</cdr:y>
    </cdr:to>
    <cdr:cxnSp macro="">
      <cdr:nvCxnSpPr>
        <cdr:cNvPr id="3" name="직선 화살표 연결선 2">
          <a:extLst xmlns:a="http://schemas.openxmlformats.org/drawingml/2006/main">
            <a:ext uri="{FF2B5EF4-FFF2-40B4-BE49-F238E27FC236}">
              <a16:creationId xmlns:a16="http://schemas.microsoft.com/office/drawing/2014/main" id="{A4EF4CC5-F8FB-4C7B-8B78-8718D3BA6A24}"/>
            </a:ext>
          </a:extLst>
        </cdr:cNvPr>
        <cdr:cNvCxnSpPr/>
      </cdr:nvCxnSpPr>
      <cdr:spPr>
        <a:xfrm xmlns:a="http://schemas.openxmlformats.org/drawingml/2006/main">
          <a:off x="2286085" y="128406"/>
          <a:ext cx="0" cy="304518"/>
        </a:xfrm>
        <a:prstGeom xmlns:a="http://schemas.openxmlformats.org/drawingml/2006/main" prst="straightConnector1">
          <a:avLst/>
        </a:prstGeom>
        <a:ln xmlns:a="http://schemas.openxmlformats.org/drawingml/2006/main">
          <a:solidFill>
            <a:srgbClr val="FF0000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0.85749</cdr:x>
      <cdr:y>0.25557</cdr:y>
    </cdr:from>
    <cdr:to>
      <cdr:x>0.891</cdr:x>
      <cdr:y>0.3859</cdr:y>
    </cdr:to>
    <cdr:cxnSp macro="">
      <cdr:nvCxnSpPr>
        <cdr:cNvPr id="5" name="직선 화살표 연결선 4">
          <a:extLst xmlns:a="http://schemas.openxmlformats.org/drawingml/2006/main">
            <a:ext uri="{FF2B5EF4-FFF2-40B4-BE49-F238E27FC236}">
              <a16:creationId xmlns:a16="http://schemas.microsoft.com/office/drawing/2014/main" id="{51128358-AABB-41C6-B5C8-03C98914ACE2}"/>
            </a:ext>
          </a:extLst>
        </cdr:cNvPr>
        <cdr:cNvCxnSpPr/>
      </cdr:nvCxnSpPr>
      <cdr:spPr>
        <a:xfrm xmlns:a="http://schemas.openxmlformats.org/drawingml/2006/main">
          <a:off x="3417116" y="293699"/>
          <a:ext cx="133535" cy="149783"/>
        </a:xfrm>
        <a:prstGeom xmlns:a="http://schemas.openxmlformats.org/drawingml/2006/main" prst="straightConnector1">
          <a:avLst/>
        </a:prstGeom>
        <a:ln xmlns:a="http://schemas.openxmlformats.org/drawingml/2006/main">
          <a:solidFill>
            <a:srgbClr val="FF0000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787112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2BCA65B-4A64-4C09-B6AF-22726F39C5D6}" type="datetimeFigureOut">
              <a:rPr lang="ko-KR" altLang="en-US" smtClean="0"/>
              <a:t>2026-07-28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787112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5DBB3B-02F1-4B6B-B52B-D48CB606F0B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5559831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787112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7702084-E320-4FCE-8E72-C66EF9DD46EA}" type="datetimeFigureOut">
              <a:rPr lang="ko-KR" altLang="en-US" smtClean="0"/>
              <a:t>2026-07-28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439738" y="804863"/>
            <a:ext cx="5807075" cy="40211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68587" y="5094127"/>
            <a:ext cx="5348695" cy="482601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787112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FC5283-F698-4B70-A5AB-FFCC0F08C4A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87184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939564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94148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460137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293228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525119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42251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897952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485815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701683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745091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121275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9178829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31366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944631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8944708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234506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550734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702952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3BF687-5BE6-B0F6-AB9B-A1B3E1C741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A5E8FC9-6CED-3ED5-78F4-6EB7F266D2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C958375-22B0-9A77-4082-E0C51B2A1F8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85C07C6-DCAF-1C72-2C6C-AE911B1CF43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549462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856627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8264198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73855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040685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8174478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645213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798326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87583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278699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54225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52298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880510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660743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457483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153128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482541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32181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163001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5526926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4125816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059768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EF9C0C-9A02-F9F2-41EC-03A2EC3C11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D3564B-E892-CFA2-6FA3-D83D5D4F39F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3BB3CD-0FA7-3C90-6C60-D72DB898D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6B0FEFD-C8CA-2C60-B1EE-CAE02C6DDC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7461198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088279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201957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202147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009845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71013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266859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492712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824335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995032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266175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3991273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5880281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93719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972330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3930542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340198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061718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4702264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1193306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239484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828358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68078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640933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0486659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886810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336282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559446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190291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84630564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070602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348120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635832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531163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80744865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6611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6747967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373567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63127668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62064613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927033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3335580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3948471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1640538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2747506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969411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676998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631809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662011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481078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4265962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8DC368-0F38-33DD-ECF1-6842C6D59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D664BF6-195D-547A-E152-DE722FFD7A1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6F04376-6669-3C4E-A6B2-C64054393F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5236C1E-EE71-5C5C-8745-E5492698BC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521341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9BE1D8-1044-81A2-E602-7863163C63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CC32C1-0167-BD6E-E4D8-19ABB2C5DF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11F95B-07E1-10E2-44F7-C2B17CF4E3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DFA05AD-9563-1891-3C37-C318B7AE58B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5923444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8396316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7580015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0D4D32-9482-E6F8-15A0-744A0E7126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67E249-B63F-669C-8C93-34037913DB6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4E607B2-295E-A245-18EC-A48B0EEE19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633C3C3-1BE8-72CF-1053-4856799D945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9196965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2578922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715728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7049675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9CDBF1-A93C-7F79-1FD2-A015802674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E258EA7-BA1F-3F8F-5093-E5F86B6F6C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A13831B-6C97-0254-F62E-25AE4ECD01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9ED3E2D-3818-BFD4-82E8-C4AE23E570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2334167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3057313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D728FD-6877-9732-CD43-C3179DB96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8FE467E-E660-41D5-6924-ADC12FF00C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6F6D8B-C906-48AA-0C39-4C07DB3084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A8F4684-CEAB-9596-6090-7D6DF6BF0D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739375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060337-8E54-A63E-D424-31647EC1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A74EC75-A529-365A-5902-910D0DA642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1291025-9B4A-0D41-D123-5FA97C03D9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292D96F-2B27-00B0-A7A5-9F935ECC9B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0542136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560A5B-8A55-9F2B-9484-57B4A1CE3E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C65DE5-C0E8-83A1-8084-DE049B62FB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ACF790-A991-0663-6AA7-A807F37B57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BBE5769-25F8-C8B5-3201-8B32B5733EC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443265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060337-8E54-A63E-D424-31647EC1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A74EC75-A529-365A-5902-910D0DA642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1291025-9B4A-0D41-D123-5FA97C03D9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292D96F-2B27-00B0-A7A5-9F935ECC9B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6902970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1640538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3224381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6915379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1856DA-4757-456D-9D40-38BE55C33C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E7B55C-3674-91F3-5ED1-A52EA7A88B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9B0B986-A5AA-8185-C88B-70F1830C04E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671370F-2B7A-8FA7-EF9A-CC35D35A23A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9125163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0E60B-CF71-0936-2C62-F10BBD0956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1EAE107-3CBA-4E09-A1EE-65A89E95837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979D789-EFFE-7D71-A102-5951F1F05E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427DA2-248D-60C4-91FC-1CEEF91177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603584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99280870"/>
      </p:ext>
    </p:extLst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38165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840051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26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58558A-1595-413E-AD89-BF302E68AF1D}" type="datetimeFigureOut">
              <a:rPr lang="ko-KR" altLang="en-US" smtClean="0"/>
              <a:t>2026-07-28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EA4B7A-B6C7-41E7-96ED-542947DBDB5A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6584438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6877711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08F9AC-8204-46FA-B808-449C59A80C80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510091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7755162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36038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548623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26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58558A-1595-413E-AD89-BF302E68AF1D}" type="datetimeFigureOut">
              <a:rPr lang="ko-KR" altLang="en-US" smtClean="0"/>
              <a:t>2026-07-28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EA4B7A-B6C7-41E7-96ED-542947DBDB5A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0108616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243780786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08F9AC-8204-46FA-B808-449C59A80C80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444326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3269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502107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0845532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26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58558A-1595-413E-AD89-BF302E68AF1D}" type="datetimeFigureOut">
              <a:rPr lang="ko-KR" altLang="en-US" smtClean="0"/>
              <a:t>2026-07-28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EA4B7A-B6C7-41E7-96ED-542947DBDB5A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5572369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41011606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08F9AC-8204-46FA-B808-449C59A80C80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55921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4722672" y="6650863"/>
            <a:ext cx="460631" cy="153888"/>
          </a:xfrm>
          <a:prstGeom prst="rect">
            <a:avLst/>
          </a:prstGeom>
          <a:noFill/>
        </p:spPr>
        <p:txBody>
          <a:bodyPr wrap="none" lIns="36000" tIns="0" rIns="36000" bIns="0" rtlCol="0">
            <a:spAutoFit/>
          </a:bodyPr>
          <a:lstStyle/>
          <a:p>
            <a:pPr algn="ctr"/>
            <a:fld id="{A54A9921-F004-4FEA-AF7B-4D114F7E353D}" type="slidenum">
              <a:rPr lang="ko-KR" altLang="en-US" sz="1000" b="1" smtClean="0">
                <a:solidFill>
                  <a:srgbClr val="000000"/>
                </a:solidFill>
                <a:cs typeface="Arial" pitchFamily="34" charset="0"/>
              </a:rPr>
              <a:pPr algn="ctr"/>
              <a:t>‹#›</a:t>
            </a:fld>
            <a:r>
              <a:rPr lang="ko-KR" altLang="en-US" sz="1000">
                <a:solidFill>
                  <a:srgbClr val="000000"/>
                </a:solidFill>
                <a:cs typeface="Arial" pitchFamily="34" charset="0"/>
              </a:rPr>
              <a:t> </a:t>
            </a:r>
            <a:r>
              <a:rPr lang="en-US" altLang="ko-KR" sz="1000">
                <a:solidFill>
                  <a:srgbClr val="000000"/>
                </a:solidFill>
                <a:cs typeface="Arial" pitchFamily="34" charset="0"/>
              </a:rPr>
              <a:t>/ 105</a:t>
            </a:r>
          </a:p>
        </p:txBody>
      </p:sp>
    </p:spTree>
    <p:extLst>
      <p:ext uri="{BB962C8B-B14F-4D97-AF65-F5344CB8AC3E}">
        <p14:creationId xmlns:p14="http://schemas.microsoft.com/office/powerpoint/2010/main" val="28564742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7" r:id="rId1"/>
    <p:sldLayoutId id="2147483928" r:id="rId2"/>
    <p:sldLayoutId id="2147483935" r:id="rId3"/>
    <p:sldLayoutId id="2147483936" r:id="rId4"/>
    <p:sldLayoutId id="2147483945" r:id="rId5"/>
    <p:sldLayoutId id="2147483946" r:id="rId6"/>
    <p:sldLayoutId id="2147483962" r:id="rId7"/>
    <p:sldLayoutId id="2147483963" r:id="rId8"/>
    <p:sldLayoutId id="2147483964" r:id="rId9"/>
    <p:sldLayoutId id="2147483965" r:id="rId10"/>
    <p:sldLayoutId id="2147483966" r:id="rId11"/>
    <p:sldLayoutId id="2147483967" r:id="rId12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1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4722671" y="6650863"/>
            <a:ext cx="460631" cy="153888"/>
          </a:xfrm>
          <a:prstGeom prst="rect">
            <a:avLst/>
          </a:prstGeom>
          <a:noFill/>
        </p:spPr>
        <p:txBody>
          <a:bodyPr wrap="none" lIns="36000" tIns="0" rIns="36000" bIns="0" rtlCol="0">
            <a:spAutoFit/>
          </a:bodyPr>
          <a:lstStyle/>
          <a:p>
            <a:pPr algn="ctr"/>
            <a:fld id="{A54A9921-F004-4FEA-AF7B-4D114F7E353D}" type="slidenum">
              <a:rPr lang="ko-KR" altLang="en-US" sz="1000" b="1" smtClean="0">
                <a:solidFill>
                  <a:srgbClr val="000000"/>
                </a:solidFill>
                <a:cs typeface="Arial" pitchFamily="34" charset="0"/>
              </a:rPr>
              <a:pPr algn="ctr"/>
              <a:t>‹#›</a:t>
            </a:fld>
            <a:r>
              <a:rPr lang="ko-KR" altLang="en-US" sz="1000">
                <a:solidFill>
                  <a:srgbClr val="000000"/>
                </a:solidFill>
                <a:cs typeface="Arial" pitchFamily="34" charset="0"/>
              </a:rPr>
              <a:t> </a:t>
            </a:r>
            <a:r>
              <a:rPr lang="en-US" altLang="ko-KR" sz="1000">
                <a:solidFill>
                  <a:srgbClr val="000000"/>
                </a:solidFill>
                <a:cs typeface="Arial" pitchFamily="34" charset="0"/>
              </a:rPr>
              <a:t>/ 105</a:t>
            </a:r>
          </a:p>
        </p:txBody>
      </p:sp>
    </p:spTree>
    <p:extLst>
      <p:ext uri="{BB962C8B-B14F-4D97-AF65-F5344CB8AC3E}">
        <p14:creationId xmlns:p14="http://schemas.microsoft.com/office/powerpoint/2010/main" val="7670518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2" r:id="rId1"/>
    <p:sldLayoutId id="2147483958" r:id="rId2"/>
    <p:sldLayoutId id="2147483959" r:id="rId3"/>
    <p:sldLayoutId id="2147483960" r:id="rId4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1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600204"/>
            <a:ext cx="89154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00" y="6356354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9AA2CE39-3A3D-47C9-8337-D19B89C86E93}" type="datetimeFigureOut">
              <a:rPr kumimoji="1" lang="ko-KR" altLang="en-US" b="1" smtClean="0">
                <a:solidFill>
                  <a:prstClr val="black">
                    <a:tint val="75000"/>
                  </a:prstClr>
                </a:solidFill>
                <a:latin typeface="Arial" charset="0"/>
                <a:ea typeface="굴림" charset="-127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2026-07-28</a:t>
            </a:fld>
            <a:endParaRPr kumimoji="1" lang="ko-KR" altLang="en-US" b="1">
              <a:solidFill>
                <a:prstClr val="black">
                  <a:tint val="75000"/>
                </a:prstClr>
              </a:solidFill>
              <a:latin typeface="Arial" charset="0"/>
              <a:ea typeface="굴림" charset="-127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50" y="6356354"/>
            <a:ext cx="31369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kumimoji="1" lang="ko-KR" altLang="en-US" b="1">
              <a:solidFill>
                <a:prstClr val="black">
                  <a:tint val="75000"/>
                </a:prstClr>
              </a:solidFill>
              <a:latin typeface="Arial" charset="0"/>
              <a:ea typeface="굴림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0" y="6356354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D808F9AC-8204-46FA-B808-449C59A80C80}" type="slidenum">
              <a:rPr kumimoji="1" lang="ko-KR" altLang="en-US" b="1" smtClean="0">
                <a:solidFill>
                  <a:prstClr val="black">
                    <a:tint val="75000"/>
                  </a:prstClr>
                </a:solidFill>
                <a:latin typeface="Arial" charset="0"/>
                <a:ea typeface="굴림" charset="-127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kumimoji="1" lang="ko-KR" altLang="en-US" b="1">
              <a:solidFill>
                <a:prstClr val="black">
                  <a:tint val="75000"/>
                </a:prstClr>
              </a:solidFill>
              <a:latin typeface="Arial" charset="0"/>
              <a:ea typeface="굴림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316055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9" r:id="rId1"/>
    <p:sldLayoutId id="2147483950" r:id="rId2"/>
  </p:sldLayoutIdLst>
  <p:txStyles>
    <p:titleStyle>
      <a:lvl1pPr algn="ctr" defTabSz="914395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898" indent="-342898" algn="l" defTabSz="914395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46" indent="-285748" algn="l" defTabSz="914395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93" indent="-228598" algn="l" defTabSz="914395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91" indent="-228598" algn="l" defTabSz="914395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88" indent="-228598" algn="l" defTabSz="914395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85" indent="-228598" algn="l" defTabSz="914395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83" indent="-228598" algn="l" defTabSz="914395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80" indent="-228598" algn="l" defTabSz="914395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77" indent="-228598" algn="l" defTabSz="914395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98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95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92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89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87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85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81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79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.emf"/><Relationship Id="rId4" Type="http://schemas.openxmlformats.org/officeDocument/2006/relationships/package" Target="../embeddings/Microsoft_PowerPoint_Presentation.pptx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1.sv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3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3.xml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Relationship Id="rId5" Type="http://schemas.openxmlformats.org/officeDocument/2006/relationships/chart" Target="../charts/chart5.xml"/><Relationship Id="rId4" Type="http://schemas.openxmlformats.org/officeDocument/2006/relationships/chart" Target="../charts/chart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7" Type="http://schemas.openxmlformats.org/officeDocument/2006/relationships/image" Target="../media/image29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3.xml"/><Relationship Id="rId6" Type="http://schemas.microsoft.com/office/2014/relationships/chartEx" Target="../charts/chartEx2.xml"/><Relationship Id="rId5" Type="http://schemas.openxmlformats.org/officeDocument/2006/relationships/image" Target="../media/image28.png"/><Relationship Id="rId4" Type="http://schemas.microsoft.com/office/2014/relationships/chartEx" Target="../charts/chartEx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5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4" Type="http://schemas.openxmlformats.org/officeDocument/2006/relationships/image" Target="../media/image42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3.png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61.png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63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3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png"/><Relationship Id="rId3" Type="http://schemas.openxmlformats.org/officeDocument/2006/relationships/notesSlide" Target="../notesSlides/notesSlide58.xml"/><Relationship Id="rId7" Type="http://schemas.openxmlformats.org/officeDocument/2006/relationships/image" Target="../media/image66.png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65.png"/><Relationship Id="rId5" Type="http://schemas.openxmlformats.org/officeDocument/2006/relationships/image" Target="../media/image64.emf"/><Relationship Id="rId4" Type="http://schemas.openxmlformats.org/officeDocument/2006/relationships/package" Target="../embeddings/Microsoft_Excel_Worksheet.xlsx"/><Relationship Id="rId9" Type="http://schemas.openxmlformats.org/officeDocument/2006/relationships/image" Target="../media/image68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1.pn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0.xml"/><Relationship Id="rId7" Type="http://schemas.openxmlformats.org/officeDocument/2006/relationships/image" Target="../media/image75.emf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3.vml"/><Relationship Id="rId6" Type="http://schemas.openxmlformats.org/officeDocument/2006/relationships/package" Target="../embeddings/Microsoft_Excel_Worksheet1.xlsx"/><Relationship Id="rId5" Type="http://schemas.openxmlformats.org/officeDocument/2006/relationships/image" Target="../media/image77.png"/><Relationship Id="rId4" Type="http://schemas.openxmlformats.org/officeDocument/2006/relationships/image" Target="../media/image76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81.png"/><Relationship Id="rId4" Type="http://schemas.openxmlformats.org/officeDocument/2006/relationships/image" Target="../media/image80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png"/><Relationship Id="rId3" Type="http://schemas.openxmlformats.org/officeDocument/2006/relationships/image" Target="../media/image82.png"/><Relationship Id="rId7" Type="http://schemas.openxmlformats.org/officeDocument/2006/relationships/image" Target="../media/image86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85.png"/><Relationship Id="rId5" Type="http://schemas.openxmlformats.org/officeDocument/2006/relationships/image" Target="../media/image84.png"/><Relationship Id="rId4" Type="http://schemas.openxmlformats.org/officeDocument/2006/relationships/image" Target="../media/image83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89.pn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91.png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94.png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5.png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3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98.png"/><Relationship Id="rId4" Type="http://schemas.openxmlformats.org/officeDocument/2006/relationships/image" Target="../media/image97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04.png"/><Relationship Id="rId4" Type="http://schemas.openxmlformats.org/officeDocument/2006/relationships/image" Target="../media/image103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07.png"/><Relationship Id="rId4" Type="http://schemas.openxmlformats.org/officeDocument/2006/relationships/image" Target="../media/image106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1.png"/><Relationship Id="rId5" Type="http://schemas.openxmlformats.org/officeDocument/2006/relationships/image" Target="../media/image110.png"/><Relationship Id="rId4" Type="http://schemas.openxmlformats.org/officeDocument/2006/relationships/image" Target="../media/image109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emf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14.png"/><Relationship Id="rId4" Type="http://schemas.openxmlformats.org/officeDocument/2006/relationships/image" Target="../media/image113.pn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7.png"/><Relationship Id="rId4" Type="http://schemas.openxmlformats.org/officeDocument/2006/relationships/image" Target="../media/image116.png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3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png"/><Relationship Id="rId3" Type="http://schemas.openxmlformats.org/officeDocument/2006/relationships/image" Target="../media/image118.png"/><Relationship Id="rId7" Type="http://schemas.openxmlformats.org/officeDocument/2006/relationships/image" Target="../media/image122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21.png"/><Relationship Id="rId5" Type="http://schemas.openxmlformats.org/officeDocument/2006/relationships/image" Target="../media/image120.png"/><Relationship Id="rId4" Type="http://schemas.openxmlformats.org/officeDocument/2006/relationships/image" Target="../media/image119.png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3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25.png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27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29.pn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31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" Target="slide107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emf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33.emf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37.png"/><Relationship Id="rId5" Type="http://schemas.openxmlformats.org/officeDocument/2006/relationships/image" Target="../media/image136.png"/><Relationship Id="rId4" Type="http://schemas.openxmlformats.org/officeDocument/2006/relationships/image" Target="../media/image135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40.png"/><Relationship Id="rId4" Type="http://schemas.openxmlformats.org/officeDocument/2006/relationships/image" Target="../media/image13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Oval 232"/>
          <p:cNvSpPr>
            <a:spLocks noChangeArrowheads="1"/>
          </p:cNvSpPr>
          <p:nvPr/>
        </p:nvSpPr>
        <p:spPr bwMode="auto">
          <a:xfrm>
            <a:off x="1091466" y="387350"/>
            <a:ext cx="900000" cy="546100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ko-KR" altLang="en-US"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LG스마트체 Regular"/>
            </a:endParaRPr>
          </a:p>
        </p:txBody>
      </p:sp>
      <p:graphicFrame>
        <p:nvGraphicFramePr>
          <p:cNvPr id="76" name="표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746466"/>
              </p:ext>
            </p:extLst>
          </p:nvPr>
        </p:nvGraphicFramePr>
        <p:xfrm>
          <a:off x="207966" y="503238"/>
          <a:ext cx="2667000" cy="314325"/>
        </p:xfrm>
        <a:graphic>
          <a:graphicData uri="http://schemas.openxmlformats.org/drawingml/2006/table">
            <a:tbl>
              <a:tblPr/>
              <a:tblGrid>
                <a:gridCol w="88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일반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General)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대외비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Confidential)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비밀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Secret)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14" name="Picture 32" descr="솔루션파트너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05775" y="149226"/>
            <a:ext cx="1800225" cy="354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그룹 3"/>
          <p:cNvGrpSpPr/>
          <p:nvPr/>
        </p:nvGrpSpPr>
        <p:grpSpPr>
          <a:xfrm>
            <a:off x="2399926" y="1147803"/>
            <a:ext cx="4897495" cy="2512723"/>
            <a:chOff x="2251828" y="1147803"/>
            <a:chExt cx="4897495" cy="2512723"/>
          </a:xfrm>
        </p:grpSpPr>
        <p:sp>
          <p:nvSpPr>
            <p:cNvPr id="99" name="Text Box 37"/>
            <p:cNvSpPr txBox="1">
              <a:spLocks noChangeArrowheads="1"/>
            </p:cNvSpPr>
            <p:nvPr/>
          </p:nvSpPr>
          <p:spPr bwMode="auto">
            <a:xfrm>
              <a:off x="3138289" y="2568047"/>
              <a:ext cx="3485249" cy="10924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추적솔루션개발팀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제조빅데이터분석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1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제조빅데이터분석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2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</p:txBody>
        </p:sp>
        <p:sp>
          <p:nvSpPr>
            <p:cNvPr id="33" name="제목 1"/>
            <p:cNvSpPr txBox="1">
              <a:spLocks/>
            </p:cNvSpPr>
            <p:nvPr/>
          </p:nvSpPr>
          <p:spPr bwMode="auto">
            <a:xfrm>
              <a:off x="2251828" y="1147803"/>
              <a:ext cx="4897495" cy="584775"/>
            </a:xfrm>
            <a:prstGeom prst="rect">
              <a:avLst/>
            </a:prstGeom>
            <a:solidFill>
              <a:schemeClr val="bg1"/>
            </a:solidFill>
            <a:ln w="12700">
              <a:gradFill>
                <a:gsLst>
                  <a:gs pos="0">
                    <a:schemeClr val="bg1">
                      <a:alpha val="0"/>
                      <a:lumMod val="0"/>
                      <a:lumOff val="100000"/>
                    </a:schemeClr>
                  </a:gs>
                  <a:gs pos="98000">
                    <a:schemeClr val="bg1">
                      <a:alpha val="0"/>
                      <a:lumMod val="0"/>
                      <a:lumOff val="100000"/>
                    </a:schemeClr>
                  </a:gs>
                  <a:gs pos="99000">
                    <a:schemeClr val="tx1"/>
                  </a:gs>
                </a:gsLst>
                <a:lin ang="5400000" scaled="0"/>
              </a:gradFill>
              <a:miter lim="800000"/>
              <a:headEnd/>
              <a:tailEnd/>
            </a:ln>
          </p:spPr>
          <p:txBody>
            <a:bodyPr vert="horz" wrap="non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>
                  <a:solidFill>
                    <a:schemeClr val="tx2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j-cs"/>
                </a:defRPr>
              </a:lvl1pPr>
              <a:lvl2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2pPr>
              <a:lvl3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3pPr>
              <a:lvl4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4pPr>
              <a:lvl5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5pPr>
              <a:lvl6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6pPr>
              <a:lvl7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7pPr>
              <a:lvl8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8pPr>
              <a:lvl9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defRPr/>
              </a:pP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제조</a:t>
              </a:r>
              <a:r>
                <a:rPr lang="en-US" altLang="ko-KR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DX</a:t>
              </a: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솔루션담당</a:t>
              </a:r>
              <a:r>
                <a:rPr lang="en-US" altLang="ko-KR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 </a:t>
              </a: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추진 현황</a:t>
              </a:r>
            </a:p>
          </p:txBody>
        </p:sp>
        <p:sp>
          <p:nvSpPr>
            <p:cNvPr id="34" name="제목 1"/>
            <p:cNvSpPr txBox="1">
              <a:spLocks/>
            </p:cNvSpPr>
            <p:nvPr/>
          </p:nvSpPr>
          <p:spPr bwMode="auto">
            <a:xfrm>
              <a:off x="4406264" y="2173480"/>
              <a:ext cx="588623" cy="369332"/>
            </a:xfrm>
            <a:prstGeom prst="rect">
              <a:avLst/>
            </a:prstGeom>
            <a:solidFill>
              <a:schemeClr val="bg1"/>
            </a:solidFill>
            <a:ln w="12700">
              <a:gradFill>
                <a:gsLst>
                  <a:gs pos="0">
                    <a:schemeClr val="bg1">
                      <a:alpha val="0"/>
                      <a:lumMod val="0"/>
                      <a:lumOff val="100000"/>
                    </a:schemeClr>
                  </a:gs>
                  <a:gs pos="98000">
                    <a:schemeClr val="bg1">
                      <a:alpha val="0"/>
                      <a:lumMod val="0"/>
                      <a:lumOff val="100000"/>
                    </a:schemeClr>
                  </a:gs>
                  <a:gs pos="99000">
                    <a:schemeClr val="tx1"/>
                  </a:gs>
                </a:gsLst>
                <a:lin ang="5400000" scaled="0"/>
              </a:gradFill>
              <a:miter lim="800000"/>
              <a:headEnd/>
              <a:tailEnd/>
            </a:ln>
          </p:spPr>
          <p:txBody>
            <a:bodyPr vert="horz" wrap="non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>
                  <a:solidFill>
                    <a:schemeClr val="tx2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j-cs"/>
                </a:defRPr>
              </a:lvl1pPr>
              <a:lvl2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2pPr>
              <a:lvl3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3pPr>
              <a:lvl4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4pPr>
              <a:lvl5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5pPr>
              <a:lvl6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6pPr>
              <a:lvl7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7pPr>
              <a:lvl8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8pPr>
              <a:lvl9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defRPr/>
              </a:pPr>
              <a:r>
                <a:rPr lang="ko-KR" altLang="en-US" sz="18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목차</a:t>
              </a:r>
            </a:p>
          </p:txBody>
        </p:sp>
      </p:grpSp>
      <p:sp>
        <p:nvSpPr>
          <p:cNvPr id="3" name="직사각형 2"/>
          <p:cNvSpPr/>
          <p:nvPr/>
        </p:nvSpPr>
        <p:spPr>
          <a:xfrm>
            <a:off x="4646519" y="6494868"/>
            <a:ext cx="622484" cy="3377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788365" y="5250686"/>
            <a:ext cx="3862797" cy="1288993"/>
            <a:chOff x="2990669" y="5250686"/>
            <a:chExt cx="3862797" cy="1288993"/>
          </a:xfrm>
        </p:grpSpPr>
        <p:sp>
          <p:nvSpPr>
            <p:cNvPr id="18" name="Rectangle 32"/>
            <p:cNvSpPr>
              <a:spLocks noChangeArrowheads="1"/>
            </p:cNvSpPr>
            <p:nvPr/>
          </p:nvSpPr>
          <p:spPr bwMode="auto">
            <a:xfrm>
              <a:off x="4300747" y="5574722"/>
              <a:ext cx="1709122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제조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DX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솔루션담당</a:t>
              </a:r>
            </a:p>
          </p:txBody>
        </p:sp>
        <p:sp>
          <p:nvSpPr>
            <p:cNvPr id="19" name="Text Box 34"/>
            <p:cNvSpPr txBox="1">
              <a:spLocks noChangeArrowheads="1"/>
            </p:cNvSpPr>
            <p:nvPr/>
          </p:nvSpPr>
          <p:spPr bwMode="auto">
            <a:xfrm>
              <a:off x="4074217" y="5250686"/>
              <a:ext cx="2162175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1440" tIns="45720" rIns="91440" bIns="45720" anchor="t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2026. 7. 30</a:t>
              </a: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2990669" y="6111503"/>
              <a:ext cx="3862797" cy="428176"/>
              <a:chOff x="2990669" y="6111503"/>
              <a:chExt cx="3862797" cy="428176"/>
            </a:xfrm>
          </p:grpSpPr>
          <p:pic>
            <p:nvPicPr>
              <p:cNvPr id="2" name="그림 1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990669" y="6111503"/>
                <a:ext cx="2180745" cy="428176"/>
              </a:xfrm>
              <a:prstGeom prst="rect">
                <a:avLst/>
              </a:prstGeom>
            </p:spPr>
          </p:pic>
          <p:sp>
            <p:nvSpPr>
              <p:cNvPr id="17" name="Text Box 6"/>
              <p:cNvSpPr txBox="1">
                <a:spLocks noChangeArrowheads="1"/>
              </p:cNvSpPr>
              <p:nvPr/>
            </p:nvSpPr>
            <p:spPr bwMode="auto">
              <a:xfrm>
                <a:off x="5099460" y="6156314"/>
                <a:ext cx="1754006" cy="3385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/ CDO.</a:t>
                </a:r>
                <a:r>
                  <a:rPr lang="ko-KR" altLang="en-US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제조</a:t>
                </a: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DX</a:t>
                </a:r>
                <a:r>
                  <a:rPr lang="ko-KR" altLang="en-US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그룹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5136799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204E77B-AE5C-6E43-90BB-0A0730904D29}"/>
              </a:ext>
            </a:extLst>
          </p:cNvPr>
          <p:cNvSpPr/>
          <p:nvPr/>
        </p:nvSpPr>
        <p:spPr>
          <a:xfrm flipV="1">
            <a:off x="10168777" y="761023"/>
            <a:ext cx="851647" cy="524851"/>
          </a:xfrm>
          <a:prstGeom prst="rect">
            <a:avLst/>
          </a:prstGeom>
          <a:solidFill>
            <a:srgbClr val="FFFF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B8A20CC6-8368-C85A-684F-5FAD84999399}"/>
              </a:ext>
            </a:extLst>
          </p:cNvPr>
          <p:cNvSpPr txBox="1">
            <a:spLocks/>
          </p:cNvSpPr>
          <p:nvPr/>
        </p:nvSpPr>
        <p:spPr>
          <a:xfrm>
            <a:off x="101011" y="85841"/>
            <a:ext cx="366638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ko-KR" altLang="en-US" sz="1800">
                <a:latin typeface="Arial Narrow"/>
                <a:ea typeface="LG스마트체 Regular"/>
              </a:rPr>
              <a:t>추적솔루션개발팀 금주 주요 내용</a:t>
            </a:r>
            <a:r>
              <a:rPr lang="en-US" altLang="ko-KR" sz="1800">
                <a:latin typeface="Arial Narrow"/>
                <a:ea typeface="LG스마트체 Regular"/>
              </a:rPr>
              <a:t>(1/1)</a:t>
            </a:r>
            <a:endParaRPr lang="ko-KR" altLang="en-US" sz="1800">
              <a:latin typeface="Arial Narrow"/>
              <a:ea typeface="LG스마트체 Regular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E758E496-E43F-E63E-68DC-57B3A9888D45}"/>
              </a:ext>
            </a:extLst>
          </p:cNvPr>
          <p:cNvSpPr txBox="1">
            <a:spLocks/>
          </p:cNvSpPr>
          <p:nvPr/>
        </p:nvSpPr>
        <p:spPr>
          <a:xfrm>
            <a:off x="8587686" y="2732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박경찬 팀장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B7E034E-D8A9-82C8-248A-081C16D8586F}"/>
              </a:ext>
            </a:extLst>
          </p:cNvPr>
          <p:cNvSpPr txBox="1"/>
          <p:nvPr/>
        </p:nvSpPr>
        <p:spPr>
          <a:xfrm>
            <a:off x="7902430" y="19660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268985-F59B-9421-1EDC-8785246F6E26}"/>
              </a:ext>
            </a:extLst>
          </p:cNvPr>
          <p:cNvSpPr txBox="1"/>
          <p:nvPr/>
        </p:nvSpPr>
        <p:spPr>
          <a:xfrm>
            <a:off x="38528" y="2331301"/>
            <a:ext cx="9867471" cy="233910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00" b="1"/>
              <a:t>[Data </a:t>
            </a:r>
            <a:r>
              <a:rPr lang="ko-KR" altLang="en-US" sz="1000" b="1"/>
              <a:t>활용 기술개발</a:t>
            </a:r>
            <a:r>
              <a:rPr lang="en-US" altLang="ko-KR" sz="1000" b="1"/>
              <a:t>] </a:t>
            </a:r>
            <a:r>
              <a:rPr lang="ko-KR" altLang="en-US" sz="1000" b="1"/>
              <a:t>추적데이터 활용</a:t>
            </a:r>
            <a:r>
              <a:rPr lang="en-US" altLang="ko-KR" sz="1000" b="1"/>
              <a:t>, </a:t>
            </a:r>
            <a:r>
              <a:rPr lang="ko-KR" altLang="en-US" sz="1000" b="1"/>
              <a:t>반제품 투입경로 지정</a:t>
            </a:r>
            <a:r>
              <a:rPr lang="ko-KR" altLang="en-US" sz="1000"/>
              <a:t>     </a:t>
            </a:r>
            <a:r>
              <a:rPr lang="en-US" altLang="ko-KR" sz="1000"/>
              <a:t>*</a:t>
            </a:r>
            <a:r>
              <a:rPr lang="ko-KR" altLang="en-US" sz="1000"/>
              <a:t>검토과제별로 효과 명확화 시</a:t>
            </a:r>
            <a:r>
              <a:rPr lang="en-US" altLang="ko-KR" sz="1000"/>
              <a:t>, </a:t>
            </a:r>
            <a:r>
              <a:rPr lang="ko-KR" altLang="en-US" sz="1000"/>
              <a:t>법인논의 후 수평전개 </a:t>
            </a:r>
            <a:r>
              <a:rPr lang="en-US" altLang="ko-KR" sz="1000"/>
              <a:t>(</a:t>
            </a:r>
            <a:r>
              <a:rPr lang="ko-KR" altLang="en-US" sz="1000"/>
              <a:t>협업 </a:t>
            </a:r>
            <a:r>
              <a:rPr lang="en-US" altLang="ko-KR" sz="1000"/>
              <a:t>w/ </a:t>
            </a:r>
            <a:r>
              <a:rPr lang="ko-KR" altLang="en-US" sz="1000"/>
              <a:t>공정</a:t>
            </a:r>
            <a:r>
              <a:rPr lang="en-US" altLang="ko-KR" sz="1000"/>
              <a:t>DX</a:t>
            </a:r>
            <a:r>
              <a:rPr lang="ko-KR" altLang="en-US" sz="1000"/>
              <a:t>팀</a:t>
            </a:r>
            <a:r>
              <a:rPr lang="en-US" altLang="ko-KR" sz="1000"/>
              <a:t>, </a:t>
            </a:r>
            <a:r>
              <a:rPr lang="ko-KR" altLang="en-US" sz="1000"/>
              <a:t>생산물류 </a:t>
            </a:r>
            <a:r>
              <a:rPr lang="en-US" altLang="ko-KR" sz="1000"/>
              <a:t>PI</a:t>
            </a:r>
            <a:r>
              <a:rPr lang="ko-KR" altLang="en-US" sz="1000"/>
              <a:t>팀</a:t>
            </a:r>
            <a:r>
              <a:rPr lang="en-US" altLang="ko-KR" sz="1000"/>
              <a:t>, MES</a:t>
            </a:r>
            <a:r>
              <a:rPr lang="ko-KR" altLang="en-US" sz="1000"/>
              <a:t>팀</a:t>
            </a:r>
            <a:r>
              <a:rPr lang="en-US" altLang="ko-KR" sz="1000"/>
              <a:t>)</a:t>
            </a:r>
            <a:endParaRPr lang="en-US" altLang="ko-KR" sz="500"/>
          </a:p>
          <a:p>
            <a:pPr>
              <a:defRPr/>
            </a:pPr>
            <a:endParaRPr lang="en-US" altLang="ko-KR" sz="500"/>
          </a:p>
          <a:p>
            <a:pPr>
              <a:defRPr/>
            </a:pPr>
            <a:r>
              <a:rPr kumimoji="1" lang="en-US" altLang="ko-KR" sz="10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 </a:t>
            </a:r>
            <a:r>
              <a:rPr kumimoji="1" lang="en-US" altLang="ko-KR" sz="1000" b="1" kern="0" noProof="1">
                <a:cs typeface="Arial"/>
              </a:rPr>
              <a:t>1) </a:t>
            </a:r>
            <a:r>
              <a:rPr kumimoji="1" lang="ko-KR" altLang="en-US" sz="1000" b="1" kern="0" noProof="1">
                <a:cs typeface="Arial"/>
              </a:rPr>
              <a:t>효과확실 예상 과제 </a:t>
            </a:r>
            <a:r>
              <a:rPr kumimoji="1" lang="en-US" altLang="ko-KR" sz="1000" b="1" kern="0" noProof="1">
                <a:cs typeface="Arial"/>
              </a:rPr>
              <a:t>3</a:t>
            </a:r>
            <a:r>
              <a:rPr kumimoji="1" lang="ko-KR" altLang="en-US" sz="1000" b="1" kern="0" noProof="1">
                <a:cs typeface="Arial"/>
              </a:rPr>
              <a:t>건</a:t>
            </a:r>
            <a:r>
              <a:rPr kumimoji="1" lang="en-US" altLang="ko-KR" sz="1000" b="1" kern="0" noProof="1">
                <a:cs typeface="Arial"/>
              </a:rPr>
              <a:t>, WA</a:t>
            </a:r>
            <a:r>
              <a:rPr kumimoji="1" lang="ko-KR" altLang="en-US" sz="1000" b="1" kern="0" noProof="1">
                <a:cs typeface="Arial"/>
              </a:rPr>
              <a:t>조립</a:t>
            </a:r>
            <a:r>
              <a:rPr kumimoji="1" lang="en-US" altLang="ko-KR" sz="1000" b="1" kern="0" noProof="1">
                <a:cs typeface="Arial"/>
              </a:rPr>
              <a:t>4</a:t>
            </a:r>
            <a:r>
              <a:rPr kumimoji="1" lang="ko-KR" altLang="en-US" sz="1000" b="1" kern="0" noProof="1">
                <a:cs typeface="Arial"/>
              </a:rPr>
              <a:t>동 적용 후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WA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조립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3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동 확산전개 업무 진행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중 입니다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</a:t>
            </a: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   </a:t>
            </a:r>
            <a:r>
              <a:rPr kumimoji="1" lang="en-US" altLang="ko-KR" sz="800" kern="0" noProof="1">
                <a:cs typeface="Arial"/>
              </a:rPr>
              <a:t>*</a:t>
            </a:r>
            <a:r>
              <a:rPr kumimoji="1" lang="ko-KR" altLang="en-US" sz="800" kern="0" noProof="1">
                <a:cs typeface="Arial"/>
              </a:rPr>
              <a:t>기존 주요이력 </a:t>
            </a:r>
            <a:r>
              <a:rPr kumimoji="1" lang="en-US" altLang="ko-KR" sz="800" kern="0" noProof="1">
                <a:cs typeface="Arial"/>
              </a:rPr>
              <a:t>: WA</a:t>
            </a:r>
            <a:r>
              <a:rPr kumimoji="1" lang="ko-KR" altLang="en-US" sz="800" kern="0" noProof="1">
                <a:cs typeface="Arial"/>
              </a:rPr>
              <a:t>조립</a:t>
            </a:r>
            <a:r>
              <a:rPr kumimoji="1" lang="en-US" altLang="ko-KR" sz="800" kern="0" noProof="1">
                <a:cs typeface="Arial"/>
              </a:rPr>
              <a:t>3</a:t>
            </a:r>
            <a:r>
              <a:rPr kumimoji="1" lang="ko-KR" altLang="en-US" sz="800" kern="0" noProof="1">
                <a:cs typeface="Arial"/>
              </a:rPr>
              <a:t>동</a:t>
            </a:r>
            <a:r>
              <a:rPr kumimoji="1" lang="en-US" altLang="ko-KR" sz="800" kern="0" noProof="1">
                <a:cs typeface="Arial"/>
              </a:rPr>
              <a:t>, 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노칭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(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음극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) NG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마킹 </a:t>
            </a:r>
            <a:r>
              <a:rPr kumimoji="1" lang="ko-KR" altLang="en-US" sz="800" kern="0" noProof="1">
                <a:cs typeface="Arial"/>
              </a:rPr>
              <a:t>多 </a:t>
            </a:r>
            <a:r>
              <a:rPr kumimoji="1" lang="en-US" altLang="ko-KR" sz="800" kern="0" noProof="1">
                <a:cs typeface="Arial"/>
              </a:rPr>
              <a:t>Lot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 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하프라미 선별투입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(5/12~)</a:t>
            </a:r>
            <a:r>
              <a:rPr kumimoji="1" lang="en-US" altLang="ko-KR" sz="800" kern="0" noProof="1">
                <a:cs typeface="Arial"/>
              </a:rPr>
              <a:t>, </a:t>
            </a:r>
            <a:r>
              <a:rPr kumimoji="1" lang="ko-KR" altLang="en-US" sz="800" kern="0" noProof="1">
                <a:cs typeface="Arial"/>
              </a:rPr>
              <a:t>음극 유광면 상부방향으로</a:t>
            </a:r>
            <a:r>
              <a:rPr kumimoji="1" lang="en-US" altLang="ko-KR" sz="800" kern="0" noProof="1">
                <a:cs typeface="Arial"/>
              </a:rPr>
              <a:t> </a:t>
            </a:r>
            <a:r>
              <a:rPr kumimoji="1" lang="ko-KR" altLang="en-US" sz="800" kern="0" noProof="1">
                <a:cs typeface="Arial"/>
              </a:rPr>
              <a:t>노칭 선별투입</a:t>
            </a:r>
            <a:r>
              <a:rPr kumimoji="1" lang="en-US" altLang="ko-KR" sz="800" kern="0" noProof="1">
                <a:cs typeface="Arial"/>
              </a:rPr>
              <a:t>(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5/21~)</a:t>
            </a:r>
            <a:br>
              <a:rPr kumimoji="1" lang="en-US" altLang="ko-KR" sz="10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</a:br>
            <a:r>
              <a:rPr kumimoji="1" lang="en-US" altLang="ko-KR" sz="100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   </a:t>
            </a:r>
            <a:r>
              <a:rPr kumimoji="1" lang="en-US" altLang="ko-KR" sz="10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- </a:t>
            </a:r>
            <a:r>
              <a:rPr kumimoji="1" lang="ko-KR" altLang="en-US" sz="10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하프라미 선별투입 </a:t>
            </a:r>
            <a:r>
              <a:rPr kumimoji="1" lang="en-US" altLang="ko-KR" sz="10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: </a:t>
            </a:r>
            <a:r>
              <a:rPr kumimoji="1" lang="en-US" altLang="ko-KR" sz="100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PLC </a:t>
            </a:r>
            <a:r>
              <a:rPr kumimoji="1" lang="ko-KR" altLang="en-US" sz="100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혼입모드 기능 및 물류</a:t>
            </a:r>
            <a:r>
              <a:rPr kumimoji="1" lang="en-US" altLang="ko-KR" sz="100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PI </a:t>
            </a:r>
            <a:r>
              <a:rPr kumimoji="1" lang="ko-KR" altLang="en-US" sz="100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로직개발</a:t>
            </a:r>
            <a:r>
              <a:rPr kumimoji="1" lang="en-US" altLang="ko-KR" sz="100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(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~8/3)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후 인터페이스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Test(8/3~8/7),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선별투입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8/8~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예정 입니다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</a:t>
            </a:r>
            <a:b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</a:b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   - </a:t>
            </a:r>
            <a:r>
              <a:rPr kumimoji="1" lang="ko-KR" altLang="en-US" sz="1000" b="1" kern="0" noProof="1">
                <a:solidFill>
                  <a:srgbClr val="000000"/>
                </a:solidFill>
                <a:cs typeface="Arial"/>
              </a:rPr>
              <a:t>음극 유광면 상부 노칭 선별투입 </a:t>
            </a: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: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조립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3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동 수평전개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(~7/19)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후 기능검증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(~7/31)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진행 중 입니다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</a:t>
            </a: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 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*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양극 미스매치 유사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Lot 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선별투입 경우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, 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음극 유광면 후 순차적용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(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미스매치 차이 최소화→재료교체 후 어깨선 불량개선 목적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)</a:t>
            </a:r>
            <a:endParaRPr kumimoji="1" lang="en-US" altLang="ko-KR" sz="800" i="0" u="none" strike="noStrike" kern="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>
              <a:defRPr/>
            </a:pPr>
            <a:endParaRPr kumimoji="1" lang="en-US" altLang="ko-KR" sz="300" i="0" u="none" strike="noStrike" kern="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>
              <a:defRPr/>
            </a:pP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   </a:t>
            </a: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- MI</a:t>
            </a:r>
            <a:r>
              <a:rPr kumimoji="1" lang="ko-KR" altLang="en-US" sz="1000" b="1" kern="0" noProof="1">
                <a:cs typeface="Arial"/>
              </a:rPr>
              <a:t>법인 확산전개</a:t>
            </a:r>
            <a:r>
              <a:rPr kumimoji="1" lang="ko-KR" altLang="en-US" sz="1000" kern="0" noProof="1">
                <a:cs typeface="Arial"/>
              </a:rPr>
              <a:t>   </a:t>
            </a:r>
            <a:r>
              <a:rPr kumimoji="1" lang="en-US" altLang="ko-KR" sz="800" kern="0" noProof="1">
                <a:cs typeface="Arial"/>
              </a:rPr>
              <a:t>*</a:t>
            </a:r>
            <a:r>
              <a:rPr kumimoji="1" lang="ko-KR" altLang="en-US" sz="800" kern="0" noProof="1">
                <a:cs typeface="Arial"/>
              </a:rPr>
              <a:t>기존 주요이력 </a:t>
            </a:r>
            <a:r>
              <a:rPr kumimoji="1" lang="en-US" altLang="ko-KR" sz="800" kern="0" noProof="1">
                <a:cs typeface="Arial"/>
              </a:rPr>
              <a:t>: </a:t>
            </a:r>
            <a:r>
              <a:rPr kumimoji="1" lang="ko-KR" altLang="en-US" sz="800" kern="0" noProof="1">
                <a:cs typeface="Arial"/>
              </a:rPr>
              <a:t>실무자 대상</a:t>
            </a:r>
            <a:r>
              <a:rPr kumimoji="1" lang="en-US" altLang="ko-KR" sz="800" kern="0" noProof="1">
                <a:cs typeface="Arial"/>
              </a:rPr>
              <a:t> </a:t>
            </a:r>
            <a:r>
              <a:rPr kumimoji="1" lang="ko-KR" altLang="en-US" sz="800" kern="0" noProof="1">
                <a:cs typeface="Arial"/>
              </a:rPr>
              <a:t>설명회 진행</a:t>
            </a:r>
            <a:r>
              <a:rPr kumimoji="1" lang="en-US" altLang="ko-KR" sz="800" kern="0" noProof="1">
                <a:cs typeface="Arial"/>
              </a:rPr>
              <a:t>(6/16).  MI</a:t>
            </a:r>
            <a:r>
              <a:rPr kumimoji="1" lang="ko-KR" altLang="en-US" sz="800" kern="0" noProof="1">
                <a:cs typeface="Arial"/>
              </a:rPr>
              <a:t>법인만 당팀 주도 전개 진행 </a:t>
            </a:r>
            <a:r>
              <a:rPr kumimoji="1" lang="en-US" altLang="ko-KR" sz="800" kern="0" noProof="1">
                <a:cs typeface="Arial"/>
              </a:rPr>
              <a:t>&amp; </a:t>
            </a:r>
            <a:r>
              <a:rPr kumimoji="1" lang="ko-KR" altLang="en-US" sz="800" kern="0" noProof="1">
                <a:cs typeface="Arial"/>
              </a:rPr>
              <a:t>他법인은 법인 자체 진행으로 진행하고 기술가이딩 지원</a:t>
            </a:r>
            <a:br>
              <a:rPr kumimoji="1" lang="en-US" altLang="ko-KR" sz="1000" kern="0" noProof="1">
                <a:cs typeface="Arial"/>
              </a:rPr>
            </a:b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      </a:t>
            </a: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: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유관부서와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법인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/ MES,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물류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,MQ,SPC)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 검토 중으로 적용 항목은 총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4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가지 입니다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  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*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노칭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(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음극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) NG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마킹 </a:t>
            </a:r>
            <a:r>
              <a:rPr kumimoji="1" lang="en-US" altLang="ko-KR" sz="800" kern="0" noProof="1">
                <a:cs typeface="Arial"/>
              </a:rPr>
              <a:t>Lot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 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하프라미 선별투입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, 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미스매치 유사전극 노칭 선별투입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, 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음극 유광면 노칭 선별투입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, SCRAP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cs typeface="Arial"/>
              </a:rPr>
              <a:t>이력전극 노칭 선별투입</a:t>
            </a:r>
            <a:endParaRPr kumimoji="1" lang="en-US" altLang="ko-KR" sz="800" kern="0" noProof="1">
              <a:solidFill>
                <a:srgbClr val="000000"/>
              </a:solidFill>
              <a:cs typeface="Arial"/>
            </a:endParaRPr>
          </a:p>
          <a:p>
            <a:pPr>
              <a:defRPr/>
            </a:pP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         투자비 검토 하였고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(~7/21,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총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3,300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만원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(SPC 478, MQ I/F 320, MES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1,560,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 물류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988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만원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)), MI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법인과 비용처리 논의 중 입니다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.(MI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법인 자체비용으로 처리 예상됨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)</a:t>
            </a:r>
            <a:br>
              <a:rPr kumimoji="1" lang="en-US" altLang="ko-KR" sz="1000" kern="0" noProof="1">
                <a:solidFill>
                  <a:srgbClr val="000000"/>
                </a:solidFill>
                <a:cs typeface="Arial"/>
              </a:rPr>
            </a:b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         SW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개발 일정은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~9/16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완료 예상 됩니다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 </a:t>
            </a:r>
            <a:r>
              <a:rPr kumimoji="1" lang="en-US" altLang="ko-KR" sz="800" kern="0" noProof="1">
                <a:cs typeface="Arial"/>
              </a:rPr>
              <a:t>(MES ~9/1, </a:t>
            </a:r>
            <a:r>
              <a:rPr kumimoji="1" lang="ko-KR" altLang="en-US" sz="800" kern="0" noProof="1">
                <a:cs typeface="Arial"/>
              </a:rPr>
              <a:t>물류 </a:t>
            </a:r>
            <a:r>
              <a:rPr kumimoji="1" lang="en-US" altLang="ko-KR" sz="800" kern="0" noProof="1">
                <a:cs typeface="Arial"/>
              </a:rPr>
              <a:t>~9/16. </a:t>
            </a:r>
            <a:r>
              <a:rPr kumimoji="1" lang="ko-KR" altLang="en-US" sz="800" kern="0" noProof="1">
                <a:cs typeface="Arial"/>
              </a:rPr>
              <a:t>일정 단축에 대해 </a:t>
            </a:r>
            <a:r>
              <a:rPr kumimoji="1" lang="en-US" altLang="ko-KR" sz="800" kern="0" noProof="1">
                <a:cs typeface="Arial"/>
              </a:rPr>
              <a:t>MI</a:t>
            </a:r>
            <a:r>
              <a:rPr kumimoji="1" lang="ko-KR" altLang="en-US" sz="800" kern="0" noProof="1">
                <a:cs typeface="Arial"/>
              </a:rPr>
              <a:t>법인과 함께 </a:t>
            </a:r>
            <a:r>
              <a:rPr kumimoji="1" lang="en-US" altLang="ko-KR" sz="800" kern="0" noProof="1">
                <a:cs typeface="Arial"/>
              </a:rPr>
              <a:t>MES PI</a:t>
            </a:r>
            <a:r>
              <a:rPr kumimoji="1" lang="ko-KR" altLang="en-US" sz="800" kern="0" noProof="1">
                <a:cs typeface="Arial"/>
              </a:rPr>
              <a:t>측으로 지속 요청 예정</a:t>
            </a:r>
            <a:r>
              <a:rPr kumimoji="1" lang="en-US" altLang="ko-KR" sz="800" kern="0" noProof="1">
                <a:cs typeface="Arial"/>
              </a:rPr>
              <a:t>. SPC </a:t>
            </a:r>
            <a:r>
              <a:rPr kumimoji="1" lang="ko-KR" altLang="en-US" sz="800" kern="0" noProof="1">
                <a:cs typeface="Arial"/>
              </a:rPr>
              <a:t>및 </a:t>
            </a:r>
            <a:r>
              <a:rPr kumimoji="1" lang="en-US" altLang="ko-KR" sz="800" kern="0" noProof="1">
                <a:cs typeface="Arial"/>
              </a:rPr>
              <a:t>MQ Interface </a:t>
            </a:r>
            <a:r>
              <a:rPr kumimoji="1" lang="ko-KR" altLang="en-US" sz="800" kern="0" noProof="1">
                <a:cs typeface="Arial"/>
              </a:rPr>
              <a:t>부분은 그 전에 개발 완료로 이상없음</a:t>
            </a:r>
            <a:r>
              <a:rPr kumimoji="1" lang="en-US" altLang="ko-KR" sz="800" kern="0" noProof="1">
                <a:cs typeface="Arial"/>
              </a:rPr>
              <a:t>)</a:t>
            </a:r>
            <a:br>
              <a:rPr kumimoji="1" lang="en-US" altLang="ko-KR" sz="500" kern="0" noProof="1">
                <a:solidFill>
                  <a:srgbClr val="000000"/>
                </a:solidFill>
                <a:cs typeface="Arial"/>
              </a:rPr>
            </a:br>
            <a:endParaRPr kumimoji="1" lang="en-US" altLang="ko-KR" sz="500" i="0" u="none" strike="noStrike" kern="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>
              <a:defRPr/>
            </a:pP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 </a:t>
            </a:r>
            <a:r>
              <a:rPr kumimoji="1" lang="en-US" altLang="ko-KR" sz="1000" b="1" kern="0" noProof="1">
                <a:cs typeface="Arial"/>
              </a:rPr>
              <a:t>2) </a:t>
            </a:r>
            <a:r>
              <a:rPr kumimoji="1" lang="ko-KR" altLang="en-US" sz="1000" b="1" kern="0" noProof="1">
                <a:cs typeface="Arial"/>
              </a:rPr>
              <a:t>코터 로딩량</a:t>
            </a:r>
            <a:r>
              <a:rPr kumimoji="1" lang="en-US" altLang="ko-KR" sz="1000" b="1" kern="0" noProof="1">
                <a:cs typeface="Arial"/>
              </a:rPr>
              <a:t>(OS/DS)</a:t>
            </a:r>
            <a:r>
              <a:rPr kumimoji="1" lang="ko-KR" altLang="en-US" sz="1000" b="1" kern="0" noProof="1">
                <a:cs typeface="Arial"/>
              </a:rPr>
              <a:t> 유사</a:t>
            </a:r>
            <a:r>
              <a:rPr kumimoji="1" lang="en-US" altLang="ko-KR" sz="1000" b="1" kern="0" noProof="1">
                <a:cs typeface="Arial"/>
              </a:rPr>
              <a:t> </a:t>
            </a:r>
            <a:r>
              <a:rPr kumimoji="1" lang="ko-KR" altLang="en-US" sz="1000" b="1" kern="0" noProof="1">
                <a:cs typeface="Arial"/>
              </a:rPr>
              <a:t>전극 롤프레스 선별투입</a:t>
            </a:r>
            <a:r>
              <a:rPr kumimoji="1" lang="en-US" altLang="ko-KR" sz="1000" b="1" kern="0" noProof="1">
                <a:cs typeface="Arial"/>
              </a:rPr>
              <a:t>(</a:t>
            </a:r>
            <a:r>
              <a:rPr kumimoji="1" lang="ko-KR" altLang="en-US" sz="1000" b="1" kern="0" noProof="1">
                <a:cs typeface="Arial"/>
              </a:rPr>
              <a:t>롤프레스 너울</a:t>
            </a:r>
            <a:r>
              <a:rPr kumimoji="1" lang="en-US" altLang="ko-KR" sz="1000" b="1" kern="0" noProof="1">
                <a:cs typeface="Arial"/>
              </a:rPr>
              <a:t>/</a:t>
            </a:r>
            <a:r>
              <a:rPr kumimoji="1" lang="ko-KR" altLang="en-US" sz="1000" b="1" kern="0" noProof="1">
                <a:cs typeface="Arial"/>
              </a:rPr>
              <a:t>단선 개선 관련 사항</a:t>
            </a:r>
            <a:r>
              <a:rPr kumimoji="1" lang="en-US" altLang="ko-KR" sz="1000" b="1" kern="0" noProof="1">
                <a:cs typeface="Arial"/>
              </a:rPr>
              <a:t>)</a:t>
            </a:r>
            <a:br>
              <a:rPr kumimoji="1" lang="en-US" altLang="ko-KR" sz="1000" kern="0" noProof="1">
                <a:cs typeface="Arial"/>
              </a:rPr>
            </a:b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  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- WA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전극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2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동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7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라인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(E77A) 6/25~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적용했으나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,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작업자가 대부분 전극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Lot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을 수동으로 투입하고 있어서 법인에 조치 요청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(6/29~)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하였고 지속 소통 하였고 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(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*수동 투입사유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: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불량전극 생산 막바지에 몰아서 투입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)</a:t>
            </a:r>
            <a:br>
              <a:rPr kumimoji="1" lang="en-US" altLang="ko-KR" sz="1000" kern="0" noProof="1">
                <a:solidFill>
                  <a:srgbClr val="000000"/>
                </a:solidFill>
                <a:cs typeface="Arial"/>
              </a:rPr>
            </a:b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      7/16~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수동투입을 사용하지 않고 로딩량 유사 전극 선별투입 기능 정상 동작됨을 확인하였습니다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투입량이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(~7/26)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쌓인 후 선별투입 전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/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후 단선발생빈도 개선 여부 분석토록 하겠습니다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.(~7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월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)</a:t>
            </a:r>
            <a:br>
              <a:rPr kumimoji="1" lang="en-US" altLang="ko-KR" sz="300" kern="0" noProof="1">
                <a:solidFill>
                  <a:srgbClr val="000000"/>
                </a:solidFill>
                <a:cs typeface="Arial"/>
              </a:rPr>
            </a:br>
            <a:br>
              <a:rPr kumimoji="1" lang="en-US" altLang="ko-KR" sz="300" kern="0" noProof="1">
                <a:solidFill>
                  <a:srgbClr val="000000"/>
                </a:solidFill>
                <a:cs typeface="Arial"/>
              </a:rPr>
            </a:b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   </a:t>
            </a: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- WA</a:t>
            </a:r>
            <a:r>
              <a:rPr kumimoji="1" lang="ko-KR" altLang="en-US" sz="1000" b="1" kern="0" noProof="1">
                <a:solidFill>
                  <a:srgbClr val="000000"/>
                </a:solidFill>
                <a:cs typeface="Arial"/>
              </a:rPr>
              <a:t>롤프레스 전체호기 확산 관련하여</a:t>
            </a: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 </a:t>
            </a:r>
            <a:r>
              <a:rPr kumimoji="1" lang="ko-KR" altLang="en-US" sz="1000" b="1" kern="0" noProof="1">
                <a:solidFill>
                  <a:srgbClr val="000000"/>
                </a:solidFill>
                <a:cs typeface="Arial"/>
              </a:rPr>
              <a:t>유관부서 논의 중 입니다</a:t>
            </a:r>
            <a:r>
              <a:rPr kumimoji="1" lang="en-US" altLang="ko-KR" sz="1000" b="1" kern="0" noProof="1">
                <a:solidFill>
                  <a:srgbClr val="000000"/>
                </a:solidFill>
                <a:cs typeface="Arial"/>
              </a:rPr>
              <a:t>.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전극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1,2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동은 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APC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에서 데이터 수집만 하면 적용가능한 상황으로 유관부서와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(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생산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DX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추진팀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,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공정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DX,RSND</a:t>
            </a:r>
            <a:r>
              <a:rPr kumimoji="1" lang="ko-KR" altLang="en-US" sz="800" kern="0" noProof="1">
                <a:solidFill>
                  <a:srgbClr val="000000"/>
                </a:solidFill>
                <a:cs typeface="Arial"/>
              </a:rPr>
              <a:t>자보정</a:t>
            </a:r>
            <a:r>
              <a:rPr kumimoji="1" lang="en-US" altLang="ko-KR" sz="800" kern="0" noProof="1">
                <a:solidFill>
                  <a:srgbClr val="000000"/>
                </a:solidFill>
                <a:cs typeface="Arial"/>
              </a:rPr>
              <a:t>)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일정 논의 중 입니다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</a:t>
            </a:r>
            <a:br>
              <a:rPr kumimoji="1" lang="en-US" altLang="ko-KR" sz="1000" kern="0" noProof="1">
                <a:solidFill>
                  <a:srgbClr val="000000"/>
                </a:solidFill>
                <a:cs typeface="Arial"/>
              </a:rPr>
            </a:b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    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전극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3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동은 추가로 물류로직 개발도 필요한 상황으로 물류로직 개발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(0.1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억원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) </a:t>
            </a:r>
            <a:r>
              <a:rPr kumimoji="1" lang="ko-KR" altLang="en-US" sz="1000" kern="0" noProof="1">
                <a:solidFill>
                  <a:srgbClr val="000000"/>
                </a:solidFill>
                <a:cs typeface="Arial"/>
              </a:rPr>
              <a:t>투자집행 예정 입니다</a:t>
            </a:r>
            <a:r>
              <a:rPr kumimoji="1" lang="en-US" altLang="ko-KR" sz="1000" kern="0" noProof="1">
                <a:solidFill>
                  <a:srgbClr val="000000"/>
                </a:solidFill>
                <a:cs typeface="Arial"/>
              </a:rPr>
              <a:t>.</a:t>
            </a:r>
            <a:endParaRPr kumimoji="1" lang="en-US" altLang="ko-KR" sz="1000" i="0" u="none" strike="noStrike" kern="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794D852-C408-1192-9B7E-57EA086C9A71}"/>
              </a:ext>
            </a:extLst>
          </p:cNvPr>
          <p:cNvSpPr txBox="1"/>
          <p:nvPr/>
        </p:nvSpPr>
        <p:spPr>
          <a:xfrm>
            <a:off x="38100" y="4762886"/>
            <a:ext cx="9843520" cy="198515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[AX </a:t>
            </a:r>
            <a:r>
              <a:rPr kumimoji="0" lang="ko-KR" altLang="en-US" sz="1000" b="1" i="0" u="none" strike="noStrike" kern="120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활용 기술개발</a:t>
            </a:r>
            <a:r>
              <a:rPr kumimoji="0" lang="en-US" altLang="ko-KR" sz="1000" b="1" i="0" u="none" strike="noStrike" kern="120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라미 수율 자동분석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AI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모듈 개발</a:t>
            </a:r>
            <a:endParaRPr kumimoji="0" lang="en-US" altLang="ko-KR" sz="5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1) 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주요사양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① 공정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설비 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분석을 통한 라미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 자동분석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+ 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라인별 튜닝없이 사용 가능한 범용 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모듈 개발   ② 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Daily 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 자동분석 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 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및 </a:t>
            </a:r>
            <a:r>
              <a:rPr kumimoji="1" lang="en-US" altLang="ko-KR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LLM ChatBot </a:t>
            </a:r>
            <a:r>
              <a:rPr kumimoji="1" lang="ko-KR" altLang="en-US" sz="9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제공을 통한 질의응답 기능</a:t>
            </a:r>
            <a:endParaRPr kumimoji="1" lang="en-US" altLang="ko-KR" sz="300" b="0" i="0" u="none" strike="noStrike" kern="0" cap="none" spc="0" normalizeH="0" baseline="0" noProof="1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2) </a:t>
            </a:r>
            <a:r>
              <a:rPr kumimoji="1" lang="ko-KR" altLang="en-US" sz="10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진행사항   </a:t>
            </a:r>
            <a:r>
              <a:rPr kumimoji="1" lang="en-US" altLang="ko-KR" sz="10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</a:t>
            </a:r>
            <a:r>
              <a:rPr kumimoji="1" lang="en-US" altLang="ko-KR" sz="1000" b="1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(Core XAI Engine </a:t>
            </a:r>
            <a:r>
              <a:rPr kumimoji="1" lang="ko-KR" altLang="en-US" sz="1000" b="1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개발</a:t>
            </a:r>
            <a:r>
              <a:rPr kumimoji="1" lang="en-US" altLang="ko-KR" sz="1000" b="1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    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*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주요이력 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2/26 1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차 검수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위치불량 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Drill Down WF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동일 수준 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</a:t>
            </a:r>
            <a:r>
              <a:rPr kumimoji="1" lang="ko-KR" altLang="en-US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구현</a:t>
            </a:r>
            <a:r>
              <a:rPr kumimoji="1" lang="en-US" altLang="ko-KR" sz="80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), 3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/20 2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차 검수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위치불량 중 언노운에 대한 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SPC 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이미지 연계분석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모노셀 외관불량 발생위치 특정화 분석 점검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endParaRPr kumimoji="1" lang="en-US" altLang="ko-KR" sz="1000" i="0" u="none" strike="noStrike" kern="0" cap="none" spc="0" normalizeH="0" baseline="0" noProof="1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</a:t>
            </a:r>
            <a:r>
              <a:rPr kumimoji="1" lang="en-US" altLang="ko-KR" sz="1000" b="1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kumimoji="1" lang="en-US" altLang="ko-KR" sz="9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kumimoji="1" lang="ko-KR" altLang="en-US" sz="1000" b="1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① </a:t>
            </a:r>
            <a:r>
              <a:rPr kumimoji="1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예측모델 성능 보완</a:t>
            </a:r>
            <a:r>
              <a:rPr kumimoji="1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위치불량 원인 인자 선정 및 권고 조치 사항 매칭 오류</a:t>
            </a:r>
            <a:r>
              <a:rPr kumimoji="1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</a:t>
            </a:r>
            <a:br>
              <a:rPr kumimoji="1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</a:br>
            <a:r>
              <a:rPr kumimoji="1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                                </a:t>
            </a:r>
            <a:r>
              <a:rPr kumimoji="1" lang="ko-KR" altLang="en-US" sz="1000" b="0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→ 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원인 분석 모델 개발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(6/26)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 후 불량 원인에 대해 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B-LEX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문서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, 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제조빅데이터분석팀 분석 자료 등의 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RAG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기반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 개선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/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조치 내용을 생성하도록 성능 보완 하였습니다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.(6/30)</a:t>
            </a:r>
            <a:b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</a:b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                                          *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조립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FDC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와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 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자동보정의 실제 개선 사례 기반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,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 개선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/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조치 내용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 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자료 추가</a:t>
            </a:r>
            <a:r>
              <a:rPr kumimoji="1" lang="en-US" altLang="ko-KR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(7/10) </a:t>
            </a:r>
            <a:r>
              <a:rPr kumimoji="1" lang="ko-KR" altLang="en-US" sz="1000" spc="-20" baseline="0" noProof="1">
                <a:solidFill>
                  <a:srgbClr val="000000"/>
                </a:solidFill>
                <a:latin typeface="Arial Narrow" panose="020B0606020202030204" pitchFamily="34" charset="0"/>
                <a:ea typeface="+mn-ea"/>
              </a:rPr>
              <a:t>후 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Report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내 권고 조치 및 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Chat Bot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질의응답 가능함 확인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(7/15)</a:t>
            </a:r>
            <a:endParaRPr kumimoji="1" lang="en-US" altLang="ko-KR" sz="1000" spc="-20" baseline="0" noProof="1">
              <a:solidFill>
                <a:srgbClr val="000000"/>
              </a:solidFill>
              <a:latin typeface="Arial Narrow" panose="020B0606020202030204" pitchFamily="34" charset="0"/>
              <a:ea typeface="+mn-ea"/>
            </a:endParaRPr>
          </a:p>
          <a:p>
            <a:pPr>
              <a:defRPr/>
            </a:pP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② 검수는 임의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5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 일자 수율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 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기준으로 위치불량 분석 결과 및 챗봇 기능 평가를 총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차례에 걸쳐 진행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하였습니다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(*1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차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6/24, 13-1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 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  2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차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6/30, 13-2,3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b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③ 불량 원인 분석 중 신규 수집 설비 동작 제어 데이터 기반의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X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축 불량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EPC Actuator Data 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산포 기반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Y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축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분석 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Solution </a:t>
            </a:r>
            <a:r>
              <a:rPr kumimoji="1" lang="ko-KR" altLang="en-US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적용하며 고도화 중입니다</a:t>
            </a:r>
            <a: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(~7/31)</a:t>
            </a:r>
            <a:br>
              <a:rPr kumimoji="1" lang="en-US" altLang="ko-KR" sz="1000" kern="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-. </a:t>
            </a:r>
            <a:r>
              <a:rPr kumimoji="1" lang="en-US" altLang="ko-KR" sz="1000" b="1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1000" b="1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인프라</a:t>
            </a:r>
            <a:r>
              <a:rPr kumimoji="1" lang="en-US" altLang="ko-KR" sz="1000" b="1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1000" i="0" u="none" strike="noStrike" kern="0" cap="none" spc="-2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다빈치 </a:t>
            </a:r>
            <a:r>
              <a:rPr kumimoji="1" lang="en-US" altLang="ko-KR" sz="1000" i="0" u="none" strike="noStrike" kern="0" cap="none" spc="-2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WA</a:t>
            </a:r>
            <a:r>
              <a:rPr kumimoji="1" lang="ko-KR" altLang="en-US" sz="1000" i="0" u="none" strike="noStrike" kern="0" cap="none" spc="-2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내</a:t>
            </a:r>
            <a:r>
              <a:rPr kumimoji="1" lang="en-US" altLang="ko-KR" sz="1000" i="0" u="none" strike="noStrike" kern="0" cap="none" spc="-20" normalizeH="0" baseline="0" noProof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1000" kern="0" spc="-2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서버셋업</a:t>
            </a:r>
            <a:r>
              <a:rPr kumimoji="1" lang="en-US" altLang="ko-KR" sz="1000" kern="0" spc="-2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(6/3), Agentic Works Interface </a:t>
            </a:r>
            <a:r>
              <a:rPr kumimoji="1" lang="ko-KR" altLang="en-US" sz="1000" kern="0" spc="-2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구축</a:t>
            </a:r>
            <a:r>
              <a:rPr kumimoji="1" lang="en-US" altLang="ko-KR" sz="1000" kern="0" spc="-2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(6/19), 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Core XAI Engine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이관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/Test(6/26)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후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운영 전환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(7/7~)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하였습니다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                        -.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개발 후 운영 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: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자동레포트 및 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AI Bot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은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(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챗봇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),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제조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DX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그룹 내 배포 중이며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(7/13~)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 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1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차 보완 完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(7/20) ▶ ESWA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배포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(7/23~)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후 사용성 평가 등 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2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차 보완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(~7/31) </a:t>
            </a:r>
            <a:r>
              <a:rPr kumimoji="1" lang="ko-KR" altLang="en-US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으로 업무 진행할 예정 입니다</a:t>
            </a:r>
            <a:r>
              <a:rPr kumimoji="1" lang="en-US" altLang="ko-KR" sz="1000" spc="-20" noProof="1">
                <a:solidFill>
                  <a:srgbClr val="000000"/>
                </a:solidFill>
                <a:latin typeface="Arial Narrow" panose="020B0606020202030204" pitchFamily="34" charset="0"/>
              </a:rPr>
              <a:t>.</a:t>
            </a:r>
          </a:p>
          <a:p>
            <a:pPr>
              <a:defRPr/>
            </a:pPr>
            <a:r>
              <a:rPr kumimoji="1" lang="en-US" altLang="ko-KR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                                                                                                    </a:t>
            </a:r>
            <a:r>
              <a:rPr kumimoji="1" lang="ko-KR" altLang="en-US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└ </a:t>
            </a:r>
            <a:r>
              <a:rPr kumimoji="1" lang="en-US" altLang="ko-KR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Daily </a:t>
            </a:r>
            <a:r>
              <a:rPr kumimoji="1" lang="ko-KR" altLang="en-US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배포 </a:t>
            </a:r>
            <a:r>
              <a:rPr kumimoji="1" lang="en-US" altLang="ko-KR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 </a:t>
            </a:r>
            <a:r>
              <a:rPr kumimoji="1" lang="ko-KR" altLang="en-US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제조빅데이터분석</a:t>
            </a:r>
            <a:r>
              <a:rPr kumimoji="1" lang="en-US" altLang="ko-KR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1,2</a:t>
            </a:r>
            <a:r>
              <a:rPr kumimoji="1" lang="ko-KR" altLang="en-US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</a:t>
            </a:r>
            <a:r>
              <a:rPr kumimoji="1" lang="en-US" altLang="ko-KR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조립</a:t>
            </a:r>
            <a:r>
              <a:rPr kumimoji="1" lang="en-US" altLang="ko-KR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FDC</a:t>
            </a:r>
            <a:r>
              <a:rPr kumimoji="1" lang="ko-KR" altLang="en-US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</a:t>
            </a:r>
            <a:r>
              <a:rPr kumimoji="1" lang="en-US" altLang="ko-KR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조립자동보정팀</a:t>
            </a:r>
            <a:r>
              <a:rPr kumimoji="1" lang="en-US" altLang="ko-KR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800" kern="0" spc="-1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자동보정선행개발팀 向</a:t>
            </a:r>
            <a:br>
              <a:rPr kumimoji="1" lang="en-US" altLang="ko-KR" sz="800" kern="0" spc="-2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 spc="-2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-.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북미법인 수평전개는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생산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DX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추진팀과 논의하여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26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년에는 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MI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법인 대상으로 수평전개를 계획하고 있습니다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.(MI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대표라인 개발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(~9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),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잔여라인 수평전개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(~10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), 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안정화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보완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(11</a:t>
            </a:r>
            <a:r>
              <a:rPr kumimoji="1" lang="ko-KR" altLang="en-US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</a:t>
            </a:r>
            <a:r>
              <a:rPr kumimoji="1" lang="en-US" altLang="ko-KR" sz="1000" kern="0" spc="-20" noProof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))</a:t>
            </a:r>
            <a:endParaRPr kumimoji="1" lang="en-US" altLang="ko-KR" sz="1000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035C6F5-D9AC-DC3F-2BA6-14F3EDC59A48}"/>
              </a:ext>
            </a:extLst>
          </p:cNvPr>
          <p:cNvSpPr txBox="1"/>
          <p:nvPr/>
        </p:nvSpPr>
        <p:spPr>
          <a:xfrm>
            <a:off x="38529" y="484492"/>
            <a:ext cx="9843520" cy="175432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00" b="1">
                <a:latin typeface="Arial Narrow"/>
                <a:ea typeface="LG스마트체 Regular"/>
              </a:rPr>
              <a:t>[</a:t>
            </a:r>
            <a:r>
              <a:rPr kumimoji="1" lang="en-US" altLang="ko-KR" sz="1000" b="1" kern="0">
                <a:latin typeface="Arial Narrow"/>
                <a:ea typeface="LG스마트체 Regular"/>
                <a:cs typeface="Arial"/>
              </a:rPr>
              <a:t>Data </a:t>
            </a:r>
            <a:r>
              <a:rPr kumimoji="1" lang="ko-KR" altLang="en-US" sz="1000" b="1" kern="0">
                <a:latin typeface="Arial Narrow"/>
                <a:ea typeface="LG스마트체 Regular"/>
                <a:cs typeface="Arial"/>
              </a:rPr>
              <a:t>활용 기술개발</a:t>
            </a:r>
            <a:r>
              <a:rPr lang="en-US" altLang="ko-KR" sz="1000" b="1">
                <a:latin typeface="Arial Narrow"/>
                <a:ea typeface="LG스마트체 Regular"/>
              </a:rPr>
              <a:t>] </a:t>
            </a:r>
            <a:r>
              <a:rPr lang="ko-KR" altLang="en-US" sz="1000" b="1">
                <a:latin typeface="Arial Narrow"/>
                <a:ea typeface="LG스마트체 Regular"/>
              </a:rPr>
              <a:t>설비동작 신호 및 </a:t>
            </a:r>
            <a:r>
              <a:rPr lang="en-US" altLang="ko-KR" sz="1000" b="1">
                <a:latin typeface="Arial Narrow"/>
                <a:ea typeface="LG스마트체 Regular"/>
              </a:rPr>
              <a:t>Data</a:t>
            </a:r>
            <a:r>
              <a:rPr lang="ko-KR" altLang="en-US" sz="1000" b="1">
                <a:latin typeface="Arial Narrow"/>
                <a:ea typeface="LG스마트체 Regular"/>
              </a:rPr>
              <a:t>를 활용한 셀 단위 분석 기술 개발</a:t>
            </a:r>
            <a:endParaRPr lang="en-US" altLang="ko-KR" sz="500">
              <a:latin typeface="Arial Narrow" panose="020B0606020202030204" pitchFamily="34" charset="0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lang="en-US" altLang="ko-KR" sz="500" b="1">
                <a:latin typeface="Arial Narrow" panose="020B0606020202030204" pitchFamily="34" charset="0"/>
                <a:ea typeface="LG스마트체 Regular"/>
              </a:rPr>
            </a:b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1) 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라미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주요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Unit(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합치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장변실링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파이널컷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정지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재가동 시점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설비제어 동작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Data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중첩 분석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Report (WA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조립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3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동 라미 설비 대상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  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-.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정지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재가동 시점 설비동작 신호 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Data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중첩 분석 기능 개발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(~7/17)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후 라미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수율 분석 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Core XAI Engine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에 기능 탑재 진행 중 입니다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.(~7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월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   *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현재는 별도 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Report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로 확인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활용 가능</a:t>
            </a:r>
            <a:b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</a:b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  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 -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정지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재가동 시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셀 위치별 불량발생 표현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제어 입출력 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Data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항목별 중첩 그래프 표현으로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구체적 문제가 보이게 하는 것으로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제조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DX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그룹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/>
              </a:rPr>
              <a:t>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라미 업무 인원 대상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Report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설명회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(724) </a:t>
            </a:r>
            <a:r>
              <a:rPr kumimoji="0" lang="ko-KR" alt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예정입니다</a:t>
            </a:r>
            <a:r>
              <a:rPr kumimoji="0" lang="en-US" altLang="ko-KR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.</a:t>
            </a:r>
            <a:br>
              <a:rPr kumimoji="0" lang="en-US" altLang="ko-KR" sz="3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</a:br>
            <a:br>
              <a:rPr kumimoji="0" lang="en-US" altLang="ko-KR" sz="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</a:br>
            <a:r>
              <a:rPr lang="en-US" altLang="ko-KR" sz="1000" b="1">
                <a:latin typeface="Arial Narrow" panose="020B0606020202030204" pitchFamily="34" charset="0"/>
                <a:ea typeface="LG스마트체 Regular"/>
              </a:rPr>
              <a:t> 2) </a:t>
            </a:r>
            <a:r>
              <a:rPr kumimoji="1"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라미 중첩 </a:t>
            </a:r>
            <a:r>
              <a:rPr kumimoji="1"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 </a:t>
            </a:r>
            <a:r>
              <a:rPr kumimoji="1"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활용 불량 분석     </a:t>
            </a:r>
            <a:r>
              <a:rPr kumimoji="1" lang="en-US" altLang="ko-KR" sz="8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*</a:t>
            </a:r>
            <a:r>
              <a:rPr kumimoji="1" lang="ko-KR" altLang="en-US" sz="8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기존 주요이력 </a:t>
            </a:r>
            <a:r>
              <a:rPr kumimoji="1" lang="en-US" altLang="ko-KR" sz="8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합치 예측자동보정 누락 개선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(4/19~21, 239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회 정지 중 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80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회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(33%)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반영안됨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개선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(5/29, 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누락無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). 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효과 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합치불량 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13-1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 정지시점 평균 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1.4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회→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0.4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회로 불량감소</a:t>
            </a:r>
            <a: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br>
              <a:rPr kumimoji="1" lang="en-US" altLang="ko-KR" sz="8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-.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하기와 같이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라미 중첩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활용하여 불량 분석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개선 사례를 지속 쌓아가고 있습니다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>
              <a:defRPr/>
            </a:pP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①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합치 예측보정 미반영 신규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Case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확인되어 자동보정에 내용공유 하였고 원인파악 중에 있습니다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 확인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Case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는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Solace→PLC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보정값 누락이며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금번 사항은 셀 거리 산정 로직 오류 입니다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>
              <a:defRPr/>
            </a:pP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② 치수비전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ROI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설정 오류로 인한 오측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NG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확인하여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WA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로 내용 공유하여 개선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(7/20, WA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검사팀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하였습니다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14-1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,20-2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호의 가감속시 치수비전 위치에서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SW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불량이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가감속시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61%,87%)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높은</a:t>
            </a:r>
            <a:b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것이 확인되어 분석결과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감속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정지 후 재가동 첫번째 셀에 대해 지속적인 비전 오측 불량이 발생하고 있었으며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WA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검사팀에 현상 공유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(7/20)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이후 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ROI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조정 조치 되었습니다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.(7/20, WA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검사팀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b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③ 음극 커터 그리퍼 배출부 위치에서 간섭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슬립이 추정되는 호기에 대해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(14-3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21-2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22-3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24-3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호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WA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법인에 공유하여 원인 및 개선 결과 확인 중에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있습니다</a:t>
            </a:r>
            <a:r>
              <a:rPr kumimoji="1"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86642639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0552933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코터 로딩량 활용한 롤프레스 너울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/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단선 개선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(W30)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기능 정상 동작 확인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재료교체 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후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로딩량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기울기 편차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80%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감소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단선 발생 빈도 개선 여부 검증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과제 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DX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(R/P) 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롤프레스 공정 자동보정 제어를 위하여 </a:t>
                      </a:r>
                      <a:r>
                        <a:rPr kumimoji="1" lang="ko-KR" altLang="en-US" sz="900" b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코터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kumimoji="1" lang="ko-KR" altLang="en-US" sz="900" b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로딩량의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Data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를 공정 간 연동하여 실시간 활용하고자 함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. </a:t>
                      </a:r>
                      <a:br>
                        <a:rPr lang="en-US" altLang="ko-KR" sz="900" b="0" kern="0">
                          <a:solidFill>
                            <a:schemeClr val="tx1"/>
                          </a:solidFill>
                          <a:latin typeface="Arial Narrow"/>
                        </a:rPr>
                      </a:br>
                      <a:endParaRPr lang="en-US" altLang="ko-KR" sz="900" b="0" kern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대상 호기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] : ESWA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7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(E77),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(ESS)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1)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수집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웹게이지로부터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수집되는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로딩량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Data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의 위치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좌표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별 수집되는 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로딩량의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산포를 시스템에서 판정할 수 있도록 위치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좌표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)+</a:t>
                      </a:r>
                      <a:r>
                        <a:rPr lang="ko-KR" altLang="en-US" sz="900" b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로딩량을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수집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2)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자동보정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: Lane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별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로딩량의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산포를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18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등분으로 세분화하여 롤프레스 공정에서 너울 및 압연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시 제어하는 자동보정에 활용하여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개선</a:t>
                      </a:r>
                      <a:endParaRPr lang="en-US" altLang="ko-KR" sz="900" b="0" kern="120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3)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물류투입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로딩량의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수치가 유사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Lot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은 선제적으로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Lot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을 선별하여 로딩의 변동폭이 재료교체 시마다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적게하여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 투입하여 추가 개선 </a:t>
                      </a:r>
                      <a:endParaRPr lang="en-US" altLang="ko-KR" sz="900" b="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1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1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900" b="1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1) 1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차 킥오프 미팅 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(w/ RSND 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DX., MES2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물류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PI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: 2/2 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kumimoji="1" lang="en-US" altLang="ko-KR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kumimoji="1" lang="ko-KR" altLang="en-US" sz="9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진행완료</a:t>
                      </a:r>
                      <a:endParaRPr kumimoji="1" lang="en-US" altLang="ko-KR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2)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설비</a:t>
                      </a: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시스템 반영 시 예상 투자비 검토</a:t>
                      </a: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(w/ 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공정</a:t>
                      </a: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DX 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외 협업부서</a:t>
                      </a: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▶ </a:t>
                      </a: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WA 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법인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요청으로 설비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대수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2대 (1-1호기, 7-1호기) → 5대 로 변경 [</a:t>
                      </a: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7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라인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(3대)</a:t>
                      </a: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/1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라인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(2대)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전체</a:t>
                      </a:r>
                      <a:r>
                        <a:rPr kumimoji="1"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5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대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] </a:t>
                      </a:r>
                      <a:r>
                        <a:rPr kumimoji="1"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기준으로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재산출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진행완료</a:t>
                      </a:r>
                      <a:endParaRPr lang="en-US" altLang="ko-KR" sz="900" b="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3) APC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에서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로딩량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전처리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Data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계산 오류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누락 문제 확인되어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RSND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자동보정팀에서 오류 수정 배포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(6/23,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화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완료하였습니다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 </a:t>
                      </a:r>
                      <a:b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4)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로딩량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선별 투입 기능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6/25(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목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활성화하였습니다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하지만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작업자가 모든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LOT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을 수동으로 투입하고 있어서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</a:t>
                      </a:r>
                      <a:b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로딩량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근사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LOT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이 제대로 투입되고 있지 않았습니다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관련하여 법인에 조치 요청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(6/29,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하였습니다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법인 생산팀과 협의 후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7/16(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목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부터 수동 투입 사용하지 않고 있는 상태로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로딩량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선별 투입 기능 정상적으로 동작됨을 확인하였습니다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W30(~7/26)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까지 모니터링한 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선별 투입 적용 전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/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후 로 단선 발생 빈도 개선 여부 분석 예정입니다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29005" y="37612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한기덕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85283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DX_1] 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전극 추적 데이터 활용 공정간 연계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코터 로딩량 활용한 롤프레스 너울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단선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7E9B123-1E21-48F6-86C5-2777566B3419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42EA153-67A1-FCAB-7BC7-02A91A34E4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992997"/>
              </p:ext>
            </p:extLst>
          </p:nvPr>
        </p:nvGraphicFramePr>
        <p:xfrm>
          <a:off x="1462228" y="1343526"/>
          <a:ext cx="7002884" cy="431505"/>
        </p:xfrm>
        <a:graphic>
          <a:graphicData uri="http://schemas.openxmlformats.org/drawingml/2006/table">
            <a:tbl>
              <a:tblPr/>
              <a:tblGrid>
                <a:gridCol w="1000412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1000412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1000412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1000412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1000412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1000412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000412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88538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8853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계약 체결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로직 개발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 셋업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보완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모니터링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8853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 2/6 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</a:t>
                      </a:r>
                      <a:r>
                        <a:rPr lang="en-US" altLang="ko-KR" sz="9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3/31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(4/10)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</a:t>
                      </a:r>
                      <a:r>
                        <a:rPr lang="en-US" altLang="ko-KR" sz="9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4/30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6/12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‘26.6/19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‘26.7/30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‘26.8/30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grpSp>
        <p:nvGrpSpPr>
          <p:cNvPr id="23" name="그룹 22">
            <a:extLst>
              <a:ext uri="{FF2B5EF4-FFF2-40B4-BE49-F238E27FC236}">
                <a16:creationId xmlns:a16="http://schemas.microsoft.com/office/drawing/2014/main" id="{5093DD6C-FC43-E62A-987F-DA8C6C968447}"/>
              </a:ext>
            </a:extLst>
          </p:cNvPr>
          <p:cNvGrpSpPr/>
          <p:nvPr/>
        </p:nvGrpSpPr>
        <p:grpSpPr>
          <a:xfrm>
            <a:off x="6373846" y="1361845"/>
            <a:ext cx="1080046" cy="409823"/>
            <a:chOff x="5393839" y="1361845"/>
            <a:chExt cx="1080046" cy="409823"/>
          </a:xfrm>
        </p:grpSpPr>
        <p:sp>
          <p:nvSpPr>
            <p:cNvPr id="14" name="이등변 삼각형 13">
              <a:extLst>
                <a:ext uri="{FF2B5EF4-FFF2-40B4-BE49-F238E27FC236}">
                  <a16:creationId xmlns:a16="http://schemas.microsoft.com/office/drawing/2014/main" id="{F355EE37-9679-B3BC-5788-2C31BC0A5F7A}"/>
                </a:ext>
              </a:extLst>
            </p:cNvPr>
            <p:cNvSpPr/>
            <p:nvPr/>
          </p:nvSpPr>
          <p:spPr>
            <a:xfrm rot="10800000">
              <a:off x="5393839" y="1361845"/>
              <a:ext cx="140410" cy="122505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E33DC8C7-DDEC-2B21-4FD1-9F42B17BB4B2}"/>
                </a:ext>
              </a:extLst>
            </p:cNvPr>
            <p:cNvSpPr/>
            <p:nvPr/>
          </p:nvSpPr>
          <p:spPr>
            <a:xfrm>
              <a:off x="5481106" y="1484583"/>
              <a:ext cx="992779" cy="287085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ADE2906D-A050-5C53-1A61-FD23D033E65E}"/>
              </a:ext>
            </a:extLst>
          </p:cNvPr>
          <p:cNvGrpSpPr/>
          <p:nvPr/>
        </p:nvGrpSpPr>
        <p:grpSpPr>
          <a:xfrm>
            <a:off x="8156016" y="6096116"/>
            <a:ext cx="1552845" cy="771525"/>
            <a:chOff x="8464431" y="5205581"/>
            <a:chExt cx="1552845" cy="771525"/>
          </a:xfrm>
        </p:grpSpPr>
        <p:graphicFrame>
          <p:nvGraphicFramePr>
            <p:cNvPr id="27" name="개체 26">
              <a:hlinkClick r:id="" action="ppaction://ole?verb=0"/>
              <a:extLst>
                <a:ext uri="{FF2B5EF4-FFF2-40B4-BE49-F238E27FC236}">
                  <a16:creationId xmlns:a16="http://schemas.microsoft.com/office/drawing/2014/main" id="{4C7E91B2-55FE-9FDE-269B-A3D578B41EC0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56489378"/>
                </p:ext>
              </p:extLst>
            </p:nvPr>
          </p:nvGraphicFramePr>
          <p:xfrm>
            <a:off x="8931756" y="5205581"/>
            <a:ext cx="381000" cy="7715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026" name="Presentation" showAsIcon="1" r:id="rId4" imgW="381000" imgH="771525" progId="PowerPoint.Show.12">
                    <p:embed/>
                  </p:oleObj>
                </mc:Choice>
                <mc:Fallback>
                  <p:oleObj name="Presentation" showAsIcon="1" r:id="rId4" imgW="381000" imgH="771525" progId="PowerPoint.Show.12">
                    <p:embed/>
                    <p:pic>
                      <p:nvPicPr>
                        <p:cNvPr id="27" name="개체 26">
                          <a:hlinkClick r:id="" action="ppaction://ole?verb=0"/>
                          <a:extLst>
                            <a:ext uri="{FF2B5EF4-FFF2-40B4-BE49-F238E27FC236}">
                              <a16:creationId xmlns:a16="http://schemas.microsoft.com/office/drawing/2014/main" id="{4C7E91B2-55FE-9FDE-269B-A3D578B41EC0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5"/>
                        <a:stretch>
                          <a:fillRect/>
                        </a:stretch>
                      </p:blipFill>
                      <p:spPr>
                        <a:xfrm>
                          <a:off x="8931756" y="5205581"/>
                          <a:ext cx="381000" cy="77152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8217260-C449-E15A-BBAE-4FA53453DAD8}"/>
                </a:ext>
              </a:extLst>
            </p:cNvPr>
            <p:cNvSpPr txBox="1"/>
            <p:nvPr/>
          </p:nvSpPr>
          <p:spPr>
            <a:xfrm>
              <a:off x="8464431" y="5528809"/>
              <a:ext cx="155284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/>
                </a:rPr>
                <a:t>&lt;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/>
                </a:rPr>
                <a:t>물류 선별 투입 분석 결과 유첨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/>
                </a:rPr>
                <a:t>&gt;</a:t>
              </a:r>
              <a:endParaRPr lang="ko-KR" altLang="en-US" sz="800">
                <a:solidFill>
                  <a:srgbClr val="000000"/>
                </a:solidFill>
              </a:endParaRPr>
            </a:p>
          </p:txBody>
        </p:sp>
      </p:grp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29A9AFE5-3CAA-E616-1613-EF491AB1CA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162905"/>
              </p:ext>
            </p:extLst>
          </p:nvPr>
        </p:nvGraphicFramePr>
        <p:xfrm>
          <a:off x="5872431" y="13383"/>
          <a:ext cx="2592000" cy="586740"/>
        </p:xfrm>
        <a:graphic>
          <a:graphicData uri="http://schemas.openxmlformats.org/drawingml/2006/table">
            <a:tbl>
              <a:tblPr/>
              <a:tblGrid>
                <a:gridCol w="396000">
                  <a:extLst>
                    <a:ext uri="{9D8B030D-6E8A-4147-A177-3AD203B41FA5}">
                      <a16:colId xmlns:a16="http://schemas.microsoft.com/office/drawing/2014/main" val="126527783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</a:tblGrid>
              <a:tr h="1080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1080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테스트 및 검증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1242661"/>
                  </a:ext>
                </a:extLst>
              </a:tr>
              <a:tr h="108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진척 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기능 검증 및 효과성 산출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318612"/>
                  </a:ext>
                </a:extLst>
              </a:tr>
              <a:tr h="10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기능 검증 및 효과성 산출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1836174"/>
                  </a:ext>
                </a:extLst>
              </a:tr>
            </a:tbl>
          </a:graphicData>
        </a:graphic>
      </p:graphicFrame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842E449-6F72-A6B5-D5A0-C26F995E97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5776760"/>
              </p:ext>
            </p:extLst>
          </p:nvPr>
        </p:nvGraphicFramePr>
        <p:xfrm>
          <a:off x="1685885" y="4630727"/>
          <a:ext cx="4788000" cy="14653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48000">
                  <a:extLst>
                    <a:ext uri="{9D8B030D-6E8A-4147-A177-3AD203B41FA5}">
                      <a16:colId xmlns:a16="http://schemas.microsoft.com/office/drawing/2014/main" val="1890253673"/>
                    </a:ext>
                  </a:extLst>
                </a:gridCol>
                <a:gridCol w="2016000">
                  <a:extLst>
                    <a:ext uri="{9D8B030D-6E8A-4147-A177-3AD203B41FA5}">
                      <a16:colId xmlns:a16="http://schemas.microsoft.com/office/drawing/2014/main" val="1418498087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324038134"/>
                    </a:ext>
                  </a:extLst>
                </a:gridCol>
              </a:tblGrid>
              <a:tr h="16282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작업 항목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세부 내용</a:t>
                      </a:r>
                      <a:endParaRPr sz="800" b="1" kern="12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799220"/>
                  </a:ext>
                </a:extLst>
              </a:tr>
              <a:tr h="162821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로딩량 자동 보정 및 선별 투입 위한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수집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전처리 작업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웹게이지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Total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로딩량 수집 작업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5/6(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159596"/>
                  </a:ext>
                </a:extLst>
              </a:tr>
              <a:tr h="16282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수집 로딩량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Data PLC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↔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APC I/F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5/21(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096500"/>
                  </a:ext>
                </a:extLst>
              </a:tr>
              <a:tr h="162821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kern="12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APC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수집 로딩량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전처리 작업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strike="sngStrike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6/2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6/23(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800" kern="120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9122271"/>
                  </a:ext>
                </a:extLst>
              </a:tr>
              <a:tr h="162821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 투입 위한 시스템 간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Data I/F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APC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로딩량 전처리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송신 작업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strike="noStrike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~6/17(</a:t>
                      </a:r>
                      <a:r>
                        <a:rPr lang="ko-KR" altLang="en-US" sz="800" strike="noStrike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strike="noStrike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800" kern="120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669007"/>
                  </a:ext>
                </a:extLst>
              </a:tr>
              <a:tr h="16282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MQ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인터페이스 개발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(APC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↔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MES)</a:t>
                      </a:r>
                      <a:endParaRPr lang="ko-KR" altLang="en-US" sz="800" kern="12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6/16(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800" kern="120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1321758"/>
                  </a:ext>
                </a:extLst>
              </a:tr>
              <a:tr h="16282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MES Data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수신 작업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6/16(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800" kern="120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158745"/>
                  </a:ext>
                </a:extLst>
              </a:tr>
              <a:tr h="162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로딩량 선별투입 로직 개발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선별투입 시스템 개발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6/16(</a:t>
                      </a:r>
                      <a:r>
                        <a:rPr lang="ko-KR" altLang="en-US" sz="8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8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endParaRPr lang="ko-KR" altLang="en-US" sz="80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391239"/>
                  </a:ext>
                </a:extLst>
              </a:tr>
              <a:tr h="162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기능 검증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선별투입 기능 검증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trike="sngStrike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6/17~</a:t>
                      </a:r>
                      <a:r>
                        <a:rPr lang="en-US" altLang="ko-KR" sz="8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8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~6/30 </a:t>
                      </a:r>
                      <a:r>
                        <a:rPr lang="ko-KR" altLang="en-US" sz="8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80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ASAP</a:t>
                      </a:r>
                      <a:endParaRPr lang="ko-KR" altLang="en-US" sz="80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53146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2466772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7601655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코터 로딩량 활용한 롤프레스 너울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/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단선 개선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1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검증 결과</a:t>
                      </a:r>
                      <a:r>
                        <a:rPr lang="en-US" altLang="ko-KR" sz="900" b="1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1)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기능 검증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선별 투입 기능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활성화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후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재료 교체 전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/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후 전극의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로딩량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기울기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(OS-DS)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차이가 최소가 되도록 정상 반송되는 것을 확인하였습니다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         7/26(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일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까지 데이터 모니터링 후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제조빅데이터분석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팀과 롤프레스 재료교체 파단 발생 빈도 개선 여부 확인 예정입니다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1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1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확산 전개</a:t>
                      </a:r>
                      <a:r>
                        <a:rPr lang="en-US" altLang="ko-KR" sz="900" b="1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 1) WA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법인 </a:t>
                      </a:r>
                      <a:r>
                        <a:rPr lang="ko-KR" altLang="en-US" sz="900" b="0" kern="1200" noProof="0" err="1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공선배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담당 지시 사항으로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, WA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전극 롤프레스 전 호기 확산 전개 예정입니다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관련하여 공정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팀 및 생산물류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PI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팀과 검토 진행 중입니다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.   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      --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전극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1, 2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: APC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에서 </a:t>
                      </a:r>
                      <a:r>
                        <a:rPr lang="ko-KR" altLang="en-US" sz="900" b="0" kern="1200" noProof="0" err="1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로딩량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(Total Dry)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데이터만 수집하면 즉시 적용 가능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생산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900" b="0" kern="1200" noProof="0" err="1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추진팀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공정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팀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, RSND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자동보정팀과 수집 일정 검토 중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      --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전극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kern="1200" noProof="0" err="1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로딩량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(Total Dry)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데이터 수집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+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물류 시스템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(RTD)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로직 개발 필요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물류 로직 개발 공수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(9MD,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약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0.1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억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확인 후 투자 집행 예정</a:t>
                      </a: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29005" y="37612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한기덕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85283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DX_1] 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전극 추적 데이터 활용 공정간 연계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코터 로딩량 활용한 롤프레스 너울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단선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7E9B123-1E21-48F6-86C5-2777566B3419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29A9AFE5-3CAA-E616-1613-EF491AB1CA6F}"/>
              </a:ext>
            </a:extLst>
          </p:cNvPr>
          <p:cNvGraphicFramePr>
            <a:graphicFrameLocks noGrp="1"/>
          </p:cNvGraphicFramePr>
          <p:nvPr/>
        </p:nvGraphicFramePr>
        <p:xfrm>
          <a:off x="5872431" y="13383"/>
          <a:ext cx="2592000" cy="586740"/>
        </p:xfrm>
        <a:graphic>
          <a:graphicData uri="http://schemas.openxmlformats.org/drawingml/2006/table">
            <a:tbl>
              <a:tblPr/>
              <a:tblGrid>
                <a:gridCol w="396000">
                  <a:extLst>
                    <a:ext uri="{9D8B030D-6E8A-4147-A177-3AD203B41FA5}">
                      <a16:colId xmlns:a16="http://schemas.microsoft.com/office/drawing/2014/main" val="126527783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</a:tblGrid>
              <a:tr h="1080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1080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테스트 및 검증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1242661"/>
                  </a:ext>
                </a:extLst>
              </a:tr>
              <a:tr h="108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진척 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기능 검증 및 효과성 산출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318612"/>
                  </a:ext>
                </a:extLst>
              </a:tr>
              <a:tr h="10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기능 검증 및 효과성 산출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1836174"/>
                  </a:ext>
                </a:extLst>
              </a:tr>
            </a:tbl>
          </a:graphicData>
        </a:graphic>
      </p:graphicFrame>
      <p:grpSp>
        <p:nvGrpSpPr>
          <p:cNvPr id="32" name="그룹 31">
            <a:extLst>
              <a:ext uri="{FF2B5EF4-FFF2-40B4-BE49-F238E27FC236}">
                <a16:creationId xmlns:a16="http://schemas.microsoft.com/office/drawing/2014/main" id="{53B22373-0603-6AE6-1F06-51F663A9C018}"/>
              </a:ext>
            </a:extLst>
          </p:cNvPr>
          <p:cNvGrpSpPr/>
          <p:nvPr/>
        </p:nvGrpSpPr>
        <p:grpSpPr>
          <a:xfrm>
            <a:off x="2261750" y="1763428"/>
            <a:ext cx="3457645" cy="2001156"/>
            <a:chOff x="442845" y="4643358"/>
            <a:chExt cx="3457645" cy="2001156"/>
          </a:xfrm>
        </p:grpSpPr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4B7305D2-BD67-09DF-2FA8-D86DDA9E2883}"/>
                </a:ext>
              </a:extLst>
            </p:cNvPr>
            <p:cNvGrpSpPr/>
            <p:nvPr/>
          </p:nvGrpSpPr>
          <p:grpSpPr>
            <a:xfrm>
              <a:off x="442845" y="4643358"/>
              <a:ext cx="3457645" cy="2001156"/>
              <a:chOff x="442845" y="4643358"/>
              <a:chExt cx="3457645" cy="2001156"/>
            </a:xfrm>
          </p:grpSpPr>
          <p:pic>
            <p:nvPicPr>
              <p:cNvPr id="37" name="그림 36">
                <a:extLst>
                  <a:ext uri="{FF2B5EF4-FFF2-40B4-BE49-F238E27FC236}">
                    <a16:creationId xmlns:a16="http://schemas.microsoft.com/office/drawing/2014/main" id="{FC5262AA-25CD-6A2E-0082-34E2B06DA6D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2845" y="4692530"/>
                <a:ext cx="3457645" cy="1951984"/>
              </a:xfrm>
              <a:prstGeom prst="rect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</p:pic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8663471-02F8-8E87-D83D-FBC89824C2E0}"/>
                  </a:ext>
                </a:extLst>
              </p:cNvPr>
              <p:cNvSpPr txBox="1"/>
              <p:nvPr/>
            </p:nvSpPr>
            <p:spPr>
              <a:xfrm>
                <a:off x="979283" y="4643358"/>
                <a:ext cx="145433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00"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선별 투입 기능 </a:t>
                </a:r>
                <a:r>
                  <a:rPr lang="en-US" altLang="ko-KR" sz="800"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OFF</a:t>
                </a:r>
                <a:br>
                  <a:rPr lang="en-US" altLang="ko-KR" sz="800"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</a:br>
                <a:r>
                  <a:rPr lang="en-US" altLang="ko-KR" sz="800"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(7/11 ~ 7/16)</a:t>
                </a:r>
                <a:endParaRPr lang="ko-KR" altLang="en-US" sz="800"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C79E794-DC9A-D30F-5F54-FE3BEAFFCC2E}"/>
                  </a:ext>
                </a:extLst>
              </p:cNvPr>
              <p:cNvSpPr txBox="1"/>
              <p:nvPr/>
            </p:nvSpPr>
            <p:spPr>
              <a:xfrm>
                <a:off x="2388481" y="4643358"/>
                <a:ext cx="145433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00"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선별 투입 기능 </a:t>
                </a:r>
                <a:r>
                  <a:rPr lang="en-US" altLang="ko-KR" sz="800"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ON</a:t>
                </a:r>
                <a:br>
                  <a:rPr lang="en-US" altLang="ko-KR" sz="800"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</a:br>
                <a:r>
                  <a:rPr lang="en-US" altLang="ko-KR" sz="800"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(7/16 ~ 7/20)</a:t>
                </a:r>
                <a:endParaRPr lang="ko-KR" altLang="en-US" sz="800"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cxnSp>
          <p:nvCxnSpPr>
            <p:cNvPr id="34" name="직선 화살표 연결선 33">
              <a:extLst>
                <a:ext uri="{FF2B5EF4-FFF2-40B4-BE49-F238E27FC236}">
                  <a16:creationId xmlns:a16="http://schemas.microsoft.com/office/drawing/2014/main" id="{950B5620-840C-EB16-3BB6-E424A4C00213}"/>
                </a:ext>
              </a:extLst>
            </p:cNvPr>
            <p:cNvCxnSpPr>
              <a:cxnSpLocks/>
            </p:cNvCxnSpPr>
            <p:nvPr/>
          </p:nvCxnSpPr>
          <p:spPr>
            <a:xfrm>
              <a:off x="2211977" y="5816580"/>
              <a:ext cx="313509" cy="269175"/>
            </a:xfrm>
            <a:prstGeom prst="straightConnector1">
              <a:avLst/>
            </a:prstGeom>
            <a:ln w="127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0337A2E1-16AB-5B2A-753A-553F695C28EA}"/>
                </a:ext>
              </a:extLst>
            </p:cNvPr>
            <p:cNvSpPr/>
            <p:nvPr/>
          </p:nvSpPr>
          <p:spPr>
            <a:xfrm>
              <a:off x="548563" y="6341056"/>
              <a:ext cx="3294250" cy="87085"/>
            </a:xfrm>
            <a:prstGeom prst="rect">
              <a:avLst/>
            </a:prstGeom>
            <a:noFill/>
            <a:ln w="317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4032191-4EEA-4256-30BE-73FB27BF5528}"/>
                </a:ext>
              </a:extLst>
            </p:cNvPr>
            <p:cNvSpPr/>
            <p:nvPr/>
          </p:nvSpPr>
          <p:spPr>
            <a:xfrm>
              <a:off x="548563" y="6534098"/>
              <a:ext cx="3294250" cy="87085"/>
            </a:xfrm>
            <a:prstGeom prst="rect">
              <a:avLst/>
            </a:prstGeom>
            <a:noFill/>
            <a:ln w="317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2A119E05-7D2D-D85F-6BA2-155C9C2AE1BF}"/>
              </a:ext>
            </a:extLst>
          </p:cNvPr>
          <p:cNvSpPr txBox="1"/>
          <p:nvPr/>
        </p:nvSpPr>
        <p:spPr>
          <a:xfrm>
            <a:off x="5719395" y="1812600"/>
            <a:ext cx="26810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rgbClr val="006600"/>
                </a:solidFill>
              </a:rPr>
              <a:t>*</a:t>
            </a:r>
            <a:r>
              <a:rPr lang="ko-KR" altLang="en-US" sz="900">
                <a:solidFill>
                  <a:srgbClr val="006600"/>
                </a:solidFill>
              </a:rPr>
              <a:t> 기능 </a:t>
            </a:r>
            <a:r>
              <a:rPr lang="en-US" altLang="ko-KR" sz="900">
                <a:solidFill>
                  <a:srgbClr val="006600"/>
                </a:solidFill>
              </a:rPr>
              <a:t>OFF : </a:t>
            </a:r>
            <a:r>
              <a:rPr lang="ko-KR" altLang="en-US" sz="900">
                <a:solidFill>
                  <a:srgbClr val="006600"/>
                </a:solidFill>
              </a:rPr>
              <a:t>로딩량 기울기 차이 </a:t>
            </a:r>
            <a:r>
              <a:rPr lang="en-US" altLang="ko-KR" sz="900">
                <a:solidFill>
                  <a:srgbClr val="006600"/>
                </a:solidFill>
              </a:rPr>
              <a:t>0.5(</a:t>
            </a:r>
            <a:r>
              <a:rPr lang="ko-KR" altLang="en-US" sz="900">
                <a:solidFill>
                  <a:srgbClr val="006600"/>
                </a:solidFill>
              </a:rPr>
              <a:t>중위값</a:t>
            </a:r>
            <a:r>
              <a:rPr lang="en-US" altLang="ko-KR" sz="900">
                <a:solidFill>
                  <a:srgbClr val="006600"/>
                </a:solidFill>
              </a:rPr>
              <a:t>), 0.72(</a:t>
            </a:r>
            <a:r>
              <a:rPr lang="ko-KR" altLang="en-US" sz="900">
                <a:solidFill>
                  <a:srgbClr val="006600"/>
                </a:solidFill>
              </a:rPr>
              <a:t>평균</a:t>
            </a:r>
            <a:r>
              <a:rPr lang="en-US" altLang="ko-KR" sz="900">
                <a:solidFill>
                  <a:srgbClr val="006600"/>
                </a:solidFill>
              </a:rPr>
              <a:t>)</a:t>
            </a:r>
            <a:br>
              <a:rPr lang="en-US" altLang="ko-KR" sz="900">
                <a:solidFill>
                  <a:srgbClr val="006600"/>
                </a:solidFill>
              </a:rPr>
            </a:br>
            <a:r>
              <a:rPr lang="en-US" altLang="ko-KR" sz="900">
                <a:solidFill>
                  <a:srgbClr val="006600"/>
                </a:solidFill>
              </a:rPr>
              <a:t>* </a:t>
            </a:r>
            <a:r>
              <a:rPr lang="ko-KR" altLang="en-US" sz="900">
                <a:solidFill>
                  <a:srgbClr val="006600"/>
                </a:solidFill>
              </a:rPr>
              <a:t>기능 </a:t>
            </a:r>
            <a:r>
              <a:rPr lang="en-US" altLang="ko-KR" sz="900">
                <a:solidFill>
                  <a:srgbClr val="006600"/>
                </a:solidFill>
              </a:rPr>
              <a:t>ON   : </a:t>
            </a:r>
            <a:r>
              <a:rPr lang="ko-KR" altLang="en-US" sz="900">
                <a:solidFill>
                  <a:srgbClr val="006600"/>
                </a:solidFill>
              </a:rPr>
              <a:t>로딩량 기울기 차이 </a:t>
            </a:r>
            <a:r>
              <a:rPr lang="en-US" altLang="ko-KR" sz="900">
                <a:solidFill>
                  <a:srgbClr val="006600"/>
                </a:solidFill>
              </a:rPr>
              <a:t>0.1(</a:t>
            </a:r>
            <a:r>
              <a:rPr lang="ko-KR" altLang="en-US" sz="900">
                <a:solidFill>
                  <a:srgbClr val="006600"/>
                </a:solidFill>
              </a:rPr>
              <a:t>중위값</a:t>
            </a:r>
            <a:r>
              <a:rPr lang="en-US" altLang="ko-KR" sz="900">
                <a:solidFill>
                  <a:srgbClr val="006600"/>
                </a:solidFill>
              </a:rPr>
              <a:t>), 0.36(</a:t>
            </a:r>
            <a:r>
              <a:rPr lang="ko-KR" altLang="en-US" sz="900">
                <a:solidFill>
                  <a:srgbClr val="006600"/>
                </a:solidFill>
              </a:rPr>
              <a:t>평균</a:t>
            </a:r>
            <a:r>
              <a:rPr lang="en-US" altLang="ko-KR" sz="900">
                <a:solidFill>
                  <a:srgbClr val="0066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27693083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0227394"/>
              </p:ext>
            </p:extLst>
          </p:nvPr>
        </p:nvGraphicFramePr>
        <p:xfrm>
          <a:off x="119275" y="899044"/>
          <a:ext cx="9688790" cy="5582835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4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65372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노칭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Tab Pitch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불량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Cell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하프 라미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 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투입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(W30) WA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동 라미 혼입 모드 개발 위한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PLC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외주 인원 대응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(7/20)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시작하여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7/22(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사양 리뷰 예정입니다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과제 개요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음극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Tab Pitch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일정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Spec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범위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Out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비율이 높은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Pancake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하프 라미 선별 투입</a:t>
                      </a: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Tab Pitch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 일정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범위 벗어나는 경우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 위치 불량 발생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추정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해당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은 하프 라미 선별 투입하여 양극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절감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 사항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1)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시스템 개발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: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조립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4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동 우선 검증 타겟으로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시스템 로직 보완 및 개발 작업 진행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  1) MMD2/SPC+ : Tab Pitch Spec Out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계산 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기준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Spec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상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하한을 극성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모델에 별로 구분 관리하도록 로직 개선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(4/29,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完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  2) MCS(RTD) : Tab Pitch Spec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Out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비율 정보가 아직 갱신되지 않은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Lot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은 반송 우선 순위 최하로 관리하도록 로직 개선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(~</a:t>
                      </a:r>
                      <a:r>
                        <a:rPr lang="en-US" altLang="ko-KR" sz="900" b="0" i="0" u="none" strike="sng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4/27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→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5/6,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完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2)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기능 검증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: Half </a:t>
                      </a:r>
                      <a:r>
                        <a:rPr lang="en-US" altLang="ko-KR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Lami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대상으로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NG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마킹 수량이 많으면서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Tab Pitch Spec Out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多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LOT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반송하도록 기능 적용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(5/6)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 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-- NG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마킹이 많은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Lot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을 우선으로 반송하되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동등 수준에서는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Tab Pitch Spec Out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多 인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LOT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을 반송하도록 설정하였습니다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--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조립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4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동 레이저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노칭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생산 모델에서는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해당 선별투입 기능으로 인한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수율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개선 효과는 없는 것으로 파악되었습니다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*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사이트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모델 별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Tab Pitch Spec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상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하한 기준 산출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제조빅데이터분석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1,2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팀 지원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           - E77A(WA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조립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3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동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 : Tab Pitch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하한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95.1,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상한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96.5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기준 초과 비율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0.25%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로 산정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라미 불량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0.1%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개선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           - JF2(ESMI_ESS) : Tab Pitch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하한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119.15,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상한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119.45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기준 초과 비율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0.1%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선정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라미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0.001%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불량 개선 → 레이저 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노칭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효과 낮음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           - E128A, E161A(WA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조립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4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동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 : 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제조빅데이터분석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팀 분석 결과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(4/27), 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                                                      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레이저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노칭으로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JF2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와 동일하게 효과성 상대적으로 낮은 것으로 확인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라미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0.003%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불량 개선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3)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확산 전개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: NG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마킹 선별 투입과 기능이 겹치고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레이저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노칭처럼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개선 효과가 낮은 라인이 많아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해당 기능은 확산 전개 과제 에서 제외하였습니다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조립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3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동은 이미 이전에 개발된 기능이 있어서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라미 혼입 모드 기능 개발되면 함께 적용할 예정입니다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다음 확산 전개 사이트인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ESMI2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에는 해당 기능은 제외하고 진행하고자 합니다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*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라미 혼입 모드 기능은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개발이 필요하여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WA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법인 제어팀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/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물류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CNS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담당자와 함께 미팅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진행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(6/22)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하였고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   8/3(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까지 혼입모드 기능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개발 완료 및 테스트 진행하는 것으로 일정 수립하였습니다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 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                                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법인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개발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대응 외주 인력 고용 비용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(4,000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만원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법인 이관 위한 서면 보고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(6/23),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조정 품의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(6/24)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진행 완료하였습니다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1BD484A0-79C3-009A-BCAD-DC323AABDFC5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3D5B63D-7573-426A-7209-DD6FF5A3BE8B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0F3EB7B9-3312-D430-4007-D5E00EA795B8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88114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DX_13]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노칭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Tab Pitch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불량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Cell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하프 라미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투입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B760BBF-8246-E9AA-5418-D0A1D62464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81934"/>
              </p:ext>
            </p:extLst>
          </p:nvPr>
        </p:nvGraphicFramePr>
        <p:xfrm>
          <a:off x="1557409" y="1321647"/>
          <a:ext cx="5681949" cy="431505"/>
        </p:xfrm>
        <a:graphic>
          <a:graphicData uri="http://schemas.openxmlformats.org/drawingml/2006/table">
            <a:tbl>
              <a:tblPr/>
              <a:tblGrid>
                <a:gridCol w="947949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</a:tblGrid>
              <a:tr h="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 검증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검증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수정</a:t>
                      </a:r>
                      <a:endParaRPr 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~’26.2(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</a:t>
                      </a:r>
                      <a:r>
                        <a:rPr lang="en-US" altLang="ko-KR" sz="900" b="0" i="0" u="none" strike="sng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4.27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5/6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~’26.5(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10" name="이등변 삼각형 9">
            <a:extLst>
              <a:ext uri="{FF2B5EF4-FFF2-40B4-BE49-F238E27FC236}">
                <a16:creationId xmlns:a16="http://schemas.microsoft.com/office/drawing/2014/main" id="{72193A7D-54F5-B68B-8275-334E6B0FD836}"/>
              </a:ext>
            </a:extLst>
          </p:cNvPr>
          <p:cNvSpPr/>
          <p:nvPr/>
        </p:nvSpPr>
        <p:spPr>
          <a:xfrm rot="10800000">
            <a:off x="6245040" y="1355237"/>
            <a:ext cx="140410" cy="122505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8176C71-76DD-B963-CFE7-8C274DE92D25}"/>
              </a:ext>
            </a:extLst>
          </p:cNvPr>
          <p:cNvSpPr/>
          <p:nvPr/>
        </p:nvSpPr>
        <p:spPr>
          <a:xfrm>
            <a:off x="6293261" y="1466067"/>
            <a:ext cx="927625" cy="28708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0F5E5B4D-28E4-EAB8-F79D-CBDD696DE075}"/>
              </a:ext>
            </a:extLst>
          </p:cNvPr>
          <p:cNvGrpSpPr/>
          <p:nvPr/>
        </p:nvGrpSpPr>
        <p:grpSpPr>
          <a:xfrm>
            <a:off x="6875717" y="2803350"/>
            <a:ext cx="1799832" cy="625650"/>
            <a:chOff x="-2584195" y="2778224"/>
            <a:chExt cx="2177795" cy="757038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BE32856F-4148-DAC4-D845-DEA4E31EB659}"/>
                </a:ext>
              </a:extLst>
            </p:cNvPr>
            <p:cNvSpPr/>
            <p:nvPr/>
          </p:nvSpPr>
          <p:spPr>
            <a:xfrm>
              <a:off x="-2584195" y="3110802"/>
              <a:ext cx="605624" cy="42446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ysClr val="windowText" lastClr="000000"/>
                  </a:solidFill>
                  <a:latin typeface="+mj-ea"/>
                  <a:ea typeface="+mj-ea"/>
                </a:rPr>
                <a:t>SKID</a:t>
              </a:r>
            </a:p>
            <a:p>
              <a:pPr algn="ctr"/>
              <a:r>
                <a:rPr lang="en-US" altLang="ko-KR" sz="800">
                  <a:solidFill>
                    <a:sysClr val="windowText" lastClr="000000"/>
                  </a:solidFill>
                  <a:latin typeface="+mj-ea"/>
                  <a:ea typeface="+mj-ea"/>
                </a:rPr>
                <a:t>Loader</a:t>
              </a:r>
              <a:endParaRPr lang="ko-KR" altLang="en-US" sz="800">
                <a:solidFill>
                  <a:sysClr val="windowText" lastClr="000000"/>
                </a:solidFill>
                <a:latin typeface="+mj-ea"/>
                <a:ea typeface="+mj-ea"/>
              </a:endParaRPr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18C7586B-6845-1B8E-926E-048E9C121F99}"/>
                </a:ext>
              </a:extLst>
            </p:cNvPr>
            <p:cNvSpPr/>
            <p:nvPr/>
          </p:nvSpPr>
          <p:spPr>
            <a:xfrm>
              <a:off x="-1911975" y="3110802"/>
              <a:ext cx="1505575" cy="19581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ysClr val="windowText" lastClr="000000"/>
                  </a:solidFill>
                  <a:latin typeface="+mj-ea"/>
                  <a:ea typeface="+mj-ea"/>
                </a:rPr>
                <a:t>일반 라미</a:t>
              </a: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130252B5-2012-EC98-76CB-1FC0FAC8EC22}"/>
                </a:ext>
              </a:extLst>
            </p:cNvPr>
            <p:cNvSpPr/>
            <p:nvPr/>
          </p:nvSpPr>
          <p:spPr>
            <a:xfrm>
              <a:off x="-1911975" y="3339446"/>
              <a:ext cx="1505575" cy="195816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rgbClr val="000000"/>
                  </a:solidFill>
                  <a:latin typeface="+mj-ea"/>
                  <a:ea typeface="+mj-ea"/>
                </a:rPr>
                <a:t>하프 라미</a:t>
              </a:r>
            </a:p>
          </p:txBody>
        </p:sp>
        <p:cxnSp>
          <p:nvCxnSpPr>
            <p:cNvPr id="16" name="직선 화살표 연결선 15">
              <a:extLst>
                <a:ext uri="{FF2B5EF4-FFF2-40B4-BE49-F238E27FC236}">
                  <a16:creationId xmlns:a16="http://schemas.microsoft.com/office/drawing/2014/main" id="{37D32739-A799-6021-CFF6-A02001488BAD}"/>
                </a:ext>
              </a:extLst>
            </p:cNvPr>
            <p:cNvCxnSpPr/>
            <p:nvPr/>
          </p:nvCxnSpPr>
          <p:spPr>
            <a:xfrm>
              <a:off x="-2281383" y="3020291"/>
              <a:ext cx="720438" cy="0"/>
            </a:xfrm>
            <a:prstGeom prst="straightConnector1">
              <a:avLst/>
            </a:prstGeom>
            <a:ln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8692C14-C503-1B2F-703E-C6B0BB1F7EB3}"/>
                </a:ext>
              </a:extLst>
            </p:cNvPr>
            <p:cNvSpPr txBox="1"/>
            <p:nvPr/>
          </p:nvSpPr>
          <p:spPr>
            <a:xfrm>
              <a:off x="-2316080" y="2778224"/>
              <a:ext cx="789829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0" kern="1200" noProof="0">
                  <a:latin typeface="LG스마트체 Regular" panose="020B0600000101010101" pitchFamily="50" charset="-127"/>
                  <a:ea typeface="LG스마트체 Regular"/>
                  <a:cs typeface="+mn-cs"/>
                </a:rPr>
                <a:t>물류 흐름</a:t>
              </a:r>
              <a:endParaRPr lang="ko-KR" altLang="en-US" sz="700"/>
            </a:p>
          </p:txBody>
        </p:sp>
      </p:grp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EBE65837-78CD-65FA-BD5A-9BBC7C9A2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6106072"/>
              </p:ext>
            </p:extLst>
          </p:nvPr>
        </p:nvGraphicFramePr>
        <p:xfrm>
          <a:off x="2632353" y="2875121"/>
          <a:ext cx="3456000" cy="815340"/>
        </p:xfrm>
        <a:graphic>
          <a:graphicData uri="http://schemas.openxmlformats.org/drawingml/2006/table">
            <a:tbl>
              <a:tblPr/>
              <a:tblGrid>
                <a:gridCol w="57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SPC+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Tab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Pitch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Spec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Out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비율 계산 및 정보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 I/F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4/29(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20300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MQ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SPC+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MES DB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간 데이터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I/F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4/13(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77673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Tab Pitch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정보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DB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저장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4/13(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318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MCS(RTD)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선별 투입 로직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5/6(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1836174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C0F25F9-B7C8-99E9-BBCA-E8092D123F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0000971"/>
              </p:ext>
            </p:extLst>
          </p:nvPr>
        </p:nvGraphicFramePr>
        <p:xfrm>
          <a:off x="5872431" y="13383"/>
          <a:ext cx="2592000" cy="586740"/>
        </p:xfrm>
        <a:graphic>
          <a:graphicData uri="http://schemas.openxmlformats.org/drawingml/2006/table">
            <a:tbl>
              <a:tblPr/>
              <a:tblGrid>
                <a:gridCol w="396000">
                  <a:extLst>
                    <a:ext uri="{9D8B030D-6E8A-4147-A177-3AD203B41FA5}">
                      <a16:colId xmlns:a16="http://schemas.microsoft.com/office/drawing/2014/main" val="126527783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</a:tblGrid>
              <a:tr h="1080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1080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테스트 및 검증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1242661"/>
                  </a:ext>
                </a:extLst>
              </a:tr>
              <a:tr h="108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진척 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기능 검증 완료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318612"/>
                  </a:ext>
                </a:extLst>
              </a:tr>
              <a:tr h="10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기능 검증 완료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1836174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C4923AA-DA66-8734-EF49-6B23688F53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6626690"/>
              </p:ext>
            </p:extLst>
          </p:nvPr>
        </p:nvGraphicFramePr>
        <p:xfrm>
          <a:off x="2493615" y="5882756"/>
          <a:ext cx="3780000" cy="512445"/>
        </p:xfrm>
        <a:graphic>
          <a:graphicData uri="http://schemas.openxmlformats.org/drawingml/2006/table">
            <a:tbl>
              <a:tblPr/>
              <a:tblGrid>
                <a:gridCol w="57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2484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라미 혼입 모드 기능 개발</a:t>
                      </a: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* SKID Loader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에서 특정 설비로 전극 투입 기능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~7/15(</a:t>
                      </a:r>
                      <a:r>
                        <a:rPr lang="ko-KR" altLang="en-US" sz="9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</a:t>
                      </a:r>
                      <a:r>
                        <a:rPr lang="en-US" altLang="ko-KR" sz="9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~8/3(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203008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211478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863109"/>
              </p:ext>
            </p:extLst>
          </p:nvPr>
        </p:nvGraphicFramePr>
        <p:xfrm>
          <a:off x="119275" y="872919"/>
          <a:ext cx="9688790" cy="574221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897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L&amp;S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수율 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개선 솔루션 개발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–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스태킹 적재 불량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ESWA/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ESMI/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ESMIL/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ESST/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ESHD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(W30)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핵심 내용은 없습니다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endParaRPr kumimoji="1" lang="en-US" altLang="ko-KR" sz="1000" b="0" i="0" u="none" strike="noStrike" kern="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u="none" strike="noStrike" kern="0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 컨셉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Mono Cell Stack Datum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에 영향을 주는 주요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신호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데이터를 셀 단위로 매칭하여 설비 이상동작 개선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1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1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1000" b="1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  <a:endParaRPr lang="en-US" altLang="ko-KR" sz="1000" b="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&lt;ESWA&gt; STK Type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별 동작데이터 수집 수평전개 완료하였으며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(5/13)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데이터 분석 진행 중입니다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endParaRPr lang="en-US" altLang="ko-KR" sz="1000" b="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1) G-STK : Align Gripper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동작 데이터 수집</a:t>
                      </a: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분석을 통한 </a:t>
                      </a: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Manual Offset 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누락 확인</a:t>
                      </a: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개선</a:t>
                      </a:r>
                      <a:endParaRPr lang="en-US" altLang="ko-KR" sz="1000" b="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2) M-STK : Stack Table 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데이터 수집</a:t>
                      </a: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 및 데이터 분석 진행하고 있습니다</a:t>
                      </a: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: 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Stack Table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동작 명령</a:t>
                      </a:r>
                      <a:r>
                        <a:rPr lang="en-US" altLang="ko-KR" sz="8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자동보정</a:t>
                      </a:r>
                      <a:r>
                        <a:rPr lang="en-US" altLang="ko-KR" sz="8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+Align </a:t>
                      </a:r>
                      <a:r>
                        <a:rPr lang="ko-KR" altLang="en-US" sz="8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비전 보정 </a:t>
                      </a:r>
                      <a:r>
                        <a:rPr lang="en-US" altLang="ko-KR" sz="8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+ </a:t>
                      </a:r>
                      <a:r>
                        <a:rPr lang="ko-KR" altLang="en-US" sz="8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티칭값</a:t>
                      </a:r>
                      <a:r>
                        <a:rPr lang="en-US" altLang="ko-KR" sz="8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과 실제 동작 간의 차이의 산포를 비교하여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산포가 큰 설비의 적재 불량</a:t>
                      </a:r>
                      <a:b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 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 많은가에 대한 분석을 진행 중입니다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Worst 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호기의 산포가 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Best 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호기 대비 큰 경향이 있어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추가 분석 중입니다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3) D-STK : UVW-Stage 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데이터 수집</a:t>
                      </a: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 및 데이터 분석 진행하고 있습니다</a:t>
                      </a:r>
                      <a:r>
                        <a:rPr lang="en-US" altLang="ko-KR" sz="10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 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&lt;Global Site </a:t>
                      </a:r>
                      <a:r>
                        <a:rPr lang="ko-KR" altLang="en-US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수평전개 현황</a:t>
                      </a:r>
                      <a:r>
                        <a:rPr lang="en-US" altLang="ko-KR" sz="10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&gt;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윤병호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임상현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8673138" y="376121"/>
            <a:ext cx="1134926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윤병호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박종현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7/21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5" y="651850"/>
            <a:ext cx="4320025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DX_20] STK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불량 발생 원인파악을 위한 동작 분석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0FEE8D4-249E-4A1E-A47A-4401A1E7C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546590"/>
              </p:ext>
            </p:extLst>
          </p:nvPr>
        </p:nvGraphicFramePr>
        <p:xfrm>
          <a:off x="1455327" y="1352525"/>
          <a:ext cx="7005091" cy="577215"/>
        </p:xfrm>
        <a:graphic>
          <a:graphicData uri="http://schemas.openxmlformats.org/drawingml/2006/table">
            <a:tbl>
              <a:tblPr/>
              <a:tblGrid>
                <a:gridCol w="117784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316648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298360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481231">
                  <a:extLst>
                    <a:ext uri="{9D8B030D-6E8A-4147-A177-3AD203B41FA5}">
                      <a16:colId xmlns:a16="http://schemas.microsoft.com/office/drawing/2014/main" val="1771011708"/>
                    </a:ext>
                  </a:extLst>
                </a:gridCol>
                <a:gridCol w="1731006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 개발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M-STK, G-STK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이상동작 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스태킹 수율 개선 솔루션 개발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과제 완료 및 개선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고도화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‘24.12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‘25.1~11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‘25.11~’26.08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’26.08~11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19" name="이등변 삼각형 18">
            <a:extLst>
              <a:ext uri="{FF2B5EF4-FFF2-40B4-BE49-F238E27FC236}">
                <a16:creationId xmlns:a16="http://schemas.microsoft.com/office/drawing/2014/main" id="{2E578BFA-4F52-473A-8A6A-891E8673C473}"/>
              </a:ext>
            </a:extLst>
          </p:cNvPr>
          <p:cNvSpPr/>
          <p:nvPr/>
        </p:nvSpPr>
        <p:spPr>
          <a:xfrm rot="10800000">
            <a:off x="5358577" y="1396949"/>
            <a:ext cx="125376" cy="74578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6504C36-E416-4555-A91B-93214BBA4B92}"/>
              </a:ext>
            </a:extLst>
          </p:cNvPr>
          <p:cNvSpPr/>
          <p:nvPr/>
        </p:nvSpPr>
        <p:spPr>
          <a:xfrm>
            <a:off x="5252525" y="1499077"/>
            <a:ext cx="1473214" cy="44165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0265DE46-F654-0EFF-2972-460D957F53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2230221"/>
              </p:ext>
            </p:extLst>
          </p:nvPr>
        </p:nvGraphicFramePr>
        <p:xfrm>
          <a:off x="4667498" y="282361"/>
          <a:ext cx="3512745" cy="58039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470781">
                  <a:extLst>
                    <a:ext uri="{9D8B030D-6E8A-4147-A177-3AD203B41FA5}">
                      <a16:colId xmlns:a16="http://schemas.microsoft.com/office/drawing/2014/main" val="2443286706"/>
                    </a:ext>
                  </a:extLst>
                </a:gridCol>
                <a:gridCol w="398352">
                  <a:extLst>
                    <a:ext uri="{9D8B030D-6E8A-4147-A177-3AD203B41FA5}">
                      <a16:colId xmlns:a16="http://schemas.microsoft.com/office/drawing/2014/main" val="2989846914"/>
                    </a:ext>
                  </a:extLst>
                </a:gridCol>
                <a:gridCol w="2643612">
                  <a:extLst>
                    <a:ext uri="{9D8B030D-6E8A-4147-A177-3AD203B41FA5}">
                      <a16:colId xmlns:a16="http://schemas.microsoft.com/office/drawing/2014/main" val="1255664493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ko-KR" sz="800" b="0" kern="1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  <a:endParaRPr lang="ko-KR" sz="800" b="0" kern="1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ko-KR" sz="800" b="0" kern="1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  <a:endParaRPr lang="ko-KR" sz="800" b="0" kern="1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7902225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ko-KR" sz="800" b="0" kern="1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현재 단계</a:t>
                      </a:r>
                      <a:endParaRPr lang="ko-KR" sz="800" b="0" kern="1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ko-KR" altLang="en-US" sz="800" b="0" kern="1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적용 및 확산</a:t>
                      </a:r>
                      <a:endParaRPr lang="ko-KR" sz="800" b="0" kern="1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73223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ko-KR" sz="800" b="0" kern="1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진척 현황</a:t>
                      </a:r>
                      <a:endParaRPr lang="ko-KR" sz="800" b="0" kern="1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ko-KR" sz="800" b="0" kern="1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금주</a:t>
                      </a:r>
                      <a:endParaRPr lang="ko-KR" sz="800" b="0" kern="1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en-US" altLang="ko-KR" sz="800" b="0" kern="1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굴림" panose="020B0600000101010101" pitchFamily="50" charset="-127"/>
                        </a:rPr>
                        <a:t>ESWA </a:t>
                      </a:r>
                      <a:r>
                        <a:rPr lang="ko-KR" altLang="en-US" sz="800" b="0" kern="1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굴림" panose="020B0600000101010101" pitchFamily="50" charset="-127"/>
                        </a:rPr>
                        <a:t>데이터 분석 진행</a:t>
                      </a:r>
                      <a:endParaRPr lang="ko-KR" sz="800" b="0" kern="1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437403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ko-KR" sz="800" b="0" kern="1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전주</a:t>
                      </a:r>
                      <a:endParaRPr lang="ko-KR" sz="800" b="0" kern="1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</a:pPr>
                      <a:r>
                        <a:rPr lang="en-US" altLang="ko-KR" sz="800" b="0" kern="1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굴림" panose="020B0600000101010101" pitchFamily="50" charset="-127"/>
                        </a:rPr>
                        <a:t>ESWA </a:t>
                      </a:r>
                      <a:r>
                        <a:rPr lang="ko-KR" altLang="en-US" sz="800" b="0" kern="1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굴림" panose="020B0600000101010101" pitchFamily="50" charset="-127"/>
                        </a:rPr>
                        <a:t>데이터 분석 진행</a:t>
                      </a:r>
                      <a:endParaRPr lang="ko-KR" altLang="ko-KR" sz="800" b="0" kern="1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8577895"/>
                  </a:ext>
                </a:extLst>
              </a:tr>
            </a:tbl>
          </a:graphicData>
        </a:graphic>
      </p:graphicFrame>
      <p:pic>
        <p:nvPicPr>
          <p:cNvPr id="31" name="그림 30">
            <a:extLst>
              <a:ext uri="{FF2B5EF4-FFF2-40B4-BE49-F238E27FC236}">
                <a16:creationId xmlns:a16="http://schemas.microsoft.com/office/drawing/2014/main" id="{7FADAF11-96BB-4A95-9617-3092170C76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58488" y="3961447"/>
            <a:ext cx="5453063" cy="15981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978037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262718"/>
              </p:ext>
            </p:extLst>
          </p:nvPr>
        </p:nvGraphicFramePr>
        <p:xfrm>
          <a:off x="108655" y="902996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L&amp;S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수율 개선 솔루션 개발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–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 위치불량  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(PoC)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LAM#13-01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수평전개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 라미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 호기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(W30)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핵심 내용은 라미 중첩 통계 분석 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Report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활용 및 고도화 진행 중입니다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/>
                      <a:endParaRPr kumimoji="1" lang="en-US" altLang="ko-KR" sz="1000" kern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u="none" strike="noStrike" kern="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u="none" strike="noStrike" kern="0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 컨셉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]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 위치 불량 개선을 위해 라미의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Unit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을 제어하는 제어기의 명령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데이터를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ID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와 연계하여 데이터 정밀 분석</a:t>
                      </a:r>
                      <a:endParaRPr lang="en-US" altLang="ko-KR" sz="900" b="1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1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900" b="1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(X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불량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228600" lvl="0" indent="-2286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AutoNum type="arabicPeriod"/>
                      </a:pP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 중첩 통계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Report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제작하여 불량원인에 대한 분석을 진행 중입니다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- Report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통해 예측보정 미반영 신규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Case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 확인되어 조립자동보정팀으로 공유 하였고 원인 파악 예정입니다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- Report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통해 치수비전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ROI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설정 오류로 인한 오측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개선 하였습니다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.(7/20)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: 14-01, 20-02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호의 가감속 시 치수비전 위치에서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불량률이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61, 87%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로 확인되어 분석 결과 가감속시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비전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ROI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 벗어나</a:t>
                      </a: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재가동 첫번째 셀에 대하여 지속적인 비전 오측 불량이 발생하고 있었으며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법인 검사기술팀에 현상 공유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(7/20)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이후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ROI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조정 조치</a:t>
                      </a: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.(7/20)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-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음극 커터 그리퍼 배출부 위치에서 간섭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슬립이 추정되는 호기에 대해 법인에 공유하여 원인 및 개선 결과 확인 중입니다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228600" lvl="0" indent="-2286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AutoNum type="arabicPeriod" startAt="3"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그룹장님 지시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자동보정 셀거리 틀어짐 관련해선 조립자동보정팀 내부 검토 결과 셀 추적 데이터를 활용하지 않고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자체 로직을 고도화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방어로직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추가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하여 셀 거리가 지속적으로 틀어질 시 셀거리를 초기화 하고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재 탐색하여 자동보정 적용하는 방안으로 검토되었습니다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228600" lvl="0" indent="-2286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AutoNum type="arabicPeriod" startAt="3"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(Y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불량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228600" lvl="0" indent="-2286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AutoNum type="arabicPeriod"/>
                      </a:pP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중첩 가감속 불량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개발 후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축의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EPC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재료교체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ID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기준으로 음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양극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Dancer Roller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압력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각도 와 자동 공급부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Spool EPC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및 음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양극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L/R Core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속도와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본기 라미 롤러 속도의 인자를 수집하여 중첩 분석에 활용하고자 합니다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동일 레시피임에도 공급부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본기 가감속 타이밍이 어긋나거나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Dancer Roller, EPC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데이터의 차이점으로 전극 텐션에 영향을 주는 시점과 데이터를 분석하고자 합니다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26.8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noProof="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noProof="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윤병호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29005" y="37612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윤병호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7/21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5228275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L&amp;S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수율 개선 솔루션 개발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–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라미 위치불량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0FEE8D4-249E-4A1E-A47A-4401A1E7C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6964362"/>
              </p:ext>
            </p:extLst>
          </p:nvPr>
        </p:nvGraphicFramePr>
        <p:xfrm>
          <a:off x="1488249" y="1359152"/>
          <a:ext cx="7060600" cy="440055"/>
        </p:xfrm>
        <a:graphic>
          <a:graphicData uri="http://schemas.openxmlformats.org/drawingml/2006/table">
            <a:tbl>
              <a:tblPr/>
              <a:tblGrid>
                <a:gridCol w="1765150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76515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765150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765150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</a:tblGrid>
              <a:tr h="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 개발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 적용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수평전개 고도화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과제 완료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’26.1~2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‘26.3~8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997622C-91D4-44F3-81E5-6119A89F0A7D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" name="이등변 삼각형 1">
            <a:extLst>
              <a:ext uri="{FF2B5EF4-FFF2-40B4-BE49-F238E27FC236}">
                <a16:creationId xmlns:a16="http://schemas.microsoft.com/office/drawing/2014/main" id="{CCD59D0A-1F05-8AFD-64A1-0A3D93EF8BD4}"/>
              </a:ext>
            </a:extLst>
          </p:cNvPr>
          <p:cNvSpPr/>
          <p:nvPr/>
        </p:nvSpPr>
        <p:spPr>
          <a:xfrm rot="10800000">
            <a:off x="6244695" y="1389617"/>
            <a:ext cx="140410" cy="122505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90A025-8E67-94C3-E577-B943B936FBEF}"/>
              </a:ext>
            </a:extLst>
          </p:cNvPr>
          <p:cNvSpPr/>
          <p:nvPr/>
        </p:nvSpPr>
        <p:spPr>
          <a:xfrm>
            <a:off x="5018549" y="1512122"/>
            <a:ext cx="1747537" cy="28708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58ECE61C-C446-2380-D55D-1EFEE0D37BF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23047"/>
          <a:stretch/>
        </p:blipFill>
        <p:spPr>
          <a:xfrm>
            <a:off x="7888551" y="2440686"/>
            <a:ext cx="1320595" cy="1256798"/>
          </a:xfrm>
          <a:prstGeom prst="rect">
            <a:avLst/>
          </a:prstGeom>
        </p:spPr>
      </p:pic>
      <p:sp>
        <p:nvSpPr>
          <p:cNvPr id="9" name="내용 개체 틀 11">
            <a:extLst>
              <a:ext uri="{FF2B5EF4-FFF2-40B4-BE49-F238E27FC236}">
                <a16:creationId xmlns:a16="http://schemas.microsoft.com/office/drawing/2014/main" id="{D3AF15CF-F3CC-56C3-224F-2B5FD2E05A2C}"/>
              </a:ext>
            </a:extLst>
          </p:cNvPr>
          <p:cNvSpPr txBox="1">
            <a:spLocks/>
          </p:cNvSpPr>
          <p:nvPr/>
        </p:nvSpPr>
        <p:spPr bwMode="auto">
          <a:xfrm>
            <a:off x="7888550" y="2283062"/>
            <a:ext cx="1320595" cy="21909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예측 보정 결과 중첩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Trend</a:t>
            </a: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FB7BB9A9-3D14-E995-FB9F-2B3E8520BC1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0613" y="3771009"/>
            <a:ext cx="2972793" cy="1609651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1CE94B4A-631C-BAE1-98CF-A2A13DCB346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915757" y="3808860"/>
            <a:ext cx="2972793" cy="1537017"/>
          </a:xfrm>
          <a:prstGeom prst="rect">
            <a:avLst/>
          </a:prstGeom>
        </p:spPr>
      </p:pic>
      <p:sp>
        <p:nvSpPr>
          <p:cNvPr id="19" name="내용 개체 틀 11">
            <a:extLst>
              <a:ext uri="{FF2B5EF4-FFF2-40B4-BE49-F238E27FC236}">
                <a16:creationId xmlns:a16="http://schemas.microsoft.com/office/drawing/2014/main" id="{59B3396C-1B4D-C763-4DB4-E3C3BB3CA83C}"/>
              </a:ext>
            </a:extLst>
          </p:cNvPr>
          <p:cNvSpPr txBox="1">
            <a:spLocks/>
          </p:cNvSpPr>
          <p:nvPr/>
        </p:nvSpPr>
        <p:spPr bwMode="auto">
          <a:xfrm>
            <a:off x="5776359" y="3521775"/>
            <a:ext cx="1320595" cy="21909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ROI 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벗어나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NG 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발생</a:t>
            </a:r>
            <a:endParaRPr kumimoji="1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21" name="내용 개체 틀 11">
            <a:extLst>
              <a:ext uri="{FF2B5EF4-FFF2-40B4-BE49-F238E27FC236}">
                <a16:creationId xmlns:a16="http://schemas.microsoft.com/office/drawing/2014/main" id="{4BEC84E6-BA1C-BCA2-8D19-6EE7B3CE6E9C}"/>
              </a:ext>
            </a:extLst>
          </p:cNvPr>
          <p:cNvSpPr txBox="1">
            <a:spLocks/>
          </p:cNvSpPr>
          <p:nvPr/>
        </p:nvSpPr>
        <p:spPr bwMode="auto">
          <a:xfrm>
            <a:off x="6201716" y="4886935"/>
            <a:ext cx="1046809" cy="21909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재가동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lang="en-US" altLang="ko-KR" sz="800" b="0" spc="0" err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st</a:t>
            </a:r>
            <a:r>
              <a:rPr lang="ko-KR" altLang="en-US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(Front)</a:t>
            </a:r>
            <a:endParaRPr kumimoji="1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23" name="내용 개체 틀 11">
            <a:extLst>
              <a:ext uri="{FF2B5EF4-FFF2-40B4-BE49-F238E27FC236}">
                <a16:creationId xmlns:a16="http://schemas.microsoft.com/office/drawing/2014/main" id="{F2989391-AB2F-550B-A696-38D6060AFF0B}"/>
              </a:ext>
            </a:extLst>
          </p:cNvPr>
          <p:cNvSpPr txBox="1">
            <a:spLocks/>
          </p:cNvSpPr>
          <p:nvPr/>
        </p:nvSpPr>
        <p:spPr bwMode="auto">
          <a:xfrm>
            <a:off x="5070065" y="4886934"/>
            <a:ext cx="1046809" cy="21909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재가동 </a:t>
            </a:r>
            <a:r>
              <a:rPr lang="en-US" altLang="ko-KR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2nd</a:t>
            </a:r>
            <a:r>
              <a:rPr lang="ko-KR" altLang="en-US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(Rear)</a:t>
            </a:r>
            <a:endParaRPr kumimoji="1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24" name="내용 개체 틀 11">
            <a:extLst>
              <a:ext uri="{FF2B5EF4-FFF2-40B4-BE49-F238E27FC236}">
                <a16:creationId xmlns:a16="http://schemas.microsoft.com/office/drawing/2014/main" id="{119B3629-E995-50B6-ACBD-E0A3B56C4EE6}"/>
              </a:ext>
            </a:extLst>
          </p:cNvPr>
          <p:cNvSpPr txBox="1">
            <a:spLocks/>
          </p:cNvSpPr>
          <p:nvPr/>
        </p:nvSpPr>
        <p:spPr bwMode="auto">
          <a:xfrm>
            <a:off x="1517871" y="2558155"/>
            <a:ext cx="5227375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algn="ctr">
              <a:spcBef>
                <a:spcPts val="600"/>
              </a:spcBef>
              <a:buSzPct val="80000"/>
              <a:defRPr/>
            </a:pPr>
            <a:r>
              <a:rPr lang="en-US" altLang="ko-KR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*</a:t>
            </a:r>
            <a:r>
              <a:rPr lang="ko-KR" altLang="en-US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기존에 확인된 </a:t>
            </a:r>
            <a:r>
              <a:rPr lang="ko-KR" altLang="en-US" sz="800" b="0" kern="1200" spc="0" noProof="0" err="1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미반영</a:t>
            </a:r>
            <a:r>
              <a:rPr lang="ko-KR" altLang="en-US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en-US" altLang="ko-KR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Case</a:t>
            </a:r>
            <a:r>
              <a:rPr lang="ko-KR" altLang="en-US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는 </a:t>
            </a:r>
            <a:r>
              <a:rPr lang="en-US" altLang="ko-KR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Solace </a:t>
            </a:r>
            <a:r>
              <a:rPr lang="ko-KR" altLang="en-US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→ </a:t>
            </a:r>
            <a:r>
              <a:rPr lang="en-US" altLang="ko-KR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PLC </a:t>
            </a:r>
            <a:r>
              <a:rPr lang="ko-KR" altLang="en-US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보정 값 누락이며 금번엔 셀 거리 자동산정 로직 오류로 인한 미 반영</a:t>
            </a:r>
            <a:r>
              <a:rPr lang="en-US" altLang="ko-KR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.</a:t>
            </a:r>
          </a:p>
        </p:txBody>
      </p:sp>
      <p:sp>
        <p:nvSpPr>
          <p:cNvPr id="25" name="내용 개체 틀 11">
            <a:extLst>
              <a:ext uri="{FF2B5EF4-FFF2-40B4-BE49-F238E27FC236}">
                <a16:creationId xmlns:a16="http://schemas.microsoft.com/office/drawing/2014/main" id="{0A6F46A5-2C7D-7390-E5A0-52176171D705}"/>
              </a:ext>
            </a:extLst>
          </p:cNvPr>
          <p:cNvSpPr txBox="1">
            <a:spLocks/>
          </p:cNvSpPr>
          <p:nvPr/>
        </p:nvSpPr>
        <p:spPr bwMode="auto">
          <a:xfrm>
            <a:off x="2363212" y="3551910"/>
            <a:ext cx="1320595" cy="21909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Report 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혐의 위치 확인</a:t>
            </a:r>
            <a:endParaRPr kumimoji="1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26" name="내용 개체 틀 11">
            <a:extLst>
              <a:ext uri="{FF2B5EF4-FFF2-40B4-BE49-F238E27FC236}">
                <a16:creationId xmlns:a16="http://schemas.microsoft.com/office/drawing/2014/main" id="{C7B1AE9F-98CA-5C55-71CD-40B6E358D82E}"/>
              </a:ext>
            </a:extLst>
          </p:cNvPr>
          <p:cNvSpPr txBox="1">
            <a:spLocks/>
          </p:cNvSpPr>
          <p:nvPr/>
        </p:nvSpPr>
        <p:spPr bwMode="auto">
          <a:xfrm>
            <a:off x="1625979" y="3376642"/>
            <a:ext cx="5227375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>
              <a:spcBef>
                <a:spcPts val="600"/>
              </a:spcBef>
              <a:buSzPct val="80000"/>
              <a:defRPr/>
            </a:pPr>
            <a:r>
              <a:rPr lang="en-US" altLang="ko-KR" sz="800" b="0" kern="1200" spc="0" noProof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*14-03, 22-03, 24-03, 21-02</a:t>
            </a:r>
          </a:p>
        </p:txBody>
      </p:sp>
      <p:sp>
        <p:nvSpPr>
          <p:cNvPr id="5" name="내용 개체 틀 11">
            <a:extLst>
              <a:ext uri="{FF2B5EF4-FFF2-40B4-BE49-F238E27FC236}">
                <a16:creationId xmlns:a16="http://schemas.microsoft.com/office/drawing/2014/main" id="{994884D0-2320-8729-41F3-25D0E9FA1DDD}"/>
              </a:ext>
            </a:extLst>
          </p:cNvPr>
          <p:cNvSpPr txBox="1">
            <a:spLocks/>
          </p:cNvSpPr>
          <p:nvPr/>
        </p:nvSpPr>
        <p:spPr bwMode="auto">
          <a:xfrm>
            <a:off x="1557114" y="5727873"/>
            <a:ext cx="6922870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*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자동 보정 적용 위치 중 동일 위치에서 연속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회 이상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Offset 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값이 발산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And 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그러한 경우가 다섯 개 위치 에서 해당 될 경우 자동 보정 초기화 후 셀 거리 재 탐색 </a:t>
            </a:r>
            <a:endParaRPr kumimoji="1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302344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02417012-9580-4148-8D51-88FF8C380FC9}"/>
              </a:ext>
            </a:extLst>
          </p:cNvPr>
          <p:cNvSpPr txBox="1"/>
          <p:nvPr/>
        </p:nvSpPr>
        <p:spPr>
          <a:xfrm>
            <a:off x="8418526" y="587343"/>
            <a:ext cx="1487474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7/22 </a:t>
            </a:r>
            <a:r>
              <a:rPr lang="en-US" altLang="ko-KR" sz="1000">
                <a:solidFill>
                  <a:prstClr val="black"/>
                </a:solidFill>
                <a:latin typeface="Arial Narrow"/>
                <a:ea typeface="LG스마트체 Regular"/>
              </a:rPr>
              <a:t>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33FAD28-63BF-4526-B94A-2DF35F3349C9}"/>
              </a:ext>
            </a:extLst>
          </p:cNvPr>
          <p:cNvSpPr txBox="1"/>
          <p:nvPr/>
        </p:nvSpPr>
        <p:spPr>
          <a:xfrm>
            <a:off x="6038064" y="587343"/>
            <a:ext cx="2241810" cy="4001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0" name="제목 1">
            <a:extLst>
              <a:ext uri="{FF2B5EF4-FFF2-40B4-BE49-F238E27FC236}">
                <a16:creationId xmlns:a16="http://schemas.microsoft.com/office/drawing/2014/main" id="{F08285A4-21E7-4ACB-A662-B8ED2718113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추적솔루션개발팀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6B7863FC-9BFE-458D-A458-5FB6E56D2C2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4362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ESOC2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원통형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NFF Seam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용접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Pilot 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 추적 구축</a:t>
            </a:r>
          </a:p>
        </p:txBody>
      </p:sp>
      <p:graphicFrame>
        <p:nvGraphicFramePr>
          <p:cNvPr id="22" name="표 1">
            <a:extLst>
              <a:ext uri="{FF2B5EF4-FFF2-40B4-BE49-F238E27FC236}">
                <a16:creationId xmlns:a16="http://schemas.microsoft.com/office/drawing/2014/main" id="{87B4D5F0-BF4D-4C5D-9F6A-CB9792895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234182"/>
              </p:ext>
            </p:extLst>
          </p:nvPr>
        </p:nvGraphicFramePr>
        <p:xfrm>
          <a:off x="109461" y="832574"/>
          <a:ext cx="9748470" cy="5697037"/>
        </p:xfrm>
        <a:graphic>
          <a:graphicData uri="http://schemas.openxmlformats.org/drawingml/2006/table">
            <a:tbl>
              <a:tblPr/>
              <a:tblGrid>
                <a:gridCol w="6613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45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139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39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46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2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ko-KR" altLang="en-US" sz="900" b="1" i="0" u="none" strike="noStrike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787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ESOC2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Seam 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용접 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Line 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추적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Seam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용접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Pilot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(ESOC2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신뢰성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시험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동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tabLst/>
                        <a:defRPr/>
                      </a:pPr>
                      <a:r>
                        <a:rPr kumimoji="1" lang="ko-KR" altLang="en-US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배경 및 목적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대비 품질 확보와 원가 절감을 위해 신 공법을 적용한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(Seam </a:t>
                      </a:r>
                      <a:r>
                        <a:rPr lang="ko-KR" altLang="en-US" sz="10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웰딩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공법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수주를 위한 고객사 납품용 샘플 생산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 모델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BMW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Z43S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 생산 후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(4/16), MBAG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T37Q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모델로 </a:t>
                      </a:r>
                      <a:r>
                        <a:rPr lang="ko-KR" altLang="en-US" sz="10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형교환하여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샘플 </a:t>
                      </a:r>
                      <a:r>
                        <a:rPr lang="ko-KR" altLang="en-US" sz="10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생산중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(4/22~)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3.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인식률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4.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공정 설비 추가 건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1) CRW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개조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: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고객사 요청으로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CAW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CRW Laser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설비로 개조할 예정이며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샘플 예상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은 현재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초로 예상됩니다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: 7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월말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설비 개조 및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Set Up 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후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2~3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개월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test 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필요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하며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BMW 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생산 빌드 이후 생산 시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10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월말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~11</a:t>
                      </a:r>
                      <a:r>
                        <a:rPr lang="ko-KR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고객 송부 가능 예상</a:t>
                      </a:r>
                      <a:b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46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설비고속화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TFT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Main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대상으로 집행품의 결재 완료했으며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CRW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Laser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개조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구축 추가 투자 건에 대한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담당님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전결의 투자심의 서면 보고 드렸습니다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(3/24)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집행품의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(3/26), PR/PO(3/31)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상신했습니다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CRW Laser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 개조 일정은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월로 진행하며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샘플 생산 일정은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보조전장함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셋업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(7/12),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BCR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 및 검사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용접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연동 셋업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(~7/29)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2) API alive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테스트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재부팅 오류로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API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미작동하여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 ID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결측 발생을 방지하고자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DTC-API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간 비트를 주고받으며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DTC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에서 일정 카운트 이상 비트를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수신받지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못하면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API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미작동으로 판단하여 설비 알람 발생하도록 적용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부동 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CRW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 비트 송수신 및 알람 테스트 진행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(~7/29)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‘25.2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’27.3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최성민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박소영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윤성렬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24" name="내용 개체 틀 20">
            <a:extLst>
              <a:ext uri="{FF2B5EF4-FFF2-40B4-BE49-F238E27FC236}">
                <a16:creationId xmlns:a16="http://schemas.microsoft.com/office/drawing/2014/main" id="{6C3B0EC6-3778-4AA7-A733-71095CAD128A}"/>
              </a:ext>
            </a:extLst>
          </p:cNvPr>
          <p:cNvSpPr txBox="1">
            <a:spLocks/>
          </p:cNvSpPr>
          <p:nvPr/>
        </p:nvSpPr>
        <p:spPr>
          <a:xfrm>
            <a:off x="8997737" y="418066"/>
            <a:ext cx="79829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박소영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352E5F4-D151-4C3D-9E5F-99A1B7FDF265}"/>
              </a:ext>
            </a:extLst>
          </p:cNvPr>
          <p:cNvSpPr/>
          <p:nvPr/>
        </p:nvSpPr>
        <p:spPr>
          <a:xfrm>
            <a:off x="1386593" y="1045139"/>
            <a:ext cx="6243299" cy="233397"/>
          </a:xfrm>
          <a:prstGeom prst="rect">
            <a:avLst/>
          </a:prstGeom>
        </p:spPr>
        <p:txBody>
          <a:bodyPr wrap="square" lIns="18000" tIns="45720" rIns="18000" bIns="4572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(W30)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핵심 내용은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CRW Laser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설비 개조 건에 대해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전장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기구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제어 셋업 예정입니다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 (~7/2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9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6B2A79C-BFC9-49AA-8C94-8944CD5D2D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4715349"/>
              </p:ext>
            </p:extLst>
          </p:nvPr>
        </p:nvGraphicFramePr>
        <p:xfrm>
          <a:off x="1591036" y="1274114"/>
          <a:ext cx="7167230" cy="465419"/>
        </p:xfrm>
        <a:graphic>
          <a:graphicData uri="http://schemas.openxmlformats.org/drawingml/2006/table">
            <a:tbl>
              <a:tblPr/>
              <a:tblGrid>
                <a:gridCol w="751760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3663483875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2632540450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2636506273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1266397981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3389905596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3334302842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2994997893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3878113048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418764505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3544779646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1889747797"/>
                    </a:ext>
                  </a:extLst>
                </a:gridCol>
                <a:gridCol w="427698">
                  <a:extLst>
                    <a:ext uri="{9D8B030D-6E8A-4147-A177-3AD203B41FA5}">
                      <a16:colId xmlns:a16="http://schemas.microsoft.com/office/drawing/2014/main" val="736289097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투자일정</a:t>
                      </a:r>
                    </a:p>
                  </a:txBody>
                  <a:tcPr marL="0" marR="0" marT="8659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셀 추적 일정</a:t>
                      </a:r>
                    </a:p>
                  </a:txBody>
                  <a:tcPr marL="0" marR="0" marT="8659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754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SW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입고설치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ECS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Seam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용접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</a:t>
                      </a: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‘24.6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‘24.9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>
                          <a:solidFill>
                            <a:srgbClr val="7F7F7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’24.11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>
                          <a:solidFill>
                            <a:srgbClr val="7F7F7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’25.2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‘25.2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’24.9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‘24.10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’24.11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‘24.12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‘25.2~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486AACE6-8487-4C26-BBAA-60DE2A2D200D}"/>
              </a:ext>
            </a:extLst>
          </p:cNvPr>
          <p:cNvSpPr/>
          <p:nvPr/>
        </p:nvSpPr>
        <p:spPr>
          <a:xfrm>
            <a:off x="8333110" y="1404775"/>
            <a:ext cx="425154" cy="341583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3D103A03-E7B1-4FD5-BA05-8745AE1723F2}"/>
              </a:ext>
            </a:extLst>
          </p:cNvPr>
          <p:cNvSpPr/>
          <p:nvPr/>
        </p:nvSpPr>
        <p:spPr>
          <a:xfrm rot="10800000">
            <a:off x="8484485" y="1272724"/>
            <a:ext cx="122404" cy="117903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7D8D63E-5314-4D56-A9FA-9EF0669C8893}"/>
              </a:ext>
            </a:extLst>
          </p:cNvPr>
          <p:cNvSpPr txBox="1"/>
          <p:nvPr/>
        </p:nvSpPr>
        <p:spPr>
          <a:xfrm>
            <a:off x="1560541" y="1718398"/>
            <a:ext cx="6069351" cy="215444"/>
          </a:xfrm>
          <a:prstGeom prst="rect">
            <a:avLst/>
          </a:prstGeom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샘플 생산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Pilot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라인으로 별도의 양산 일정 구분 없이 샘플생산이 양산의 의미를 가짐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(NFF Pilot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운영팀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745B055-A5C0-40F5-947A-EBD8910316D1}"/>
              </a:ext>
            </a:extLst>
          </p:cNvPr>
          <p:cNvSpPr txBox="1"/>
          <p:nvPr/>
        </p:nvSpPr>
        <p:spPr>
          <a:xfrm>
            <a:off x="10052048" y="5152078"/>
            <a:ext cx="3663928" cy="4001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46series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제품 모델명 구분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rule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-. Ford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의 경우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생산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Site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변경으로 인한 모델명 변경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(N32S2 → N32C)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C2C197D-7065-4202-B62A-90F81CBA50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895314"/>
              </p:ext>
            </p:extLst>
          </p:nvPr>
        </p:nvGraphicFramePr>
        <p:xfrm>
          <a:off x="10052048" y="5533846"/>
          <a:ext cx="6348426" cy="967530"/>
        </p:xfrm>
        <a:graphic>
          <a:graphicData uri="http://schemas.openxmlformats.org/drawingml/2006/table">
            <a:tbl>
              <a:tblPr/>
              <a:tblGrid>
                <a:gridCol w="531302">
                  <a:extLst>
                    <a:ext uri="{9D8B030D-6E8A-4147-A177-3AD203B41FA5}">
                      <a16:colId xmlns:a16="http://schemas.microsoft.com/office/drawing/2014/main" val="1890279606"/>
                    </a:ext>
                  </a:extLst>
                </a:gridCol>
                <a:gridCol w="1454281">
                  <a:extLst>
                    <a:ext uri="{9D8B030D-6E8A-4147-A177-3AD203B41FA5}">
                      <a16:colId xmlns:a16="http://schemas.microsoft.com/office/drawing/2014/main" val="1303582701"/>
                    </a:ext>
                  </a:extLst>
                </a:gridCol>
                <a:gridCol w="1454281">
                  <a:extLst>
                    <a:ext uri="{9D8B030D-6E8A-4147-A177-3AD203B41FA5}">
                      <a16:colId xmlns:a16="http://schemas.microsoft.com/office/drawing/2014/main" val="1544082673"/>
                    </a:ext>
                  </a:extLst>
                </a:gridCol>
                <a:gridCol w="1454281">
                  <a:extLst>
                    <a:ext uri="{9D8B030D-6E8A-4147-A177-3AD203B41FA5}">
                      <a16:colId xmlns:a16="http://schemas.microsoft.com/office/drawing/2014/main" val="2466304147"/>
                    </a:ext>
                  </a:extLst>
                </a:gridCol>
                <a:gridCol w="1454281">
                  <a:extLst>
                    <a:ext uri="{9D8B030D-6E8A-4147-A177-3AD203B41FA5}">
                      <a16:colId xmlns:a16="http://schemas.microsoft.com/office/drawing/2014/main" val="468406065"/>
                    </a:ext>
                  </a:extLst>
                </a:gridCol>
              </a:tblGrid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높이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80 mm)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높이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95 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mm)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높이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 mm)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Z(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셀 높이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120 mm)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323407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IM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0104075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MBAG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Rivian, Mitsubishi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BMW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3361698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Ford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0004211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DTAG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5475279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BMW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MBAG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872866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00AA629-4C0F-7488-6F21-74B3B3B3FA29}"/>
              </a:ext>
            </a:extLst>
          </p:cNvPr>
          <p:cNvSpPr txBox="1"/>
          <p:nvPr/>
        </p:nvSpPr>
        <p:spPr>
          <a:xfrm>
            <a:off x="1509132" y="3354178"/>
            <a:ext cx="658863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*ELF Can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바코드 없는 테스트 셀 투입하여 인식률 저하되었습니다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FB22F0A-A48E-F909-20F5-057DFE7E2546}"/>
              </a:ext>
            </a:extLst>
          </p:cNvPr>
          <p:cNvSpPr txBox="1"/>
          <p:nvPr/>
        </p:nvSpPr>
        <p:spPr>
          <a:xfrm>
            <a:off x="6635311" y="2675057"/>
            <a:ext cx="2162707" cy="230832"/>
          </a:xfrm>
          <a:prstGeom prst="rect">
            <a:avLst/>
          </a:prstGeom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※ </a:t>
            </a:r>
            <a:r>
              <a:rPr lang="ko-KR" altLang="en-US" sz="900">
                <a:solidFill>
                  <a:srgbClr val="000000"/>
                </a:solidFill>
                <a:latin typeface="LG스마트체 Regular"/>
                <a:ea typeface="LG스마트체 Regular"/>
              </a:rPr>
              <a:t>집계 기간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lang="en-US" altLang="ko-KR" sz="900">
                <a:solidFill>
                  <a:srgbClr val="000000"/>
                </a:solidFill>
                <a:latin typeface="LG스마트체 Regular"/>
                <a:ea typeface="LG스마트체 Regular"/>
              </a:rPr>
              <a:t>: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’26.07.15 ~ ‘26.07.21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4D32A1C-1CB8-11A9-97D3-FDB5750D96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2830151"/>
              </p:ext>
            </p:extLst>
          </p:nvPr>
        </p:nvGraphicFramePr>
        <p:xfrm>
          <a:off x="1463774" y="2878116"/>
          <a:ext cx="7334244" cy="495318"/>
        </p:xfrm>
        <a:graphic>
          <a:graphicData uri="http://schemas.openxmlformats.org/drawingml/2006/table">
            <a:tbl>
              <a:tblPr/>
              <a:tblGrid>
                <a:gridCol w="875463">
                  <a:extLst>
                    <a:ext uri="{9D8B030D-6E8A-4147-A177-3AD203B41FA5}">
                      <a16:colId xmlns:a16="http://schemas.microsoft.com/office/drawing/2014/main" val="1899771930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799754058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4087037558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399336267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4252651041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2306917810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1272068713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1313361075"/>
                    </a:ext>
                  </a:extLst>
                </a:gridCol>
              </a:tblGrid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날짜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7/15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7/18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7/19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7/20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7/21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242816"/>
                  </a:ext>
                </a:extLst>
              </a:tr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투입 수량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EA)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4,246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4,718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8,007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1,886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5,344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4,721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792126"/>
                  </a:ext>
                </a:extLst>
              </a:tr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인식률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(%)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30269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914580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추적솔루션개발팀</a:t>
            </a:r>
          </a:p>
        </p:txBody>
      </p:sp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211275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NFF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신규 증설 라인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_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ESAZ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1" name="표 1">
            <a:extLst>
              <a:ext uri="{FF2B5EF4-FFF2-40B4-BE49-F238E27FC236}">
                <a16:creationId xmlns:a16="http://schemas.microsoft.com/office/drawing/2014/main" id="{49B0A808-D122-47A1-8FDD-5E8A1F67FA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780495"/>
              </p:ext>
            </p:extLst>
          </p:nvPr>
        </p:nvGraphicFramePr>
        <p:xfrm>
          <a:off x="92635" y="875712"/>
          <a:ext cx="9768099" cy="5785147"/>
        </p:xfrm>
        <a:graphic>
          <a:graphicData uri="http://schemas.openxmlformats.org/drawingml/2006/table">
            <a:tbl>
              <a:tblPr/>
              <a:tblGrid>
                <a:gridCol w="742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62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2295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4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9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555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ESAZ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셀 추적 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1~3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ko-KR" altLang="en-US" sz="1000">
                          <a:solidFill>
                            <a:srgbClr val="000000"/>
                          </a:solidFill>
                        </a:rPr>
                        <a:t>금주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</a:rPr>
                        <a:t>(W30)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</a:rPr>
                        <a:t>핵심 내용은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</a:rPr>
                        <a:t>AZ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</a:rPr>
                        <a:t>조립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</a:rPr>
                        <a:t>1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</a:rPr>
                        <a:t>호기 샘플 생산 일정 변경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</a:rPr>
                        <a:t>(7/8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</a:rPr>
                        <a:t>→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</a:rPr>
                        <a:t>7/24~8/5)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</a:rPr>
                        <a:t>으로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최성민 책임 출장 일정 연장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(7/31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→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8/13)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예정 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법인 요청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배경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공법 대비 원가 경쟁력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향상된 성능 확보 목적의 신공법 적용 설비 및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4680/4695/46105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대응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(MGAG/Ford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특이 사항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ESAZ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물동량 변경에 따라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선행검증라인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WA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이설 예정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(’27.01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 이설 비용은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억원으로 산출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(’26.4)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설비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SAT(~7/22), Sample(7/8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7/24~8/5),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샘플 일정 순연 사유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건설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PCW,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이슈 등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-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 셋업 진척률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91% (238ea/261ea)  - 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하드웨어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 (85/85),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소프트웨어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 (128ea/128ea),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실물 정합성 검증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52% (25ea/48ea)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-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인식률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집계기간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7/14~7/20)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* SAT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 설비 연동 테스트간 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자체 인식률 집계 현황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AZ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 기존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’26.10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→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개월 단축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(46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조립설비기술팀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전 설비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FAT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검수 완료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(4/15~5/14)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3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예정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고속화 결정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(270ppm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300ppm)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따라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ISI, JRI, IOU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 셀 추적 설계 검토 진행 중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(3/25~ 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- 360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 광학계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사양 협의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유광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Can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중심 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Pitch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최소 간격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150mm,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최대 선속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2,000mm/s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리딩 가능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(4/19)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컨베이어 라인 위에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360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 광학계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BCR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배치 검토중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(6/5~)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7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중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Main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설비사 선정 및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LOI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체결 후 데모 설비 제작하여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BCR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 위치 검토 및 유광캔 리딩 테스트 예정 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(~8/3)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선행검증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(WA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조립설비기술팀에서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LHC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설비에 대해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 및 셀 추적 구축 요청이 있어 비용 집행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검수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선행검증라인 셀추적 구축 검수 완료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(5/20),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검수 일정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(SAT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7/24)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전결 규정에 따라 생산센터내 완료품의 상신 예정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.(~7/31)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WA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이설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WA 46Series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kick-off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(5/21),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초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선행검증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투자심의 예정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 이설 비용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5.44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억원 생산기획 전달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(6/4)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7/23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법인투자심의회 진행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공통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1)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설비 투자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(ELC)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고객사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(Rivian, BMW)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요청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ESAZ 1,2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ELC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투자 진행중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 투자비 라인당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억원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(X-Ray)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고객사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(BMW)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AZ 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ELC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투자비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(2.82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억원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조립설비기술팀에 전달하여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법인과 투자 프로세스 진행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(~7/31)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AZ 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ELC, X-Ray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설비에 대해 본사구매팀 통해 해외법인발주지원 품의 상신하였습니다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(6/30)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ESAZ 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X-ray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투자 진행중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 투자비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1.16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억원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(6/16)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설비팀 집행품의 결재 진행중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(6/17~) , AZ 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호의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X-ray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 일정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’26.12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예상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2) API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프로토콜 개발 투자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: AZ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검사데이터 연동 간 헤드번호로 정합성 확인하고자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API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프로토콜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투자 관련 집행품의 완료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(2/27),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계약체결품의 완료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(3/6)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했습니다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업체는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 CNS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’26.8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내로 개발 완료 및 정합성 검증 확인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‘27.7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최성민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박소영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708B1D54-9D52-42CB-82CB-E5D69946BACE}"/>
              </a:ext>
            </a:extLst>
          </p:cNvPr>
          <p:cNvSpPr txBox="1"/>
          <p:nvPr/>
        </p:nvSpPr>
        <p:spPr>
          <a:xfrm>
            <a:off x="7994708" y="59243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7/22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967599" y="45578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박소영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B07380CC-742D-4CC2-8AFF-1DEDB4AB8614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B8572EF-F739-4EE8-84BB-AAC78C4680A9}"/>
              </a:ext>
            </a:extLst>
          </p:cNvPr>
          <p:cNvSpPr/>
          <p:nvPr/>
        </p:nvSpPr>
        <p:spPr>
          <a:xfrm>
            <a:off x="8895955" y="5298862"/>
            <a:ext cx="379912" cy="138499"/>
          </a:xfrm>
          <a:prstGeom prst="rect">
            <a:avLst/>
          </a:prstGeom>
          <a:solidFill>
            <a:schemeClr val="tx1"/>
          </a:solidFill>
        </p:spPr>
        <p:txBody>
          <a:bodyPr wrap="none" lIns="0" tIns="0" rIns="0" bIns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Lid </a:t>
            </a:r>
            <a:r>
              <a:rPr kumimoji="0" lang="ko-KR" altLang="en-US" sz="9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실물</a:t>
            </a:r>
          </a:p>
        </p:txBody>
      </p:sp>
      <p:pic>
        <p:nvPicPr>
          <p:cNvPr id="67" name="그림 66">
            <a:extLst>
              <a:ext uri="{FF2B5EF4-FFF2-40B4-BE49-F238E27FC236}">
                <a16:creationId xmlns:a16="http://schemas.microsoft.com/office/drawing/2014/main" id="{521437F7-78EC-494C-A13C-108B26026AE5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12" t="3954" r="30892"/>
          <a:stretch/>
        </p:blipFill>
        <p:spPr>
          <a:xfrm rot="5400000">
            <a:off x="8890059" y="5439990"/>
            <a:ext cx="770445" cy="765190"/>
          </a:xfrm>
          <a:prstGeom prst="rect">
            <a:avLst/>
          </a:prstGeom>
        </p:spPr>
      </p:pic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BFC913D-0803-4177-9C1D-6527949DA1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999939"/>
              </p:ext>
            </p:extLst>
          </p:nvPr>
        </p:nvGraphicFramePr>
        <p:xfrm>
          <a:off x="1371453" y="1315829"/>
          <a:ext cx="7270587" cy="840105"/>
        </p:xfrm>
        <a:graphic>
          <a:graphicData uri="http://schemas.openxmlformats.org/drawingml/2006/table">
            <a:tbl>
              <a:tblPr/>
              <a:tblGrid>
                <a:gridCol w="1179363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1894222192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1790161780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3600883569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1303360881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819348168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2523884773"/>
                    </a:ext>
                  </a:extLst>
                </a:gridCol>
              </a:tblGrid>
              <a:tr h="7599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국내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29207342"/>
                  </a:ext>
                </a:extLst>
              </a:tr>
              <a:tr h="7599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입고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입고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생산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7599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(AZ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직행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‘25.12.31</a:t>
                      </a:r>
                      <a:endParaRPr kumimoji="0" lang="ko-KR" altLang="en-US" sz="800" b="0" i="0" u="none" strike="sng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‘26.01.25</a:t>
                      </a:r>
                      <a:endParaRPr kumimoji="0" lang="en-US" altLang="ko-KR" sz="800" b="0" i="0" u="none" strike="sng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‘26.03.01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’26.05.30</a:t>
                      </a:r>
                      <a:endParaRPr kumimoji="0" lang="en-US" altLang="ko-KR" sz="800" b="0" i="0" u="none" strike="sng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’26.07.09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7/22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’26.07.08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07.24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7599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(AZ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직행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‘26.08</a:t>
                      </a:r>
                      <a:endParaRPr kumimoji="0" lang="ko-KR" altLang="en-US" sz="800" b="0" i="0" u="none" strike="sng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’26.11.01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’26.12.15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‘27.01.30</a:t>
                      </a:r>
                      <a:endParaRPr kumimoji="0" lang="en-US" altLang="ko-KR" sz="800" b="0" i="0" u="none" strike="sng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27.03.01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’27.05.01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9851084"/>
                  </a:ext>
                </a:extLst>
              </a:tr>
              <a:tr h="7599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(OC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생산 후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이설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‘25.09.26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‘25.09.30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‘26.01.02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‘26.01.28</a:t>
                      </a:r>
                      <a:endParaRPr kumimoji="0" lang="en-US" altLang="ko-KR" sz="800" b="0" i="0" u="none" strike="sng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‘26.03.06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‘26.07.24</a:t>
                      </a:r>
                      <a:r>
                        <a:rPr kumimoji="0" lang="en-US" altLang="ko-KR" sz="5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5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오창</a:t>
                      </a:r>
                      <a:r>
                        <a:rPr kumimoji="0" lang="en-US" altLang="ko-KR" sz="5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‘27.01.01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‘27.02.01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‘27.04.01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‘27.05.15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‘27.06.15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‘27.07.01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87717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29D246FC-F718-4483-BB12-593A1450D405}"/>
              </a:ext>
            </a:extLst>
          </p:cNvPr>
          <p:cNvSpPr/>
          <p:nvPr/>
        </p:nvSpPr>
        <p:spPr>
          <a:xfrm>
            <a:off x="5096839" y="2012821"/>
            <a:ext cx="482605" cy="14311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0F5CCCC-092F-4260-AA80-D8250A17C6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9059013"/>
              </p:ext>
            </p:extLst>
          </p:nvPr>
        </p:nvGraphicFramePr>
        <p:xfrm>
          <a:off x="8678142" y="2612550"/>
          <a:ext cx="1221290" cy="1466850"/>
        </p:xfrm>
        <a:graphic>
          <a:graphicData uri="http://schemas.openxmlformats.org/drawingml/2006/table">
            <a:tbl>
              <a:tblPr>
                <a:tableStyleId>{9D7B26C5-4107-4FEC-AEDC-1716B250A1EF}</a:tableStyleId>
              </a:tblPr>
              <a:tblGrid>
                <a:gridCol w="381212">
                  <a:extLst>
                    <a:ext uri="{9D8B030D-6E8A-4147-A177-3AD203B41FA5}">
                      <a16:colId xmlns:a16="http://schemas.microsoft.com/office/drawing/2014/main" val="3905652160"/>
                    </a:ext>
                  </a:extLst>
                </a:gridCol>
                <a:gridCol w="458866">
                  <a:extLst>
                    <a:ext uri="{9D8B030D-6E8A-4147-A177-3AD203B41FA5}">
                      <a16:colId xmlns:a16="http://schemas.microsoft.com/office/drawing/2014/main" val="1530537491"/>
                    </a:ext>
                  </a:extLst>
                </a:gridCol>
                <a:gridCol w="381212">
                  <a:extLst>
                    <a:ext uri="{9D8B030D-6E8A-4147-A177-3AD203B41FA5}">
                      <a16:colId xmlns:a16="http://schemas.microsoft.com/office/drawing/2014/main" val="2284901673"/>
                    </a:ext>
                  </a:extLst>
                </a:gridCol>
              </a:tblGrid>
              <a:tr h="209550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WA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 생산 예정 모델</a:t>
                      </a:r>
                    </a:p>
                  </a:txBody>
                  <a:tcPr marL="9525" marR="9525" marT="9525" marB="0" anchor="b"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 hMerge="1">
                  <a:txBody>
                    <a:bodyPr/>
                    <a:lstStyle/>
                    <a:p>
                      <a:pPr algn="ctr" fontAlgn="b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043631183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000" u="none" strike="noStrike">
                          <a:effectLst/>
                          <a:latin typeface="+mj-ea"/>
                          <a:ea typeface="+mj-ea"/>
                        </a:rPr>
                        <a:t>모델명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000" u="none" strike="noStrike">
                          <a:effectLst/>
                          <a:latin typeface="+mj-ea"/>
                          <a:ea typeface="+mj-ea"/>
                        </a:rPr>
                        <a:t>고객사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000" u="none" strike="noStrike">
                          <a:effectLst/>
                          <a:latin typeface="+mj-ea"/>
                          <a:ea typeface="+mj-ea"/>
                        </a:rPr>
                        <a:t>폼팩터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40828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N32C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Ford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4695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9487637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N32S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Mitsubishi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4695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18525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N34Q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BMW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4695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2759276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T38L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DTAG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4695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79685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T38Q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MBAG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46100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6926006"/>
                  </a:ext>
                </a:extLst>
              </a:tr>
            </a:tbl>
          </a:graphicData>
        </a:graphic>
      </p:graphicFrame>
      <p:sp>
        <p:nvSpPr>
          <p:cNvPr id="3" name="내용 개체 틀 11">
            <a:extLst>
              <a:ext uri="{FF2B5EF4-FFF2-40B4-BE49-F238E27FC236}">
                <a16:creationId xmlns:a16="http://schemas.microsoft.com/office/drawing/2014/main" id="{079D5D47-27B1-9976-D6EB-A5E72543C954}"/>
              </a:ext>
            </a:extLst>
          </p:cNvPr>
          <p:cNvSpPr txBox="1">
            <a:spLocks/>
          </p:cNvSpPr>
          <p:nvPr/>
        </p:nvSpPr>
        <p:spPr bwMode="auto">
          <a:xfrm>
            <a:off x="4451981" y="5328231"/>
            <a:ext cx="1297245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* ELC : EL Leak Checker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27D1A4C-C3FA-3183-41E2-635401CBC24F}"/>
              </a:ext>
            </a:extLst>
          </p:cNvPr>
          <p:cNvSpPr/>
          <p:nvPr/>
        </p:nvSpPr>
        <p:spPr>
          <a:xfrm>
            <a:off x="7624432" y="1608961"/>
            <a:ext cx="1017608" cy="25392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내용 개체 틀 11">
            <a:extLst>
              <a:ext uri="{FF2B5EF4-FFF2-40B4-BE49-F238E27FC236}">
                <a16:creationId xmlns:a16="http://schemas.microsoft.com/office/drawing/2014/main" id="{F0A5F637-3170-13FF-3E2F-AE700ACB54DA}"/>
              </a:ext>
            </a:extLst>
          </p:cNvPr>
          <p:cNvSpPr txBox="1">
            <a:spLocks/>
          </p:cNvSpPr>
          <p:nvPr/>
        </p:nvSpPr>
        <p:spPr bwMode="auto">
          <a:xfrm>
            <a:off x="6806472" y="4059649"/>
            <a:ext cx="1635919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lang="en-US" altLang="ko-KR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설비 최대 </a:t>
            </a:r>
            <a:r>
              <a:rPr kumimoji="1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선속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: 1,000mm/s</a:t>
            </a:r>
          </a:p>
        </p:txBody>
      </p:sp>
      <p:sp>
        <p:nvSpPr>
          <p:cNvPr id="5" name="내용 개체 틀 11">
            <a:extLst>
              <a:ext uri="{FF2B5EF4-FFF2-40B4-BE49-F238E27FC236}">
                <a16:creationId xmlns:a16="http://schemas.microsoft.com/office/drawing/2014/main" id="{CC48E45B-56F3-54B7-5B46-2252A56F1CA8}"/>
              </a:ext>
            </a:extLst>
          </p:cNvPr>
          <p:cNvSpPr txBox="1">
            <a:spLocks/>
          </p:cNvSpPr>
          <p:nvPr/>
        </p:nvSpPr>
        <p:spPr bwMode="auto">
          <a:xfrm>
            <a:off x="7696514" y="4515905"/>
            <a:ext cx="1635919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lang="en-US" altLang="ko-KR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</a:t>
            </a:r>
            <a:r>
              <a:rPr lang="ko-KR" altLang="en-US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자산 귀속 부서 상신</a:t>
            </a:r>
            <a:endParaRPr kumimoji="1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6C2A45B-A73D-11DD-25E0-11E4B52F84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8748333"/>
              </p:ext>
            </p:extLst>
          </p:nvPr>
        </p:nvGraphicFramePr>
        <p:xfrm>
          <a:off x="1595970" y="3347868"/>
          <a:ext cx="7043476" cy="440055"/>
        </p:xfrm>
        <a:graphic>
          <a:graphicData uri="http://schemas.openxmlformats.org/drawingml/2006/table">
            <a:tbl>
              <a:tblPr/>
              <a:tblGrid>
                <a:gridCol w="840755">
                  <a:extLst>
                    <a:ext uri="{9D8B030D-6E8A-4147-A177-3AD203B41FA5}">
                      <a16:colId xmlns:a16="http://schemas.microsoft.com/office/drawing/2014/main" val="1899771930"/>
                    </a:ext>
                  </a:extLst>
                </a:gridCol>
                <a:gridCol w="886103">
                  <a:extLst>
                    <a:ext uri="{9D8B030D-6E8A-4147-A177-3AD203B41FA5}">
                      <a16:colId xmlns:a16="http://schemas.microsoft.com/office/drawing/2014/main" val="799754058"/>
                    </a:ext>
                  </a:extLst>
                </a:gridCol>
                <a:gridCol w="886103">
                  <a:extLst>
                    <a:ext uri="{9D8B030D-6E8A-4147-A177-3AD203B41FA5}">
                      <a16:colId xmlns:a16="http://schemas.microsoft.com/office/drawing/2014/main" val="4087037558"/>
                    </a:ext>
                  </a:extLst>
                </a:gridCol>
                <a:gridCol w="886103">
                  <a:extLst>
                    <a:ext uri="{9D8B030D-6E8A-4147-A177-3AD203B41FA5}">
                      <a16:colId xmlns:a16="http://schemas.microsoft.com/office/drawing/2014/main" val="399336267"/>
                    </a:ext>
                  </a:extLst>
                </a:gridCol>
                <a:gridCol w="886103">
                  <a:extLst>
                    <a:ext uri="{9D8B030D-6E8A-4147-A177-3AD203B41FA5}">
                      <a16:colId xmlns:a16="http://schemas.microsoft.com/office/drawing/2014/main" val="4252651041"/>
                    </a:ext>
                  </a:extLst>
                </a:gridCol>
                <a:gridCol w="886103">
                  <a:extLst>
                    <a:ext uri="{9D8B030D-6E8A-4147-A177-3AD203B41FA5}">
                      <a16:colId xmlns:a16="http://schemas.microsoft.com/office/drawing/2014/main" val="2306917810"/>
                    </a:ext>
                  </a:extLst>
                </a:gridCol>
                <a:gridCol w="886103">
                  <a:extLst>
                    <a:ext uri="{9D8B030D-6E8A-4147-A177-3AD203B41FA5}">
                      <a16:colId xmlns:a16="http://schemas.microsoft.com/office/drawing/2014/main" val="1272068713"/>
                    </a:ext>
                  </a:extLst>
                </a:gridCol>
                <a:gridCol w="886103">
                  <a:extLst>
                    <a:ext uri="{9D8B030D-6E8A-4147-A177-3AD203B41FA5}">
                      <a16:colId xmlns:a16="http://schemas.microsoft.com/office/drawing/2014/main" val="2851710632"/>
                    </a:ext>
                  </a:extLst>
                </a:gridCol>
              </a:tblGrid>
              <a:tr h="1091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날짜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7/14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7/15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7/18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7/19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7/20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242816"/>
                  </a:ext>
                </a:extLst>
              </a:tr>
              <a:tr h="1091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투입 수량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EA)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1,500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3,800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6,500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1,200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792126"/>
                  </a:ext>
                </a:extLst>
              </a:tr>
              <a:tr h="1091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인식률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(%)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97.57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3026903"/>
                  </a:ext>
                </a:extLst>
              </a:tr>
            </a:tbl>
          </a:graphicData>
        </a:graphic>
      </p:graphicFrame>
      <p:sp>
        <p:nvSpPr>
          <p:cNvPr id="11" name="내용 개체 틀 11">
            <a:extLst>
              <a:ext uri="{FF2B5EF4-FFF2-40B4-BE49-F238E27FC236}">
                <a16:creationId xmlns:a16="http://schemas.microsoft.com/office/drawing/2014/main" id="{B481CC1A-CBDE-1C10-6F56-D3C60F41077C}"/>
              </a:ext>
            </a:extLst>
          </p:cNvPr>
          <p:cNvSpPr txBox="1">
            <a:spLocks/>
          </p:cNvSpPr>
          <p:nvPr/>
        </p:nvSpPr>
        <p:spPr bwMode="auto">
          <a:xfrm>
            <a:off x="7253269" y="3157528"/>
            <a:ext cx="1635919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lang="en-US" altLang="ko-KR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 </a:t>
            </a:r>
            <a:r>
              <a:rPr lang="ko-KR" altLang="en-US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검수 조건 </a:t>
            </a:r>
            <a:r>
              <a:rPr lang="en-US" altLang="ko-KR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</a:t>
            </a:r>
            <a:r>
              <a:rPr lang="ko-KR" altLang="en-US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인식률 </a:t>
            </a:r>
            <a:r>
              <a:rPr lang="en-US" altLang="ko-KR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99% </a:t>
            </a:r>
            <a:r>
              <a:rPr lang="ko-KR" altLang="en-US" sz="800" b="0" spc="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이상</a:t>
            </a:r>
            <a:endParaRPr kumimoji="1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2625709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표 1">
            <a:extLst>
              <a:ext uri="{FF2B5EF4-FFF2-40B4-BE49-F238E27FC236}">
                <a16:creationId xmlns:a16="http://schemas.microsoft.com/office/drawing/2014/main" id="{87B4D5F0-BF4D-4C5D-9F6A-CB9792895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4748655"/>
              </p:ext>
            </p:extLst>
          </p:nvPr>
        </p:nvGraphicFramePr>
        <p:xfrm>
          <a:off x="108656" y="868460"/>
          <a:ext cx="9748470" cy="5864572"/>
        </p:xfrm>
        <a:graphic>
          <a:graphicData uri="http://schemas.openxmlformats.org/drawingml/2006/table">
            <a:tbl>
              <a:tblPr/>
              <a:tblGrid>
                <a:gridCol w="6613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45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139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39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46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43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ko-KR" altLang="en-US" sz="900" b="1" i="0" u="none" strike="noStrike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8024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 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라인 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</a:t>
                      </a: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MP1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(ESOC2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OC9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동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MP2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(ESOC2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OC9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동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금주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(W30)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핵심 내용은 없습니다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endParaRPr lang="en-US" altLang="ko-KR" sz="1000" b="0" i="0" u="none" strike="noStrike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 MP1/2</a:t>
                      </a:r>
                      <a:r>
                        <a:rPr lang="ko-KR" altLang="en-US" sz="1000" b="0" i="0" u="none" strike="noStrike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진행 현황 </a:t>
                      </a:r>
                      <a:r>
                        <a:rPr lang="en-US" altLang="ko-KR" sz="1000" b="0" i="0" u="none" strike="noStrike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1000" b="0" i="0" u="none" strike="noStrike" noProof="0" err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</a:t>
                      </a: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검수 및 업무 이관</a:t>
                      </a:r>
                      <a:endParaRPr lang="en-US" altLang="ko-KR" sz="1000" b="0" i="0" u="none" strike="noStrike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: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MP2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셀추적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투자 검수품의 완료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(3/25,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조립생산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기술팀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), 46cellQA/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조립생산기술팀과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셀추적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중알람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전환 협의하여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(4/27),</a:t>
                      </a: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중알람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조치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교육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및 적용 시점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셀추적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업무 이관 관련하여 생산팀 담당자와 후속 협의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(5/18~)</a:t>
                      </a: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: MP1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라인은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’24.11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셀추적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구축 검수 진행하였으며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양산 후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개월 후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셀추적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업무 이관하는 것으로 협의 했습니다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(5/18)</a:t>
                      </a: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2.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인식률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000" b="0" i="0" u="none" strike="noStrike" noProof="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추적률</a:t>
                      </a:r>
                      <a:endParaRPr lang="en-US" altLang="ko-KR" sz="1000" b="0" i="0" u="none" strike="noStrike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: 6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월 생산 간 평균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추적률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99.93%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로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담당님께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서면보고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상신했습니다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(7/13)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추적률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저하 요인은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와인더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기인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0.05%,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조립 기인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0.02%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로 확인 했으며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조립 기인 저하 요인은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가지로 확인했습니다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(1) JRI J/R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케리어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미인식으로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J/R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가상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발번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되었습니다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(0.018%)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부동 간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JRI J/R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케리어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BCR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조명 셋팅 조정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(6/5), BCR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인식률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99.95% → 99.99% (0.04%↑)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개선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(2) IOU Can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외관 흠집으로 초기 리딩 시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미인식되었으며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이후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재투입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간 정상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리딩되어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동일 셀에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중복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발번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되었습니다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(0.001%)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  : JRI~IOU Can BCR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미인식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이미지 확인 시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, Can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외곽 흠집으로 인한 미인식으로 확인되어 생산기술팀에 공유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(~7/13)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해당 건에 대해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추적률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레포트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집계 예외 처리 적용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(~7/17)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(3) CCW/ACW J/R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케리어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미인식으로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J/R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가상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발번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되었습니다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(0.001%)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부동 간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CCW/ACW J/R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케리어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BCR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셋팅 점검 완료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(7/12),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생산 간 모니터링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CRW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이동평균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S/W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개발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: 46Cell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초음파 용접 공정의 품질 안정화를 위해 용접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Raw Data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의 모니터링 및 이동평균 기준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Limit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설정을 위한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의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S/W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개발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원통형기술그룹 예산으로 투자 진행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셀추적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연동 필요한 투자비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450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만원으로 공정기술팀에서 집행품의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상신하였으며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(4/8),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순수 인건비 항목으로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추후 세금계산서 발행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MP2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라인 선 적용 후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차년도에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Seam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용접 라인 수평전개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 CRW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용접 데이터 상위보고 셋업 및 테스트를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SWP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라인에서 부동 간 테스트 후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MP2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라인에 수평전개 예정입니다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. (~7/29)  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‘25.6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‘25.12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(SOP,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MP2)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’26.12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최성민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박소영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20" name="제목 1">
            <a:extLst>
              <a:ext uri="{FF2B5EF4-FFF2-40B4-BE49-F238E27FC236}">
                <a16:creationId xmlns:a16="http://schemas.microsoft.com/office/drawing/2014/main" id="{F08285A4-21E7-4ACB-A662-B8ED2718113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추적솔루션개발팀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6B7863FC-9BFE-458D-A458-5FB6E56D2C2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4028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ESOC2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원통형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NFF MP1/MP2 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 추적 구축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B9FC4490-45A8-4756-A39B-D7F6BB8FB2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332590"/>
              </p:ext>
            </p:extLst>
          </p:nvPr>
        </p:nvGraphicFramePr>
        <p:xfrm>
          <a:off x="1463776" y="1349394"/>
          <a:ext cx="7334242" cy="609507"/>
        </p:xfrm>
        <a:graphic>
          <a:graphicData uri="http://schemas.openxmlformats.org/drawingml/2006/table">
            <a:tbl>
              <a:tblPr/>
              <a:tblGrid>
                <a:gridCol w="480434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3663483875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2632540450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2636506273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1266397981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3389905596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3334302842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2994997893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3878113048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418764505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3544779646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1889747797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2993107482"/>
                    </a:ext>
                  </a:extLst>
                </a:gridCol>
                <a:gridCol w="428363">
                  <a:extLst>
                    <a:ext uri="{9D8B030D-6E8A-4147-A177-3AD203B41FA5}">
                      <a16:colId xmlns:a16="http://schemas.microsoft.com/office/drawing/2014/main" val="736289097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투자일정</a:t>
                      </a:r>
                    </a:p>
                  </a:txBody>
                  <a:tcPr marL="0" marR="0" marT="8659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셀 추적 일정</a:t>
                      </a:r>
                    </a:p>
                  </a:txBody>
                  <a:tcPr marL="0" marR="0" marT="8659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투심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SW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입고설치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ECS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RampUp</a:t>
                      </a: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안정화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MP1</a:t>
                      </a: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22.12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23.10</a:t>
                      </a:r>
                      <a:endParaRPr lang="en-US">
                        <a:solidFill>
                          <a:schemeClr val="bg1">
                            <a:lumMod val="65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i="0" u="none" strike="noStrike" noProof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23.12</a:t>
                      </a:r>
                      <a:endParaRPr lang="en-US">
                        <a:solidFill>
                          <a:schemeClr val="bg1">
                            <a:lumMod val="65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23.7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23.7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23.9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23.10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23.10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23.12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23.2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24.3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24.7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24.7~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MP2</a:t>
                      </a: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/>
                          <a:cs typeface="+mn-cs"/>
                        </a:rPr>
                        <a:t>‘24.1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/>
                        <a:cs typeface="+mn-cs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/>
                          <a:cs typeface="+mn-cs"/>
                        </a:rPr>
                        <a:t>‘24.9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/>
                        <a:cs typeface="+mn-cs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</a:rPr>
                        <a:t>’25.4</a:t>
                      </a: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</a:rPr>
                        <a:t>‘25.7~</a:t>
                      </a: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‘25.12.23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/>
                          <a:cs typeface="+mn-cs"/>
                        </a:rPr>
                        <a:t>’24.11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/>
                        <a:cs typeface="+mn-cs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/>
                          <a:cs typeface="+mn-cs"/>
                        </a:rPr>
                        <a:t>‘25.1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/>
                        <a:cs typeface="+mn-cs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’25.1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‘25.4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‘25.5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‘25.6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‘25.6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‘25.6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‘25.7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‘25.8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‘25.12.23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9968866"/>
                  </a:ext>
                </a:extLst>
              </a:tr>
            </a:tbl>
          </a:graphicData>
        </a:graphic>
      </p:graphicFrame>
      <p:sp>
        <p:nvSpPr>
          <p:cNvPr id="31" name="TextBox 30">
            <a:extLst>
              <a:ext uri="{FF2B5EF4-FFF2-40B4-BE49-F238E27FC236}">
                <a16:creationId xmlns:a16="http://schemas.microsoft.com/office/drawing/2014/main" id="{69B107D4-49D1-43B7-9CA7-FCE6E88688A9}"/>
              </a:ext>
            </a:extLst>
          </p:cNvPr>
          <p:cNvSpPr txBox="1"/>
          <p:nvPr/>
        </p:nvSpPr>
        <p:spPr>
          <a:xfrm>
            <a:off x="1463776" y="1948546"/>
            <a:ext cx="500649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MP1 : </a:t>
            </a:r>
            <a:r>
              <a:rPr lang="ko-KR" altLang="en-US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고객사</a:t>
            </a:r>
            <a:r>
              <a:rPr lang="en-US" altLang="ko-KR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(IM)</a:t>
            </a:r>
            <a:r>
              <a:rPr lang="ko-KR" altLang="en-US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부터 </a:t>
            </a:r>
            <a:r>
              <a:rPr lang="en-US" altLang="ko-KR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Current bump </a:t>
            </a:r>
            <a:r>
              <a:rPr lang="ko-KR" altLang="en-US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포함 </a:t>
            </a:r>
            <a:r>
              <a:rPr lang="en-US" altLang="ko-KR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가지 평가에서 </a:t>
            </a:r>
            <a:r>
              <a:rPr lang="en-US" altLang="ko-KR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Fail</a:t>
            </a:r>
            <a:r>
              <a:rPr lang="ko-KR" altLang="en-US" sz="800" b="0" i="0" u="none" strike="noStrike" noProof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을 받아 고객사 기준 미충족으로 양산 일정 무기한 연기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8979EA0-B840-41CB-8182-AE62FEC15C55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A7EAB5B-6A0B-53F7-2708-C90739BBDAE1}"/>
              </a:ext>
            </a:extLst>
          </p:cNvPr>
          <p:cNvSpPr txBox="1"/>
          <p:nvPr/>
        </p:nvSpPr>
        <p:spPr>
          <a:xfrm>
            <a:off x="8418526" y="587343"/>
            <a:ext cx="1487474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7/22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AB9CB517-50B4-5C8B-7F42-5BB7E16DADF4}"/>
              </a:ext>
            </a:extLst>
          </p:cNvPr>
          <p:cNvSpPr txBox="1">
            <a:spLocks/>
          </p:cNvSpPr>
          <p:nvPr/>
        </p:nvSpPr>
        <p:spPr>
          <a:xfrm>
            <a:off x="9026591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박소영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19B7C1C-DB3D-B5E1-9325-224E29809ED5}"/>
              </a:ext>
            </a:extLst>
          </p:cNvPr>
          <p:cNvSpPr txBox="1"/>
          <p:nvPr/>
        </p:nvSpPr>
        <p:spPr>
          <a:xfrm>
            <a:off x="1408309" y="3822297"/>
            <a:ext cx="755548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*Vent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바코드의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L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패턴 손상으로 인한 미인식으로 인식률 일부 저하되었습니다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67AE580-E822-3168-BD75-A59B813BABE7}"/>
              </a:ext>
            </a:extLst>
          </p:cNvPr>
          <p:cNvSpPr txBox="1"/>
          <p:nvPr/>
        </p:nvSpPr>
        <p:spPr>
          <a:xfrm>
            <a:off x="6635311" y="3160835"/>
            <a:ext cx="2162707" cy="230832"/>
          </a:xfrm>
          <a:prstGeom prst="rect">
            <a:avLst/>
          </a:prstGeom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※ </a:t>
            </a:r>
            <a:r>
              <a:rPr lang="ko-KR" altLang="en-US" sz="900">
                <a:solidFill>
                  <a:srgbClr val="000000"/>
                </a:solidFill>
                <a:latin typeface="LG스마트체 Regular"/>
                <a:ea typeface="LG스마트체 Regular"/>
              </a:rPr>
              <a:t>집계 기간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lang="en-US" altLang="ko-KR" sz="900">
                <a:solidFill>
                  <a:srgbClr val="000000"/>
                </a:solidFill>
                <a:latin typeface="LG스마트체 Regular"/>
                <a:ea typeface="LG스마트체 Regular"/>
              </a:rPr>
              <a:t>: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’26.07.15 ~ ‘26.07.21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449694B-9685-0A85-7005-593EAF9D99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3875872"/>
              </p:ext>
            </p:extLst>
          </p:nvPr>
        </p:nvGraphicFramePr>
        <p:xfrm>
          <a:off x="1463774" y="3363894"/>
          <a:ext cx="7334244" cy="495318"/>
        </p:xfrm>
        <a:graphic>
          <a:graphicData uri="http://schemas.openxmlformats.org/drawingml/2006/table">
            <a:tbl>
              <a:tblPr/>
              <a:tblGrid>
                <a:gridCol w="875463">
                  <a:extLst>
                    <a:ext uri="{9D8B030D-6E8A-4147-A177-3AD203B41FA5}">
                      <a16:colId xmlns:a16="http://schemas.microsoft.com/office/drawing/2014/main" val="1899771930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799754058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4087037558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399336267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4252651041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2306917810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1272068713"/>
                    </a:ext>
                  </a:extLst>
                </a:gridCol>
                <a:gridCol w="922683">
                  <a:extLst>
                    <a:ext uri="{9D8B030D-6E8A-4147-A177-3AD203B41FA5}">
                      <a16:colId xmlns:a16="http://schemas.microsoft.com/office/drawing/2014/main" val="1313361075"/>
                    </a:ext>
                  </a:extLst>
                </a:gridCol>
              </a:tblGrid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날짜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7/15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7/18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7/19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7/20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7/21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242816"/>
                  </a:ext>
                </a:extLst>
              </a:tr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투입 수량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EA)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157,397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56,338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159,954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154,190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144,479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132,184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119,939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792126"/>
                  </a:ext>
                </a:extLst>
              </a:tr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인식률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(%)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30269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23774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948638"/>
              </p:ext>
            </p:extLst>
          </p:nvPr>
        </p:nvGraphicFramePr>
        <p:xfrm>
          <a:off x="119275" y="872919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6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80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 ID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기반의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계측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Data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(SV/PV) 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연계 기술 적용</a:t>
                      </a:r>
                      <a:endParaRPr lang="ko-KR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MP1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(W30)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핵심 내용은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Agent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와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CNS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의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MDC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프로그램의 기능을 포함한 신규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SW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 개발 검토 중입니다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현황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-.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원통형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 공정의 계측기에서 산출되는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 ID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연계하여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SPC+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전송하는 프로젝트 입니다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최종적으로 계측기에서 산출 되는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PV(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Data), HMI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터치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계측기에서 설정하는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SV(Spec)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등에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 ID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연계하여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SPC+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전송합니다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: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 프로젝트는 품질검사정보팀에서 주관하며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품질 펀드 비용으로 진행됩니다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기존 자동차 파우치 라인은 전 사이트 확산전개 진행 중이며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추적솔루션개발팀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소형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2170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은 대표호기 셋업 완료 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조립설비기술팀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   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대표라인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(NFF MP1)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CCW, CIT, JRI, ABW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공정의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로드셀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및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Hi-Pot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대상으로 계측데이터 연동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(HW/SW)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검수 완료했습니다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(‘25.12.22)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 라인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(MP2, SWP)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계측 데이터 연동을 위한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담당님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전결의 투자심의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(10/14),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집행품의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(10/17)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MP2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HW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분에 대한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PR/PO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발행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(10/20)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MP2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라인의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로드셀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제외로 연동 계측기 대수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111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 →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56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대로 변경되어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HW, SW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분의 금액 변경으로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PO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변경품의 상신 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(2/11)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HW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셋업분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0.54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억원 →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0.398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0.142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), SW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셋업분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0.199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억원 →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0.169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0.03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으로 검토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MP2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로드셀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제외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MP1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항목 추가로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MP2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분에 대한 금액이 변경되어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CNS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와 계약변경합의 체결했습니다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(2/25)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-. SWP, MP2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현황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MP2, SWP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라인의 중계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입고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(3/22)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되어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MP2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HW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완료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(4/5), SW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설치 완료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(4/12),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로드셀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계측기의 데이터 수신 확인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(5/12)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OC(MP2,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SWP), AZ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HLC Hi-pot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계측기의 지수 값의 데이터 항목에 대해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MDC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프로그램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(CNS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대응 불가하여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SPC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연동 대상 제외 여부를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검사정보통합모니터링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분과 회의 안건으로 협의하여 연동 대상 제외하는 것으로 협의하였습니다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(6/25)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MP2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ACW, ABW Hi-Pot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배선 작업 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계측데이터 수신 확인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(~7/26)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일부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spec, para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수신 확인을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Pending List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기재하고 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조건부 검수하고자 합니다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SWP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 데이터 업로드율 확인 중이며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7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내 검수완료품의 상신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(~7/31)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AZ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계측 데이터 연동 수평전개 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HW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컨셉을 확정하였으며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(w/AZ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설비기술팀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조립설비기술팀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검사기술팀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견적요청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상신했습니다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(7/7)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– DTC PLC – MDC - Agent – SPC+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전송되는 구조에서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계측데이터 처리 방식의 유연성을 높이고자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MDC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프로그램의 기능을 포함한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Agent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를 신규로 개발하고자 합니다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전체 셋업 비용 검토하여 법인 투자심의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(~8/7)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26.7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박소영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김준범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09769" y="376121"/>
            <a:ext cx="79829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박소영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7/22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94205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Cell ID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기반의 신규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계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측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Data(SV/PV)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연계 기술 적용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원통형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EV NFF)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AFD5F15-67A7-4DE0-B97B-E94C6F9E69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7852138"/>
              </p:ext>
            </p:extLst>
          </p:nvPr>
        </p:nvGraphicFramePr>
        <p:xfrm>
          <a:off x="1350926" y="1921846"/>
          <a:ext cx="7063946" cy="488289"/>
        </p:xfrm>
        <a:graphic>
          <a:graphicData uri="http://schemas.openxmlformats.org/drawingml/2006/table">
            <a:tbl>
              <a:tblPr/>
              <a:tblGrid>
                <a:gridCol w="624863">
                  <a:extLst>
                    <a:ext uri="{9D8B030D-6E8A-4147-A177-3AD203B41FA5}">
                      <a16:colId xmlns:a16="http://schemas.microsoft.com/office/drawing/2014/main" val="2589469805"/>
                    </a:ext>
                  </a:extLst>
                </a:gridCol>
                <a:gridCol w="919869">
                  <a:extLst>
                    <a:ext uri="{9D8B030D-6E8A-4147-A177-3AD203B41FA5}">
                      <a16:colId xmlns:a16="http://schemas.microsoft.com/office/drawing/2014/main" val="2325532552"/>
                    </a:ext>
                  </a:extLst>
                </a:gridCol>
                <a:gridCol w="919869">
                  <a:extLst>
                    <a:ext uri="{9D8B030D-6E8A-4147-A177-3AD203B41FA5}">
                      <a16:colId xmlns:a16="http://schemas.microsoft.com/office/drawing/2014/main" val="1837502572"/>
                    </a:ext>
                  </a:extLst>
                </a:gridCol>
                <a:gridCol w="919869">
                  <a:extLst>
                    <a:ext uri="{9D8B030D-6E8A-4147-A177-3AD203B41FA5}">
                      <a16:colId xmlns:a16="http://schemas.microsoft.com/office/drawing/2014/main" val="2788831170"/>
                    </a:ext>
                  </a:extLst>
                </a:gridCol>
                <a:gridCol w="919869">
                  <a:extLst>
                    <a:ext uri="{9D8B030D-6E8A-4147-A177-3AD203B41FA5}">
                      <a16:colId xmlns:a16="http://schemas.microsoft.com/office/drawing/2014/main" val="2396317001"/>
                    </a:ext>
                  </a:extLst>
                </a:gridCol>
                <a:gridCol w="919869">
                  <a:extLst>
                    <a:ext uri="{9D8B030D-6E8A-4147-A177-3AD203B41FA5}">
                      <a16:colId xmlns:a16="http://schemas.microsoft.com/office/drawing/2014/main" val="1157631969"/>
                    </a:ext>
                  </a:extLst>
                </a:gridCol>
                <a:gridCol w="919869">
                  <a:extLst>
                    <a:ext uri="{9D8B030D-6E8A-4147-A177-3AD203B41FA5}">
                      <a16:colId xmlns:a16="http://schemas.microsoft.com/office/drawing/2014/main" val="1897455951"/>
                    </a:ext>
                  </a:extLst>
                </a:gridCol>
                <a:gridCol w="919869">
                  <a:extLst>
                    <a:ext uri="{9D8B030D-6E8A-4147-A177-3AD203B41FA5}">
                      <a16:colId xmlns:a16="http://schemas.microsoft.com/office/drawing/2014/main" val="503381314"/>
                    </a:ext>
                  </a:extLst>
                </a:gridCol>
              </a:tblGrid>
              <a:tr h="162763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진행사항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spc="-20" baseline="0">
                        <a:solidFill>
                          <a:srgbClr val="1414FE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spc="-2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696646"/>
                  </a:ext>
                </a:extLst>
              </a:tr>
              <a:tr h="16276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집행품의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 셋업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셋업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 검증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 </a:t>
                      </a:r>
                      <a:r>
                        <a:rPr lang="en-US" altLang="ko-KR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(OC)</a:t>
                      </a:r>
                      <a:endParaRPr lang="ko-KR" altLang="en-US" sz="900" b="0" i="0" u="none" strike="noStrike" spc="-2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711425"/>
                  </a:ext>
                </a:extLst>
              </a:tr>
              <a:tr h="1627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(25/1/14)</a:t>
                      </a:r>
                      <a:endParaRPr lang="ko-KR" altLang="en-US" sz="9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(25/3/12)</a:t>
                      </a:r>
                      <a:endParaRPr lang="ko-KR" altLang="en-US" sz="9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solidFill>
                            <a:srgbClr val="A6A6A6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(~25/7/2)</a:t>
                      </a:r>
                      <a:endParaRPr lang="ko-KR" altLang="en-US" sz="900" b="0" i="0" u="none" strike="noStrike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solidFill>
                            <a:srgbClr val="A6A6A6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(~25/9/30)</a:t>
                      </a:r>
                      <a:endParaRPr lang="ko-KR" altLang="en-US" sz="900" b="0" i="0" u="none" strike="noStrike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solidFill>
                            <a:srgbClr val="A6A6A6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(~25/10/30)</a:t>
                      </a:r>
                      <a:endParaRPr lang="ko-KR" altLang="en-US" sz="900" b="0" i="0" u="none" strike="noStrike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(~25/12/31)</a:t>
                      </a:r>
                      <a:endParaRPr lang="ko-KR" altLang="en-US" sz="900" b="0" i="0" u="none" strike="noStrike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◐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(~7/31)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958038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71CE0D6-01CC-4FCA-BCC0-69BDDE1CF5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0640334"/>
              </p:ext>
            </p:extLst>
          </p:nvPr>
        </p:nvGraphicFramePr>
        <p:xfrm>
          <a:off x="1350927" y="1366575"/>
          <a:ext cx="7063944" cy="326568"/>
        </p:xfrm>
        <a:graphic>
          <a:graphicData uri="http://schemas.openxmlformats.org/drawingml/2006/table">
            <a:tbl>
              <a:tblPr/>
              <a:tblGrid>
                <a:gridCol w="882993">
                  <a:extLst>
                    <a:ext uri="{9D8B030D-6E8A-4147-A177-3AD203B41FA5}">
                      <a16:colId xmlns:a16="http://schemas.microsoft.com/office/drawing/2014/main" val="434962289"/>
                    </a:ext>
                  </a:extLst>
                </a:gridCol>
                <a:gridCol w="882993">
                  <a:extLst>
                    <a:ext uri="{9D8B030D-6E8A-4147-A177-3AD203B41FA5}">
                      <a16:colId xmlns:a16="http://schemas.microsoft.com/office/drawing/2014/main" val="548148166"/>
                    </a:ext>
                  </a:extLst>
                </a:gridCol>
                <a:gridCol w="882993">
                  <a:extLst>
                    <a:ext uri="{9D8B030D-6E8A-4147-A177-3AD203B41FA5}">
                      <a16:colId xmlns:a16="http://schemas.microsoft.com/office/drawing/2014/main" val="3029542346"/>
                    </a:ext>
                  </a:extLst>
                </a:gridCol>
                <a:gridCol w="882993">
                  <a:extLst>
                    <a:ext uri="{9D8B030D-6E8A-4147-A177-3AD203B41FA5}">
                      <a16:colId xmlns:a16="http://schemas.microsoft.com/office/drawing/2014/main" val="595829290"/>
                    </a:ext>
                  </a:extLst>
                </a:gridCol>
                <a:gridCol w="882993">
                  <a:extLst>
                    <a:ext uri="{9D8B030D-6E8A-4147-A177-3AD203B41FA5}">
                      <a16:colId xmlns:a16="http://schemas.microsoft.com/office/drawing/2014/main" val="2597318231"/>
                    </a:ext>
                  </a:extLst>
                </a:gridCol>
                <a:gridCol w="882993">
                  <a:extLst>
                    <a:ext uri="{9D8B030D-6E8A-4147-A177-3AD203B41FA5}">
                      <a16:colId xmlns:a16="http://schemas.microsoft.com/office/drawing/2014/main" val="1041315854"/>
                    </a:ext>
                  </a:extLst>
                </a:gridCol>
                <a:gridCol w="882993">
                  <a:extLst>
                    <a:ext uri="{9D8B030D-6E8A-4147-A177-3AD203B41FA5}">
                      <a16:colId xmlns:a16="http://schemas.microsoft.com/office/drawing/2014/main" val="3246536231"/>
                    </a:ext>
                  </a:extLst>
                </a:gridCol>
                <a:gridCol w="882993">
                  <a:extLst>
                    <a:ext uri="{9D8B030D-6E8A-4147-A177-3AD203B41FA5}">
                      <a16:colId xmlns:a16="http://schemas.microsoft.com/office/drawing/2014/main" val="2655904697"/>
                    </a:ext>
                  </a:extLst>
                </a:gridCol>
              </a:tblGrid>
              <a:tr h="15269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사이트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기본품의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집행품의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PR/PO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Set-up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정합성 검증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(OC)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6558"/>
                  </a:ext>
                </a:extLst>
              </a:tr>
              <a:tr h="17387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ESOC2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'25.01.31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'25.03.12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'25.03.20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A6A6A6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’25.09.30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A6A6A6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’25.10.30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A6A6A6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‘26.07.31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287115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0201E0CF-7D81-4105-AB33-6E6CD408BB1E}"/>
              </a:ext>
            </a:extLst>
          </p:cNvPr>
          <p:cNvSpPr/>
          <p:nvPr/>
        </p:nvSpPr>
        <p:spPr>
          <a:xfrm>
            <a:off x="7545170" y="1359603"/>
            <a:ext cx="870127" cy="31816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5" name="이등변 삼각형 14">
            <a:extLst>
              <a:ext uri="{FF2B5EF4-FFF2-40B4-BE49-F238E27FC236}">
                <a16:creationId xmlns:a16="http://schemas.microsoft.com/office/drawing/2014/main" id="{0EDE0EFF-7719-46F8-A003-8AAECD70C084}"/>
              </a:ext>
            </a:extLst>
          </p:cNvPr>
          <p:cNvSpPr/>
          <p:nvPr/>
        </p:nvSpPr>
        <p:spPr>
          <a:xfrm rot="10800000">
            <a:off x="7479533" y="1266908"/>
            <a:ext cx="140128" cy="94301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EF7F3B7-A66D-4846-B4E9-2A92861A1F80}"/>
              </a:ext>
            </a:extLst>
          </p:cNvPr>
          <p:cNvSpPr txBox="1"/>
          <p:nvPr/>
        </p:nvSpPr>
        <p:spPr>
          <a:xfrm>
            <a:off x="6215003" y="1723179"/>
            <a:ext cx="2217648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○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진행예정 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중 ●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진행완료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BE02CE3-E66F-45AF-B95B-3A868A8F3080}"/>
              </a:ext>
            </a:extLst>
          </p:cNvPr>
          <p:cNvSpPr txBox="1"/>
          <p:nvPr/>
        </p:nvSpPr>
        <p:spPr>
          <a:xfrm>
            <a:off x="1493560" y="3215864"/>
            <a:ext cx="332494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확산전개는 법인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Needs,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투자비 절감의 사유로 제외 되었습니다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2766671-4B2B-4F09-B538-B981AD59C292}"/>
              </a:ext>
            </a:extLst>
          </p:cNvPr>
          <p:cNvSpPr/>
          <p:nvPr/>
        </p:nvSpPr>
        <p:spPr>
          <a:xfrm>
            <a:off x="7479916" y="2074563"/>
            <a:ext cx="934955" cy="33557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95C4C1-2D09-439E-9891-5BFFA36A6118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#10,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1" name="이등변 삼각형 20">
            <a:extLst>
              <a:ext uri="{FF2B5EF4-FFF2-40B4-BE49-F238E27FC236}">
                <a16:creationId xmlns:a16="http://schemas.microsoft.com/office/drawing/2014/main" id="{636C0D66-A1A1-4D9A-9E6C-968208C8FD8D}"/>
              </a:ext>
            </a:extLst>
          </p:cNvPr>
          <p:cNvSpPr/>
          <p:nvPr/>
        </p:nvSpPr>
        <p:spPr>
          <a:xfrm rot="10800000">
            <a:off x="7405043" y="1971914"/>
            <a:ext cx="140128" cy="94301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619118C-13BF-4076-AB45-6C1F366CFAFE}"/>
              </a:ext>
            </a:extLst>
          </p:cNvPr>
          <p:cNvSpPr txBox="1"/>
          <p:nvPr/>
        </p:nvSpPr>
        <p:spPr>
          <a:xfrm>
            <a:off x="6787462" y="3674659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총 투자비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1.04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억원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30FCA71-9305-9835-2B2E-756049B6B1FF}"/>
              </a:ext>
            </a:extLst>
          </p:cNvPr>
          <p:cNvSpPr txBox="1"/>
          <p:nvPr/>
        </p:nvSpPr>
        <p:spPr>
          <a:xfrm>
            <a:off x="1368991" y="5654623"/>
            <a:ext cx="541847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</a:t>
            </a:r>
            <a:r>
              <a:rPr lang="en-US" altLang="ko-KR"/>
              <a:t>HLC: He-Leak Check, EL</a:t>
            </a:r>
            <a:r>
              <a:rPr lang="ko-KR" altLang="en-US"/>
              <a:t> </a:t>
            </a:r>
            <a:r>
              <a:rPr lang="ko-KR" altLang="en-US" err="1"/>
              <a:t>주액</a:t>
            </a:r>
            <a:r>
              <a:rPr lang="ko-KR" altLang="en-US"/>
              <a:t> 후 누출 체크</a:t>
            </a:r>
            <a:r>
              <a:rPr lang="en-US" altLang="ko-KR"/>
              <a:t>, *MDC(Measurement-data-Collector): CNS</a:t>
            </a:r>
            <a:r>
              <a:rPr lang="ko-KR" altLang="en-US"/>
              <a:t>에서 개발한 계측데이터 수집 </a:t>
            </a:r>
            <a:r>
              <a:rPr lang="en-US" altLang="ko-KR"/>
              <a:t>SW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966117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9E34190-670E-8138-9058-C8A6221C76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3531607"/>
              </p:ext>
            </p:extLst>
          </p:nvPr>
        </p:nvGraphicFramePr>
        <p:xfrm>
          <a:off x="106575" y="876196"/>
          <a:ext cx="9747544" cy="5763720"/>
        </p:xfrm>
        <a:graphic>
          <a:graphicData uri="http://schemas.openxmlformats.org/drawingml/2006/table">
            <a:tbl>
              <a:tblPr/>
              <a:tblGrid>
                <a:gridCol w="5457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638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447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42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1743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Virtual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(1,2,3,4,5)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ESMIL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(1,2,3,4)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ESHD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(2,3,4,5,6)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ESGM2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(1,2,3)</a:t>
                      </a:r>
                    </a:p>
                  </a:txBody>
                  <a:tcPr marL="3600" marR="14400" marT="72000" marB="36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latinLnBrk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ko-KR" sz="4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/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(W30)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핵심 내용은 없습니다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/>
                      <a:endParaRPr kumimoji="1" lang="en-US" altLang="ko-KR" sz="1000" kern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ESOC(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오창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 Pilot#5, GMLV VCT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</a:t>
                      </a:r>
                      <a:endParaRPr kumimoji="1" lang="en-US" altLang="ko-KR" sz="1000" kern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: 6/16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NextEra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向 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SIB(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소듐이온배터리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대응을 위한 샘플생산 논의 회의에서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ESS.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상품기획과 품질에서 생산 부문에 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기술을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적용할 것을 요구하여</a:t>
                      </a:r>
                      <a:endParaRPr kumimoji="1" lang="en-US" altLang="ko-KR" sz="1000" kern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투자하는 방향으로 결정 하였으며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오버행 전수 검사 체계가 안정적으로 관리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운영될 수 있도록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관련 기술 지원을 하도록 하겠습니다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/>
                      <a:endParaRPr kumimoji="1" lang="en-US" altLang="ko-KR" sz="1000" kern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ESOT (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캐나다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온타리오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 VCT 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</a:t>
                      </a:r>
                      <a:endParaRPr kumimoji="1" lang="en-US" altLang="ko-KR" sz="1000" kern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: 4/8</a:t>
                      </a:r>
                      <a:r>
                        <a:rPr kumimoji="1" lang="ko-KR" altLang="en-US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</a:t>
                      </a:r>
                      <a:r>
                        <a:rPr kumimoji="1" lang="en-US" altLang="ko-KR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ESOT </a:t>
                      </a:r>
                      <a:r>
                        <a:rPr kumimoji="1" lang="ko-KR" altLang="en-US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법인 요청으로 </a:t>
                      </a:r>
                      <a:r>
                        <a:rPr kumimoji="1" lang="en-US" altLang="ko-KR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컨셉과 투자</a:t>
                      </a:r>
                      <a:r>
                        <a:rPr kumimoji="1" lang="en-US" altLang="ko-KR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R&amp;R </a:t>
                      </a:r>
                      <a:r>
                        <a:rPr kumimoji="1" lang="ko-KR" altLang="en-US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설명회 자리를 가졌으며</a:t>
                      </a:r>
                      <a:r>
                        <a:rPr kumimoji="1" lang="en-US" altLang="ko-KR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 진행시 </a:t>
                      </a:r>
                      <a:r>
                        <a:rPr kumimoji="1" lang="en-US" altLang="ko-KR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기술 지원을 하기로 하였습니다</a:t>
                      </a:r>
                      <a:r>
                        <a:rPr kumimoji="1" lang="en-US" altLang="ko-KR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3408363" algn="l"/>
                        </a:tabLst>
                        <a:defRPr/>
                      </a:pP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6/19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ESS.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마케팅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2, ESOT 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법인 생산기획팀 요청으로 법인 내 팀장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품질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공정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설비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검사 등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들을 대상으로 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컨셉과 기술 설명회를 진행하였습니다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3408363" algn="l"/>
                        </a:tabLst>
                        <a:defRPr/>
                      </a:pP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법인 내 각 팀장들이 오버행 전수 검사 필요성에 대해 공감하여 투자하는 방향으로 결정하였으며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</a:t>
                      </a:r>
                      <a:r>
                        <a:rPr kumimoji="1" lang="ko-KR" altLang="en-US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법인 투자 심의 준비 예정 입니다</a:t>
                      </a:r>
                      <a:r>
                        <a:rPr kumimoji="1" lang="en-US" altLang="ko-KR" sz="1000" b="0" i="0" kern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3408363" algn="l"/>
                        </a:tabLst>
                        <a:defRPr/>
                      </a:pPr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북미 법인 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구축 현황 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총 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75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개 호기 중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40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개 완료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↑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개</a:t>
                      </a:r>
                      <a:r>
                        <a:rPr kumimoji="1" lang="en-US" altLang="ko-KR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53%), 35</a:t>
                      </a:r>
                      <a:r>
                        <a:rPr kumimoji="1" lang="ko-KR" altLang="en-US" sz="10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개 대기 중</a:t>
                      </a:r>
                      <a:endParaRPr kumimoji="1" lang="en-US" altLang="ko-KR" sz="1000" kern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→ 호기별 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적용 초기 이상현상 조치 및 안정화 지원을 위해 공정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DX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팀과 야간 대응 진행중 입니다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(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현장상황에 따라 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개 호기당 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시간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~4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시간 소요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          </a:t>
                      </a:r>
                      <a:endParaRPr kumimoji="1" lang="en-US" altLang="ko-KR" sz="1000" b="0" i="0" kern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" marR="14400" marT="3600" marB="36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‘26.12</a:t>
                      </a:r>
                    </a:p>
                  </a:txBody>
                  <a:tcPr marL="0" marR="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최성민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0160796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EAC5C207-DEC4-F747-D4E8-88B0AB0F00E7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21466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주요 과제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_Virtual CT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수평 전개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조립 배출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1A9972C-912C-D4D6-7371-FDEB8083BB52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/22 </a:t>
            </a:r>
            <a:r>
              <a:rPr lang="en-US" altLang="ko-KR" sz="10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CD4849B-9D8D-95D2-0F79-045590409CE7}"/>
              </a:ext>
            </a:extLst>
          </p:cNvPr>
          <p:cNvSpPr txBox="1">
            <a:spLocks/>
          </p:cNvSpPr>
          <p:nvPr/>
        </p:nvSpPr>
        <p:spPr>
          <a:xfrm>
            <a:off x="8957980" y="418066"/>
            <a:ext cx="77906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최성민</a:t>
            </a:r>
          </a:p>
        </p:txBody>
      </p:sp>
      <p:sp>
        <p:nvSpPr>
          <p:cNvPr id="7" name="제목 1">
            <a:extLst>
              <a:ext uri="{FF2B5EF4-FFF2-40B4-BE49-F238E27FC236}">
                <a16:creationId xmlns:a16="http://schemas.microsoft.com/office/drawing/2014/main" id="{57549850-8EB3-6F3C-F903-8E532B5E9A0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추적솔루션개발팀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8F169C6-7071-94C2-1AA9-F4A12764E86A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FAF8F63-A314-7F36-E43F-103487D162EE}"/>
              </a:ext>
            </a:extLst>
          </p:cNvPr>
          <p:cNvSpPr txBox="1"/>
          <p:nvPr/>
        </p:nvSpPr>
        <p:spPr>
          <a:xfrm>
            <a:off x="1200749" y="3182779"/>
            <a:ext cx="281519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- ESMI (5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개 라인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총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30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대 중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24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대 완료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) –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진행률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80%</a:t>
            </a: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26DE13F-6CC3-7C36-3C85-20A72B883154}"/>
              </a:ext>
            </a:extLst>
          </p:cNvPr>
          <p:cNvSpPr txBox="1"/>
          <p:nvPr/>
        </p:nvSpPr>
        <p:spPr>
          <a:xfrm>
            <a:off x="1200749" y="4065055"/>
            <a:ext cx="281519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- ESMIL (4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개 라인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,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 총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14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대 중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9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대 완료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) –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진행률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64%</a:t>
            </a: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2B30A69-156A-1716-11B9-BE3777788CD1}"/>
              </a:ext>
            </a:extLst>
          </p:cNvPr>
          <p:cNvSpPr txBox="1"/>
          <p:nvPr/>
        </p:nvSpPr>
        <p:spPr>
          <a:xfrm>
            <a:off x="1200749" y="4777480"/>
            <a:ext cx="341541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- ESHD (5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개 라인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총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 15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대 중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대 완료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) –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진행률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20%</a:t>
            </a: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0D102E1-1742-9E2E-C0A7-2DAEBE16297D}"/>
              </a:ext>
            </a:extLst>
          </p:cNvPr>
          <p:cNvSpPr txBox="1"/>
          <p:nvPr/>
        </p:nvSpPr>
        <p:spPr>
          <a:xfrm>
            <a:off x="1260718" y="3856739"/>
            <a:ext cx="803593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*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특이사항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1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라인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일정미정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2818E0D-CB12-37B7-CE3D-842CF664D5FD}"/>
              </a:ext>
            </a:extLst>
          </p:cNvPr>
          <p:cNvSpPr txBox="1"/>
          <p:nvPr/>
        </p:nvSpPr>
        <p:spPr>
          <a:xfrm>
            <a:off x="1200749" y="5643172"/>
            <a:ext cx="286809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- ESGM2 (3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개 라인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총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16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대 중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4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대 완료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) – </a:t>
            </a: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진행률 </a:t>
            </a:r>
            <a:r>
              <a:rPr kumimoji="1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25%</a:t>
            </a: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Arial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74882A14-A08D-5A08-AB77-6F4BFC3D50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4529059"/>
              </p:ext>
            </p:extLst>
          </p:nvPr>
        </p:nvGraphicFramePr>
        <p:xfrm>
          <a:off x="1326246" y="3407989"/>
          <a:ext cx="7398662" cy="457600"/>
        </p:xfrm>
        <a:graphic>
          <a:graphicData uri="http://schemas.openxmlformats.org/drawingml/2006/table">
            <a:tbl>
              <a:tblPr/>
              <a:tblGrid>
                <a:gridCol w="477617">
                  <a:extLst>
                    <a:ext uri="{9D8B030D-6E8A-4147-A177-3AD203B41FA5}">
                      <a16:colId xmlns:a16="http://schemas.microsoft.com/office/drawing/2014/main" val="2950912381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3711892573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2223026457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3527697905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3921031223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3082783217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465917777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401766302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3117734316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1464152609"/>
                    </a:ext>
                  </a:extLst>
                </a:gridCol>
                <a:gridCol w="300722">
                  <a:extLst>
                    <a:ext uri="{9D8B030D-6E8A-4147-A177-3AD203B41FA5}">
                      <a16:colId xmlns:a16="http://schemas.microsoft.com/office/drawing/2014/main" val="3627647428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3881027869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4097643997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141035225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653007717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24309322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551479660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213005647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73648319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564384277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11736996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312193133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4105164799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680358257"/>
                    </a:ext>
                  </a:extLst>
                </a:gridCol>
                <a:gridCol w="283032">
                  <a:extLst>
                    <a:ext uri="{9D8B030D-6E8A-4147-A177-3AD203B41FA5}">
                      <a16:colId xmlns:a16="http://schemas.microsoft.com/office/drawing/2014/main" val="4082542003"/>
                    </a:ext>
                  </a:extLst>
                </a:gridCol>
                <a:gridCol w="283032">
                  <a:extLst>
                    <a:ext uri="{9D8B030D-6E8A-4147-A177-3AD203B41FA5}">
                      <a16:colId xmlns:a16="http://schemas.microsoft.com/office/drawing/2014/main" val="1853654624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296923525"/>
                    </a:ext>
                  </a:extLst>
                </a:gridCol>
                <a:gridCol w="232176">
                  <a:extLst>
                    <a:ext uri="{9D8B030D-6E8A-4147-A177-3AD203B41FA5}">
                      <a16:colId xmlns:a16="http://schemas.microsoft.com/office/drawing/2014/main" val="3909144267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1605400829"/>
                    </a:ext>
                  </a:extLst>
                </a:gridCol>
                <a:gridCol w="205641">
                  <a:extLst>
                    <a:ext uri="{9D8B030D-6E8A-4147-A177-3AD203B41FA5}">
                      <a16:colId xmlns:a16="http://schemas.microsoft.com/office/drawing/2014/main" val="586392899"/>
                    </a:ext>
                  </a:extLst>
                </a:gridCol>
                <a:gridCol w="256498">
                  <a:extLst>
                    <a:ext uri="{9D8B030D-6E8A-4147-A177-3AD203B41FA5}">
                      <a16:colId xmlns:a16="http://schemas.microsoft.com/office/drawing/2014/main" val="2583304207"/>
                    </a:ext>
                  </a:extLst>
                </a:gridCol>
              </a:tblGrid>
              <a:tr h="5527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구분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전체 라인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총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(D-STK 28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재작업기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98488682"/>
                  </a:ext>
                </a:extLst>
              </a:tr>
              <a:tr h="8039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호기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1-1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1-2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1-4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1-5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2-1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2-2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2-4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RW1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3-1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3-2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3-4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3-5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4-1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4-2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4-4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4-5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4-6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5-1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5-2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5-4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5-5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5-6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5-8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RW2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6869325"/>
                  </a:ext>
                </a:extLst>
              </a:tr>
              <a:tr h="5527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구축 현황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359519"/>
                  </a:ext>
                </a:extLst>
              </a:tr>
              <a:tr h="5527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일정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-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-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-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-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-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26.4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25.8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25.11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25.12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26.1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26.2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4/15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25.7</a:t>
                      </a:r>
                    </a:p>
                  </a:txBody>
                  <a:tcPr marL="7720" marR="7720" marT="772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3901887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A038990-5905-D051-6AD2-840789CE8D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6093569"/>
              </p:ext>
            </p:extLst>
          </p:nvPr>
        </p:nvGraphicFramePr>
        <p:xfrm>
          <a:off x="1326246" y="4277370"/>
          <a:ext cx="5207014" cy="464820"/>
        </p:xfrm>
        <a:graphic>
          <a:graphicData uri="http://schemas.openxmlformats.org/drawingml/2006/table">
            <a:tbl>
              <a:tblPr/>
              <a:tblGrid>
                <a:gridCol w="493676">
                  <a:extLst>
                    <a:ext uri="{9D8B030D-6E8A-4147-A177-3AD203B41FA5}">
                      <a16:colId xmlns:a16="http://schemas.microsoft.com/office/drawing/2014/main" val="583589374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2333532183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1061482568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244460822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2680718214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2901461453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402037812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4276735426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2519391510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1902652628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2571646020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556124942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1956639861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1836881838"/>
                    </a:ext>
                  </a:extLst>
                </a:gridCol>
                <a:gridCol w="336667">
                  <a:extLst>
                    <a:ext uri="{9D8B030D-6E8A-4147-A177-3AD203B41FA5}">
                      <a16:colId xmlns:a16="http://schemas.microsoft.com/office/drawing/2014/main" val="1977240662"/>
                    </a:ext>
                  </a:extLst>
                </a:gridCol>
              </a:tblGrid>
              <a:tr h="7756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전체 라인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,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 총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(D-STK 9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재작업기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79224248"/>
                  </a:ext>
                </a:extLst>
              </a:tr>
              <a:tr h="7756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호기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RW1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RW2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5916916"/>
                  </a:ext>
                </a:extLst>
              </a:tr>
              <a:tr h="7756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구축 현황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/>
                        </a:rPr>
                        <a:t>●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/>
                        </a:rPr>
                        <a:t>●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02619378"/>
                  </a:ext>
                </a:extLst>
              </a:tr>
              <a:tr h="7756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3/23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3/23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미정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4/15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4/23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5/20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26.3Q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26.3Q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26.2Q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26.2Q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903645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3E55695-B554-3862-FB75-CF3BD02570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4276589"/>
              </p:ext>
            </p:extLst>
          </p:nvPr>
        </p:nvGraphicFramePr>
        <p:xfrm>
          <a:off x="1326246" y="4979478"/>
          <a:ext cx="5759879" cy="464820"/>
        </p:xfrm>
        <a:graphic>
          <a:graphicData uri="http://schemas.openxmlformats.org/drawingml/2006/table">
            <a:tbl>
              <a:tblPr/>
              <a:tblGrid>
                <a:gridCol w="484799">
                  <a:extLst>
                    <a:ext uri="{9D8B030D-6E8A-4147-A177-3AD203B41FA5}">
                      <a16:colId xmlns:a16="http://schemas.microsoft.com/office/drawing/2014/main" val="1978169156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3432235751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818042544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1168494181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1663693688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3434345526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1902556522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3960987120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2080285321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739791951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1519991116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2878431489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1467064836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2675016398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1910138990"/>
                    </a:ext>
                  </a:extLst>
                </a:gridCol>
                <a:gridCol w="351672">
                  <a:extLst>
                    <a:ext uri="{9D8B030D-6E8A-4147-A177-3AD203B41FA5}">
                      <a16:colId xmlns:a16="http://schemas.microsoft.com/office/drawing/2014/main" val="3931661924"/>
                    </a:ext>
                  </a:extLst>
                </a:gridCol>
              </a:tblGrid>
              <a:tr h="5770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전체 라인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총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(D-STK 14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재작업기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2517238"/>
                  </a:ext>
                </a:extLst>
              </a:tr>
              <a:tr h="5770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호기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5-3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6-1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6-2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6-3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6-4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RW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4044134"/>
                  </a:ext>
                </a:extLst>
              </a:tr>
              <a:tr h="5770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구축 현황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◐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◐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◐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◐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◐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025596"/>
                  </a:ext>
                </a:extLst>
              </a:tr>
              <a:tr h="5770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'26.5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4/27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4/19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4/24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'26.5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786501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29CAAF66-33F0-1582-8ABC-2B9898424B68}"/>
              </a:ext>
            </a:extLst>
          </p:cNvPr>
          <p:cNvSpPr txBox="1"/>
          <p:nvPr/>
        </p:nvSpPr>
        <p:spPr>
          <a:xfrm>
            <a:off x="1260719" y="5441410"/>
            <a:ext cx="75297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*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특이사항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PO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발행 완료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(3/24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일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),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셀추적 자재 입고 완료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(4/15), 4-2/3/1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순으로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VCT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셋업 진행 예정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. ESS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생산은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4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월 샘플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5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월 양산 계획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0C176CA-68F2-9CF9-9A62-2B9188087507}"/>
              </a:ext>
            </a:extLst>
          </p:cNvPr>
          <p:cNvSpPr txBox="1"/>
          <p:nvPr/>
        </p:nvSpPr>
        <p:spPr>
          <a:xfrm>
            <a:off x="1260718" y="6327524"/>
            <a:ext cx="323678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</a:rPr>
              <a:t>*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</a:rPr>
              <a:t>특이사항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</a:rPr>
              <a:t>: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</a:rPr>
              <a:t>투자 심의 완료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</a:rPr>
              <a:t>(‘25.12.16),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  <a:sym typeface="Wingdings" panose="05000000000000000000" pitchFamily="2" charset="2"/>
              </a:rPr>
              <a:t>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  <a:sym typeface="Wingdings" panose="05000000000000000000" pitchFamily="2" charset="2"/>
              </a:rPr>
              <a:t>PO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  <a:sym typeface="Wingdings" panose="05000000000000000000" pitchFamily="2" charset="2"/>
              </a:rPr>
              <a:t>발행 완료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  <a:sym typeface="Wingdings" panose="05000000000000000000" pitchFamily="2" charset="2"/>
              </a:rPr>
              <a:t>(‘25.12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  <a:sym typeface="Wingdings" panose="05000000000000000000" pitchFamily="2" charset="2"/>
              </a:rPr>
              <a:t>월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  <a:sym typeface="Wingdings" panose="05000000000000000000" pitchFamily="2" charset="2"/>
              </a:rPr>
              <a:t>)</a:t>
            </a:r>
            <a:endParaRPr kumimoji="1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9D7F6CD-5552-29C7-81F9-7EE72BDAF2A8}"/>
              </a:ext>
            </a:extLst>
          </p:cNvPr>
          <p:cNvSpPr/>
          <p:nvPr/>
        </p:nvSpPr>
        <p:spPr>
          <a:xfrm>
            <a:off x="7086122" y="3208523"/>
            <a:ext cx="170431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/>
              </a:rPr>
              <a:t>○ 구축 예정 ◐ 구축 중 ● 구축 완료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52D0E530-FFA0-99F2-52D2-76C452BDA7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0459542"/>
              </p:ext>
            </p:extLst>
          </p:nvPr>
        </p:nvGraphicFramePr>
        <p:xfrm>
          <a:off x="1326237" y="5862704"/>
          <a:ext cx="6344069" cy="464820"/>
        </p:xfrm>
        <a:graphic>
          <a:graphicData uri="http://schemas.openxmlformats.org/drawingml/2006/table">
            <a:tbl>
              <a:tblPr/>
              <a:tblGrid>
                <a:gridCol w="493685">
                  <a:extLst>
                    <a:ext uri="{9D8B030D-6E8A-4147-A177-3AD203B41FA5}">
                      <a16:colId xmlns:a16="http://schemas.microsoft.com/office/drawing/2014/main" val="1978169156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3432235751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818042544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1168494181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1663693688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3434345526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1902556522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3960987120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2080285321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739791951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1519991116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2878431489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1467064836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2675016398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1910138990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2764530168"/>
                    </a:ext>
                  </a:extLst>
                </a:gridCol>
                <a:gridCol w="365649">
                  <a:extLst>
                    <a:ext uri="{9D8B030D-6E8A-4147-A177-3AD203B41FA5}">
                      <a16:colId xmlns:a16="http://schemas.microsoft.com/office/drawing/2014/main" val="3931661924"/>
                    </a:ext>
                  </a:extLst>
                </a:gridCol>
              </a:tblGrid>
              <a:tr h="7592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전체 라인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총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(D-STK 15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재작업기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2517238"/>
                  </a:ext>
                </a:extLst>
              </a:tr>
              <a:tr h="7592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호기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1-7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2-7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3-1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RW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4044134"/>
                  </a:ext>
                </a:extLst>
              </a:tr>
              <a:tr h="7592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구축 현황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○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●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025596"/>
                  </a:ext>
                </a:extLst>
              </a:tr>
              <a:tr h="7592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4/23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4/27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4/23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TBA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4/27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7865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721777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41218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검사정보 데이터 무결성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Task_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검사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NG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유출 불량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MES Holding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자동화 개발</a:t>
            </a:r>
          </a:p>
        </p:txBody>
      </p:sp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5017507"/>
              </p:ext>
            </p:extLst>
          </p:nvPr>
        </p:nvGraphicFramePr>
        <p:xfrm>
          <a:off x="156219" y="848482"/>
          <a:ext cx="9640524" cy="5703238"/>
        </p:xfrm>
        <a:graphic>
          <a:graphicData uri="http://schemas.openxmlformats.org/drawingml/2006/table">
            <a:tbl>
              <a:tblPr/>
              <a:tblGrid>
                <a:gridCol w="632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946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검사정보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데이터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무결성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Task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검사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NG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유출 불량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MES Holding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자동화 개발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(W30)</a:t>
                      </a:r>
                      <a:r>
                        <a:rPr lang="ko-KR" altLang="en-US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는 </a:t>
                      </a:r>
                      <a:r>
                        <a:rPr lang="en-US" altLang="ko-KR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ESMI </a:t>
                      </a:r>
                      <a:r>
                        <a:rPr lang="ko-KR" altLang="en-US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向 검사 </a:t>
                      </a:r>
                      <a:r>
                        <a:rPr lang="en-US" altLang="ko-KR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NG </a:t>
                      </a:r>
                      <a:r>
                        <a:rPr lang="ko-KR" altLang="en-US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유출 불량 </a:t>
                      </a:r>
                      <a:r>
                        <a:rPr lang="en-US" altLang="ko-KR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MES Holding </a:t>
                      </a:r>
                      <a:r>
                        <a:rPr lang="ko-KR" altLang="en-US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자동화 기술 양산 적용</a:t>
                      </a:r>
                      <a:r>
                        <a:rPr lang="en-US" altLang="ko-KR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예정</a:t>
                      </a:r>
                      <a:r>
                        <a:rPr lang="en-US" altLang="ko-KR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(7/23)</a:t>
                      </a:r>
                      <a:r>
                        <a:rPr lang="ko-KR" altLang="en-US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입니다</a:t>
                      </a:r>
                      <a:r>
                        <a:rPr lang="en-US" altLang="ko-KR" sz="1000" b="0" i="0" u="none" strike="noStrike" spc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spc="-2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b="1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[ </a:t>
                      </a:r>
                      <a:r>
                        <a:rPr lang="ko-KR" altLang="en-US" sz="1000" b="1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모식도 </a:t>
                      </a:r>
                      <a:r>
                        <a:rPr lang="en-US" altLang="ko-KR" sz="1000" b="1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5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3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사항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(*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주요 일정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 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투자비 이관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(11/18) ▶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집행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(11/21) ▶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기술 검증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양산 적용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(4/9)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</a:t>
                      </a:r>
                      <a:r>
                        <a:rPr lang="ko-KR" altLang="en-US" sz="1000" b="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 보완</a:t>
                      </a:r>
                      <a:r>
                        <a:rPr lang="en-US" altLang="ko-KR" sz="1000" b="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(~7/22)</a:t>
                      </a:r>
                      <a:r>
                        <a:rPr lang="ko-KR" altLang="en-US" sz="1000" b="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및 시스템 </a:t>
                      </a:r>
                      <a:r>
                        <a:rPr lang="en-US" altLang="ko-KR" sz="1000" b="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UI </a:t>
                      </a:r>
                      <a:r>
                        <a:rPr lang="ko-KR" altLang="en-US" sz="1000" b="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</a:t>
                      </a:r>
                      <a:r>
                        <a:rPr lang="en-US" altLang="ko-KR" sz="1000" b="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(~9/2)</a:t>
                      </a:r>
                      <a:endParaRPr lang="en-US" altLang="ko-KR" sz="1000" b="0" kern="1200" noProof="1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3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MES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팀에서 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Cell List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선정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해당 제품 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(3/4), SPC+ 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 임시 조회 화면 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OPEN(3/5)</a:t>
                      </a:r>
                      <a:r>
                        <a:rPr lang="ko-KR" altLang="en-US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하였습니다</a:t>
                      </a:r>
                      <a: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2) MES Hold </a:t>
                      </a: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자동화 기능을 양산 적용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(4/9)</a:t>
                      </a: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하였으나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ESWA</a:t>
                      </a: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법인 요청으로 추가 사양 개발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 전까지 기능 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off</a:t>
                      </a: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하였습니다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.(4/14)</a:t>
                      </a:r>
                      <a:br>
                        <a:rPr lang="en-US" altLang="ko-KR" sz="1000" kern="1200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3)</a:t>
                      </a: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추가 사양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 폐기 등급 변경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재판정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재작업 반영 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Logic 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SPC+ 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 모니터링 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UI </a:t>
                      </a:r>
                      <a:r>
                        <a:rPr lang="ko-KR" altLang="en-US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구성</a:t>
                      </a:r>
                      <a:r>
                        <a:rPr lang="en-US" altLang="ko-KR" sz="8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은 요건 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투자비 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일정 검토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(5/13) </a:t>
                      </a: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① 시스템 보완 개발</a:t>
                      </a:r>
                      <a:r>
                        <a:rPr lang="en-US" altLang="ko-KR" sz="8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(MES : </a:t>
                      </a:r>
                      <a:r>
                        <a:rPr lang="ko-KR" altLang="en-US" sz="8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폐기 등급 구분 반영</a:t>
                      </a:r>
                      <a:r>
                        <a:rPr lang="en-US" altLang="ko-KR" sz="8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SPC+ : </a:t>
                      </a:r>
                      <a:r>
                        <a:rPr lang="ko-KR" altLang="en-US" sz="8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재판정 결과 반영</a:t>
                      </a:r>
                      <a:r>
                        <a:rPr lang="en-US" altLang="ko-KR" sz="8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(7/22)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후 양산 적용 예정입니다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.(~7/23)</a:t>
                      </a: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: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향후 시스템 기반 자동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된 제품에 대해서는 검사 정보 무결성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DAVINCI Report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내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확인률에서 제외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또는 별도 지표로 산출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하는 </a:t>
                      </a:r>
                      <a:endParaRPr lang="en-US" altLang="ko-KR" sz="1000" kern="1200" noProof="1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사항에 대해 제품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정보를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SPC+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DAVINCI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보고하는 것을 개발 사양에 포함하였고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Report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반영 방안에 대해 논의 예정입니다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.(~7/31)</a:t>
                      </a:r>
                      <a:b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② 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SPC+ </a:t>
                      </a: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 검사 정보 무결성 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MES Hold </a:t>
                      </a: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제품에 대한 모니터링 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UI </a:t>
                      </a:r>
                      <a:r>
                        <a:rPr lang="ko-KR" altLang="en-US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업무 중입니다</a:t>
                      </a:r>
                      <a:r>
                        <a:rPr lang="en-US" altLang="ko-KR" sz="1000" kern="12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(~8/31)</a:t>
                      </a:r>
                      <a:endParaRPr lang="en-US" altLang="ko-KR" sz="1000" kern="1200" noProof="1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*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주요 일정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투자심의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(5/21) </a:t>
                      </a: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개발 요건 구체화</a:t>
                      </a:r>
                      <a:r>
                        <a:rPr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(6/30) </a:t>
                      </a:r>
                      <a:r>
                        <a:rPr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(~8/31)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시스템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UI OPEN (9/2)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보완 및 완료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(~’26.09)</a:t>
                      </a:r>
                      <a:endParaRPr lang="en-US" altLang="ko-KR" sz="300" kern="1200" noProof="1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4)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품질검사정보팀 →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CQO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님 보고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(3/31)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이후 해당 과제를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Global Site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 진행하고자 검토 중입니다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 ESMI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대상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SPC+ ~ MES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간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IF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연동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Tes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(7/8)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후 시스템 보완 중이며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(~7/22)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양산 적용 예정입니다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.(~7/23)</a:t>
                      </a:r>
                      <a:b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: 2Step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으로 시스템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Open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예정입니다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①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1Step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 제품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Hold/Release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재판정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재투입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제품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 제외 로직 반영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(~7/23)</a:t>
                      </a: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                                         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②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2Step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실제 유출 판정 제품 폐기등급 부여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배출 기능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Open (~8/25)</a:t>
                      </a: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 제외 사이트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ESHM, ESGM1, ESGM2 (EDC</a:t>
                      </a:r>
                      <a:r>
                        <a:rPr lang="en-US" altLang="ko-KR" sz="8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추적 정보</a:t>
                      </a:r>
                      <a:r>
                        <a:rPr lang="en-US" altLang="ko-KR" sz="8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→ 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SPC+ </a:t>
                      </a:r>
                      <a:r>
                        <a:rPr lang="ko-KR" altLang="en-US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미전환 사이트</a:t>
                      </a:r>
                      <a:r>
                        <a:rPr lang="en-US" altLang="ko-KR" sz="1000" kern="12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800" kern="1200" noProof="1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sng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 ‘</a:t>
                      </a:r>
                      <a:r>
                        <a:rPr lang="en-US" altLang="ko-KR" sz="1000" b="0" i="0" u="none" strike="sng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26.06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→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‘26.09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박영헌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7998C583-0AEC-4BF8-ACA2-DA62189EA4F6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#8,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82062F9-B5DE-6F62-4110-D25835F2682A}"/>
              </a:ext>
            </a:extLst>
          </p:cNvPr>
          <p:cNvGraphicFramePr>
            <a:graphicFrameLocks noGrp="1"/>
          </p:cNvGraphicFramePr>
          <p:nvPr/>
        </p:nvGraphicFramePr>
        <p:xfrm>
          <a:off x="1336482" y="1304365"/>
          <a:ext cx="7110831" cy="555731"/>
        </p:xfrm>
        <a:graphic>
          <a:graphicData uri="http://schemas.openxmlformats.org/drawingml/2006/table">
            <a:tbl>
              <a:tblPr/>
              <a:tblGrid>
                <a:gridCol w="101583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83347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8334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집행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IT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(MES, SPC+)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 및 검증</a:t>
                      </a: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보완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UI</a:t>
                      </a: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89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sng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E239E0B1-30CB-C85D-04DB-DD53D5A1FF00}"/>
              </a:ext>
            </a:extLst>
          </p:cNvPr>
          <p:cNvSpPr/>
          <p:nvPr/>
        </p:nvSpPr>
        <p:spPr>
          <a:xfrm>
            <a:off x="7434754" y="1489556"/>
            <a:ext cx="1020605" cy="37054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5FD722E-49E7-B96F-1D0D-DC0E6E66DDDA}"/>
              </a:ext>
            </a:extLst>
          </p:cNvPr>
          <p:cNvSpPr/>
          <p:nvPr/>
        </p:nvSpPr>
        <p:spPr>
          <a:xfrm>
            <a:off x="1508933" y="2239823"/>
            <a:ext cx="516155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NND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5CAEA10-14CA-F10A-87D5-9B4DA23C74D6}"/>
              </a:ext>
            </a:extLst>
          </p:cNvPr>
          <p:cNvSpPr/>
          <p:nvPr/>
        </p:nvSpPr>
        <p:spPr>
          <a:xfrm>
            <a:off x="1508933" y="2701881"/>
            <a:ext cx="516155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LAM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B81EA82-1B95-4F16-5491-7F4D87F0ACE9}"/>
              </a:ext>
            </a:extLst>
          </p:cNvPr>
          <p:cNvSpPr/>
          <p:nvPr/>
        </p:nvSpPr>
        <p:spPr>
          <a:xfrm>
            <a:off x="1508933" y="3029849"/>
            <a:ext cx="516155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STK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3A0A325-8106-F7A3-E119-627E75A9AC48}"/>
              </a:ext>
            </a:extLst>
          </p:cNvPr>
          <p:cNvSpPr/>
          <p:nvPr/>
        </p:nvSpPr>
        <p:spPr>
          <a:xfrm>
            <a:off x="1508933" y="3424863"/>
            <a:ext cx="516155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PKG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B4AC9A-698D-0C1D-8CF4-97CEC6DC63FE}"/>
              </a:ext>
            </a:extLst>
          </p:cNvPr>
          <p:cNvSpPr/>
          <p:nvPr/>
        </p:nvSpPr>
        <p:spPr>
          <a:xfrm>
            <a:off x="3055190" y="2155005"/>
            <a:ext cx="1697373" cy="151200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0BB28F3-3666-5BDA-CC74-532967F52345}"/>
              </a:ext>
            </a:extLst>
          </p:cNvPr>
          <p:cNvSpPr txBox="1"/>
          <p:nvPr/>
        </p:nvSpPr>
        <p:spPr>
          <a:xfrm>
            <a:off x="2281244" y="2936509"/>
            <a:ext cx="24558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▪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▪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▪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DCF11C-1F44-8013-710A-9664EF5490A7}"/>
              </a:ext>
            </a:extLst>
          </p:cNvPr>
          <p:cNvSpPr/>
          <p:nvPr/>
        </p:nvSpPr>
        <p:spPr>
          <a:xfrm>
            <a:off x="3113903" y="2257399"/>
            <a:ext cx="748903" cy="138346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5EDE853-0A95-FEC0-9DBC-8E7134F3AB67}"/>
              </a:ext>
            </a:extLst>
          </p:cNvPr>
          <p:cNvSpPr/>
          <p:nvPr/>
        </p:nvSpPr>
        <p:spPr>
          <a:xfrm>
            <a:off x="3226536" y="2256624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 List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B6DAF99-B7D2-F535-E41A-3A8CCC94FF0A}"/>
              </a:ext>
            </a:extLst>
          </p:cNvPr>
          <p:cNvSpPr/>
          <p:nvPr/>
        </p:nvSpPr>
        <p:spPr>
          <a:xfrm>
            <a:off x="3642058" y="2082069"/>
            <a:ext cx="523636" cy="147532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SPC+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A118FD1B-83BB-8BF1-29CB-87142F881A42}"/>
              </a:ext>
            </a:extLst>
          </p:cNvPr>
          <p:cNvCxnSpPr/>
          <p:nvPr/>
        </p:nvCxnSpPr>
        <p:spPr>
          <a:xfrm>
            <a:off x="2681013" y="2341938"/>
            <a:ext cx="484459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5BEB9779-B278-F3E3-3712-EB0CB53FF023}"/>
              </a:ext>
            </a:extLst>
          </p:cNvPr>
          <p:cNvCxnSpPr/>
          <p:nvPr/>
        </p:nvCxnSpPr>
        <p:spPr>
          <a:xfrm>
            <a:off x="2681013" y="2572110"/>
            <a:ext cx="484459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1C540857-9854-2D3F-8054-945016745E04}"/>
              </a:ext>
            </a:extLst>
          </p:cNvPr>
          <p:cNvCxnSpPr/>
          <p:nvPr/>
        </p:nvCxnSpPr>
        <p:spPr>
          <a:xfrm>
            <a:off x="2681013" y="2809881"/>
            <a:ext cx="484459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83BF8842-D2E3-1777-C4D0-6D1970BA8D58}"/>
              </a:ext>
            </a:extLst>
          </p:cNvPr>
          <p:cNvCxnSpPr/>
          <p:nvPr/>
        </p:nvCxnSpPr>
        <p:spPr>
          <a:xfrm>
            <a:off x="2681013" y="3532863"/>
            <a:ext cx="484459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2AC7DB3E-056A-AE54-78FB-CB036A15E709}"/>
              </a:ext>
            </a:extLst>
          </p:cNvPr>
          <p:cNvSpPr/>
          <p:nvPr/>
        </p:nvSpPr>
        <p:spPr>
          <a:xfrm>
            <a:off x="2089732" y="2239823"/>
            <a:ext cx="63360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통합 검사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1879FCE-54B7-6337-A366-3221C519F83C}"/>
              </a:ext>
            </a:extLst>
          </p:cNvPr>
          <p:cNvSpPr/>
          <p:nvPr/>
        </p:nvSpPr>
        <p:spPr>
          <a:xfrm>
            <a:off x="2089732" y="2470852"/>
            <a:ext cx="63360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Foil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노출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78BEA7F-B9E5-7530-EA2D-51B961410D0D}"/>
              </a:ext>
            </a:extLst>
          </p:cNvPr>
          <p:cNvSpPr/>
          <p:nvPr/>
        </p:nvSpPr>
        <p:spPr>
          <a:xfrm>
            <a:off x="2089732" y="2701881"/>
            <a:ext cx="63360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장변 실링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76840E3-7697-036C-A19E-D949161A33B6}"/>
              </a:ext>
            </a:extLst>
          </p:cNvPr>
          <p:cNvSpPr/>
          <p:nvPr/>
        </p:nvSpPr>
        <p:spPr>
          <a:xfrm>
            <a:off x="2089732" y="3424863"/>
            <a:ext cx="63360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웰딩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검사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0A460DC-3234-E7E4-D7DF-8BB328219AD3}"/>
              </a:ext>
            </a:extLst>
          </p:cNvPr>
          <p:cNvSpPr/>
          <p:nvPr/>
        </p:nvSpPr>
        <p:spPr>
          <a:xfrm>
            <a:off x="2680474" y="2192529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1EB1CD1E-91C1-4A5A-A4BA-43FD35750BF8}"/>
              </a:ext>
            </a:extLst>
          </p:cNvPr>
          <p:cNvSpPr/>
          <p:nvPr/>
        </p:nvSpPr>
        <p:spPr>
          <a:xfrm>
            <a:off x="2680474" y="2426253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9AA46F7-BEE6-04A0-0E66-528A0F60625C}"/>
              </a:ext>
            </a:extLst>
          </p:cNvPr>
          <p:cNvSpPr/>
          <p:nvPr/>
        </p:nvSpPr>
        <p:spPr>
          <a:xfrm>
            <a:off x="2680474" y="2661962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8F377C7-5F3C-7D1F-42BF-E75F52B7B619}"/>
              </a:ext>
            </a:extLst>
          </p:cNvPr>
          <p:cNvSpPr/>
          <p:nvPr/>
        </p:nvSpPr>
        <p:spPr>
          <a:xfrm>
            <a:off x="2680474" y="3390576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1439E43-FE23-0437-EEEC-7CF4DB9F94A2}"/>
              </a:ext>
            </a:extLst>
          </p:cNvPr>
          <p:cNvSpPr/>
          <p:nvPr/>
        </p:nvSpPr>
        <p:spPr>
          <a:xfrm>
            <a:off x="3957987" y="2257399"/>
            <a:ext cx="748903" cy="138346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A28DB55-A428-99A8-B2D9-5453A325BCB4}"/>
              </a:ext>
            </a:extLst>
          </p:cNvPr>
          <p:cNvSpPr/>
          <p:nvPr/>
        </p:nvSpPr>
        <p:spPr>
          <a:xfrm>
            <a:off x="4042476" y="2256624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PKG ID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324B099-DE88-2BFD-5AF0-7BC9710E6FC2}"/>
              </a:ext>
            </a:extLst>
          </p:cNvPr>
          <p:cNvSpPr/>
          <p:nvPr/>
        </p:nvSpPr>
        <p:spPr>
          <a:xfrm>
            <a:off x="5526510" y="2155005"/>
            <a:ext cx="849096" cy="151200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EB13BBF-AB22-F152-EC84-6F9CCE880EB0}"/>
              </a:ext>
            </a:extLst>
          </p:cNvPr>
          <p:cNvSpPr/>
          <p:nvPr/>
        </p:nvSpPr>
        <p:spPr>
          <a:xfrm>
            <a:off x="5567730" y="2082069"/>
            <a:ext cx="766656" cy="147532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활성화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MES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F8EAC5B3-9BDA-2C55-405D-DFBC1DB10D4A}"/>
              </a:ext>
            </a:extLst>
          </p:cNvPr>
          <p:cNvCxnSpPr>
            <a:cxnSpLocks/>
          </p:cNvCxnSpPr>
          <p:nvPr/>
        </p:nvCxnSpPr>
        <p:spPr>
          <a:xfrm flipH="1">
            <a:off x="3715336" y="2889645"/>
            <a:ext cx="346122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60A902E0-732E-DAB7-A9B5-480A29B00E39}"/>
              </a:ext>
            </a:extLst>
          </p:cNvPr>
          <p:cNvCxnSpPr/>
          <p:nvPr/>
        </p:nvCxnSpPr>
        <p:spPr>
          <a:xfrm>
            <a:off x="3715336" y="3001646"/>
            <a:ext cx="346122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28D97649-C788-428E-3640-B225BC63FBD8}"/>
              </a:ext>
            </a:extLst>
          </p:cNvPr>
          <p:cNvCxnSpPr>
            <a:cxnSpLocks/>
          </p:cNvCxnSpPr>
          <p:nvPr/>
        </p:nvCxnSpPr>
        <p:spPr>
          <a:xfrm>
            <a:off x="4752563" y="2872994"/>
            <a:ext cx="773946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1EBD02E3-3428-ABB8-335D-85CCAD6147BB}"/>
              </a:ext>
            </a:extLst>
          </p:cNvPr>
          <p:cNvCxnSpPr>
            <a:cxnSpLocks/>
          </p:cNvCxnSpPr>
          <p:nvPr/>
        </p:nvCxnSpPr>
        <p:spPr>
          <a:xfrm flipH="1" flipV="1">
            <a:off x="4752563" y="2969896"/>
            <a:ext cx="773946" cy="0"/>
          </a:xfrm>
          <a:prstGeom prst="straightConnector1">
            <a:avLst/>
          </a:prstGeom>
          <a:ln w="3175">
            <a:solidFill>
              <a:schemeClr val="bg1">
                <a:lumMod val="65000"/>
              </a:schemeClr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46187444-A1DE-384F-0884-0A0D2BD53ABD}"/>
              </a:ext>
            </a:extLst>
          </p:cNvPr>
          <p:cNvSpPr txBox="1"/>
          <p:nvPr/>
        </p:nvSpPr>
        <p:spPr>
          <a:xfrm>
            <a:off x="3102908" y="3702737"/>
            <a:ext cx="16193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PKG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완공 후 검사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여부 확인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②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검사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포함 여부 송부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B341D2C-E590-0118-8441-CCFE80F9B8FE}"/>
              </a:ext>
            </a:extLst>
          </p:cNvPr>
          <p:cNvSpPr txBox="1"/>
          <p:nvPr/>
        </p:nvSpPr>
        <p:spPr>
          <a:xfrm>
            <a:off x="4961709" y="3702737"/>
            <a:ext cx="15969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③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검사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포함된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PKG ID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송부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④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활성화 투입 전 일 경우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Return)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7DE6A161-22FD-6871-D1F2-61FE567315A0}"/>
              </a:ext>
            </a:extLst>
          </p:cNvPr>
          <p:cNvSpPr/>
          <p:nvPr/>
        </p:nvSpPr>
        <p:spPr>
          <a:xfrm>
            <a:off x="3842078" y="2726838"/>
            <a:ext cx="137861" cy="137861"/>
          </a:xfrm>
          <a:prstGeom prst="ellips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71129B67-0474-CA6A-77B7-D0BDB4BC524D}"/>
              </a:ext>
            </a:extLst>
          </p:cNvPr>
          <p:cNvSpPr/>
          <p:nvPr/>
        </p:nvSpPr>
        <p:spPr>
          <a:xfrm>
            <a:off x="3842078" y="3037379"/>
            <a:ext cx="137861" cy="137861"/>
          </a:xfrm>
          <a:prstGeom prst="ellips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104B6BCC-D81A-A3CE-0E3E-D8C4D1090365}"/>
              </a:ext>
            </a:extLst>
          </p:cNvPr>
          <p:cNvSpPr/>
          <p:nvPr/>
        </p:nvSpPr>
        <p:spPr>
          <a:xfrm>
            <a:off x="5067057" y="2709420"/>
            <a:ext cx="137861" cy="137861"/>
          </a:xfrm>
          <a:prstGeom prst="ellips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3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52695BD2-3BEF-B429-E20E-078A9983B7F5}"/>
              </a:ext>
            </a:extLst>
          </p:cNvPr>
          <p:cNvSpPr/>
          <p:nvPr/>
        </p:nvSpPr>
        <p:spPr>
          <a:xfrm>
            <a:off x="5067057" y="3005419"/>
            <a:ext cx="137861" cy="137861"/>
          </a:xfrm>
          <a:prstGeom prst="ellipse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4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8A79486B-50A0-CF32-48A0-D94B73D0081B}"/>
              </a:ext>
            </a:extLst>
          </p:cNvPr>
          <p:cNvCxnSpPr>
            <a:cxnSpLocks/>
          </p:cNvCxnSpPr>
          <p:nvPr/>
        </p:nvCxnSpPr>
        <p:spPr>
          <a:xfrm>
            <a:off x="6385023" y="2872994"/>
            <a:ext cx="1080000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C274CBD7-53BF-1386-4C9E-9599F395B845}"/>
              </a:ext>
            </a:extLst>
          </p:cNvPr>
          <p:cNvCxnSpPr>
            <a:cxnSpLocks/>
          </p:cNvCxnSpPr>
          <p:nvPr/>
        </p:nvCxnSpPr>
        <p:spPr>
          <a:xfrm flipH="1">
            <a:off x="6385023" y="2969896"/>
            <a:ext cx="1080000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3" name="그래픽 52" descr="사용자 단색으로 채워진">
            <a:extLst>
              <a:ext uri="{FF2B5EF4-FFF2-40B4-BE49-F238E27FC236}">
                <a16:creationId xmlns:a16="http://schemas.microsoft.com/office/drawing/2014/main" id="{B979CA9F-877A-9B94-537E-1D432C3A4A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00645" y="2616952"/>
            <a:ext cx="545386" cy="545386"/>
          </a:xfrm>
          <a:prstGeom prst="rect">
            <a:avLst/>
          </a:prstGeom>
        </p:spPr>
      </p:pic>
      <p:sp>
        <p:nvSpPr>
          <p:cNvPr id="54" name="TextBox 53">
            <a:extLst>
              <a:ext uri="{FF2B5EF4-FFF2-40B4-BE49-F238E27FC236}">
                <a16:creationId xmlns:a16="http://schemas.microsoft.com/office/drawing/2014/main" id="{E14E6D80-FF98-5DE8-6666-D22F7BD90793}"/>
              </a:ext>
            </a:extLst>
          </p:cNvPr>
          <p:cNvSpPr txBox="1"/>
          <p:nvPr/>
        </p:nvSpPr>
        <p:spPr>
          <a:xfrm>
            <a:off x="7620091" y="3092741"/>
            <a:ext cx="3064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QA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7E88DB2-78A2-D650-0A00-8DEE06C0F7E3}"/>
              </a:ext>
            </a:extLst>
          </p:cNvPr>
          <p:cNvSpPr/>
          <p:nvPr/>
        </p:nvSpPr>
        <p:spPr>
          <a:xfrm>
            <a:off x="5605498" y="2825568"/>
            <a:ext cx="687003" cy="19486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MES Hold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FCF401D-3B39-A51D-1ACE-43614525EC23}"/>
              </a:ext>
            </a:extLst>
          </p:cNvPr>
          <p:cNvSpPr txBox="1"/>
          <p:nvPr/>
        </p:nvSpPr>
        <p:spPr>
          <a:xfrm>
            <a:off x="6573113" y="2656783"/>
            <a:ext cx="6639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Daily Mailing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DA60F20-CF38-D8BF-EE09-B4620FB83C09}"/>
              </a:ext>
            </a:extLst>
          </p:cNvPr>
          <p:cNvSpPr txBox="1"/>
          <p:nvPr/>
        </p:nvSpPr>
        <p:spPr>
          <a:xfrm>
            <a:off x="6446427" y="2969128"/>
            <a:ext cx="117532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분석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결과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진성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배출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(Q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등급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가성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: Release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5877E9-C139-BEC2-823E-7D04D44880A9}"/>
              </a:ext>
            </a:extLst>
          </p:cNvPr>
          <p:cNvSpPr txBox="1"/>
          <p:nvPr/>
        </p:nvSpPr>
        <p:spPr>
          <a:xfrm>
            <a:off x="6533777" y="3437903"/>
            <a:ext cx="567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자동 배출</a:t>
            </a:r>
            <a:endParaRPr kumimoji="0" lang="en-US" altLang="ko-KR" sz="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(Q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등급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97F7C0C4-964D-80FC-AB1C-870D96812ED1}"/>
              </a:ext>
            </a:extLst>
          </p:cNvPr>
          <p:cNvCxnSpPr>
            <a:stCxn id="55" idx="2"/>
            <a:endCxn id="59" idx="1"/>
          </p:cNvCxnSpPr>
          <p:nvPr/>
        </p:nvCxnSpPr>
        <p:spPr>
          <a:xfrm rot="16200000" flipH="1">
            <a:off x="5948016" y="3021418"/>
            <a:ext cx="586745" cy="584777"/>
          </a:xfrm>
          <a:prstGeom prst="bentConnector2">
            <a:avLst/>
          </a:prstGeom>
          <a:ln>
            <a:solidFill>
              <a:srgbClr val="FF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5F34BF96-276E-55E5-692F-2F2D20F05533}"/>
              </a:ext>
            </a:extLst>
          </p:cNvPr>
          <p:cNvSpPr txBox="1"/>
          <p:nvPr/>
        </p:nvSpPr>
        <p:spPr>
          <a:xfrm>
            <a:off x="5422092" y="3057833"/>
            <a:ext cx="57419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일 내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분석 결과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미입력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시</a:t>
            </a:r>
          </a:p>
        </p:txBody>
      </p:sp>
      <p:sp>
        <p:nvSpPr>
          <p:cNvPr id="65" name="이등변 삼각형 64">
            <a:extLst>
              <a:ext uri="{FF2B5EF4-FFF2-40B4-BE49-F238E27FC236}">
                <a16:creationId xmlns:a16="http://schemas.microsoft.com/office/drawing/2014/main" id="{8488E7CE-D110-B0EA-0F02-B5345A56956E}"/>
              </a:ext>
            </a:extLst>
          </p:cNvPr>
          <p:cNvSpPr/>
          <p:nvPr/>
        </p:nvSpPr>
        <p:spPr>
          <a:xfrm flipV="1">
            <a:off x="7382360" y="1382819"/>
            <a:ext cx="116276" cy="100238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0" name="내용 개체 틀 20">
            <a:extLst>
              <a:ext uri="{FF2B5EF4-FFF2-40B4-BE49-F238E27FC236}">
                <a16:creationId xmlns:a16="http://schemas.microsoft.com/office/drawing/2014/main" id="{BC2FA731-57B8-6943-D663-B97391560851}"/>
              </a:ext>
            </a:extLst>
          </p:cNvPr>
          <p:cNvSpPr txBox="1">
            <a:spLocks/>
          </p:cNvSpPr>
          <p:nvPr/>
        </p:nvSpPr>
        <p:spPr>
          <a:xfrm>
            <a:off x="8967599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박영헌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C4F1322-B75A-06D5-6279-64555A082866}"/>
              </a:ext>
            </a:extLst>
          </p:cNvPr>
          <p:cNvSpPr txBox="1"/>
          <p:nvPr/>
        </p:nvSpPr>
        <p:spPr>
          <a:xfrm>
            <a:off x="8279874" y="587343"/>
            <a:ext cx="1590297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7/22 16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113662569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제목 1">
            <a:extLst>
              <a:ext uri="{FF2B5EF4-FFF2-40B4-BE49-F238E27FC236}">
                <a16:creationId xmlns:a16="http://schemas.microsoft.com/office/drawing/2014/main" id="{92CD7297-BDC7-409B-81DB-148F6DAE875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22" name="내용 개체 틀 20">
            <a:extLst>
              <a:ext uri="{FF2B5EF4-FFF2-40B4-BE49-F238E27FC236}">
                <a16:creationId xmlns:a16="http://schemas.microsoft.com/office/drawing/2014/main" id="{E4CE493B-D114-4F77-962F-4E32BBED2648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8046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/>
              </a:rPr>
              <a:t>각형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_ ESMI_LS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23" name="표 1">
            <a:extLst>
              <a:ext uri="{FF2B5EF4-FFF2-40B4-BE49-F238E27FC236}">
                <a16:creationId xmlns:a16="http://schemas.microsoft.com/office/drawing/2014/main" id="{5C18F150-F800-4366-B81F-1DDA815C71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472702"/>
              </p:ext>
            </p:extLst>
          </p:nvPr>
        </p:nvGraphicFramePr>
        <p:xfrm>
          <a:off x="125335" y="848953"/>
          <a:ext cx="9744836" cy="5728649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92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완료  </a:t>
                      </a:r>
                      <a:endParaRPr lang="ko-KR" altLang="en-US" sz="1000" b="1" i="0" u="none" strike="noStrike" baseline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42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ESMI_LS</a:t>
                      </a:r>
                    </a:p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ESS</a:t>
                      </a: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라인</a:t>
                      </a:r>
                      <a:br>
                        <a:rPr lang="en-US" altLang="ko-KR" sz="10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셀 추적 </a:t>
                      </a:r>
                      <a:br>
                        <a:rPr lang="en-US" altLang="ko-KR" sz="10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구축</a:t>
                      </a:r>
                      <a:endParaRPr lang="en-US" altLang="ko-KR" sz="105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각형</a:t>
                      </a:r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1,2</a:t>
                      </a: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’27.08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’27.08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이충성A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김승필</a:t>
                      </a:r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  <a:br>
                        <a:rPr lang="en-US" altLang="ko-KR" sz="105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김준범</a:t>
                      </a:r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9E88BCD6-65AC-474C-9E19-A37722C332DC}"/>
              </a:ext>
            </a:extLst>
          </p:cNvPr>
          <p:cNvSpPr/>
          <p:nvPr/>
        </p:nvSpPr>
        <p:spPr>
          <a:xfrm>
            <a:off x="1386744" y="1072914"/>
            <a:ext cx="7327990" cy="55105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(W30)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핵심 내용은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DNC,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 AZS,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용접 설비 제작 중으로 해당 설비 일정에 맞춰 </a:t>
            </a:r>
            <a:r>
              <a:rPr lang="ko-KR" altLang="en-US" sz="1000" err="1">
                <a:solidFill>
                  <a:schemeClr val="tx1"/>
                </a:solidFill>
                <a:latin typeface="Arial Narrow"/>
                <a:ea typeface="LG스마트체 Regular"/>
              </a:rPr>
              <a:t>셀추적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 기구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전장 설치 진행 중입니다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.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라인별 진행 사항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-. ESMI_LS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프로젝트 진행 현황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사항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b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 </a:t>
            </a:r>
            <a:b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-</a:t>
            </a:r>
            <a:r>
              <a:rPr lang="en-US" altLang="ko-KR" sz="1000" b="1">
                <a:solidFill>
                  <a:schemeClr val="tx1"/>
                </a:solidFill>
                <a:latin typeface="Arial Narrow"/>
                <a:ea typeface="LG스마트체 Regular"/>
              </a:rPr>
              <a:t>DNC</a:t>
            </a:r>
          </a:p>
          <a:p>
            <a:pPr lvl="0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DNC 36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 중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대에 대해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기구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전장 설치 완료하였습니다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 (7/7)</a:t>
            </a:r>
            <a:b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  FAT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시 인식률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92%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수준이며 인식률 저하 사유는 초고속 카메라로 촬영 시 </a:t>
            </a:r>
            <a:r>
              <a:rPr lang="ko-KR" altLang="en-US" sz="1000" err="1">
                <a:solidFill>
                  <a:schemeClr val="tx1"/>
                </a:solidFill>
                <a:latin typeface="Arial Narrow"/>
                <a:ea typeface="LG스마트체 Regular"/>
              </a:rPr>
              <a:t>탭떨림이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 심해 마킹이 깨지는 경우가 있는 것으로 확인하였습니다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.</a:t>
            </a:r>
            <a:b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 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인식률 개선을 위해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Air Blow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추가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가이드 갭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3mm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로 변경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설비 진동 개선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모터 튜닝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캠 프로파일 수정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)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과 함께 지속 확인할 예정입니다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.</a:t>
            </a:r>
            <a:b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 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현재 </a:t>
            </a:r>
            <a:r>
              <a:rPr lang="ko-KR" altLang="en-US" sz="1000" err="1">
                <a:solidFill>
                  <a:schemeClr val="tx1"/>
                </a:solidFill>
              </a:rPr>
              <a:t>셀추적</a:t>
            </a:r>
            <a:r>
              <a:rPr lang="ko-KR" altLang="en-US" sz="1000">
                <a:solidFill>
                  <a:schemeClr val="tx1"/>
                </a:solidFill>
              </a:rPr>
              <a:t> 인식률은 </a:t>
            </a:r>
            <a:r>
              <a:rPr lang="en-US" altLang="ko-KR" sz="1000">
                <a:solidFill>
                  <a:schemeClr val="tx1"/>
                </a:solidFill>
              </a:rPr>
              <a:t>99% </a:t>
            </a:r>
            <a:r>
              <a:rPr lang="ko-KR" altLang="en-US" sz="1000">
                <a:solidFill>
                  <a:schemeClr val="tx1"/>
                </a:solidFill>
              </a:rPr>
              <a:t>수준으로 확인하였습니다</a:t>
            </a:r>
            <a:r>
              <a:rPr lang="en-US" altLang="ko-KR" sz="1000">
                <a:solidFill>
                  <a:schemeClr val="tx1"/>
                </a:solidFill>
              </a:rPr>
              <a:t>.</a:t>
            </a:r>
            <a:br>
              <a:rPr lang="en-US" altLang="ko-KR" sz="1000">
                <a:solidFill>
                  <a:schemeClr val="tx1"/>
                </a:solidFill>
              </a:rPr>
            </a:br>
            <a:r>
              <a:rPr lang="en-US" altLang="ko-KR" sz="1000">
                <a:solidFill>
                  <a:schemeClr val="tx1"/>
                </a:solidFill>
              </a:rPr>
              <a:t>  (</a:t>
            </a:r>
            <a:r>
              <a:rPr lang="ko-KR" altLang="en-US" sz="1000">
                <a:solidFill>
                  <a:schemeClr val="tx1"/>
                </a:solidFill>
              </a:rPr>
              <a:t>양극 </a:t>
            </a:r>
            <a:r>
              <a:rPr lang="en-US" altLang="ko-KR" sz="1000">
                <a:solidFill>
                  <a:schemeClr val="tx1"/>
                </a:solidFill>
              </a:rPr>
              <a:t>1-4 99.71% 19,401</a:t>
            </a:r>
            <a:r>
              <a:rPr lang="ko-KR" altLang="en-US" sz="1000">
                <a:solidFill>
                  <a:schemeClr val="tx1"/>
                </a:solidFill>
              </a:rPr>
              <a:t>회 중 </a:t>
            </a:r>
            <a:r>
              <a:rPr lang="en-US" altLang="ko-KR" sz="1000">
                <a:solidFill>
                  <a:schemeClr val="tx1"/>
                </a:solidFill>
              </a:rPr>
              <a:t>19,344</a:t>
            </a:r>
            <a:r>
              <a:rPr lang="ko-KR" altLang="en-US" sz="1000">
                <a:solidFill>
                  <a:schemeClr val="tx1"/>
                </a:solidFill>
              </a:rPr>
              <a:t>회 인식 성공 </a:t>
            </a:r>
            <a:r>
              <a:rPr lang="en-US" altLang="ko-KR" sz="1000">
                <a:solidFill>
                  <a:schemeClr val="tx1"/>
                </a:solidFill>
              </a:rPr>
              <a:t>/ </a:t>
            </a:r>
            <a:r>
              <a:rPr lang="ko-KR" altLang="en-US" sz="1000">
                <a:solidFill>
                  <a:schemeClr val="tx1"/>
                </a:solidFill>
              </a:rPr>
              <a:t>음극 </a:t>
            </a:r>
            <a:r>
              <a:rPr lang="en-US" altLang="ko-KR" sz="1000">
                <a:solidFill>
                  <a:schemeClr val="tx1"/>
                </a:solidFill>
              </a:rPr>
              <a:t>1-3 98.85% 2,502</a:t>
            </a:r>
            <a:r>
              <a:rPr lang="ko-KR" altLang="en-US" sz="1000">
                <a:solidFill>
                  <a:schemeClr val="tx1"/>
                </a:solidFill>
              </a:rPr>
              <a:t>회 중 </a:t>
            </a:r>
            <a:r>
              <a:rPr lang="en-US" altLang="ko-KR" sz="1000">
                <a:solidFill>
                  <a:schemeClr val="tx1"/>
                </a:solidFill>
              </a:rPr>
              <a:t>2,473</a:t>
            </a:r>
            <a:r>
              <a:rPr lang="ko-KR" altLang="en-US" sz="1000">
                <a:solidFill>
                  <a:schemeClr val="tx1"/>
                </a:solidFill>
              </a:rPr>
              <a:t>회 인식 성공</a:t>
            </a:r>
            <a:r>
              <a:rPr lang="en-US" altLang="ko-KR" sz="1000">
                <a:solidFill>
                  <a:schemeClr val="tx1"/>
                </a:solidFill>
              </a:rPr>
              <a:t>)</a:t>
            </a:r>
            <a:r>
              <a:rPr lang="ko-KR" altLang="en-US" sz="1000">
                <a:solidFill>
                  <a:schemeClr val="tx1"/>
                </a:solidFill>
              </a:rPr>
              <a:t> </a:t>
            </a:r>
            <a:r>
              <a:rPr lang="en-US" altLang="ko-KR" sz="1000">
                <a:solidFill>
                  <a:schemeClr val="tx1"/>
                </a:solidFill>
              </a:rPr>
              <a:t>(7/3)</a:t>
            </a:r>
            <a:br>
              <a:rPr lang="en-US" altLang="ko-KR" sz="1000">
                <a:solidFill>
                  <a:schemeClr val="tx1"/>
                </a:solidFill>
              </a:rPr>
            </a:br>
            <a:r>
              <a:rPr lang="en-US" altLang="ko-KR" sz="1000">
                <a:solidFill>
                  <a:schemeClr val="tx1"/>
                </a:solidFill>
              </a:rPr>
              <a:t>  DNC 8</a:t>
            </a:r>
            <a:r>
              <a:rPr lang="ko-KR" altLang="en-US" sz="1000">
                <a:solidFill>
                  <a:schemeClr val="tx1"/>
                </a:solidFill>
              </a:rPr>
              <a:t>대는 검수 완료되어 </a:t>
            </a:r>
            <a:r>
              <a:rPr lang="en-US" altLang="ko-KR" sz="1000">
                <a:solidFill>
                  <a:schemeClr val="tx1"/>
                </a:solidFill>
              </a:rPr>
              <a:t>FOB </a:t>
            </a:r>
            <a:r>
              <a:rPr lang="ko-KR" altLang="en-US" sz="1000">
                <a:solidFill>
                  <a:schemeClr val="tx1"/>
                </a:solidFill>
              </a:rPr>
              <a:t>진행 예정입니다</a:t>
            </a:r>
            <a:r>
              <a:rPr lang="en-US" altLang="ko-KR" sz="1000">
                <a:solidFill>
                  <a:schemeClr val="tx1"/>
                </a:solidFill>
              </a:rPr>
              <a:t>. (~7/26)</a:t>
            </a:r>
            <a:b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</a:b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-AZS, AZS INS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AZS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 52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대 중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3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대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, INS 15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대 중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1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대에 대해 </a:t>
            </a:r>
            <a:r>
              <a:rPr lang="ko-KR" altLang="en-US" sz="1000" err="1">
                <a:solidFill>
                  <a:schemeClr val="tx1"/>
                </a:solidFill>
                <a:latin typeface="Arial Narrow"/>
                <a:ea typeface="LG스마트체 Regular"/>
              </a:rPr>
              <a:t>셀추적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 기구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전장 설치 완료하였습니다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. (6/10)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 AZS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FAT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7/15 Fail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되어 이후 일정 논의 중에 있습니다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-PKG(</a:t>
            </a:r>
            <a:r>
              <a:rPr lang="ko-KR" altLang="en-US" sz="1000" b="1">
                <a:solidFill>
                  <a:schemeClr val="tx1"/>
                </a:solidFill>
                <a:latin typeface="Arial Narrow"/>
                <a:ea typeface="LG스마트체 Regular"/>
              </a:rPr>
              <a:t>용접</a:t>
            </a:r>
            <a:r>
              <a:rPr lang="en-US" altLang="ko-KR" sz="1000" b="1">
                <a:solidFill>
                  <a:schemeClr val="tx1"/>
                </a:solidFill>
                <a:latin typeface="Arial Narrow"/>
                <a:ea typeface="LG스마트체 Regular"/>
              </a:rPr>
              <a:t>, Welding))</a:t>
            </a: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 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용접 설비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4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대 중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1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대에 대해 </a:t>
            </a:r>
            <a:r>
              <a:rPr lang="ko-KR" altLang="en-US" sz="1000" err="1">
                <a:solidFill>
                  <a:schemeClr val="tx1"/>
                </a:solidFill>
                <a:latin typeface="Arial Narrow"/>
                <a:ea typeface="LG스마트체 Regular"/>
              </a:rPr>
              <a:t>셀추적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 기구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전장 설치 완료하였습니다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. (6/10)</a:t>
            </a:r>
            <a:b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  PKG(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용접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) FAT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7/23  </a:t>
            </a:r>
            <a:r>
              <a:rPr lang="ko-KR" altLang="en-US" sz="1000">
                <a:solidFill>
                  <a:schemeClr val="tx1"/>
                </a:solidFill>
                <a:latin typeface="Arial Narrow"/>
                <a:ea typeface="LG스마트체 Regular"/>
              </a:rPr>
              <a:t>진행 예정입니다</a:t>
            </a:r>
            <a:r>
              <a:rPr lang="en-US" altLang="ko-KR" sz="1000">
                <a:solidFill>
                  <a:schemeClr val="tx1"/>
                </a:solidFill>
                <a:latin typeface="Arial Narrow"/>
                <a:ea typeface="LG스마트체 Regular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-.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 구성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IM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向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Top Terminal ESS 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 라인 투자 예정이며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DNC(18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– Multi AZS(52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), AZS INS(15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</a:t>
            </a:r>
            <a:r>
              <a:rPr lang="en-US" altLang="ko-KR" sz="10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– PKG(2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공정으로 이루어집니다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AZS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의 경우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Single AZS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에서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Multi AZS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로 변경이 되며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공정상 차이점은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Sheet 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 동시 적재를 통한 셀 생산 시간 단축하는 목적입니다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추가되는 공정으로는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개의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스택셀을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나누는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Cell Cutting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공정이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Heat Press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 이후에 추가 됩니다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PKG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의 경우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스택셀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로더부가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이며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3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개의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스택셀을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조립하는 공정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(Pairing)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이 추가 되었습니다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관점에서는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투입부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BCR 4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8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개로 증가됩니다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. (1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개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로더부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 당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Pitch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반영됨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, 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Pitch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당 음극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양극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BCR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총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 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개 반영됨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)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  AR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품질 및 생산팀 요청사항으로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재투입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관련 추적성 확보를 위한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Insulation Tape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공정에 레이저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마킹기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Tape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리딩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BCR 6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 추가 됩니다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</p:txBody>
      </p:sp>
      <p:sp>
        <p:nvSpPr>
          <p:cNvPr id="25" name="내용 개체 틀 20">
            <a:extLst>
              <a:ext uri="{FF2B5EF4-FFF2-40B4-BE49-F238E27FC236}">
                <a16:creationId xmlns:a16="http://schemas.microsoft.com/office/drawing/2014/main" id="{6874F1DE-9A5F-46CC-B44F-D34C6BF8FFBE}"/>
              </a:ext>
            </a:extLst>
          </p:cNvPr>
          <p:cNvSpPr txBox="1">
            <a:spLocks/>
          </p:cNvSpPr>
          <p:nvPr/>
        </p:nvSpPr>
        <p:spPr>
          <a:xfrm>
            <a:off x="8967599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/>
                <a:ea typeface="LG스마트체 Regular"/>
              </a:rPr>
              <a:t>이충성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AE9226F-F722-4CEF-AF1A-BC8DF22E007D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7/22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A8B0AF73-F7CC-437D-9A7E-175C56D104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8443055"/>
              </p:ext>
            </p:extLst>
          </p:nvPr>
        </p:nvGraphicFramePr>
        <p:xfrm>
          <a:off x="1534527" y="1718587"/>
          <a:ext cx="7032424" cy="575340"/>
        </p:xfrm>
        <a:graphic>
          <a:graphicData uri="http://schemas.openxmlformats.org/drawingml/2006/table">
            <a:tbl>
              <a:tblPr/>
              <a:tblGrid>
                <a:gridCol w="87905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4173545466"/>
                    </a:ext>
                  </a:extLst>
                </a:gridCol>
              </a:tblGrid>
              <a:tr h="119999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1999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집행품의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1999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‘25.05.16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’25.11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’26.07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’26.08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‘27.01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’27.08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1999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‘22.05.16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’25.11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’26.09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’26.11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‘27.04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’27.08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6EDC5B0-B44D-4917-A2C4-3BF2C1C99708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A14CEFE-CB89-26D1-53B5-9857B538AEC6}"/>
              </a:ext>
            </a:extLst>
          </p:cNvPr>
          <p:cNvSpPr/>
          <p:nvPr/>
        </p:nvSpPr>
        <p:spPr>
          <a:xfrm>
            <a:off x="4168647" y="2002174"/>
            <a:ext cx="874300" cy="29175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이등변 삼각형 12">
            <a:extLst>
              <a:ext uri="{FF2B5EF4-FFF2-40B4-BE49-F238E27FC236}">
                <a16:creationId xmlns:a16="http://schemas.microsoft.com/office/drawing/2014/main" id="{F42FD1F5-9019-2C54-12E8-457A3F32C668}"/>
              </a:ext>
            </a:extLst>
          </p:cNvPr>
          <p:cNvSpPr/>
          <p:nvPr/>
        </p:nvSpPr>
        <p:spPr>
          <a:xfrm rot="10800000">
            <a:off x="4527406" y="1718048"/>
            <a:ext cx="140128" cy="53527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07801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제목 1">
            <a:extLst>
              <a:ext uri="{FF2B5EF4-FFF2-40B4-BE49-F238E27FC236}">
                <a16:creationId xmlns:a16="http://schemas.microsoft.com/office/drawing/2014/main" id="{D595FA07-2E74-486E-BF24-1F14B99BEA6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25" name="내용 개체 틀 20">
            <a:extLst>
              <a:ext uri="{FF2B5EF4-FFF2-40B4-BE49-F238E27FC236}">
                <a16:creationId xmlns:a16="http://schemas.microsoft.com/office/drawing/2014/main" id="{DE64DEF9-D9DC-4A3F-97EB-32FAC7C1734E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85013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_ ESMI Holland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graphicFrame>
        <p:nvGraphicFramePr>
          <p:cNvPr id="26" name="표 1">
            <a:extLst>
              <a:ext uri="{FF2B5EF4-FFF2-40B4-BE49-F238E27FC236}">
                <a16:creationId xmlns:a16="http://schemas.microsoft.com/office/drawing/2014/main" id="{69535265-C004-4936-875B-51A1C786A3B6}"/>
              </a:ext>
            </a:extLst>
          </p:cNvPr>
          <p:cNvGraphicFramePr>
            <a:graphicFrameLocks noGrp="1"/>
          </p:cNvGraphicFramePr>
          <p:nvPr/>
        </p:nvGraphicFramePr>
        <p:xfrm>
          <a:off x="244519" y="886552"/>
          <a:ext cx="9552825" cy="5769962"/>
        </p:xfrm>
        <a:graphic>
          <a:graphicData uri="http://schemas.openxmlformats.org/drawingml/2006/table">
            <a:tbl>
              <a:tblPr/>
              <a:tblGrid>
                <a:gridCol w="6844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22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946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9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23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3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Malgun Gothic Semilight"/>
                        </a:rPr>
                        <a:t>과제명</a:t>
                      </a:r>
                    </a:p>
                  </a:txBody>
                  <a:tcPr marL="6150" marR="6150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Malgun Gothic Semilight"/>
                        </a:rPr>
                        <a:t>대상 라인</a:t>
                      </a:r>
                    </a:p>
                  </a:txBody>
                  <a:tcPr marL="6150" marR="615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150" marR="615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Malgun Gothic Semilight"/>
                        </a:rPr>
                        <a:t>완료  </a:t>
                      </a:r>
                      <a:endParaRPr lang="ko-KR" altLang="en-US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150" marR="615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Malgun Gothic Semilight"/>
                        </a:rPr>
                        <a:t>담당자</a:t>
                      </a:r>
                    </a:p>
                  </a:txBody>
                  <a:tcPr marL="6150" marR="615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80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ESMI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셀 추적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5291" marR="6150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동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동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4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5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4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5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</a:p>
                  </a:txBody>
                  <a:tcPr marL="14116" marR="14116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5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br>
                        <a:rPr lang="en-US" altLang="ko-KR" sz="5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endParaRPr lang="en-US" altLang="ko-KR" sz="5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5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br>
                        <a:rPr lang="en-US" altLang="ko-KR" sz="5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endParaRPr lang="en-US" altLang="ko-KR" sz="5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[ ESMI 1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5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-.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’25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년 내 생산 계획 없음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/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양산 적용 완료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(’25.08.13)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endParaRPr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[ ESMI 2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3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3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-. 3, 4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라인 대상 완료 검수 준비 중 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</a:t>
                      </a:r>
                      <a:r>
                        <a:rPr kumimoji="0" lang="en-US" altLang="ko-KR" sz="1000" b="0" i="0" u="none" strike="noStrike" kern="1200" cap="none" spc="-1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~7/31,</a:t>
                      </a:r>
                      <a:r>
                        <a:rPr kumimoji="0" lang="ko-KR" altLang="en-US" sz="1000" b="0" i="0" u="none" strike="noStrike" kern="1200" cap="none" spc="-1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완료 </a:t>
                      </a:r>
                      <a:r>
                        <a:rPr kumimoji="0" lang="en-US" altLang="ko-KR" sz="1000" b="0" i="0" u="none" strike="noStrike" kern="1200" cap="none" spc="-1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Target)</a:t>
                      </a:r>
                      <a:br>
                        <a:rPr kumimoji="0" lang="en-US" altLang="ko-KR" sz="1000" b="0" i="0" u="none" strike="noStrike" kern="1200" cap="none" spc="-1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-1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                                                                         * Pending List </a:t>
                      </a:r>
                      <a:r>
                        <a:rPr kumimoji="0" lang="ko-KR" altLang="en-US" sz="1000" b="0" i="0" u="none" strike="noStrike" kern="1200" cap="none" spc="-1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내 작업 미비사항 보완 후 검수 예정</a:t>
                      </a:r>
                      <a:endParaRPr kumimoji="0" lang="en-US" altLang="ko-KR" sz="1000" b="0" i="0" u="none" strike="noStrike" kern="1200" cap="none" spc="-1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35291" marR="14116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‘26.05</a:t>
                      </a: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박영헌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</a:p>
                  </a:txBody>
                  <a:tcPr marL="35291" marR="14116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9DCBE425-F1D5-4BFC-B873-4EE260231385}"/>
              </a:ext>
            </a:extLst>
          </p:cNvPr>
          <p:cNvSpPr/>
          <p:nvPr/>
        </p:nvSpPr>
        <p:spPr>
          <a:xfrm>
            <a:off x="1493446" y="1088135"/>
            <a:ext cx="7054969" cy="2798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(W30)</a:t>
            </a:r>
            <a:r>
              <a:rPr kumimoji="0" lang="ko-KR" altLang="en-US" sz="10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는 특이사항 없습니다</a:t>
            </a:r>
            <a:r>
              <a:rPr kumimoji="0" lang="en-US" altLang="ko-KR" sz="10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. (* ESMI 3,4</a:t>
            </a:r>
            <a:r>
              <a:rPr kumimoji="0" lang="ko-KR" altLang="en-US" sz="10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라인 대상 완료 검수를 위한 </a:t>
            </a:r>
            <a:r>
              <a:rPr kumimoji="0" lang="en-US" altLang="ko-KR" sz="10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Pending List </a:t>
            </a:r>
            <a:r>
              <a:rPr kumimoji="0" lang="ko-KR" altLang="en-US" sz="10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업무 중입니다</a:t>
            </a:r>
            <a:r>
              <a:rPr kumimoji="0" lang="en-US" altLang="ko-KR" sz="10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. (~7/31 Target))</a:t>
            </a:r>
          </a:p>
        </p:txBody>
      </p:sp>
      <p:sp>
        <p:nvSpPr>
          <p:cNvPr id="29" name="내용 개체 틀 20">
            <a:extLst>
              <a:ext uri="{FF2B5EF4-FFF2-40B4-BE49-F238E27FC236}">
                <a16:creationId xmlns:a16="http://schemas.microsoft.com/office/drawing/2014/main" id="{B4D39BEB-AE75-42BA-BF36-5FE1BC3D8F39}"/>
              </a:ext>
            </a:extLst>
          </p:cNvPr>
          <p:cNvSpPr txBox="1">
            <a:spLocks/>
          </p:cNvSpPr>
          <p:nvPr/>
        </p:nvSpPr>
        <p:spPr>
          <a:xfrm>
            <a:off x="8967599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박영헌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82952E7-BDC3-40A5-BA62-61F6525413EC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 7/22 16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0A5421E-1A81-4637-AD84-981E877946E8}"/>
              </a:ext>
            </a:extLst>
          </p:cNvPr>
          <p:cNvSpPr/>
          <p:nvPr/>
        </p:nvSpPr>
        <p:spPr>
          <a:xfrm>
            <a:off x="-73860" y="5718542"/>
            <a:ext cx="17023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※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참고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. ESMI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설비 대수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07FD15B-D775-4734-B900-07365DD980D1}"/>
              </a:ext>
            </a:extLst>
          </p:cNvPr>
          <p:cNvGraphicFramePr>
            <a:graphicFrameLocks noGrp="1"/>
          </p:cNvGraphicFramePr>
          <p:nvPr/>
        </p:nvGraphicFramePr>
        <p:xfrm>
          <a:off x="82507" y="5931198"/>
          <a:ext cx="1389588" cy="731520"/>
        </p:xfrm>
        <a:graphic>
          <a:graphicData uri="http://schemas.openxmlformats.org/drawingml/2006/table">
            <a:tbl>
              <a:tblPr/>
              <a:tblGrid>
                <a:gridCol w="84137">
                  <a:extLst>
                    <a:ext uri="{9D8B030D-6E8A-4147-A177-3AD203B41FA5}">
                      <a16:colId xmlns:a16="http://schemas.microsoft.com/office/drawing/2014/main" val="138998681"/>
                    </a:ext>
                  </a:extLst>
                </a:gridCol>
                <a:gridCol w="163513">
                  <a:extLst>
                    <a:ext uri="{9D8B030D-6E8A-4147-A177-3AD203B41FA5}">
                      <a16:colId xmlns:a16="http://schemas.microsoft.com/office/drawing/2014/main" val="425925984"/>
                    </a:ext>
                  </a:extLst>
                </a:gridCol>
                <a:gridCol w="150813">
                  <a:extLst>
                    <a:ext uri="{9D8B030D-6E8A-4147-A177-3AD203B41FA5}">
                      <a16:colId xmlns:a16="http://schemas.microsoft.com/office/drawing/2014/main" val="4246286001"/>
                    </a:ext>
                  </a:extLst>
                </a:gridCol>
                <a:gridCol w="314325">
                  <a:extLst>
                    <a:ext uri="{9D8B030D-6E8A-4147-A177-3AD203B41FA5}">
                      <a16:colId xmlns:a16="http://schemas.microsoft.com/office/drawing/2014/main" val="4207659468"/>
                    </a:ext>
                  </a:extLst>
                </a:gridCol>
                <a:gridCol w="169200">
                  <a:extLst>
                    <a:ext uri="{9D8B030D-6E8A-4147-A177-3AD203B41FA5}">
                      <a16:colId xmlns:a16="http://schemas.microsoft.com/office/drawing/2014/main" val="522803151"/>
                    </a:ext>
                  </a:extLst>
                </a:gridCol>
                <a:gridCol w="169200">
                  <a:extLst>
                    <a:ext uri="{9D8B030D-6E8A-4147-A177-3AD203B41FA5}">
                      <a16:colId xmlns:a16="http://schemas.microsoft.com/office/drawing/2014/main" val="158638669"/>
                    </a:ext>
                  </a:extLst>
                </a:gridCol>
                <a:gridCol w="169200">
                  <a:extLst>
                    <a:ext uri="{9D8B030D-6E8A-4147-A177-3AD203B41FA5}">
                      <a16:colId xmlns:a16="http://schemas.microsoft.com/office/drawing/2014/main" val="3215949306"/>
                    </a:ext>
                  </a:extLst>
                </a:gridCol>
                <a:gridCol w="169200">
                  <a:extLst>
                    <a:ext uri="{9D8B030D-6E8A-4147-A177-3AD203B41FA5}">
                      <a16:colId xmlns:a16="http://schemas.microsoft.com/office/drawing/2014/main" val="3201719853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</a:t>
                      </a: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</a:t>
                      </a: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Type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NND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LAMI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978878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기존</a:t>
                      </a:r>
                      <a:endParaRPr lang="ko-KR" altLang="en-US" sz="600" b="1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50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일반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LnS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67430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일반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LnS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9346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D-STK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5165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D-STK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12001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D-STK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7815045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합계</a:t>
                      </a: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095588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1FD7B4CF-2E9D-420C-BA75-AFAC6B37DBC0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#12,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8A10CF99-7BDF-439E-996B-2E430CAB1167}"/>
              </a:ext>
            </a:extLst>
          </p:cNvPr>
          <p:cNvGraphicFramePr>
            <a:graphicFrameLocks noGrp="1"/>
          </p:cNvGraphicFramePr>
          <p:nvPr/>
        </p:nvGraphicFramePr>
        <p:xfrm>
          <a:off x="1580838" y="1483319"/>
          <a:ext cx="6525963" cy="1662300"/>
        </p:xfrm>
        <a:graphic>
          <a:graphicData uri="http://schemas.openxmlformats.org/drawingml/2006/table">
            <a:tbl>
              <a:tblPr/>
              <a:tblGrid>
                <a:gridCol w="230837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249563">
                  <a:extLst>
                    <a:ext uri="{9D8B030D-6E8A-4147-A177-3AD203B41FA5}">
                      <a16:colId xmlns:a16="http://schemas.microsoft.com/office/drawing/2014/main" val="140184953"/>
                    </a:ext>
                  </a:extLst>
                </a:gridCol>
                <a:gridCol w="249563">
                  <a:extLst>
                    <a:ext uri="{9D8B030D-6E8A-4147-A177-3AD203B41FA5}">
                      <a16:colId xmlns:a16="http://schemas.microsoft.com/office/drawing/2014/main" val="2819434070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173545466"/>
                    </a:ext>
                  </a:extLst>
                </a:gridCol>
              </a:tblGrid>
              <a:tr h="13852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385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동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라인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PO</a:t>
                      </a:r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검수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38525"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‘23.11.03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‘24.02.02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‘24.03.18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’25.05.16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‘25.08.01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‘23.11.01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‘24.02.25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‘24.03.23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‘24.09.10</a:t>
                      </a:r>
                      <a:endParaRPr lang="ko-KR" altLang="en-US" sz="8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‘25.08.15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1121277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‘23.11.03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‘25.02.15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‘25.04.01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’25.04.30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’25.07.30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‘23.11.01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‘25.01.10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‘25.02.28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’25.06.15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‘25.08.15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9760234"/>
                  </a:ext>
                </a:extLst>
              </a:tr>
              <a:tr h="138525"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‘21.12.01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‘23.06.12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‘24.01.02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’24.02.12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‘25.04.14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’25.05.12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’26.06.15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500909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’21.12.01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‘22.07.04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‘24.10.18</a:t>
                      </a:r>
                      <a:endParaRPr 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‘24.12.02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‘25.02.23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‘25.05.05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’26.06.15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886363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4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‘21.12.01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‘23.06.12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‘24.01.23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‘24.03.08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’25.03.11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’25.05.04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’26.06.15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0521696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’21.12.01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>
                              <a:lumMod val="75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‘22.07.04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‘24.12.01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‘25.01.20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‘25.05.15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’26.06.15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6082335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‘23.10.20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‘24.04.15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’25.04.15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‘25.05.31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‘25.07.01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‘25.09.01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’26.09.30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277801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‘23.10.20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>
                              <a:lumMod val="75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‘24.10.16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 </a:t>
                      </a: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‘25.02.20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‘25.03.30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‘25.07.01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‘25.12.31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’26.09.30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8591472"/>
                  </a:ext>
                </a:extLst>
              </a:tr>
            </a:tbl>
          </a:graphicData>
        </a:graphic>
      </p:graphicFrame>
      <p:sp>
        <p:nvSpPr>
          <p:cNvPr id="39" name="직사각형 38">
            <a:extLst>
              <a:ext uri="{FF2B5EF4-FFF2-40B4-BE49-F238E27FC236}">
                <a16:creationId xmlns:a16="http://schemas.microsoft.com/office/drawing/2014/main" id="{895471AE-6220-45CF-8002-A32F07EC79D8}"/>
              </a:ext>
            </a:extLst>
          </p:cNvPr>
          <p:cNvSpPr/>
          <p:nvPr/>
        </p:nvSpPr>
        <p:spPr>
          <a:xfrm>
            <a:off x="5623414" y="1760984"/>
            <a:ext cx="829807" cy="27022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3972C66C-7207-4782-8944-1C04EE498EFB}"/>
              </a:ext>
            </a:extLst>
          </p:cNvPr>
          <p:cNvSpPr/>
          <p:nvPr/>
        </p:nvSpPr>
        <p:spPr>
          <a:xfrm rot="10800000">
            <a:off x="5550315" y="1657832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A1FD6A2-0237-4E32-9351-5E75FFA53C37}"/>
              </a:ext>
            </a:extLst>
          </p:cNvPr>
          <p:cNvSpPr/>
          <p:nvPr/>
        </p:nvSpPr>
        <p:spPr>
          <a:xfrm>
            <a:off x="6455749" y="2038649"/>
            <a:ext cx="829807" cy="27022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736657F3-DDBC-48E8-AD4D-F55AA099FA13}"/>
              </a:ext>
            </a:extLst>
          </p:cNvPr>
          <p:cNvSpPr/>
          <p:nvPr/>
        </p:nvSpPr>
        <p:spPr>
          <a:xfrm rot="10800000">
            <a:off x="7202473" y="1935497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2805ADB8-24FD-44C3-ACE2-D8B9AD15FA0E}"/>
              </a:ext>
            </a:extLst>
          </p:cNvPr>
          <p:cNvSpPr/>
          <p:nvPr/>
        </p:nvSpPr>
        <p:spPr>
          <a:xfrm>
            <a:off x="6444932" y="2863737"/>
            <a:ext cx="829807" cy="27235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3B451AD4-D439-4E66-973C-C0A5B90AF814}"/>
              </a:ext>
            </a:extLst>
          </p:cNvPr>
          <p:cNvSpPr/>
          <p:nvPr/>
        </p:nvSpPr>
        <p:spPr>
          <a:xfrm rot="10800000">
            <a:off x="6363178" y="2760585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C821B7E-DBAD-ABCA-A00E-86EFB99D8A4B}"/>
              </a:ext>
            </a:extLst>
          </p:cNvPr>
          <p:cNvSpPr/>
          <p:nvPr/>
        </p:nvSpPr>
        <p:spPr>
          <a:xfrm>
            <a:off x="7285871" y="2308874"/>
            <a:ext cx="829807" cy="55533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BE280B46-22D5-8249-4BA1-538FCA8B8192}"/>
              </a:ext>
            </a:extLst>
          </p:cNvPr>
          <p:cNvSpPr/>
          <p:nvPr/>
        </p:nvSpPr>
        <p:spPr>
          <a:xfrm rot="10800000">
            <a:off x="8032595" y="2205722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488529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표 1">
            <a:extLst>
              <a:ext uri="{FF2B5EF4-FFF2-40B4-BE49-F238E27FC236}">
                <a16:creationId xmlns:a16="http://schemas.microsoft.com/office/drawing/2014/main" id="{F757E1E4-6685-4945-A4F6-DAED56351F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3871558"/>
              </p:ext>
            </p:extLst>
          </p:nvPr>
        </p:nvGraphicFramePr>
        <p:xfrm>
          <a:off x="125047" y="848952"/>
          <a:ext cx="9744836" cy="5769962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3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    </a:t>
                      </a:r>
                      <a:endParaRPr lang="ko-KR" altLang="en-US" sz="900" b="1" i="0" u="none" strike="noStrike" baseline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80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ESHD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셀 추적 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1-12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 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-. ESS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 라인에 대해 전극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3/12,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6/4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양산 시작하였습니다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-. 7/12~7/18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기준 인식률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99. 98%(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인식률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98.38% 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99.96%, STK 99.55%, PKG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99.96%),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추적률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98.97%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수준입니다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‘28.01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이성규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김준범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3181BD-8769-4C0D-8973-C9F2BE0DC598}"/>
              </a:ext>
            </a:extLst>
          </p:cNvPr>
          <p:cNvSpPr/>
          <p:nvPr/>
        </p:nvSpPr>
        <p:spPr>
          <a:xfrm>
            <a:off x="1428083" y="1045405"/>
            <a:ext cx="7327990" cy="30442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(W30)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특이사항은 </a:t>
            </a: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없습니다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srgbClr val="000000"/>
              </a:solidFill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라인별 일정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추적솔루션개발팀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AD25DA93-E95C-4A05-A845-81DBEBE6B2A9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1473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_ ESHD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A61984F4-A397-40B4-80EA-97D7F6DB6C56}"/>
              </a:ext>
            </a:extLst>
          </p:cNvPr>
          <p:cNvSpPr txBox="1">
            <a:spLocks/>
          </p:cNvSpPr>
          <p:nvPr/>
        </p:nvSpPr>
        <p:spPr>
          <a:xfrm>
            <a:off x="8967599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이성규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DF5974A-A7FA-4655-ABC5-EE48FEFF31B0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7/22 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B02B6D3C-8280-40F3-A00D-10FE913F7C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805121"/>
              </p:ext>
            </p:extLst>
          </p:nvPr>
        </p:nvGraphicFramePr>
        <p:xfrm>
          <a:off x="1498615" y="1606857"/>
          <a:ext cx="7022244" cy="2459114"/>
        </p:xfrm>
        <a:graphic>
          <a:graphicData uri="http://schemas.openxmlformats.org/drawingml/2006/table">
            <a:tbl>
              <a:tblPr/>
              <a:tblGrid>
                <a:gridCol w="693097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73246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105842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117362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1092179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117026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115543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75651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‘24.07.25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‘24.09.15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‘24.12.14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‘25.03.19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‘25.09.01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’26.06.30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‘24.10.15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‘24.11.29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‘25.01.14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’26.12.01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‘25.09.01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’27.02.01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‘24.09.15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’25.05.21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‘24.11.15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‘25.02.15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’27.11.01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‘25.09.01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’28.01.01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3758835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‘24.10.15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’25.06.01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‘24.12.15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‘25.03.15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’26.04.15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‘25.09.01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’26.06.04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9760234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strike="noStrike" baseline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‘24.12.15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’25.09.22</a:t>
                      </a:r>
                      <a:endParaRPr lang="ko-KR" sz="900" strike="noStrike" baseline="0">
                        <a:solidFill>
                          <a:schemeClr val="bg1">
                            <a:lumMod val="65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‘25.02.15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’26.01.01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‘25.05.15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’26.04.10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’26.06.04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500909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‘25.01.15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’25.09.22</a:t>
                      </a:r>
                      <a:endParaRPr lang="en-US" altLang="ko-KR" sz="900" strike="noStrike" baseline="0">
                        <a:solidFill>
                          <a:schemeClr val="bg1">
                            <a:lumMod val="65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‘25.03.15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26.03.30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‘25.06.15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’26.08.10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’26.10.10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0521696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’25.09.15 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26.08.01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25.05.15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‘27.04.01</a:t>
                      </a:r>
                      <a:endParaRPr lang="en-US" sz="900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‘25.07.15 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’27.06.01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‘25.10.15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’27.12.01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‘26.05.01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‘28.02.01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277801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377034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9073721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5809981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6947759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457997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32B16B9C-AF44-4F40-98BC-E9D1E9CA921B}"/>
              </a:ext>
            </a:extLst>
          </p:cNvPr>
          <p:cNvSpPr/>
          <p:nvPr/>
        </p:nvSpPr>
        <p:spPr>
          <a:xfrm>
            <a:off x="7380206" y="2496973"/>
            <a:ext cx="1116000" cy="35363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ACFC2B6-527B-4758-AED5-29B776933301}"/>
              </a:ext>
            </a:extLst>
          </p:cNvPr>
          <p:cNvSpPr/>
          <p:nvPr/>
        </p:nvSpPr>
        <p:spPr>
          <a:xfrm rot="10800000">
            <a:off x="7378127" y="2381265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59C36E1-CE9F-474D-9B34-8F125A741283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9" name="오른쪽 중괄호 28">
            <a:extLst>
              <a:ext uri="{FF2B5EF4-FFF2-40B4-BE49-F238E27FC236}">
                <a16:creationId xmlns:a16="http://schemas.microsoft.com/office/drawing/2014/main" id="{C7569142-1F4D-4E76-A4A2-5C47FFF9C584}"/>
              </a:ext>
            </a:extLst>
          </p:cNvPr>
          <p:cNvSpPr/>
          <p:nvPr/>
        </p:nvSpPr>
        <p:spPr>
          <a:xfrm>
            <a:off x="8543116" y="2496973"/>
            <a:ext cx="167226" cy="495092"/>
          </a:xfrm>
          <a:prstGeom prst="rightBrace">
            <a:avLst/>
          </a:prstGeom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6F7245B-AA98-414C-8930-E4057338836B}"/>
              </a:ext>
            </a:extLst>
          </p:cNvPr>
          <p:cNvSpPr txBox="1"/>
          <p:nvPr/>
        </p:nvSpPr>
        <p:spPr>
          <a:xfrm>
            <a:off x="8710108" y="2623429"/>
            <a:ext cx="1205741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※ ESS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전환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E38AF6E-77BF-4F98-9F99-09CB8BB3A827}"/>
              </a:ext>
            </a:extLst>
          </p:cNvPr>
          <p:cNvSpPr txBox="1"/>
          <p:nvPr/>
        </p:nvSpPr>
        <p:spPr>
          <a:xfrm>
            <a:off x="1484100" y="4078527"/>
            <a:ext cx="4553964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※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ESS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 양산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노칭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1,3,4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 호기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(‘26.03)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 조립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 4,5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호기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(’26.06),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 자동차 양산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노칭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호기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,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 조립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 1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호기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 (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계획 없음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)  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55554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C9683604-EA6D-BBFC-1F1B-8E5EE6A8C33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추적솔루션개발팀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8FADD5D0-3993-5360-892E-D9DEB18E2C90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22752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_ ESHG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222CF891-BA04-43DA-4BB9-9CF561AB2E0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8952"/>
          <a:ext cx="9744836" cy="5769962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3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  </a:t>
                      </a:r>
                      <a:endParaRPr lang="ko-KR" altLang="en-US" sz="900" b="1" i="0" u="none" strike="noStrike" baseline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80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ESHG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셀 추적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1-9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28.02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최성민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A910CD7-E9CF-953B-5522-AC8930FB5FE7}"/>
              </a:ext>
            </a:extLst>
          </p:cNvPr>
          <p:cNvSpPr/>
          <p:nvPr/>
        </p:nvSpPr>
        <p:spPr>
          <a:xfrm>
            <a:off x="1428083" y="1045404"/>
            <a:ext cx="7246134" cy="557350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124325" algn="l"/>
              </a:tabLst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(W30)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핵심 내용은 없습니다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124325" algn="l"/>
              </a:tabLst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124325" algn="l"/>
              </a:tabLst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라인별 셀추적 셋업 일정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 </a:t>
            </a:r>
            <a:r>
              <a:rPr kumimoji="0" lang="ko-KR" altLang="en-US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현황 </a:t>
            </a: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1.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생산 일정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조립 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1-1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(A,B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4/9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 부터 양산에 착수 하였습니다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(24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시간 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2.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인식률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추적률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조립 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1-1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(A,B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4/9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양산 착수일 부터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5/31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까지 전체 기간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평균 인식률은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99.99%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이며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최근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 한달간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)5/1~5/31)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공정별 인식률은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DNC 99.99%, AZS Stacker 99.98%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복원 전 인식률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99.5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%)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AZS Insp. 99.99%, PKG 99.98%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입니다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추적률은 전체 기간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99.06%(4/9~5/31)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이며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5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 한달간 추적률은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98.88%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입니다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3.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 검수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조립 셀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DNC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1-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A,B / AZS 1-A,B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/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AZS INSP. 1-AB / PKG 1-1,2)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 검수 완료 하였습니다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(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품의 결재 完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7/15)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  <a:sym typeface="Wingdings" panose="05000000000000000000" pitchFamily="2" charset="2"/>
            </a:endParaRP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912717DC-613F-DD9E-684F-17D7915A7D62}"/>
              </a:ext>
            </a:extLst>
          </p:cNvPr>
          <p:cNvSpPr txBox="1">
            <a:spLocks/>
          </p:cNvSpPr>
          <p:nvPr/>
        </p:nvSpPr>
        <p:spPr>
          <a:xfrm>
            <a:off x="8957980" y="418066"/>
            <a:ext cx="77906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최성민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A064BA9-9B98-338B-D5F8-37689F43EA46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/22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EA39A7D-B066-28A1-239B-7A7D234F6C5E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#15,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7C0135C-596D-8662-CBE7-33C6AF7B8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5993540"/>
              </p:ext>
            </p:extLst>
          </p:nvPr>
        </p:nvGraphicFramePr>
        <p:xfrm>
          <a:off x="1534527" y="1609065"/>
          <a:ext cx="6943392" cy="584268"/>
        </p:xfrm>
        <a:graphic>
          <a:graphicData uri="http://schemas.openxmlformats.org/drawingml/2006/table">
            <a:tbl>
              <a:tblPr/>
              <a:tblGrid>
                <a:gridCol w="867924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02375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3135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기본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PO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FAT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FOB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SOP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4829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’23.05.26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’24.08.02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‘25.01.07~03.17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‘25.02.07~04.07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‘25.04.01~05.30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‘25.10.24~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’26.04.09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4829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’23.05.26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’24.08.02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‘25.03.26~05.30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‘25.04.23~06.30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‘25.06.23~08.15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‘25.10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→ 미정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‘26.02 → ’26.07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369141E4-70CA-B402-D2B1-F0869ED8A67D}"/>
              </a:ext>
            </a:extLst>
          </p:cNvPr>
          <p:cNvSpPr/>
          <p:nvPr/>
        </p:nvSpPr>
        <p:spPr>
          <a:xfrm flipV="1">
            <a:off x="7603273" y="1744477"/>
            <a:ext cx="874644" cy="29485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4433E2A-9654-C551-B110-952744D2397D}"/>
              </a:ext>
            </a:extLst>
          </p:cNvPr>
          <p:cNvSpPr txBox="1"/>
          <p:nvPr/>
        </p:nvSpPr>
        <p:spPr>
          <a:xfrm>
            <a:off x="1534527" y="2142472"/>
            <a:ext cx="364872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※ 3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호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~9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호 기본품의 완료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(‘23.05.26), PO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일정 미정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789462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95332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추적솔루션개발팀</a:t>
            </a:r>
          </a:p>
        </p:txBody>
      </p:sp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378238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+mn-cs"/>
              </a:rPr>
              <a:t>■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+mn-cs"/>
              </a:rPr>
              <a:t> _ ESOC1 OC 5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+mn-cs"/>
              </a:rPr>
              <a:t>동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+mn-cs"/>
              </a:rPr>
              <a:t>_Top Terminal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+mj-ea"/>
              </a:rPr>
              <a:t> Pilot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  <a:cs typeface="+mn-cs"/>
            </a:endParaRPr>
          </a:p>
        </p:txBody>
      </p:sp>
      <p:graphicFrame>
        <p:nvGraphicFramePr>
          <p:cNvPr id="31" name="표 1">
            <a:extLst>
              <a:ext uri="{FF2B5EF4-FFF2-40B4-BE49-F238E27FC236}">
                <a16:creationId xmlns:a16="http://schemas.microsoft.com/office/drawing/2014/main" id="{49B0A808-D122-47A1-8FDD-5E8A1F67FA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796425"/>
              </p:ext>
            </p:extLst>
          </p:nvPr>
        </p:nvGraphicFramePr>
        <p:xfrm>
          <a:off x="92635" y="875711"/>
          <a:ext cx="9777536" cy="5720398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95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08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신형 모델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셀 추적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각형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TT Pilot, ST Pilot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tabLst>
                          <a:tab pos="4124325" algn="l"/>
                        </a:tabLst>
                      </a:pP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(W30)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핵심 내용은 없습니다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>
                        <a:tabLst>
                          <a:tab pos="4124325" algn="l"/>
                        </a:tabLst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신형 모델 비중 확대에 따라 당사 포트폴리오 강화 및 시장 경쟁력 강화를 위해 신형 모델 개발 및 양산 준비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IM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 신형 모델의 제품 추적성을 확보하기 위해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기술 적용 필요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사항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파일럿 설비 셋업 진행 현황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DNC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셋업 완료되어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검수품의 진행되었습니다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(6/18)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IM B2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샘플 생산은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8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본품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생산 진행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AZS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IM B2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샘플 생산은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8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본품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생산 진행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PKG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IM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B2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샘플 생산은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8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본품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생산 진행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IM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sng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’25.11</a:t>
                      </a:r>
                      <a:endParaRPr lang="en-US" altLang="ko-KR" sz="1000" b="0" i="0" u="none" strike="sngStrike" kern="1200" baseline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171450" marR="0" indent="-17145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à"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‘26.1</a:t>
                      </a: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(B1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GM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‘25.9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‘26.3</a:t>
                      </a:r>
                      <a:b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샘플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IM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‘26.8~</a:t>
                      </a:r>
                      <a:br>
                        <a:rPr lang="en-US" altLang="ko-KR" sz="1000" b="0" i="0" u="none" strike="noStrike" kern="1200" baseline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(B2</a:t>
                      </a:r>
                      <a:r>
                        <a:rPr lang="ko-KR" altLang="en-US" sz="1000" b="0" i="0" u="none" strike="noStrike" kern="1200" baseline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샘플</a:t>
                      </a:r>
                      <a:r>
                        <a:rPr lang="en-US" altLang="ko-KR" sz="1000" b="0" i="0" u="none" strike="noStrike" kern="1200" baseline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김승필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이충성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김준범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708B1D54-9D52-42CB-82CB-E5D69946BACE}"/>
              </a:ext>
            </a:extLst>
          </p:cNvPr>
          <p:cNvSpPr txBox="1"/>
          <p:nvPr/>
        </p:nvSpPr>
        <p:spPr>
          <a:xfrm>
            <a:off x="7994708" y="59243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ea typeface="LG스마트체 Regular"/>
              </a:rPr>
              <a:t>7/22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 1</a:t>
            </a:r>
            <a:r>
              <a:rPr lang="en-US" altLang="ko-KR" sz="1000">
                <a:solidFill>
                  <a:prstClr val="black"/>
                </a:solidFill>
                <a:ea typeface="LG스마트체 Regular"/>
              </a:rPr>
              <a:t>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66252906-857F-42C8-86CE-4F1F8E43E2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4754919"/>
              </p:ext>
            </p:extLst>
          </p:nvPr>
        </p:nvGraphicFramePr>
        <p:xfrm>
          <a:off x="1428110" y="1326289"/>
          <a:ext cx="7132767" cy="714375"/>
        </p:xfrm>
        <a:graphic>
          <a:graphicData uri="http://schemas.openxmlformats.org/drawingml/2006/table">
            <a:tbl>
              <a:tblPr/>
              <a:tblGrid>
                <a:gridCol w="708603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2713401225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1950775659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142338358"/>
                    </a:ext>
                  </a:extLst>
                </a:gridCol>
                <a:gridCol w="713796">
                  <a:extLst>
                    <a:ext uri="{9D8B030D-6E8A-4147-A177-3AD203B41FA5}">
                      <a16:colId xmlns:a16="http://schemas.microsoft.com/office/drawing/2014/main" val="3871084917"/>
                    </a:ext>
                  </a:extLst>
                </a:gridCol>
              </a:tblGrid>
              <a:tr h="13513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513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집행품의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/PO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입고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Set-up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DOE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(Pre B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형교환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시운전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샘플생산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샘플생산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 생산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각형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TT Pilot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’24.12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’25.06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 ’25.07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‘26.01(IM)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’26.03(GM)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‘26.05(IM)~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957980" y="455781"/>
            <a:ext cx="77906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이충성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F16C09B3-63CD-4A14-8968-9D6E761235E9}"/>
              </a:ext>
            </a:extLst>
          </p:cNvPr>
          <p:cNvGrpSpPr/>
          <p:nvPr/>
        </p:nvGrpSpPr>
        <p:grpSpPr>
          <a:xfrm>
            <a:off x="5577935" y="2635976"/>
            <a:ext cx="1529355" cy="739396"/>
            <a:chOff x="5414690" y="4375549"/>
            <a:chExt cx="2258167" cy="118456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FB554E6-96AF-429C-9FA7-A6793895456B}"/>
                </a:ext>
              </a:extLst>
            </p:cNvPr>
            <p:cNvSpPr txBox="1"/>
            <p:nvPr/>
          </p:nvSpPr>
          <p:spPr>
            <a:xfrm>
              <a:off x="5414690" y="4375549"/>
              <a:ext cx="94769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[</a:t>
              </a:r>
              <a:r>
                <a:rPr kumimoji="0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스택 완료 형태</a:t>
              </a:r>
              <a:r>
                <a:rPr kumimoji="0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]</a:t>
              </a:r>
              <a:endPara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B1BC6BE0-2C3F-475F-BDF1-6D95E42B49F1}"/>
                </a:ext>
              </a:extLst>
            </p:cNvPr>
            <p:cNvGrpSpPr/>
            <p:nvPr/>
          </p:nvGrpSpPr>
          <p:grpSpPr>
            <a:xfrm>
              <a:off x="5747897" y="4587838"/>
              <a:ext cx="1924960" cy="972280"/>
              <a:chOff x="5747897" y="4587838"/>
              <a:chExt cx="1924960" cy="972280"/>
            </a:xfrm>
          </p:grpSpPr>
          <p:pic>
            <p:nvPicPr>
              <p:cNvPr id="20" name="그림 19">
                <a:extLst>
                  <a:ext uri="{FF2B5EF4-FFF2-40B4-BE49-F238E27FC236}">
                    <a16:creationId xmlns:a16="http://schemas.microsoft.com/office/drawing/2014/main" id="{9466B8CC-BF12-4BF4-9813-965DFC21F3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 flipH="1">
                <a:off x="6688466" y="4587838"/>
                <a:ext cx="984391" cy="646802"/>
              </a:xfrm>
              <a:prstGeom prst="rect">
                <a:avLst/>
              </a:prstGeom>
            </p:spPr>
          </p:pic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89C2584-40BA-4660-A9CB-CE612D5EE13A}"/>
                  </a:ext>
                </a:extLst>
              </p:cNvPr>
              <p:cNvSpPr txBox="1"/>
              <p:nvPr/>
            </p:nvSpPr>
            <p:spPr>
              <a:xfrm>
                <a:off x="5747897" y="5190307"/>
                <a:ext cx="1636010" cy="36981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Top</a:t>
                </a:r>
                <a:r>
                  <a:rPr kumimoji="0" lang="ko-KR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 </a:t>
                </a:r>
                <a:r>
                  <a:rPr kumimoji="0" lang="en-US" altLang="ko-KR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Terminal(GM)</a:t>
                </a:r>
              </a:p>
            </p:txBody>
          </p:sp>
        </p:grp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F6FE405D-751E-4E1D-BD6D-6620CA8BEFB6}"/>
              </a:ext>
            </a:extLst>
          </p:cNvPr>
          <p:cNvSpPr txBox="1"/>
          <p:nvPr/>
        </p:nvSpPr>
        <p:spPr>
          <a:xfrm>
            <a:off x="6108304" y="577934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#17,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5185E68-E0E4-4586-B92D-D514E33000F6}"/>
              </a:ext>
            </a:extLst>
          </p:cNvPr>
          <p:cNvSpPr txBox="1"/>
          <p:nvPr/>
        </p:nvSpPr>
        <p:spPr>
          <a:xfrm>
            <a:off x="5742700" y="1286079"/>
            <a:ext cx="290966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┏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DOE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및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B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샘플 이전 설비 검증을 위한 샘플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3E22224-4BC7-4E1D-93C3-769FDC782523}"/>
              </a:ext>
            </a:extLst>
          </p:cNvPr>
          <p:cNvGrpSpPr/>
          <p:nvPr/>
        </p:nvGrpSpPr>
        <p:grpSpPr>
          <a:xfrm>
            <a:off x="7850899" y="1286092"/>
            <a:ext cx="702029" cy="743958"/>
            <a:chOff x="4496898" y="4742383"/>
            <a:chExt cx="1358100" cy="367888"/>
          </a:xfrm>
        </p:grpSpPr>
        <p:sp>
          <p:nvSpPr>
            <p:cNvPr id="14" name="이등변 삼각형 13">
              <a:extLst>
                <a:ext uri="{FF2B5EF4-FFF2-40B4-BE49-F238E27FC236}">
                  <a16:creationId xmlns:a16="http://schemas.microsoft.com/office/drawing/2014/main" id="{38F474A1-85A1-444F-BD87-7FFE4E4BD9FA}"/>
                </a:ext>
              </a:extLst>
            </p:cNvPr>
            <p:cNvSpPr/>
            <p:nvPr/>
          </p:nvSpPr>
          <p:spPr>
            <a:xfrm rot="10800000">
              <a:off x="4730348" y="4742383"/>
              <a:ext cx="241074" cy="92984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AB8389C8-D186-47FD-AF67-EB95832D7EFE}"/>
                </a:ext>
              </a:extLst>
            </p:cNvPr>
            <p:cNvSpPr/>
            <p:nvPr/>
          </p:nvSpPr>
          <p:spPr>
            <a:xfrm>
              <a:off x="4496898" y="4840580"/>
              <a:ext cx="1358100" cy="269691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36D5F857-C472-DCFE-03AC-BA2D74A7F9DE}"/>
              </a:ext>
            </a:extLst>
          </p:cNvPr>
          <p:cNvSpPr txBox="1"/>
          <p:nvPr/>
        </p:nvSpPr>
        <p:spPr>
          <a:xfrm>
            <a:off x="9071628" y="2187349"/>
            <a:ext cx="290966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┌ 고객사 모델 변경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E231A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 →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BEV N)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703216-3AAD-7829-811F-1A2153DE3BCE}"/>
              </a:ext>
            </a:extLst>
          </p:cNvPr>
          <p:cNvSpPr txBox="1"/>
          <p:nvPr/>
        </p:nvSpPr>
        <p:spPr>
          <a:xfrm>
            <a:off x="9122662" y="1629490"/>
            <a:ext cx="290966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└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GM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향 일정 변동으로 인한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IM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향 일정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재수립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152ADA07-244C-B9A6-704F-1A97BF78046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910" y="2614818"/>
            <a:ext cx="823031" cy="634039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55EA986-C503-1045-205C-2E122A72BE75}"/>
              </a:ext>
            </a:extLst>
          </p:cNvPr>
          <p:cNvSpPr txBox="1"/>
          <p:nvPr/>
        </p:nvSpPr>
        <p:spPr>
          <a:xfrm>
            <a:off x="6898117" y="3160271"/>
            <a:ext cx="93968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Paired Cell(IM)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572760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8057B1-FDDA-7C02-CFCB-52705B874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>
            <a:extLst>
              <a:ext uri="{FF2B5EF4-FFF2-40B4-BE49-F238E27FC236}">
                <a16:creationId xmlns:a16="http://schemas.microsoft.com/office/drawing/2014/main" id="{400D1138-7773-8051-447A-07E42DB8B50D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95332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추적솔루션개발팀</a:t>
            </a:r>
          </a:p>
        </p:txBody>
      </p:sp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4D63588F-D67B-0D89-BB7A-2E63D317189E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353462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n-cs"/>
              </a:rPr>
              <a:t>■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n-cs"/>
              </a:rPr>
              <a:t> _ ESOC1 OC 5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n-cs"/>
              </a:rPr>
              <a:t>동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n-cs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n-cs"/>
              </a:rPr>
              <a:t>각형 </a:t>
            </a:r>
            <a:r>
              <a:rPr lang="en-US" altLang="ko-KR" sz="1400" b="1">
                <a:latin typeface="+mj-lt"/>
                <a:ea typeface="+mj-ea"/>
              </a:rPr>
              <a:t>HEV Pilot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j-lt"/>
              <a:ea typeface="+mj-ea"/>
              <a:cs typeface="+mn-cs"/>
            </a:endParaRPr>
          </a:p>
        </p:txBody>
      </p:sp>
      <p:graphicFrame>
        <p:nvGraphicFramePr>
          <p:cNvPr id="31" name="표 1">
            <a:extLst>
              <a:ext uri="{FF2B5EF4-FFF2-40B4-BE49-F238E27FC236}">
                <a16:creationId xmlns:a16="http://schemas.microsoft.com/office/drawing/2014/main" id="{AFA96B87-2DB7-6D71-1C23-B7CF21C447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418363"/>
              </p:ext>
            </p:extLst>
          </p:nvPr>
        </p:nvGraphicFramePr>
        <p:xfrm>
          <a:off x="92635" y="875711"/>
          <a:ext cx="9777536" cy="5720398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95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08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각형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HEV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Pilot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셀 추적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각형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각형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HEV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Pilot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tabLst>
                          <a:tab pos="4124325" algn="l"/>
                        </a:tabLst>
                      </a:pP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(W30)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핵심 내용은 없습니다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>
                        <a:tabLst>
                          <a:tab pos="4124325" algn="l"/>
                        </a:tabLst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HONDA HEV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각형 샘플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모델명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RA5.0A)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대응 및 기술 개발을 위한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Line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구축되어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적용 필요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Pilot Line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 이후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ESHD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양산 라인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 후 양산 진행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.(’28.11~)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스택하는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방식이 아닌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와인딩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방식으로 만든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젤리롤을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캔에 삽입하는 방식이 적용됨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고객사 요청 사항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Line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수준으로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(11ppm),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(3ppm)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구성되며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층에 설비 반입될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셀추적은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공정에서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젤리롤의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마감면에 부착하는 테이프에 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 및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리딩할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탭 마킹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미진행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이후 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조립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(PKG)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투입 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리딩할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사용하는 테이프에 레이저 마킹 후 리딩 가능한지 확인하였습니다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사항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와인더</a:t>
                      </a:r>
                      <a:endParaRPr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HW(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레이저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마킹기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BCR, DTC PLC, ECS PC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등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반영하기 위한 공간을 설비업체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잉허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에 요청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(7/20)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하였으며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반영된 공간에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업체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삼익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THK)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에서 상세 설계 진행할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(~7/28)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조립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(PKG 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구성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: Pre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Welder,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Top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Cap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Welder,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Mylar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Film, Main Welder)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HW(BCR, DTC PLC, ECS PC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등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반영하기 위한 공간을 설비업체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톱텍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에 요청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(7/10)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하였으며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반영된 공간에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업체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삼익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THK)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에서 상세 설계 진행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(7/15)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후 설비업체에서 최종 검토 중에 있습니다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HD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향</a:t>
                      </a: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‘26.11~</a:t>
                      </a:r>
                      <a:b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샘플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정성권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이충성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김준범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4CA45693-BEED-9C70-8D32-DC510D343E03}"/>
              </a:ext>
            </a:extLst>
          </p:cNvPr>
          <p:cNvSpPr txBox="1"/>
          <p:nvPr/>
        </p:nvSpPr>
        <p:spPr>
          <a:xfrm>
            <a:off x="7994708" y="59243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ea typeface="LG스마트체 Regular"/>
              </a:rPr>
              <a:t>7/22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3E65F9B7-449C-2AFE-2631-EC93A678C0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8286338"/>
              </p:ext>
            </p:extLst>
          </p:nvPr>
        </p:nvGraphicFramePr>
        <p:xfrm>
          <a:off x="1428110" y="1326289"/>
          <a:ext cx="7132765" cy="440055"/>
        </p:xfrm>
        <a:graphic>
          <a:graphicData uri="http://schemas.openxmlformats.org/drawingml/2006/table">
            <a:tbl>
              <a:tblPr/>
              <a:tblGrid>
                <a:gridCol w="908690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1244815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244815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244815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244815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244815">
                  <a:extLst>
                    <a:ext uri="{9D8B030D-6E8A-4147-A177-3AD203B41FA5}">
                      <a16:colId xmlns:a16="http://schemas.microsoft.com/office/drawing/2014/main" val="2713401225"/>
                    </a:ext>
                  </a:extLst>
                </a:gridCol>
              </a:tblGrid>
              <a:tr h="13513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513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집행품의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/PO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입고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Set-up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 생산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49807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각형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HEV Pilot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‘26.06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’26.06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’26.10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‘26.10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‘26.11~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F043E0D3-95C3-0C4A-C1DF-69D5377B7F6B}"/>
              </a:ext>
            </a:extLst>
          </p:cNvPr>
          <p:cNvSpPr txBox="1">
            <a:spLocks/>
          </p:cNvSpPr>
          <p:nvPr/>
        </p:nvSpPr>
        <p:spPr>
          <a:xfrm>
            <a:off x="8957980" y="455781"/>
            <a:ext cx="77906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이충성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A0314CA9-DA66-096E-C456-26E47B1A7067}"/>
              </a:ext>
            </a:extLst>
          </p:cNvPr>
          <p:cNvGrpSpPr/>
          <p:nvPr/>
        </p:nvGrpSpPr>
        <p:grpSpPr>
          <a:xfrm>
            <a:off x="4830602" y="1388198"/>
            <a:ext cx="1237683" cy="359674"/>
            <a:chOff x="4496898" y="4742383"/>
            <a:chExt cx="1358100" cy="367888"/>
          </a:xfrm>
        </p:grpSpPr>
        <p:sp>
          <p:nvSpPr>
            <p:cNvPr id="14" name="이등변 삼각형 13">
              <a:extLst>
                <a:ext uri="{FF2B5EF4-FFF2-40B4-BE49-F238E27FC236}">
                  <a16:creationId xmlns:a16="http://schemas.microsoft.com/office/drawing/2014/main" id="{5DFC9D29-A10D-1CE0-0752-DB1DB10EA042}"/>
                </a:ext>
              </a:extLst>
            </p:cNvPr>
            <p:cNvSpPr/>
            <p:nvPr/>
          </p:nvSpPr>
          <p:spPr>
            <a:xfrm rot="10800000">
              <a:off x="4730348" y="4742383"/>
              <a:ext cx="241074" cy="92984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1C6494C2-C548-7574-C06A-C97B88D4101D}"/>
                </a:ext>
              </a:extLst>
            </p:cNvPr>
            <p:cNvSpPr/>
            <p:nvPr/>
          </p:nvSpPr>
          <p:spPr>
            <a:xfrm>
              <a:off x="4496898" y="4840580"/>
              <a:ext cx="1358100" cy="269691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pic>
        <p:nvPicPr>
          <p:cNvPr id="12" name="그림 11">
            <a:extLst>
              <a:ext uri="{FF2B5EF4-FFF2-40B4-BE49-F238E27FC236}">
                <a16:creationId xmlns:a16="http://schemas.microsoft.com/office/drawing/2014/main" id="{470093ED-C7F7-720F-6EE8-0D9A64DD17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91230" y="4340635"/>
            <a:ext cx="606955" cy="497703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A705D119-46DE-9404-74C0-468C56322BB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5971" y="2438999"/>
            <a:ext cx="6752214" cy="1742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639901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3810902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NG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마킹 하프 라미 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(W30) ESOT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(7/22) WA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와 동일 사양으로 배포 예정이며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, ESMI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는 투자비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(0.1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억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및 개발 일정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(9/2)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확정되었습니다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개요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 </a:t>
                      </a:r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음극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Pancake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中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NG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마킹 많은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Lot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부터 하프 라미 선별 투입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마킹의 경우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라미에서 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Mono Cell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합치 후 폐기됨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 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마킹이 많은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Pancake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는 하프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라미로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선별 투입하여 양극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Pancake Loss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절감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수율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기대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진행현황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1)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컨셉 검토 및 사전 데이터 검증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NG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마킹 多 전극은 하프 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라미로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우선 투입하는 컨셉으로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분리막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추가 양품화 수량 검증 완료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 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개선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2)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개발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초안 작성 및 생산물류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PI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 공유 완료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(2/3)</a:t>
                      </a:r>
                      <a:b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선별 투입 과제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PJT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진행 결정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(3/4)</a:t>
                      </a:r>
                      <a:b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 대상 시스템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차 배포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en-US" altLang="ko-KR" sz="90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5/6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후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일반 라미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반송 로직에 문제가 있어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5/12 </a:t>
                      </a:r>
                      <a:r>
                        <a:rPr lang="ko-KR" altLang="en-US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수정 배포 완료하였습니다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 --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하프 라미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STK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 저장된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중에서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마킹이 가장 많은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우선 반송</a:t>
                      </a:r>
                      <a:b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 --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일반 라미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STK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 저장된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중에서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마킹 상위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 </a:t>
                      </a:r>
                      <a:r>
                        <a:rPr lang="en-US" altLang="ko-KR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kern="1200" noProof="0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제외한 나머지 그룹에서 반송</a:t>
                      </a:r>
                      <a:b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A444859-C0E9-4091-8A60-22C24D6C9A1E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2E7E9DF-3219-71D6-A475-FB74F108EF76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/22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10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시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7" name="내용 개체 틀 20">
            <a:extLst>
              <a:ext uri="{FF2B5EF4-FFF2-40B4-BE49-F238E27FC236}">
                <a16:creationId xmlns:a16="http://schemas.microsoft.com/office/drawing/2014/main" id="{8683792D-AD99-79BB-4AB3-F741A5CE6BA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79751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노칭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음극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) NG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마킹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하프 라미 선별 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F6CF37B-AE9B-EBDB-755C-695B96D95E59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8F1B650-686C-6D56-A884-FC37B72679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9262505"/>
              </p:ext>
            </p:extLst>
          </p:nvPr>
        </p:nvGraphicFramePr>
        <p:xfrm>
          <a:off x="1557409" y="1358269"/>
          <a:ext cx="5681949" cy="653795"/>
        </p:xfrm>
        <a:graphic>
          <a:graphicData uri="http://schemas.openxmlformats.org/drawingml/2006/table">
            <a:tbl>
              <a:tblPr/>
              <a:tblGrid>
                <a:gridCol w="947949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</a:tblGrid>
              <a:tr h="130759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01034"/>
                  </a:ext>
                </a:extLst>
              </a:tr>
              <a:tr h="13075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검토</a:t>
                      </a: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사전 데이터 검증</a:t>
                      </a: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개발</a:t>
                      </a:r>
                      <a:endParaRPr 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 호기 적용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endParaRPr 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 보완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모니터링</a:t>
                      </a: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3075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~’26.2(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~’26.2(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4/27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5/6(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‘~26.5(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~’26.5(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13075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~8/7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8/7~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8/31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07032"/>
                  </a:ext>
                </a:extLst>
              </a:tr>
              <a:tr h="13075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ESMI2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06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9/2~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5826776"/>
                  </a:ext>
                </a:extLst>
              </a:tr>
            </a:tbl>
          </a:graphicData>
        </a:graphic>
      </p:graphicFrame>
      <p:grpSp>
        <p:nvGrpSpPr>
          <p:cNvPr id="24" name="그룹 23">
            <a:extLst>
              <a:ext uri="{FF2B5EF4-FFF2-40B4-BE49-F238E27FC236}">
                <a16:creationId xmlns:a16="http://schemas.microsoft.com/office/drawing/2014/main" id="{C84D4FA9-4252-EDF0-EC2C-22783D26E9AC}"/>
              </a:ext>
            </a:extLst>
          </p:cNvPr>
          <p:cNvGrpSpPr/>
          <p:nvPr/>
        </p:nvGrpSpPr>
        <p:grpSpPr>
          <a:xfrm>
            <a:off x="1480598" y="3014791"/>
            <a:ext cx="7695723" cy="1912128"/>
            <a:chOff x="1517543" y="2539250"/>
            <a:chExt cx="7695723" cy="210334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59DB36EE-8246-0AEF-3AA4-9E08960F191F}"/>
                </a:ext>
              </a:extLst>
            </p:cNvPr>
            <p:cNvGrpSpPr/>
            <p:nvPr/>
          </p:nvGrpSpPr>
          <p:grpSpPr>
            <a:xfrm>
              <a:off x="1517543" y="2539250"/>
              <a:ext cx="7047337" cy="1697972"/>
              <a:chOff x="1517543" y="2592597"/>
              <a:chExt cx="7047337" cy="1697972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96D284C5-2607-AA8C-2804-DDAFCDCB28DC}"/>
                  </a:ext>
                </a:extLst>
              </p:cNvPr>
              <p:cNvGrpSpPr/>
              <p:nvPr/>
            </p:nvGrpSpPr>
            <p:grpSpPr>
              <a:xfrm>
                <a:off x="1581352" y="2822998"/>
                <a:ext cx="2843290" cy="1183307"/>
                <a:chOff x="149608" y="2764157"/>
                <a:chExt cx="4579145" cy="1905728"/>
              </a:xfrm>
            </p:grpSpPr>
            <p:grpSp>
              <p:nvGrpSpPr>
                <p:cNvPr id="12" name="그룹 11">
                  <a:extLst>
                    <a:ext uri="{FF2B5EF4-FFF2-40B4-BE49-F238E27FC236}">
                      <a16:creationId xmlns:a16="http://schemas.microsoft.com/office/drawing/2014/main" id="{C4F6B78B-D96C-8D30-D3D8-BC3E133DE744}"/>
                    </a:ext>
                  </a:extLst>
                </p:cNvPr>
                <p:cNvGrpSpPr/>
                <p:nvPr/>
              </p:nvGrpSpPr>
              <p:grpSpPr>
                <a:xfrm>
                  <a:off x="780439" y="3009017"/>
                  <a:ext cx="3704206" cy="1041801"/>
                  <a:chOff x="740997" y="2685949"/>
                  <a:chExt cx="3704206" cy="1041801"/>
                </a:xfrm>
              </p:grpSpPr>
              <p:grpSp>
                <p:nvGrpSpPr>
                  <p:cNvPr id="32" name="그룹 31">
                    <a:extLst>
                      <a:ext uri="{FF2B5EF4-FFF2-40B4-BE49-F238E27FC236}">
                        <a16:creationId xmlns:a16="http://schemas.microsoft.com/office/drawing/2014/main" id="{788704BF-9466-913E-B389-764FF3BCED47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836952" y="2685949"/>
                    <a:ext cx="2034219" cy="426110"/>
                    <a:chOff x="95957" y="682944"/>
                    <a:chExt cx="1948306" cy="433582"/>
                  </a:xfrm>
                </p:grpSpPr>
                <p:sp>
                  <p:nvSpPr>
                    <p:cNvPr id="66" name="평행 사변형 65">
                      <a:extLst>
                        <a:ext uri="{FF2B5EF4-FFF2-40B4-BE49-F238E27FC236}">
                          <a16:creationId xmlns:a16="http://schemas.microsoft.com/office/drawing/2014/main" id="{50BF933E-FBA2-C072-CC8C-D84B5F85949D}"/>
                        </a:ext>
                      </a:extLst>
                    </p:cNvPr>
                    <p:cNvSpPr/>
                    <p:nvPr/>
                  </p:nvSpPr>
                  <p:spPr bwMode="auto">
                    <a:xfrm rot="21171656" flipV="1">
                      <a:off x="95957" y="889209"/>
                      <a:ext cx="301473" cy="227317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8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67" name="평행 사변형 66">
                      <a:extLst>
                        <a:ext uri="{FF2B5EF4-FFF2-40B4-BE49-F238E27FC236}">
                          <a16:creationId xmlns:a16="http://schemas.microsoft.com/office/drawing/2014/main" id="{2FD701FB-AC9E-231D-D887-5358FDCCB1A6}"/>
                        </a:ext>
                      </a:extLst>
                    </p:cNvPr>
                    <p:cNvSpPr/>
                    <p:nvPr/>
                  </p:nvSpPr>
                  <p:spPr bwMode="auto">
                    <a:xfrm rot="21171656" flipV="1">
                      <a:off x="424421" y="848069"/>
                      <a:ext cx="301473" cy="227317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8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68" name="평행 사변형 67">
                      <a:extLst>
                        <a:ext uri="{FF2B5EF4-FFF2-40B4-BE49-F238E27FC236}">
                          <a16:creationId xmlns:a16="http://schemas.microsoft.com/office/drawing/2014/main" id="{E0E1967D-BCFD-80EE-CD25-D7A73C32C65F}"/>
                        </a:ext>
                      </a:extLst>
                    </p:cNvPr>
                    <p:cNvSpPr/>
                    <p:nvPr/>
                  </p:nvSpPr>
                  <p:spPr bwMode="auto">
                    <a:xfrm rot="21171656" flipV="1">
                      <a:off x="748621" y="807464"/>
                      <a:ext cx="301473" cy="227317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8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69" name="평행 사변형 68">
                      <a:extLst>
                        <a:ext uri="{FF2B5EF4-FFF2-40B4-BE49-F238E27FC236}">
                          <a16:creationId xmlns:a16="http://schemas.microsoft.com/office/drawing/2014/main" id="{968794B7-0019-7022-6957-5AAD93A6E16A}"/>
                        </a:ext>
                      </a:extLst>
                    </p:cNvPr>
                    <p:cNvSpPr/>
                    <p:nvPr/>
                  </p:nvSpPr>
                  <p:spPr bwMode="auto">
                    <a:xfrm rot="21171656" flipV="1">
                      <a:off x="1090128" y="764689"/>
                      <a:ext cx="301473" cy="227317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8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70" name="평행 사변형 69">
                      <a:extLst>
                        <a:ext uri="{FF2B5EF4-FFF2-40B4-BE49-F238E27FC236}">
                          <a16:creationId xmlns:a16="http://schemas.microsoft.com/office/drawing/2014/main" id="{360C60FE-AB18-2C69-F2CF-231B7E154BA0}"/>
                        </a:ext>
                      </a:extLst>
                    </p:cNvPr>
                    <p:cNvSpPr/>
                    <p:nvPr/>
                  </p:nvSpPr>
                  <p:spPr bwMode="auto">
                    <a:xfrm rot="21171656" flipV="1">
                      <a:off x="1418591" y="723549"/>
                      <a:ext cx="301473" cy="227317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8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71" name="평행 사변형 70">
                      <a:extLst>
                        <a:ext uri="{FF2B5EF4-FFF2-40B4-BE49-F238E27FC236}">
                          <a16:creationId xmlns:a16="http://schemas.microsoft.com/office/drawing/2014/main" id="{EAED5CAD-1232-AE4B-22BE-654559D25121}"/>
                        </a:ext>
                      </a:extLst>
                    </p:cNvPr>
                    <p:cNvSpPr/>
                    <p:nvPr/>
                  </p:nvSpPr>
                  <p:spPr bwMode="auto">
                    <a:xfrm rot="21171656" flipV="1">
                      <a:off x="1742791" y="682944"/>
                      <a:ext cx="301472" cy="227317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8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</p:grpSp>
              <p:sp>
                <p:nvSpPr>
                  <p:cNvPr id="33" name="평행 사변형 32">
                    <a:extLst>
                      <a:ext uri="{FF2B5EF4-FFF2-40B4-BE49-F238E27FC236}">
                        <a16:creationId xmlns:a16="http://schemas.microsoft.com/office/drawing/2014/main" id="{DFC84484-C3FA-E08B-9E9C-9C048F19E9ED}"/>
                      </a:ext>
                    </a:extLst>
                  </p:cNvPr>
                  <p:cNvSpPr/>
                  <p:nvPr/>
                </p:nvSpPr>
                <p:spPr bwMode="auto">
                  <a:xfrm rot="428344">
                    <a:off x="740997" y="2831401"/>
                    <a:ext cx="2206987" cy="223581"/>
                  </a:xfrm>
                  <a:prstGeom prst="parallelogram">
                    <a:avLst>
                      <a:gd name="adj" fmla="val 79922"/>
                    </a:avLst>
                  </a:prstGeom>
                  <a:solidFill>
                    <a:sysClr val="windowText" lastClr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 lIns="95948" tIns="49893" rIns="95948" bIns="49893" rtlCol="0" anchor="ctr"/>
                  <a:lstStyle>
                    <a:lvl1pPr marL="0" indent="0">
                      <a:defRPr sz="1100"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333005" indent="-333005" algn="ctr" defTabSz="664911" latinLnBrk="0">
                      <a:defRPr/>
                    </a:pPr>
                    <a:endParaRPr lang="ko-KR" altLang="en-US" sz="100" kern="0">
                      <a:solidFill>
                        <a:srgbClr val="C00000"/>
                      </a:solidFill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endParaRPr>
                  </a:p>
                </p:txBody>
              </p:sp>
              <p:sp>
                <p:nvSpPr>
                  <p:cNvPr id="34" name="평행 사변형 33">
                    <a:extLst>
                      <a:ext uri="{FF2B5EF4-FFF2-40B4-BE49-F238E27FC236}">
                        <a16:creationId xmlns:a16="http://schemas.microsoft.com/office/drawing/2014/main" id="{FF9CC47A-92BB-4485-8BB8-15B3E54C4E23}"/>
                      </a:ext>
                    </a:extLst>
                  </p:cNvPr>
                  <p:cNvSpPr/>
                  <p:nvPr/>
                </p:nvSpPr>
                <p:spPr bwMode="auto">
                  <a:xfrm rot="10122762">
                    <a:off x="2608825" y="3174015"/>
                    <a:ext cx="314899" cy="222809"/>
                  </a:xfrm>
                  <a:prstGeom prst="parallelogram">
                    <a:avLst>
                      <a:gd name="adj" fmla="val 79922"/>
                    </a:avLst>
                  </a:prstGeom>
                  <a:solidFill>
                    <a:srgbClr val="FFC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 lIns="95948" tIns="49893" rIns="95948" bIns="49893" rtlCol="0" anchor="ctr"/>
                  <a:lstStyle>
                    <a:lvl1pPr marL="0" indent="0">
                      <a:defRPr sz="1100"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333005" indent="-333005" algn="ctr" defTabSz="664911" latinLnBrk="0">
                      <a:defRPr/>
                    </a:pPr>
                    <a:endParaRPr lang="ko-KR" altLang="en-US" sz="100" kern="0">
                      <a:solidFill>
                        <a:srgbClr val="C00000"/>
                      </a:solidFill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endParaRPr>
                  </a:p>
                </p:txBody>
              </p:sp>
              <p:sp>
                <p:nvSpPr>
                  <p:cNvPr id="35" name="평행 사변형 34">
                    <a:extLst>
                      <a:ext uri="{FF2B5EF4-FFF2-40B4-BE49-F238E27FC236}">
                        <a16:creationId xmlns:a16="http://schemas.microsoft.com/office/drawing/2014/main" id="{5CF65B45-3B29-1BF8-F55D-71D0B9F57C64}"/>
                      </a:ext>
                    </a:extLst>
                  </p:cNvPr>
                  <p:cNvSpPr/>
                  <p:nvPr/>
                </p:nvSpPr>
                <p:spPr bwMode="auto">
                  <a:xfrm rot="10122762">
                    <a:off x="2269740" y="3237522"/>
                    <a:ext cx="314899" cy="222809"/>
                  </a:xfrm>
                  <a:prstGeom prst="parallelogram">
                    <a:avLst>
                      <a:gd name="adj" fmla="val 79922"/>
                    </a:avLst>
                  </a:prstGeom>
                  <a:solidFill>
                    <a:srgbClr val="FFC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 lIns="95948" tIns="49893" rIns="95948" bIns="49893" rtlCol="0" anchor="ctr"/>
                  <a:lstStyle>
                    <a:lvl1pPr marL="0" indent="0">
                      <a:defRPr sz="1100"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333005" indent="-333005" algn="ctr" defTabSz="664911" latinLnBrk="0">
                      <a:defRPr/>
                    </a:pPr>
                    <a:endParaRPr lang="ko-KR" altLang="en-US" sz="100" kern="0">
                      <a:solidFill>
                        <a:srgbClr val="C00000"/>
                      </a:solidFill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endParaRPr>
                  </a:p>
                </p:txBody>
              </p:sp>
              <p:sp>
                <p:nvSpPr>
                  <p:cNvPr id="36" name="평행 사변형 35">
                    <a:extLst>
                      <a:ext uri="{FF2B5EF4-FFF2-40B4-BE49-F238E27FC236}">
                        <a16:creationId xmlns:a16="http://schemas.microsoft.com/office/drawing/2014/main" id="{CE494318-AC36-E155-F5E5-39F2C99A738C}"/>
                      </a:ext>
                    </a:extLst>
                  </p:cNvPr>
                  <p:cNvSpPr/>
                  <p:nvPr/>
                </p:nvSpPr>
                <p:spPr bwMode="auto">
                  <a:xfrm rot="10122762">
                    <a:off x="1935058" y="3300206"/>
                    <a:ext cx="314899" cy="222809"/>
                  </a:xfrm>
                  <a:prstGeom prst="parallelogram">
                    <a:avLst>
                      <a:gd name="adj" fmla="val 79922"/>
                    </a:avLst>
                  </a:prstGeom>
                  <a:solidFill>
                    <a:srgbClr val="FFC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 lIns="95948" tIns="49893" rIns="95948" bIns="49893" rtlCol="0" anchor="ctr"/>
                  <a:lstStyle>
                    <a:lvl1pPr marL="0" indent="0">
                      <a:defRPr sz="1100"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333005" indent="-333005" algn="ctr" defTabSz="664911" latinLnBrk="0">
                      <a:defRPr/>
                    </a:pPr>
                    <a:endParaRPr lang="ko-KR" altLang="en-US" sz="100" kern="0">
                      <a:solidFill>
                        <a:srgbClr val="C00000"/>
                      </a:solidFill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endParaRPr>
                  </a:p>
                </p:txBody>
              </p:sp>
              <p:sp>
                <p:nvSpPr>
                  <p:cNvPr id="37" name="평행 사변형 36">
                    <a:extLst>
                      <a:ext uri="{FF2B5EF4-FFF2-40B4-BE49-F238E27FC236}">
                        <a16:creationId xmlns:a16="http://schemas.microsoft.com/office/drawing/2014/main" id="{678F4FDE-1881-2102-ED64-635CADB7F87F}"/>
                      </a:ext>
                    </a:extLst>
                  </p:cNvPr>
                  <p:cNvSpPr/>
                  <p:nvPr/>
                </p:nvSpPr>
                <p:spPr bwMode="auto">
                  <a:xfrm rot="10122762">
                    <a:off x="1582509" y="3366235"/>
                    <a:ext cx="314899" cy="222809"/>
                  </a:xfrm>
                  <a:prstGeom prst="parallelogram">
                    <a:avLst>
                      <a:gd name="adj" fmla="val 79922"/>
                    </a:avLst>
                  </a:prstGeom>
                  <a:solidFill>
                    <a:srgbClr val="FFC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 lIns="95948" tIns="49893" rIns="95948" bIns="49893" rtlCol="0" anchor="ctr"/>
                  <a:lstStyle>
                    <a:lvl1pPr marL="0" indent="0">
                      <a:defRPr sz="1100"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333005" indent="-333005" algn="ctr" defTabSz="664911" latinLnBrk="0">
                      <a:defRPr/>
                    </a:pPr>
                    <a:endParaRPr lang="ko-KR" altLang="en-US" sz="100" kern="0">
                      <a:solidFill>
                        <a:srgbClr val="C00000"/>
                      </a:solidFill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endParaRPr>
                  </a:p>
                </p:txBody>
              </p:sp>
              <p:sp>
                <p:nvSpPr>
                  <p:cNvPr id="38" name="평행 사변형 37">
                    <a:extLst>
                      <a:ext uri="{FF2B5EF4-FFF2-40B4-BE49-F238E27FC236}">
                        <a16:creationId xmlns:a16="http://schemas.microsoft.com/office/drawing/2014/main" id="{7DFD6DCD-5EA5-D49A-F03D-7B38B8B9AF02}"/>
                      </a:ext>
                    </a:extLst>
                  </p:cNvPr>
                  <p:cNvSpPr/>
                  <p:nvPr/>
                </p:nvSpPr>
                <p:spPr bwMode="auto">
                  <a:xfrm rot="10122762">
                    <a:off x="1243425" y="3429743"/>
                    <a:ext cx="314899" cy="222809"/>
                  </a:xfrm>
                  <a:prstGeom prst="parallelogram">
                    <a:avLst>
                      <a:gd name="adj" fmla="val 79922"/>
                    </a:avLst>
                  </a:prstGeom>
                  <a:solidFill>
                    <a:srgbClr val="FFC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 lIns="95948" tIns="49893" rIns="95948" bIns="49893" rtlCol="0" anchor="ctr"/>
                  <a:lstStyle>
                    <a:lvl1pPr marL="0" indent="0">
                      <a:defRPr sz="1100"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333005" indent="-333005" algn="ctr" defTabSz="664911" latinLnBrk="0">
                      <a:defRPr/>
                    </a:pPr>
                    <a:endParaRPr lang="ko-KR" altLang="en-US" sz="100" kern="0">
                      <a:solidFill>
                        <a:srgbClr val="C00000"/>
                      </a:solidFill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endParaRPr>
                  </a:p>
                </p:txBody>
              </p:sp>
              <p:sp>
                <p:nvSpPr>
                  <p:cNvPr id="39" name="평행 사변형 38">
                    <a:extLst>
                      <a:ext uri="{FF2B5EF4-FFF2-40B4-BE49-F238E27FC236}">
                        <a16:creationId xmlns:a16="http://schemas.microsoft.com/office/drawing/2014/main" id="{DC8E9008-A0FD-AB1D-1D92-E4125B4EC29C}"/>
                      </a:ext>
                    </a:extLst>
                  </p:cNvPr>
                  <p:cNvSpPr/>
                  <p:nvPr/>
                </p:nvSpPr>
                <p:spPr bwMode="auto">
                  <a:xfrm rot="10122762">
                    <a:off x="908744" y="3492425"/>
                    <a:ext cx="314898" cy="222809"/>
                  </a:xfrm>
                  <a:prstGeom prst="parallelogram">
                    <a:avLst>
                      <a:gd name="adj" fmla="val 79922"/>
                    </a:avLst>
                  </a:prstGeom>
                  <a:solidFill>
                    <a:srgbClr val="FFC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 lIns="95948" tIns="49893" rIns="95948" bIns="49893" rtlCol="0" anchor="ctr"/>
                  <a:lstStyle>
                    <a:lvl1pPr marL="0" indent="0">
                      <a:defRPr sz="1100"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333005" indent="-333005" algn="ctr" defTabSz="664911" latinLnBrk="0">
                      <a:defRPr/>
                    </a:pPr>
                    <a:endParaRPr lang="ko-KR" altLang="en-US" sz="100" kern="0">
                      <a:solidFill>
                        <a:srgbClr val="C00000"/>
                      </a:solidFill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endParaRPr>
                  </a:p>
                </p:txBody>
              </p:sp>
              <p:sp>
                <p:nvSpPr>
                  <p:cNvPr id="40" name="직사각형 39">
                    <a:extLst>
                      <a:ext uri="{FF2B5EF4-FFF2-40B4-BE49-F238E27FC236}">
                        <a16:creationId xmlns:a16="http://schemas.microsoft.com/office/drawing/2014/main" id="{1C2D700D-9C3C-FD1B-7B95-2EFD538E7EF6}"/>
                      </a:ext>
                    </a:extLst>
                  </p:cNvPr>
                  <p:cNvSpPr/>
                  <p:nvPr/>
                </p:nvSpPr>
                <p:spPr>
                  <a:xfrm>
                    <a:off x="2698386" y="3364650"/>
                    <a:ext cx="39468" cy="3703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/>
                  <a:lstStyle>
                    <a:lvl1pPr marL="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41" name="직사각형 40">
                    <a:extLst>
                      <a:ext uri="{FF2B5EF4-FFF2-40B4-BE49-F238E27FC236}">
                        <a16:creationId xmlns:a16="http://schemas.microsoft.com/office/drawing/2014/main" id="{91525640-7402-2D65-8167-BDE3E5D79374}"/>
                      </a:ext>
                    </a:extLst>
                  </p:cNvPr>
                  <p:cNvSpPr/>
                  <p:nvPr/>
                </p:nvSpPr>
                <p:spPr>
                  <a:xfrm>
                    <a:off x="2356846" y="3432064"/>
                    <a:ext cx="39468" cy="3703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/>
                  <a:lstStyle>
                    <a:lvl1pPr marL="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42" name="직사각형 41">
                    <a:extLst>
                      <a:ext uri="{FF2B5EF4-FFF2-40B4-BE49-F238E27FC236}">
                        <a16:creationId xmlns:a16="http://schemas.microsoft.com/office/drawing/2014/main" id="{6407663A-6E9E-0357-464A-BB5C7DAA6050}"/>
                      </a:ext>
                    </a:extLst>
                  </p:cNvPr>
                  <p:cNvSpPr/>
                  <p:nvPr/>
                </p:nvSpPr>
                <p:spPr>
                  <a:xfrm>
                    <a:off x="2016281" y="3506643"/>
                    <a:ext cx="39468" cy="3703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/>
                  <a:lstStyle>
                    <a:lvl1pPr marL="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43" name="직사각형 42">
                    <a:extLst>
                      <a:ext uri="{FF2B5EF4-FFF2-40B4-BE49-F238E27FC236}">
                        <a16:creationId xmlns:a16="http://schemas.microsoft.com/office/drawing/2014/main" id="{2311E125-BDCF-5CD7-FD8F-49C481034B61}"/>
                      </a:ext>
                    </a:extLst>
                  </p:cNvPr>
                  <p:cNvSpPr/>
                  <p:nvPr/>
                </p:nvSpPr>
                <p:spPr>
                  <a:xfrm>
                    <a:off x="1660917" y="3566578"/>
                    <a:ext cx="39468" cy="3703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/>
                  <a:lstStyle>
                    <a:lvl1pPr marL="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44" name="직사각형 43">
                    <a:extLst>
                      <a:ext uri="{FF2B5EF4-FFF2-40B4-BE49-F238E27FC236}">
                        <a16:creationId xmlns:a16="http://schemas.microsoft.com/office/drawing/2014/main" id="{2528E836-F92A-5E47-70E1-C47A984AFF75}"/>
                      </a:ext>
                    </a:extLst>
                  </p:cNvPr>
                  <p:cNvSpPr/>
                  <p:nvPr/>
                </p:nvSpPr>
                <p:spPr>
                  <a:xfrm>
                    <a:off x="1330531" y="3631294"/>
                    <a:ext cx="39468" cy="3703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/>
                  <a:lstStyle>
                    <a:lvl1pPr marL="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45" name="직사각형 44">
                    <a:extLst>
                      <a:ext uri="{FF2B5EF4-FFF2-40B4-BE49-F238E27FC236}">
                        <a16:creationId xmlns:a16="http://schemas.microsoft.com/office/drawing/2014/main" id="{9A4FAB55-EEEB-89F1-0535-0E6BF23082C8}"/>
                      </a:ext>
                    </a:extLst>
                  </p:cNvPr>
                  <p:cNvSpPr/>
                  <p:nvPr/>
                </p:nvSpPr>
                <p:spPr>
                  <a:xfrm>
                    <a:off x="994888" y="3690714"/>
                    <a:ext cx="39468" cy="3703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/>
                  <a:lstStyle>
                    <a:lvl1pPr marL="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46" name="평행 사변형 45">
                    <a:extLst>
                      <a:ext uri="{FF2B5EF4-FFF2-40B4-BE49-F238E27FC236}">
                        <a16:creationId xmlns:a16="http://schemas.microsoft.com/office/drawing/2014/main" id="{AAD32766-0968-CC85-3EF7-32D5AE854143}"/>
                      </a:ext>
                    </a:extLst>
                  </p:cNvPr>
                  <p:cNvSpPr/>
                  <p:nvPr/>
                </p:nvSpPr>
                <p:spPr bwMode="auto">
                  <a:xfrm rot="10122762" flipH="1" flipV="1">
                    <a:off x="786512" y="3297092"/>
                    <a:ext cx="2206987" cy="223581"/>
                  </a:xfrm>
                  <a:prstGeom prst="parallelogram">
                    <a:avLst>
                      <a:gd name="adj" fmla="val 79922"/>
                    </a:avLst>
                  </a:prstGeom>
                  <a:solidFill>
                    <a:sysClr val="windowText" lastClr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 lIns="95948" tIns="49893" rIns="95948" bIns="49893" rtlCol="0" anchor="ctr"/>
                  <a:lstStyle>
                    <a:lvl1pPr marL="0" indent="0">
                      <a:defRPr sz="1100"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333005" indent="-333005" algn="ctr" defTabSz="664911" latinLnBrk="0">
                      <a:defRPr/>
                    </a:pPr>
                    <a:endParaRPr lang="ko-KR" altLang="en-US" sz="100" kern="0">
                      <a:solidFill>
                        <a:srgbClr val="C00000"/>
                      </a:solidFill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endParaRPr>
                  </a:p>
                </p:txBody>
              </p:sp>
              <p:grpSp>
                <p:nvGrpSpPr>
                  <p:cNvPr id="47" name="그룹 46">
                    <a:extLst>
                      <a:ext uri="{FF2B5EF4-FFF2-40B4-BE49-F238E27FC236}">
                        <a16:creationId xmlns:a16="http://schemas.microsoft.com/office/drawing/2014/main" id="{C6631470-1BDF-160E-8DC3-D34437F1B829}"/>
                      </a:ext>
                    </a:extLst>
                  </p:cNvPr>
                  <p:cNvGrpSpPr/>
                  <p:nvPr/>
                </p:nvGrpSpPr>
                <p:grpSpPr>
                  <a:xfrm flipH="1" flipV="1">
                    <a:off x="3236760" y="3145783"/>
                    <a:ext cx="1171429" cy="226956"/>
                    <a:chOff x="2495757" y="1142776"/>
                    <a:chExt cx="1119137" cy="230691"/>
                  </a:xfrm>
                </p:grpSpPr>
                <p:grpSp>
                  <p:nvGrpSpPr>
                    <p:cNvPr id="55" name="그룹 54">
                      <a:extLst>
                        <a:ext uri="{FF2B5EF4-FFF2-40B4-BE49-F238E27FC236}">
                          <a16:creationId xmlns:a16="http://schemas.microsoft.com/office/drawing/2014/main" id="{D0575750-7B90-3DC6-6FD1-07EB93D67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63950" y="1142776"/>
                      <a:ext cx="959236" cy="202050"/>
                      <a:chOff x="2563950" y="1142776"/>
                      <a:chExt cx="959236" cy="202050"/>
                    </a:xfrm>
                  </p:grpSpPr>
                  <p:sp>
                    <p:nvSpPr>
                      <p:cNvPr id="59" name="평행 사변형 58">
                        <a:extLst>
                          <a:ext uri="{FF2B5EF4-FFF2-40B4-BE49-F238E27FC236}">
                            <a16:creationId xmlns:a16="http://schemas.microsoft.com/office/drawing/2014/main" id="{3D7F8C08-C12E-A3DB-1E7A-A240AD74D416}"/>
                          </a:ext>
                        </a:extLst>
                      </p:cNvPr>
                      <p:cNvSpPr/>
                      <p:nvPr/>
                    </p:nvSpPr>
                    <p:spPr bwMode="auto">
                      <a:xfrm flipV="1">
                        <a:off x="2563950" y="1144344"/>
                        <a:ext cx="301472" cy="200482"/>
                      </a:xfrm>
                      <a:prstGeom prst="parallelogram">
                        <a:avLst>
                          <a:gd name="adj" fmla="val 79922"/>
                        </a:avLst>
                      </a:prstGeom>
                      <a:solidFill>
                        <a:srgbClr val="FFC000"/>
                      </a:solidFill>
                      <a:ln w="9525">
                        <a:noFill/>
                        <a:miter lim="800000"/>
                        <a:headEnd/>
                        <a:tailEnd/>
                      </a:ln>
                    </p:spPr>
                    <p:txBody>
                      <a:bodyPr wrap="square" lIns="95948" tIns="49893" rIns="95948" bIns="49893" rtlCol="0" anchor="ctr"/>
                      <a:lstStyle>
                        <a:lvl1pPr marL="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333005" indent="-333005" algn="ctr" defTabSz="664911" latinLnBrk="0">
                          <a:defRPr/>
                        </a:pPr>
                        <a:endParaRPr lang="ko-KR" altLang="en-US" sz="100" kern="0">
                          <a:solidFill>
                            <a:srgbClr val="C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endParaRPr>
                      </a:p>
                    </p:txBody>
                  </p:sp>
                  <p:sp>
                    <p:nvSpPr>
                      <p:cNvPr id="60" name="평행 사변형 59">
                        <a:extLst>
                          <a:ext uri="{FF2B5EF4-FFF2-40B4-BE49-F238E27FC236}">
                            <a16:creationId xmlns:a16="http://schemas.microsoft.com/office/drawing/2014/main" id="{0EAC067C-DC3B-B5EB-C4E1-66BF007D7BE6}"/>
                          </a:ext>
                        </a:extLst>
                      </p:cNvPr>
                      <p:cNvSpPr/>
                      <p:nvPr/>
                    </p:nvSpPr>
                    <p:spPr bwMode="auto">
                      <a:xfrm flipV="1">
                        <a:off x="2894980" y="1144344"/>
                        <a:ext cx="301472" cy="200482"/>
                      </a:xfrm>
                      <a:prstGeom prst="parallelogram">
                        <a:avLst>
                          <a:gd name="adj" fmla="val 79922"/>
                        </a:avLst>
                      </a:prstGeom>
                      <a:solidFill>
                        <a:srgbClr val="FFC000"/>
                      </a:solidFill>
                      <a:ln w="9525">
                        <a:noFill/>
                        <a:miter lim="800000"/>
                        <a:headEnd/>
                        <a:tailEnd/>
                      </a:ln>
                    </p:spPr>
                    <p:txBody>
                      <a:bodyPr wrap="square" lIns="95948" tIns="49893" rIns="95948" bIns="49893" rtlCol="0" anchor="ctr"/>
                      <a:lstStyle>
                        <a:lvl1pPr marL="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333005" indent="-333005" algn="ctr" defTabSz="664911" latinLnBrk="0">
                          <a:defRPr/>
                        </a:pPr>
                        <a:endParaRPr lang="ko-KR" altLang="en-US" sz="100" kern="0">
                          <a:solidFill>
                            <a:srgbClr val="C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endParaRPr>
                      </a:p>
                    </p:txBody>
                  </p:sp>
                  <p:sp>
                    <p:nvSpPr>
                      <p:cNvPr id="61" name="평행 사변형 60">
                        <a:extLst>
                          <a:ext uri="{FF2B5EF4-FFF2-40B4-BE49-F238E27FC236}">
                            <a16:creationId xmlns:a16="http://schemas.microsoft.com/office/drawing/2014/main" id="{A55CF283-4AAE-C4FE-7210-F20851550A55}"/>
                          </a:ext>
                        </a:extLst>
                      </p:cNvPr>
                      <p:cNvSpPr/>
                      <p:nvPr/>
                    </p:nvSpPr>
                    <p:spPr bwMode="auto">
                      <a:xfrm flipV="1">
                        <a:off x="3221714" y="1144344"/>
                        <a:ext cx="301472" cy="200482"/>
                      </a:xfrm>
                      <a:prstGeom prst="parallelogram">
                        <a:avLst>
                          <a:gd name="adj" fmla="val 79922"/>
                        </a:avLst>
                      </a:prstGeom>
                      <a:solidFill>
                        <a:srgbClr val="FFC000"/>
                      </a:solidFill>
                      <a:ln w="9525">
                        <a:noFill/>
                        <a:miter lim="800000"/>
                        <a:headEnd/>
                        <a:tailEnd/>
                      </a:ln>
                    </p:spPr>
                    <p:txBody>
                      <a:bodyPr wrap="square" lIns="95948" tIns="49893" rIns="95948" bIns="49893" rtlCol="0" anchor="ctr"/>
                      <a:lstStyle>
                        <a:lvl1pPr marL="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indent="0">
                          <a:defRPr sz="1100"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333005" indent="-333005" algn="ctr" defTabSz="664911" latinLnBrk="0">
                          <a:defRPr/>
                        </a:pPr>
                        <a:endParaRPr lang="ko-KR" altLang="en-US" sz="100" kern="0">
                          <a:solidFill>
                            <a:srgbClr val="C0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endParaRPr>
                      </a:p>
                    </p:txBody>
                  </p:sp>
                  <p:sp>
                    <p:nvSpPr>
                      <p:cNvPr id="62" name="직사각형 61">
                        <a:extLst>
                          <a:ext uri="{FF2B5EF4-FFF2-40B4-BE49-F238E27FC236}">
                            <a16:creationId xmlns:a16="http://schemas.microsoft.com/office/drawing/2014/main" id="{6F25845A-C08D-7F08-B873-C70B8702308A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2614506" y="1142776"/>
                        <a:ext cx="37785" cy="37785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rtlCol="0" anchor="ctr"/>
                      <a:lstStyle>
                        <a:lvl1pPr marL="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algn="ctr"/>
                        <a:endParaRPr lang="ko-KR" altLang="en-US" sz="1400"/>
                      </a:p>
                    </p:txBody>
                  </p:sp>
                  <p:sp>
                    <p:nvSpPr>
                      <p:cNvPr id="63" name="직사각형 62">
                        <a:extLst>
                          <a:ext uri="{FF2B5EF4-FFF2-40B4-BE49-F238E27FC236}">
                            <a16:creationId xmlns:a16="http://schemas.microsoft.com/office/drawing/2014/main" id="{1C22F36B-7478-E942-424F-170B0CED326A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2962738" y="1142776"/>
                        <a:ext cx="37785" cy="37785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rtlCol="0" anchor="ctr"/>
                      <a:lstStyle>
                        <a:lvl1pPr marL="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algn="ctr"/>
                        <a:endParaRPr lang="ko-KR" altLang="en-US" sz="1400"/>
                      </a:p>
                    </p:txBody>
                  </p:sp>
                  <p:sp>
                    <p:nvSpPr>
                      <p:cNvPr id="65" name="직사각형 64">
                        <a:extLst>
                          <a:ext uri="{FF2B5EF4-FFF2-40B4-BE49-F238E27FC236}">
                            <a16:creationId xmlns:a16="http://schemas.microsoft.com/office/drawing/2014/main" id="{81E09B49-D949-DCAA-3518-5C1E3E6C4A06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3288242" y="1142776"/>
                        <a:ext cx="37785" cy="37785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rtlCol="0" anchor="ctr"/>
                      <a:lstStyle>
                        <a:lvl1pPr marL="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indent="0">
                          <a:defRPr sz="11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algn="ctr"/>
                        <a:endParaRPr lang="ko-KR" altLang="en-US" sz="1400"/>
                      </a:p>
                    </p:txBody>
                  </p:sp>
                </p:grpSp>
                <p:sp>
                  <p:nvSpPr>
                    <p:cNvPr id="56" name="평행 사변형 55">
                      <a:extLst>
                        <a:ext uri="{FF2B5EF4-FFF2-40B4-BE49-F238E27FC236}">
                          <a16:creationId xmlns:a16="http://schemas.microsoft.com/office/drawing/2014/main" id="{8BFBB539-5443-5177-C46D-B5E00637B506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2495757" y="1172986"/>
                      <a:ext cx="461373" cy="200481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ysClr val="windowText" lastClr="000000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57" name="평행 사변형 56">
                      <a:extLst>
                        <a:ext uri="{FF2B5EF4-FFF2-40B4-BE49-F238E27FC236}">
                          <a16:creationId xmlns:a16="http://schemas.microsoft.com/office/drawing/2014/main" id="{00E2EF3B-7AE3-770B-F97D-3D0986A1C55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2826787" y="1172986"/>
                      <a:ext cx="461373" cy="200481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ysClr val="windowText" lastClr="000000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58" name="평행 사변형 57">
                      <a:extLst>
                        <a:ext uri="{FF2B5EF4-FFF2-40B4-BE49-F238E27FC236}">
                          <a16:creationId xmlns:a16="http://schemas.microsoft.com/office/drawing/2014/main" id="{C22DC912-6579-9538-DC86-D37FA49A6FA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3153521" y="1172986"/>
                      <a:ext cx="461373" cy="200481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ysClr val="windowText" lastClr="000000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</p:grpSp>
              <p:grpSp>
                <p:nvGrpSpPr>
                  <p:cNvPr id="48" name="그룹 47">
                    <a:extLst>
                      <a:ext uri="{FF2B5EF4-FFF2-40B4-BE49-F238E27FC236}">
                        <a16:creationId xmlns:a16="http://schemas.microsoft.com/office/drawing/2014/main" id="{517E0F12-3138-71D4-CE40-F8D160D04D6A}"/>
                      </a:ext>
                    </a:extLst>
                  </p:cNvPr>
                  <p:cNvGrpSpPr/>
                  <p:nvPr/>
                </p:nvGrpSpPr>
                <p:grpSpPr>
                  <a:xfrm flipH="1" flipV="1">
                    <a:off x="3273773" y="3095859"/>
                    <a:ext cx="1171430" cy="232124"/>
                    <a:chOff x="2532772" y="1092852"/>
                    <a:chExt cx="1119137" cy="235859"/>
                  </a:xfrm>
                </p:grpSpPr>
                <p:sp>
                  <p:nvSpPr>
                    <p:cNvPr id="49" name="평행 사변형 48">
                      <a:extLst>
                        <a:ext uri="{FF2B5EF4-FFF2-40B4-BE49-F238E27FC236}">
                          <a16:creationId xmlns:a16="http://schemas.microsoft.com/office/drawing/2014/main" id="{B7C2BD06-EE3D-6B2C-8805-72F21004A34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2656373" y="1128229"/>
                      <a:ext cx="301472" cy="200482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7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50" name="평행 사변형 49">
                      <a:extLst>
                        <a:ext uri="{FF2B5EF4-FFF2-40B4-BE49-F238E27FC236}">
                          <a16:creationId xmlns:a16="http://schemas.microsoft.com/office/drawing/2014/main" id="{13569B99-FCB8-A343-E3D0-C8AC433294B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2987403" y="1128229"/>
                      <a:ext cx="301472" cy="200482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7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51" name="평행 사변형 50">
                      <a:extLst>
                        <a:ext uri="{FF2B5EF4-FFF2-40B4-BE49-F238E27FC236}">
                          <a16:creationId xmlns:a16="http://schemas.microsoft.com/office/drawing/2014/main" id="{9B53B6D2-04AA-01B2-2902-D1D8946CCA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3314137" y="1128229"/>
                      <a:ext cx="301472" cy="200482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chemeClr val="bg1">
                        <a:lumMod val="75000"/>
                      </a:schemeClr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52" name="평행 사변형 51">
                      <a:extLst>
                        <a:ext uri="{FF2B5EF4-FFF2-40B4-BE49-F238E27FC236}">
                          <a16:creationId xmlns:a16="http://schemas.microsoft.com/office/drawing/2014/main" id="{C726054E-2B89-2B44-D4DF-2747FA7DD7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2532772" y="1092852"/>
                      <a:ext cx="461373" cy="200481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ysClr val="windowText" lastClr="000000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53" name="평행 사변형 52">
                      <a:extLst>
                        <a:ext uri="{FF2B5EF4-FFF2-40B4-BE49-F238E27FC236}">
                          <a16:creationId xmlns:a16="http://schemas.microsoft.com/office/drawing/2014/main" id="{3DA7AE50-98E4-0FBC-4D67-F007995DBA2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2863802" y="1092852"/>
                      <a:ext cx="461373" cy="200481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ysClr val="windowText" lastClr="000000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  <p:sp>
                  <p:nvSpPr>
                    <p:cNvPr id="54" name="평행 사변형 53">
                      <a:extLst>
                        <a:ext uri="{FF2B5EF4-FFF2-40B4-BE49-F238E27FC236}">
                          <a16:creationId xmlns:a16="http://schemas.microsoft.com/office/drawing/2014/main" id="{7EABB1C0-A68C-538D-7DE3-962E58EDD14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3190536" y="1092852"/>
                      <a:ext cx="461373" cy="200481"/>
                    </a:xfrm>
                    <a:prstGeom prst="parallelogram">
                      <a:avLst>
                        <a:gd name="adj" fmla="val 79922"/>
                      </a:avLst>
                    </a:prstGeom>
                    <a:solidFill>
                      <a:sysClr val="windowText" lastClr="000000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square" lIns="95948" tIns="49893" rIns="95948" bIns="49893" rtlCol="0" anchor="ctr"/>
                    <a:lstStyle>
                      <a:lvl1pPr marL="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1pPr>
                      <a:lvl2pPr marL="457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2pPr>
                      <a:lvl3pPr marL="914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indent="0">
                        <a:defRPr sz="1100"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333005" indent="-333005" algn="ctr" defTabSz="664911" latinLnBrk="0">
                        <a:defRPr/>
                      </a:pPr>
                      <a:endParaRPr lang="ko-KR" altLang="en-US" sz="100" kern="0">
                        <a:solidFill>
                          <a:srgbClr val="C0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p:txBody>
                </p:sp>
              </p:grpSp>
            </p:grpSp>
            <p:sp>
              <p:nvSpPr>
                <p:cNvPr id="14" name="TextBox 13">
                  <a:extLst>
                    <a:ext uri="{FF2B5EF4-FFF2-40B4-BE49-F238E27FC236}">
                      <a16:creationId xmlns:a16="http://schemas.microsoft.com/office/drawing/2014/main" id="{B4AFE0B5-59F1-D323-55A3-BAD0B68817DA}"/>
                    </a:ext>
                  </a:extLst>
                </p:cNvPr>
                <p:cNvSpPr txBox="1"/>
                <p:nvPr/>
              </p:nvSpPr>
              <p:spPr>
                <a:xfrm>
                  <a:off x="378242" y="2764157"/>
                  <a:ext cx="1478782" cy="23698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800">
                      <a:solidFill>
                        <a:srgbClr val="00B050"/>
                      </a:solidFill>
                    </a:rPr>
                    <a:t>양극</a:t>
                  </a:r>
                  <a:r>
                    <a:rPr lang="en-US" altLang="ko-KR" sz="800">
                      <a:solidFill>
                        <a:srgbClr val="00B050"/>
                      </a:solidFill>
                    </a:rPr>
                    <a:t>(+) : </a:t>
                  </a:r>
                  <a:r>
                    <a:rPr lang="ko-KR" altLang="en-US" sz="800">
                      <a:solidFill>
                        <a:srgbClr val="00B050"/>
                      </a:solidFill>
                    </a:rPr>
                    <a:t>정상 </a:t>
                  </a:r>
                  <a:r>
                    <a:rPr lang="en-US" altLang="ko-KR" sz="800">
                      <a:solidFill>
                        <a:srgbClr val="00B050"/>
                      </a:solidFill>
                    </a:rPr>
                    <a:t>Lot</a:t>
                  </a:r>
                  <a:endParaRPr lang="ko-KR" altLang="en-US" sz="800">
                    <a:solidFill>
                      <a:srgbClr val="00B050"/>
                    </a:solidFill>
                  </a:endParaRPr>
                </a:p>
              </p:txBody>
            </p:sp>
            <p:sp>
              <p:nvSpPr>
                <p:cNvPr id="20" name="TextBox 19">
                  <a:extLst>
                    <a:ext uri="{FF2B5EF4-FFF2-40B4-BE49-F238E27FC236}">
                      <a16:creationId xmlns:a16="http://schemas.microsoft.com/office/drawing/2014/main" id="{DC1C6F9B-03C0-91A7-F99D-9830AE75AB10}"/>
                    </a:ext>
                  </a:extLst>
                </p:cNvPr>
                <p:cNvSpPr txBox="1"/>
                <p:nvPr/>
              </p:nvSpPr>
              <p:spPr>
                <a:xfrm>
                  <a:off x="149608" y="4124640"/>
                  <a:ext cx="2158551" cy="54524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800">
                      <a:solidFill>
                        <a:srgbClr val="FF0000"/>
                      </a:solidFill>
                    </a:rPr>
                    <a:t>음극</a:t>
                  </a:r>
                  <a:r>
                    <a:rPr lang="en-US" altLang="ko-KR" sz="800">
                      <a:solidFill>
                        <a:srgbClr val="FF0000"/>
                      </a:solidFill>
                    </a:rPr>
                    <a:t>(-) : NG </a:t>
                  </a:r>
                  <a:r>
                    <a:rPr lang="ko-KR" altLang="en-US" sz="800">
                      <a:solidFill>
                        <a:srgbClr val="FF0000"/>
                      </a:solidFill>
                    </a:rPr>
                    <a:t>마킹 다발 </a:t>
                  </a:r>
                  <a:r>
                    <a:rPr lang="en-US" altLang="ko-KR" sz="800">
                      <a:solidFill>
                        <a:srgbClr val="FF0000"/>
                      </a:solidFill>
                    </a:rPr>
                    <a:t>Lot</a:t>
                  </a:r>
                  <a:br>
                    <a:rPr lang="en-US" altLang="ko-KR" sz="800">
                      <a:solidFill>
                        <a:srgbClr val="FF0000"/>
                      </a:solidFill>
                    </a:rPr>
                  </a:br>
                  <a:endParaRPr lang="ko-KR" altLang="en-US" sz="800">
                    <a:solidFill>
                      <a:srgbClr val="FF0000"/>
                    </a:solidFill>
                  </a:endParaRPr>
                </a:p>
              </p:txBody>
            </p:sp>
            <p:grpSp>
              <p:nvGrpSpPr>
                <p:cNvPr id="25" name="그룹 24">
                  <a:extLst>
                    <a:ext uri="{FF2B5EF4-FFF2-40B4-BE49-F238E27FC236}">
                      <a16:creationId xmlns:a16="http://schemas.microsoft.com/office/drawing/2014/main" id="{2C083034-91AB-4983-44D8-A7E8028482C7}"/>
                    </a:ext>
                  </a:extLst>
                </p:cNvPr>
                <p:cNvGrpSpPr/>
                <p:nvPr/>
              </p:nvGrpSpPr>
              <p:grpSpPr>
                <a:xfrm>
                  <a:off x="1827956" y="3937430"/>
                  <a:ext cx="1357112" cy="220061"/>
                  <a:chOff x="2055723" y="3963071"/>
                  <a:chExt cx="1357112" cy="220061"/>
                </a:xfrm>
              </p:grpSpPr>
              <p:sp>
                <p:nvSpPr>
                  <p:cNvPr id="30" name="직사각형 29">
                    <a:extLst>
                      <a:ext uri="{FF2B5EF4-FFF2-40B4-BE49-F238E27FC236}">
                        <a16:creationId xmlns:a16="http://schemas.microsoft.com/office/drawing/2014/main" id="{78A43B10-851C-E12C-9E76-FF061D06A5EE}"/>
                      </a:ext>
                    </a:extLst>
                  </p:cNvPr>
                  <p:cNvSpPr/>
                  <p:nvPr/>
                </p:nvSpPr>
                <p:spPr>
                  <a:xfrm>
                    <a:off x="2055723" y="4027128"/>
                    <a:ext cx="76914" cy="87330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/>
                  <a:lstStyle>
                    <a:lvl1pPr marL="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indent="0">
                      <a:defRPr sz="11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31" name="TextBox 30">
                    <a:extLst>
                      <a:ext uri="{FF2B5EF4-FFF2-40B4-BE49-F238E27FC236}">
                        <a16:creationId xmlns:a16="http://schemas.microsoft.com/office/drawing/2014/main" id="{E96311BD-181A-7588-4545-605491A85761}"/>
                      </a:ext>
                    </a:extLst>
                  </p:cNvPr>
                  <p:cNvSpPr txBox="1"/>
                  <p:nvPr/>
                </p:nvSpPr>
                <p:spPr>
                  <a:xfrm>
                    <a:off x="2074508" y="3963071"/>
                    <a:ext cx="1338327" cy="22006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altLang="ko-KR" sz="700">
                        <a:solidFill>
                          <a:srgbClr val="FF0000"/>
                        </a:solidFill>
                      </a:rPr>
                      <a:t>: </a:t>
                    </a:r>
                    <a:r>
                      <a:rPr lang="ko-KR" altLang="en-US" sz="700">
                        <a:solidFill>
                          <a:srgbClr val="FF0000"/>
                        </a:solidFill>
                      </a:rPr>
                      <a:t>노칭 </a:t>
                    </a:r>
                    <a:r>
                      <a:rPr lang="en-US" altLang="ko-KR" sz="700">
                        <a:solidFill>
                          <a:srgbClr val="FF0000"/>
                        </a:solidFill>
                      </a:rPr>
                      <a:t>NG </a:t>
                    </a:r>
                    <a:r>
                      <a:rPr lang="ko-KR" altLang="en-US" sz="700">
                        <a:solidFill>
                          <a:srgbClr val="FF0000"/>
                        </a:solidFill>
                      </a:rPr>
                      <a:t>마킹</a:t>
                    </a:r>
                  </a:p>
                </p:txBody>
              </p:sp>
            </p:grpSp>
            <p:sp>
              <p:nvSpPr>
                <p:cNvPr id="27" name="화살표: 아래쪽 26">
                  <a:extLst>
                    <a:ext uri="{FF2B5EF4-FFF2-40B4-BE49-F238E27FC236}">
                      <a16:creationId xmlns:a16="http://schemas.microsoft.com/office/drawing/2014/main" id="{C6EB093D-8961-BF05-D347-58DDEB9B852F}"/>
                    </a:ext>
                  </a:extLst>
                </p:cNvPr>
                <p:cNvSpPr/>
                <p:nvPr/>
              </p:nvSpPr>
              <p:spPr>
                <a:xfrm>
                  <a:off x="3763304" y="3874746"/>
                  <a:ext cx="319783" cy="338554"/>
                </a:xfrm>
                <a:prstGeom prst="downArrow">
                  <a:avLst/>
                </a:prstGeom>
                <a:solidFill>
                  <a:srgbClr val="FF0000"/>
                </a:solidFill>
                <a:ln w="9525">
                  <a:solidFill>
                    <a:srgbClr val="0000FF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29" name="TextBox 28">
                  <a:extLst>
                    <a:ext uri="{FF2B5EF4-FFF2-40B4-BE49-F238E27FC236}">
                      <a16:creationId xmlns:a16="http://schemas.microsoft.com/office/drawing/2014/main" id="{3D695F32-F8C2-6960-42F5-6B3DE27F75B4}"/>
                    </a:ext>
                  </a:extLst>
                </p:cNvPr>
                <p:cNvSpPr txBox="1"/>
                <p:nvPr/>
              </p:nvSpPr>
              <p:spPr>
                <a:xfrm>
                  <a:off x="3185068" y="4308895"/>
                  <a:ext cx="1543685" cy="27930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altLang="ko-KR" sz="1050" b="1">
                      <a:solidFill>
                        <a:srgbClr val="FF0000"/>
                      </a:solidFill>
                      <a:highlight>
                        <a:srgbClr val="FFFF00"/>
                      </a:highlight>
                    </a:rPr>
                    <a:t>NG Port </a:t>
                  </a:r>
                  <a:r>
                    <a:rPr lang="ko-KR" altLang="en-US" sz="1050" b="1">
                      <a:solidFill>
                        <a:srgbClr val="FF0000"/>
                      </a:solidFill>
                      <a:highlight>
                        <a:srgbClr val="FFFF00"/>
                      </a:highlight>
                    </a:rPr>
                    <a:t>배출</a:t>
                  </a:r>
                </a:p>
              </p:txBody>
            </p:sp>
          </p:grpSp>
          <p:pic>
            <p:nvPicPr>
              <p:cNvPr id="13" name="그림 12">
                <a:extLst>
                  <a:ext uri="{FF2B5EF4-FFF2-40B4-BE49-F238E27FC236}">
                    <a16:creationId xmlns:a16="http://schemas.microsoft.com/office/drawing/2014/main" id="{BD96F3C8-EEA8-6215-EF91-F1248C7985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89497" y="2805549"/>
                <a:ext cx="3874450" cy="1428723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</p:pic>
          <p:sp>
            <p:nvSpPr>
              <p:cNvPr id="10" name="직사각형 9">
                <a:extLst>
                  <a:ext uri="{FF2B5EF4-FFF2-40B4-BE49-F238E27FC236}">
                    <a16:creationId xmlns:a16="http://schemas.microsoft.com/office/drawing/2014/main" id="{88575F0E-D773-396E-F8BB-3C16E365F272}"/>
                  </a:ext>
                </a:extLst>
              </p:cNvPr>
              <p:cNvSpPr/>
              <p:nvPr/>
            </p:nvSpPr>
            <p:spPr>
              <a:xfrm>
                <a:off x="7780223" y="2834412"/>
                <a:ext cx="664674" cy="1339886"/>
              </a:xfrm>
              <a:prstGeom prst="rect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직사각형 14">
                <a:extLst>
                  <a:ext uri="{FF2B5EF4-FFF2-40B4-BE49-F238E27FC236}">
                    <a16:creationId xmlns:a16="http://schemas.microsoft.com/office/drawing/2014/main" id="{E0585D08-DBA0-6261-5B89-AA199A4F0D24}"/>
                  </a:ext>
                </a:extLst>
              </p:cNvPr>
              <p:cNvSpPr/>
              <p:nvPr/>
            </p:nvSpPr>
            <p:spPr>
              <a:xfrm>
                <a:off x="5000677" y="3994361"/>
                <a:ext cx="2758615" cy="70255"/>
              </a:xfrm>
              <a:prstGeom prst="rect">
                <a:avLst/>
              </a:prstGeom>
              <a:noFill/>
              <a:ln w="9525"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A8E17EB-A87C-B51C-D299-F18A837E01E3}"/>
                  </a:ext>
                </a:extLst>
              </p:cNvPr>
              <p:cNvSpPr txBox="1"/>
              <p:nvPr/>
            </p:nvSpPr>
            <p:spPr>
              <a:xfrm>
                <a:off x="4508542" y="2592597"/>
                <a:ext cx="4056338" cy="23698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800"/>
                  <a:t>[Box Plot] </a:t>
                </a:r>
                <a:r>
                  <a:rPr lang="ko-KR" altLang="en-US" sz="800"/>
                  <a:t>라미 호기 별 투입된 노칭</a:t>
                </a:r>
                <a:r>
                  <a:rPr lang="en-US" altLang="ko-KR" sz="800"/>
                  <a:t>(</a:t>
                </a:r>
                <a:r>
                  <a:rPr lang="ko-KR" altLang="en-US" sz="800"/>
                  <a:t>음극</a:t>
                </a:r>
                <a:r>
                  <a:rPr lang="en-US" altLang="ko-KR" sz="800"/>
                  <a:t>) Pancake</a:t>
                </a:r>
                <a:r>
                  <a:rPr lang="ko-KR" altLang="en-US" sz="800"/>
                  <a:t>의 </a:t>
                </a:r>
                <a:r>
                  <a:rPr lang="en-US" altLang="ko-KR" sz="800"/>
                  <a:t>NG </a:t>
                </a:r>
                <a:r>
                  <a:rPr lang="ko-KR" altLang="en-US" sz="800"/>
                  <a:t>마킹 수량</a:t>
                </a:r>
                <a:r>
                  <a:rPr lang="en-US" altLang="ko-KR" sz="800"/>
                  <a:t>(E77A </a:t>
                </a:r>
                <a:r>
                  <a:rPr lang="ko-KR" altLang="en-US" sz="800"/>
                  <a:t>모델 대상</a:t>
                </a:r>
                <a:r>
                  <a:rPr lang="en-US" altLang="ko-KR" sz="800"/>
                  <a:t>, 1/22~1/24)</a:t>
                </a:r>
                <a:endParaRPr lang="ko-KR" altLang="en-US" sz="800"/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307AD35-C631-97D6-CEBD-9A612C11AB8F}"/>
                  </a:ext>
                </a:extLst>
              </p:cNvPr>
              <p:cNvSpPr txBox="1"/>
              <p:nvPr/>
            </p:nvSpPr>
            <p:spPr>
              <a:xfrm>
                <a:off x="4330156" y="3196215"/>
                <a:ext cx="616542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b="1">
                    <a:highlight>
                      <a:srgbClr val="FFFF00"/>
                    </a:highlight>
                  </a:rPr>
                  <a:t>NG </a:t>
                </a:r>
                <a:r>
                  <a:rPr lang="ko-KR" altLang="en-US" sz="900" b="1">
                    <a:highlight>
                      <a:srgbClr val="FFFF00"/>
                    </a:highlight>
                  </a:rPr>
                  <a:t>마킹 수량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402280EA-E7F5-6F29-9630-708FE5214CBB}"/>
                  </a:ext>
                </a:extLst>
              </p:cNvPr>
              <p:cNvSpPr txBox="1"/>
              <p:nvPr/>
            </p:nvSpPr>
            <p:spPr>
              <a:xfrm>
                <a:off x="6345181" y="4059737"/>
                <a:ext cx="664674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900" b="1">
                    <a:highlight>
                      <a:srgbClr val="FFFF00"/>
                    </a:highlight>
                  </a:rPr>
                  <a:t>라미 설비</a:t>
                </a: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D4ED20E-7AF5-997B-4F08-83E9E5F2D0C3}"/>
                  </a:ext>
                </a:extLst>
              </p:cNvPr>
              <p:cNvSpPr txBox="1"/>
              <p:nvPr/>
            </p:nvSpPr>
            <p:spPr>
              <a:xfrm>
                <a:off x="1517543" y="2592597"/>
                <a:ext cx="4056338" cy="23698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800"/>
                  <a:t>[</a:t>
                </a:r>
                <a:r>
                  <a:rPr lang="ko-KR" altLang="en-US" sz="800"/>
                  <a:t>라미 모식도</a:t>
                </a:r>
                <a:r>
                  <a:rPr lang="en-US" altLang="ko-KR" sz="800"/>
                  <a:t>] : </a:t>
                </a:r>
                <a:r>
                  <a:rPr lang="ko-KR" altLang="en-US" sz="800"/>
                  <a:t>노칭 </a:t>
                </a:r>
                <a:r>
                  <a:rPr lang="en-US" altLang="ko-KR" sz="800"/>
                  <a:t>NG </a:t>
                </a:r>
                <a:r>
                  <a:rPr lang="ko-KR" altLang="en-US" sz="800"/>
                  <a:t>마킹은 음</a:t>
                </a:r>
                <a:r>
                  <a:rPr lang="en-US" altLang="ko-KR" sz="800"/>
                  <a:t>/</a:t>
                </a:r>
                <a:r>
                  <a:rPr lang="ko-KR" altLang="en-US" sz="800"/>
                  <a:t>양극 합치 후 </a:t>
                </a:r>
                <a:r>
                  <a:rPr lang="en-US" altLang="ko-KR" sz="800"/>
                  <a:t>Mono Cell </a:t>
                </a:r>
                <a:r>
                  <a:rPr lang="ko-KR" altLang="en-US" sz="800"/>
                  <a:t>형태로 폐기됨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EE7F198-68BA-9B98-B7AE-076B5101D0CF}"/>
                  </a:ext>
                </a:extLst>
              </p:cNvPr>
              <p:cNvSpPr txBox="1"/>
              <p:nvPr/>
            </p:nvSpPr>
            <p:spPr>
              <a:xfrm>
                <a:off x="4954666" y="2778341"/>
                <a:ext cx="1271226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>
                    <a:solidFill>
                      <a:srgbClr val="6489FA"/>
                    </a:solidFill>
                  </a:rPr>
                  <a:t>● 일반 라미</a:t>
                </a:r>
                <a:endParaRPr lang="en-US" altLang="ko-KR" sz="600">
                  <a:solidFill>
                    <a:srgbClr val="6489FA"/>
                  </a:solidFill>
                </a:endParaRPr>
              </a:p>
              <a:p>
                <a:r>
                  <a:rPr lang="ko-KR" altLang="en-US" sz="600">
                    <a:solidFill>
                      <a:srgbClr val="FF4E33"/>
                    </a:solidFill>
                  </a:rPr>
                  <a:t>● 하프 라미</a:t>
                </a:r>
              </a:p>
            </p:txBody>
          </p:sp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A4F5C24F-CF1C-7BFB-00B9-35A0310EDB60}"/>
                  </a:ext>
                </a:extLst>
              </p:cNvPr>
              <p:cNvSpPr/>
              <p:nvPr/>
            </p:nvSpPr>
            <p:spPr>
              <a:xfrm>
                <a:off x="7810436" y="4062888"/>
                <a:ext cx="604249" cy="69222"/>
              </a:xfrm>
              <a:prstGeom prst="rect">
                <a:avLst/>
              </a:prstGeom>
              <a:noFill/>
              <a:ln w="9525"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02432C16-E0B8-B406-3FFD-7F9BB3A83823}"/>
                </a:ext>
              </a:extLst>
            </p:cNvPr>
            <p:cNvSpPr txBox="1"/>
            <p:nvPr/>
          </p:nvSpPr>
          <p:spPr>
            <a:xfrm>
              <a:off x="4671380" y="4180925"/>
              <a:ext cx="4541886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>
                  <a:solidFill>
                    <a:srgbClr val="00B050"/>
                  </a:solidFill>
                </a:rPr>
                <a:t>- 하프 </a:t>
              </a:r>
              <a:r>
                <a:rPr lang="ko-KR" altLang="en-US" sz="800" err="1">
                  <a:solidFill>
                    <a:srgbClr val="00B050"/>
                  </a:solidFill>
                </a:rPr>
                <a:t>라미에</a:t>
              </a:r>
              <a:r>
                <a:rPr lang="ko-KR" altLang="en-US" sz="800">
                  <a:solidFill>
                    <a:srgbClr val="00B050"/>
                  </a:solidFill>
                </a:rPr>
                <a:t> 투입된 노칭(음극) </a:t>
              </a:r>
              <a:r>
                <a:rPr lang="ko-KR" altLang="en-US" sz="800" err="1">
                  <a:solidFill>
                    <a:srgbClr val="00B050"/>
                  </a:solidFill>
                </a:rPr>
                <a:t>Pancake</a:t>
              </a:r>
              <a:r>
                <a:rPr lang="ko-KR" altLang="en-US" sz="800">
                  <a:solidFill>
                    <a:srgbClr val="00B050"/>
                  </a:solidFill>
                </a:rPr>
                <a:t> 12개의 NG 마킹 총 수량 : 740EA</a:t>
              </a:r>
            </a:p>
            <a:p>
              <a:r>
                <a:rPr lang="ko-KR" altLang="en-US" sz="800">
                  <a:solidFill>
                    <a:srgbClr val="00B050"/>
                  </a:solidFill>
                </a:rPr>
                <a:t>- 라미 전체 호기에 투입된 노칭(음극) </a:t>
              </a:r>
              <a:r>
                <a:rPr lang="ko-KR" altLang="en-US" sz="800" err="1">
                  <a:solidFill>
                    <a:srgbClr val="00B050"/>
                  </a:solidFill>
                </a:rPr>
                <a:t>Pancake</a:t>
              </a:r>
              <a:r>
                <a:rPr lang="ko-KR" altLang="en-US" sz="800">
                  <a:solidFill>
                    <a:srgbClr val="00B050"/>
                  </a:solidFill>
                </a:rPr>
                <a:t> 中 NG 마킹 </a:t>
              </a:r>
              <a:r>
                <a:rPr lang="ko-KR" altLang="en-US" sz="800" err="1">
                  <a:solidFill>
                    <a:srgbClr val="00B050"/>
                  </a:solidFill>
                </a:rPr>
                <a:t>Top</a:t>
              </a:r>
              <a:r>
                <a:rPr lang="ko-KR" altLang="en-US" sz="800">
                  <a:solidFill>
                    <a:srgbClr val="00B050"/>
                  </a:solidFill>
                </a:rPr>
                <a:t> 12개의 마킹 총 수량 : 2176EA</a:t>
              </a:r>
            </a:p>
            <a:p>
              <a:r>
                <a:rPr lang="ko-KR" altLang="en-US" sz="800">
                  <a:solidFill>
                    <a:srgbClr val="00B050"/>
                  </a:solidFill>
                </a:rPr>
                <a:t> </a:t>
              </a:r>
              <a:r>
                <a:rPr lang="en-US" altLang="ko-KR" sz="800">
                  <a:solidFill>
                    <a:srgbClr val="00B050"/>
                  </a:solidFill>
                  <a:sym typeface="Wingdings" panose="05000000000000000000" pitchFamily="2" charset="2"/>
                </a:rPr>
                <a:t> </a:t>
              </a:r>
              <a:r>
                <a:rPr lang="ko-KR" altLang="en-US" sz="800">
                  <a:solidFill>
                    <a:srgbClr val="00B050"/>
                  </a:solidFill>
                </a:rPr>
                <a:t>NG 마킹 전극 하프라미 선별 투입한 경우, 최대 노칭(양극) 1436 </a:t>
              </a:r>
              <a:r>
                <a:rPr lang="ko-KR" altLang="en-US" sz="800" err="1">
                  <a:solidFill>
                    <a:srgbClr val="00B050"/>
                  </a:solidFill>
                </a:rPr>
                <a:t>tab</a:t>
              </a:r>
              <a:r>
                <a:rPr lang="ko-KR" altLang="en-US" sz="800">
                  <a:solidFill>
                    <a:srgbClr val="00B050"/>
                  </a:solidFill>
                </a:rPr>
                <a:t> 양품화 가능 (∵ 2176EA – 740EA)</a:t>
              </a:r>
            </a:p>
          </p:txBody>
        </p:sp>
      </p:grp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EFFB67C0-C568-CB8D-77CE-BA0F95BF33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548335"/>
              </p:ext>
            </p:extLst>
          </p:nvPr>
        </p:nvGraphicFramePr>
        <p:xfrm>
          <a:off x="2237663" y="5900617"/>
          <a:ext cx="2916000" cy="375285"/>
        </p:xfrm>
        <a:graphic>
          <a:graphicData uri="http://schemas.openxmlformats.org/drawingml/2006/table">
            <a:tbl>
              <a:tblPr/>
              <a:tblGrid>
                <a:gridCol w="57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MCS(RTD)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NG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마킹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선별 투입 로직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5/12(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18361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452803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8395313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NG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마킹 하프 라미 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효과 검증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- 5/12~5/17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간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E128A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모델 검증 결과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NG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마킹으로 인해 함께 폐기되는 양극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분리막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평균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940EA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절감한 것으로 분석하였습니다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+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같은 기간 선별투입 적용 후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E128A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일반 라미 수율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0.12%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개선 확인하였습니다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-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마킹 선별투입 적용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(5/12)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후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라미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#26, #27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Mark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불량률 개선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수율 ↑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되었음을 확인하였습니다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(0.11% NG Mark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불량률 감소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*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선별투입 적용 전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(W19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4/26~5/2) NG Mark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불량률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0.51%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적용 후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(W22, 5/24~5/30)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불량률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0.401%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A444859-C0E9-4091-8A60-22C24D6C9A1E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7" name="내용 개체 틀 20">
            <a:extLst>
              <a:ext uri="{FF2B5EF4-FFF2-40B4-BE49-F238E27FC236}">
                <a16:creationId xmlns:a16="http://schemas.microsoft.com/office/drawing/2014/main" id="{8683792D-AD99-79BB-4AB3-F741A5CE6BA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79751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노칭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음극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) NG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마킹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하프 라미 선별 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A45FCE27-F85A-AA71-3FB5-BD6D1884FB21}"/>
              </a:ext>
            </a:extLst>
          </p:cNvPr>
          <p:cNvGrpSpPr/>
          <p:nvPr/>
        </p:nvGrpSpPr>
        <p:grpSpPr>
          <a:xfrm>
            <a:off x="1629178" y="3764582"/>
            <a:ext cx="4993578" cy="1570252"/>
            <a:chOff x="-4886156" y="4322881"/>
            <a:chExt cx="5492936" cy="2090008"/>
          </a:xfrm>
        </p:grpSpPr>
        <p:grpSp>
          <p:nvGrpSpPr>
            <p:cNvPr id="99" name="그룹 98">
              <a:extLst>
                <a:ext uri="{FF2B5EF4-FFF2-40B4-BE49-F238E27FC236}">
                  <a16:creationId xmlns:a16="http://schemas.microsoft.com/office/drawing/2014/main" id="{331C1FD6-59EA-4309-6125-D86E6CAEB7A0}"/>
                </a:ext>
              </a:extLst>
            </p:cNvPr>
            <p:cNvGrpSpPr/>
            <p:nvPr/>
          </p:nvGrpSpPr>
          <p:grpSpPr>
            <a:xfrm>
              <a:off x="-4780800" y="4602394"/>
              <a:ext cx="3382851" cy="1566993"/>
              <a:chOff x="279915" y="4132709"/>
              <a:chExt cx="4502575" cy="2085667"/>
            </a:xfrm>
          </p:grpSpPr>
          <p:pic>
            <p:nvPicPr>
              <p:cNvPr id="125" name="그림 124">
                <a:extLst>
                  <a:ext uri="{FF2B5EF4-FFF2-40B4-BE49-F238E27FC236}">
                    <a16:creationId xmlns:a16="http://schemas.microsoft.com/office/drawing/2014/main" id="{EA061AB8-9A21-5276-2C73-F143499EE4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rcRect b="49361"/>
              <a:stretch/>
            </p:blipFill>
            <p:spPr>
              <a:xfrm>
                <a:off x="279915" y="4132709"/>
                <a:ext cx="4502575" cy="2085667"/>
              </a:xfrm>
              <a:prstGeom prst="rect">
                <a:avLst/>
              </a:prstGeom>
              <a:ln>
                <a:solidFill>
                  <a:sysClr val="windowText" lastClr="000000">
                    <a:lumMod val="50000"/>
                    <a:lumOff val="50000"/>
                  </a:sysClr>
                </a:solidFill>
              </a:ln>
            </p:spPr>
          </p:pic>
          <p:cxnSp>
            <p:nvCxnSpPr>
              <p:cNvPr id="126" name="직선 연결선 125">
                <a:extLst>
                  <a:ext uri="{FF2B5EF4-FFF2-40B4-BE49-F238E27FC236}">
                    <a16:creationId xmlns:a16="http://schemas.microsoft.com/office/drawing/2014/main" id="{88E1125B-30FB-96D4-5A20-D6ECBDE28328}"/>
                  </a:ext>
                </a:extLst>
              </p:cNvPr>
              <p:cNvCxnSpPr/>
              <p:nvPr/>
            </p:nvCxnSpPr>
            <p:spPr>
              <a:xfrm>
                <a:off x="783771" y="5138058"/>
                <a:ext cx="387048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FF0000"/>
                </a:solidFill>
                <a:prstDash val="dash"/>
                <a:miter lim="800000"/>
              </a:ln>
              <a:effectLst/>
            </p:spPr>
          </p:cxnSp>
          <p:cxnSp>
            <p:nvCxnSpPr>
              <p:cNvPr id="127" name="직선 연결선 126">
                <a:extLst>
                  <a:ext uri="{FF2B5EF4-FFF2-40B4-BE49-F238E27FC236}">
                    <a16:creationId xmlns:a16="http://schemas.microsoft.com/office/drawing/2014/main" id="{3EAC646C-9520-C5FF-F258-719D0EC00D4E}"/>
                  </a:ext>
                </a:extLst>
              </p:cNvPr>
              <p:cNvCxnSpPr/>
              <p:nvPr/>
            </p:nvCxnSpPr>
            <p:spPr>
              <a:xfrm>
                <a:off x="783771" y="4894218"/>
                <a:ext cx="387048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FF0000"/>
                </a:solidFill>
                <a:prstDash val="dash"/>
                <a:miter lim="800000"/>
              </a:ln>
              <a:effectLst/>
            </p:spPr>
          </p:cxnSp>
        </p:grpSp>
        <p:grpSp>
          <p:nvGrpSpPr>
            <p:cNvPr id="104" name="그룹 103">
              <a:extLst>
                <a:ext uri="{FF2B5EF4-FFF2-40B4-BE49-F238E27FC236}">
                  <a16:creationId xmlns:a16="http://schemas.microsoft.com/office/drawing/2014/main" id="{2F19F779-A2D1-D3BC-11EE-E2079D217A9E}"/>
                </a:ext>
              </a:extLst>
            </p:cNvPr>
            <p:cNvGrpSpPr/>
            <p:nvPr/>
          </p:nvGrpSpPr>
          <p:grpSpPr>
            <a:xfrm>
              <a:off x="-1265778" y="5607049"/>
              <a:ext cx="1156335" cy="564347"/>
              <a:chOff x="4055478" y="3281794"/>
              <a:chExt cx="1051215" cy="513041"/>
            </a:xfrm>
          </p:grpSpPr>
          <p:sp>
            <p:nvSpPr>
              <p:cNvPr id="111" name="타원 23">
                <a:extLst>
                  <a:ext uri="{FF2B5EF4-FFF2-40B4-BE49-F238E27FC236}">
                    <a16:creationId xmlns:a16="http://schemas.microsoft.com/office/drawing/2014/main" id="{663609B1-0ADC-4651-0304-B4976511FF43}"/>
                  </a:ext>
                </a:extLst>
              </p:cNvPr>
              <p:cNvSpPr/>
              <p:nvPr/>
            </p:nvSpPr>
            <p:spPr>
              <a:xfrm>
                <a:off x="4055478" y="3339089"/>
                <a:ext cx="112330" cy="112330"/>
              </a:xfrm>
              <a:prstGeom prst="rect">
                <a:avLst/>
              </a:prstGeom>
              <a:solidFill>
                <a:srgbClr val="FF4E33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12" name="타원 24">
                <a:extLst>
                  <a:ext uri="{FF2B5EF4-FFF2-40B4-BE49-F238E27FC236}">
                    <a16:creationId xmlns:a16="http://schemas.microsoft.com/office/drawing/2014/main" id="{37390989-9C15-48BB-8848-6495D0E59247}"/>
                  </a:ext>
                </a:extLst>
              </p:cNvPr>
              <p:cNvSpPr/>
              <p:nvPr/>
            </p:nvSpPr>
            <p:spPr>
              <a:xfrm>
                <a:off x="4055478" y="3466504"/>
                <a:ext cx="112330" cy="112330"/>
              </a:xfrm>
              <a:prstGeom prst="rect">
                <a:avLst/>
              </a:prstGeom>
              <a:solidFill>
                <a:srgbClr val="6489FA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13" name="타원 25">
                <a:extLst>
                  <a:ext uri="{FF2B5EF4-FFF2-40B4-BE49-F238E27FC236}">
                    <a16:creationId xmlns:a16="http://schemas.microsoft.com/office/drawing/2014/main" id="{D5EDC4A7-3988-F6F3-953B-AFE5E51C8181}"/>
                  </a:ext>
                </a:extLst>
              </p:cNvPr>
              <p:cNvSpPr/>
              <p:nvPr/>
            </p:nvSpPr>
            <p:spPr>
              <a:xfrm>
                <a:off x="4056390" y="3593920"/>
                <a:ext cx="112330" cy="112330"/>
              </a:xfrm>
              <a:prstGeom prst="rect">
                <a:avLst/>
              </a:prstGeom>
              <a:solidFill>
                <a:srgbClr val="72BEED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75914B6E-E458-4D50-DD63-A824C849B4C4}"/>
                  </a:ext>
                </a:extLst>
              </p:cNvPr>
              <p:cNvSpPr txBox="1"/>
              <p:nvPr/>
            </p:nvSpPr>
            <p:spPr>
              <a:xfrm>
                <a:off x="4111643" y="3281794"/>
                <a:ext cx="995050" cy="2420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 : 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하프 라미</a:t>
                </a: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A7C67856-2F85-E4E7-1863-D89FBDC74DAE}"/>
                  </a:ext>
                </a:extLst>
              </p:cNvPr>
              <p:cNvSpPr txBox="1"/>
              <p:nvPr/>
            </p:nvSpPr>
            <p:spPr>
              <a:xfrm>
                <a:off x="4111643" y="3414947"/>
                <a:ext cx="995050" cy="2420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 : 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라미 </a:t>
                </a: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#26 Line</a:t>
                </a:r>
                <a:endPara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</p:txBody>
          </p:sp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6A4732D-9253-A72F-CB1E-51DB829D5AE0}"/>
                  </a:ext>
                </a:extLst>
              </p:cNvPr>
              <p:cNvSpPr txBox="1"/>
              <p:nvPr/>
            </p:nvSpPr>
            <p:spPr>
              <a:xfrm>
                <a:off x="4111643" y="3552768"/>
                <a:ext cx="995050" cy="2420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 : 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라미 </a:t>
                </a: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#28 Line</a:t>
                </a:r>
                <a:endPara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</p:txBody>
          </p:sp>
        </p:grp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16D6FDF6-F355-2814-8F2F-515B728E3B78}"/>
                </a:ext>
              </a:extLst>
            </p:cNvPr>
            <p:cNvSpPr txBox="1"/>
            <p:nvPr/>
          </p:nvSpPr>
          <p:spPr>
            <a:xfrm>
              <a:off x="-1326732" y="5192250"/>
              <a:ext cx="1933512" cy="5158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7078" marR="0" lvl="0" indent="-87078" defTabSz="44783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검증 모델 </a:t>
              </a: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: E128A</a:t>
              </a:r>
            </a:p>
            <a:p>
              <a:pPr marL="87078" marR="0" lvl="0" indent="-87078" defTabSz="44783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기간 </a:t>
              </a: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: 5/12 ~ 5/17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26729DF-E055-77F1-2D79-5BD8B64CA14F}"/>
                </a:ext>
              </a:extLst>
            </p:cNvPr>
            <p:cNvSpPr txBox="1"/>
            <p:nvPr/>
          </p:nvSpPr>
          <p:spPr>
            <a:xfrm>
              <a:off x="-4886156" y="4322881"/>
              <a:ext cx="3391859" cy="3130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7078" marR="0" lvl="0" indent="-87078" defTabSz="44783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선별투입 적용 후</a:t>
              </a:r>
              <a:endParaRPr kumimoji="0" lang="en-US" altLang="ko-KR" sz="900" b="0" i="0" u="none" strike="noStrike" kern="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D639792-7C1A-F5FC-AD27-7CCBB4B24D7A}"/>
                </a:ext>
              </a:extLst>
            </p:cNvPr>
            <p:cNvSpPr txBox="1"/>
            <p:nvPr/>
          </p:nvSpPr>
          <p:spPr>
            <a:xfrm>
              <a:off x="-4846399" y="6146616"/>
              <a:ext cx="2002450" cy="26627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(X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축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: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라인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, Y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축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: NG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마킹 수량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525230D1-82AC-7C35-8458-C88F946CCC51}"/>
              </a:ext>
            </a:extLst>
          </p:cNvPr>
          <p:cNvGrpSpPr/>
          <p:nvPr/>
        </p:nvGrpSpPr>
        <p:grpSpPr>
          <a:xfrm>
            <a:off x="1593034" y="2327497"/>
            <a:ext cx="4441960" cy="1436326"/>
            <a:chOff x="-4886156" y="2283701"/>
            <a:chExt cx="4886156" cy="2102926"/>
          </a:xfrm>
        </p:grpSpPr>
        <p:pic>
          <p:nvPicPr>
            <p:cNvPr id="98" name="그림 97">
              <a:extLst>
                <a:ext uri="{FF2B5EF4-FFF2-40B4-BE49-F238E27FC236}">
                  <a16:creationId xmlns:a16="http://schemas.microsoft.com/office/drawing/2014/main" id="{3677D267-823A-A89A-6B77-AF2738BCF0A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50639"/>
            <a:stretch/>
          </p:blipFill>
          <p:spPr>
            <a:xfrm>
              <a:off x="-4780800" y="2583177"/>
              <a:ext cx="3382851" cy="1527436"/>
            </a:xfrm>
            <a:prstGeom prst="rect">
              <a:avLst/>
            </a:prstGeom>
            <a:ln>
              <a:solidFill>
                <a:sysClr val="windowText" lastClr="000000">
                  <a:lumMod val="50000"/>
                  <a:lumOff val="50000"/>
                </a:sysClr>
              </a:solidFill>
            </a:ln>
          </p:spPr>
        </p:pic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92B3FDD-1EEF-216B-21A2-EA21C91398EB}"/>
                </a:ext>
              </a:extLst>
            </p:cNvPr>
            <p:cNvSpPr txBox="1"/>
            <p:nvPr/>
          </p:nvSpPr>
          <p:spPr>
            <a:xfrm>
              <a:off x="-4886156" y="2283701"/>
              <a:ext cx="3391859" cy="3443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7078" marR="0" lvl="0" indent="-87078" defTabSz="44783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선별투입 적용 전</a:t>
              </a:r>
              <a:endPara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03" name="그룹 102">
              <a:extLst>
                <a:ext uri="{FF2B5EF4-FFF2-40B4-BE49-F238E27FC236}">
                  <a16:creationId xmlns:a16="http://schemas.microsoft.com/office/drawing/2014/main" id="{E6D2C220-5225-AEA7-CB45-FAE6F744863B}"/>
                </a:ext>
              </a:extLst>
            </p:cNvPr>
            <p:cNvGrpSpPr/>
            <p:nvPr/>
          </p:nvGrpSpPr>
          <p:grpSpPr>
            <a:xfrm>
              <a:off x="-1265778" y="3609413"/>
              <a:ext cx="1156335" cy="590973"/>
              <a:chOff x="4055478" y="3281794"/>
              <a:chExt cx="1051215" cy="537247"/>
            </a:xfrm>
          </p:grpSpPr>
          <p:sp>
            <p:nvSpPr>
              <p:cNvPr id="119" name="타원 23">
                <a:extLst>
                  <a:ext uri="{FF2B5EF4-FFF2-40B4-BE49-F238E27FC236}">
                    <a16:creationId xmlns:a16="http://schemas.microsoft.com/office/drawing/2014/main" id="{31116301-F9C3-BA22-47EA-FBAA110CB3CC}"/>
                  </a:ext>
                </a:extLst>
              </p:cNvPr>
              <p:cNvSpPr/>
              <p:nvPr/>
            </p:nvSpPr>
            <p:spPr>
              <a:xfrm>
                <a:off x="4055478" y="3339089"/>
                <a:ext cx="112330" cy="112330"/>
              </a:xfrm>
              <a:prstGeom prst="rect">
                <a:avLst/>
              </a:prstGeom>
              <a:solidFill>
                <a:srgbClr val="FF4E33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20" name="타원 24">
                <a:extLst>
                  <a:ext uri="{FF2B5EF4-FFF2-40B4-BE49-F238E27FC236}">
                    <a16:creationId xmlns:a16="http://schemas.microsoft.com/office/drawing/2014/main" id="{9260E718-1847-82FC-2182-31475A3ECF91}"/>
                  </a:ext>
                </a:extLst>
              </p:cNvPr>
              <p:cNvSpPr/>
              <p:nvPr/>
            </p:nvSpPr>
            <p:spPr>
              <a:xfrm>
                <a:off x="4055478" y="3466504"/>
                <a:ext cx="112330" cy="112330"/>
              </a:xfrm>
              <a:prstGeom prst="rect">
                <a:avLst/>
              </a:prstGeom>
              <a:solidFill>
                <a:srgbClr val="6489FA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21" name="타원 25">
                <a:extLst>
                  <a:ext uri="{FF2B5EF4-FFF2-40B4-BE49-F238E27FC236}">
                    <a16:creationId xmlns:a16="http://schemas.microsoft.com/office/drawing/2014/main" id="{F6B2449D-FB68-541C-C684-C86D24A71A4C}"/>
                  </a:ext>
                </a:extLst>
              </p:cNvPr>
              <p:cNvSpPr/>
              <p:nvPr/>
            </p:nvSpPr>
            <p:spPr>
              <a:xfrm>
                <a:off x="4056390" y="3593920"/>
                <a:ext cx="112330" cy="112330"/>
              </a:xfrm>
              <a:prstGeom prst="rect">
                <a:avLst/>
              </a:prstGeom>
              <a:solidFill>
                <a:srgbClr val="72BEED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A35A263B-9369-B2CC-FF73-C0C08C180B7F}"/>
                  </a:ext>
                </a:extLst>
              </p:cNvPr>
              <p:cNvSpPr txBox="1"/>
              <p:nvPr/>
            </p:nvSpPr>
            <p:spPr>
              <a:xfrm>
                <a:off x="4111643" y="3281794"/>
                <a:ext cx="995050" cy="2662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 : 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하프 라미</a:t>
                </a:r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EF6EC58B-229B-18E4-41C2-45D3965EC331}"/>
                  </a:ext>
                </a:extLst>
              </p:cNvPr>
              <p:cNvSpPr txBox="1"/>
              <p:nvPr/>
            </p:nvSpPr>
            <p:spPr>
              <a:xfrm>
                <a:off x="4111643" y="3414947"/>
                <a:ext cx="995050" cy="2662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 : 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라미 </a:t>
                </a: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#26 Line</a:t>
                </a:r>
                <a:endPara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92949BA-014F-47B4-67A7-73FF3C6000E9}"/>
                  </a:ext>
                </a:extLst>
              </p:cNvPr>
              <p:cNvSpPr txBox="1"/>
              <p:nvPr/>
            </p:nvSpPr>
            <p:spPr>
              <a:xfrm>
                <a:off x="4111643" y="3552768"/>
                <a:ext cx="995050" cy="2662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 : 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라미 </a:t>
                </a: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#28 Line</a:t>
                </a:r>
                <a:endPara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</p:txBody>
          </p: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DBDF57F4-9F89-19A8-8EE5-AAB8E5624BDC}"/>
                </a:ext>
              </a:extLst>
            </p:cNvPr>
            <p:cNvSpPr txBox="1"/>
            <p:nvPr/>
          </p:nvSpPr>
          <p:spPr>
            <a:xfrm>
              <a:off x="-1326732" y="3166180"/>
              <a:ext cx="1326732" cy="5674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7078" marR="0" lvl="0" indent="-87078" defTabSz="44783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검증 모델 </a:t>
              </a: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: E128A</a:t>
              </a:r>
            </a:p>
            <a:p>
              <a:pPr marL="87078" marR="0" lvl="0" indent="-87078" defTabSz="44783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기간 </a:t>
              </a: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: 5/5 ~ 5/12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DE41AC6-BCB5-8D18-6888-62E649087322}"/>
                </a:ext>
              </a:extLst>
            </p:cNvPr>
            <p:cNvSpPr txBox="1"/>
            <p:nvPr/>
          </p:nvSpPr>
          <p:spPr>
            <a:xfrm>
              <a:off x="-4846398" y="4093726"/>
              <a:ext cx="1606732" cy="29290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(X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축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: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라인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, Y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축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: NG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마킹 수량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)</a:t>
              </a:r>
              <a:endPara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02EDBA20-92C0-C65B-8D53-314D8DD0413B}"/>
              </a:ext>
            </a:extLst>
          </p:cNvPr>
          <p:cNvGrpSpPr/>
          <p:nvPr/>
        </p:nvGrpSpPr>
        <p:grpSpPr>
          <a:xfrm>
            <a:off x="6026571" y="2218461"/>
            <a:ext cx="3678482" cy="3252907"/>
            <a:chOff x="11382998" y="2955712"/>
            <a:chExt cx="3751154" cy="3674413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764FB2F-83C9-EE1B-EAA9-55DB5D5E30BD}"/>
                </a:ext>
              </a:extLst>
            </p:cNvPr>
            <p:cNvSpPr/>
            <p:nvPr/>
          </p:nvSpPr>
          <p:spPr>
            <a:xfrm>
              <a:off x="13560350" y="2955712"/>
              <a:ext cx="1573802" cy="3674413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7C094143-45D0-F348-09FB-F0F44419B5BF}"/>
                </a:ext>
              </a:extLst>
            </p:cNvPr>
            <p:cNvGrpSpPr/>
            <p:nvPr/>
          </p:nvGrpSpPr>
          <p:grpSpPr>
            <a:xfrm>
              <a:off x="11382998" y="3020628"/>
              <a:ext cx="3751148" cy="3609497"/>
              <a:chOff x="5242798" y="2566201"/>
              <a:chExt cx="4126268" cy="3970447"/>
            </a:xfrm>
          </p:grpSpPr>
          <p:graphicFrame>
            <p:nvGraphicFramePr>
              <p:cNvPr id="9" name="차트 8">
                <a:extLst>
                  <a:ext uri="{FF2B5EF4-FFF2-40B4-BE49-F238E27FC236}">
                    <a16:creationId xmlns:a16="http://schemas.microsoft.com/office/drawing/2014/main" id="{4FCAABAF-1748-8819-6C4B-CC3C609525F1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76295912"/>
                  </p:ext>
                </p:extLst>
              </p:nvPr>
            </p:nvGraphicFramePr>
            <p:xfrm>
              <a:off x="5363653" y="2766104"/>
              <a:ext cx="3998620" cy="1594556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graphicFrame>
            <p:nvGraphicFramePr>
              <p:cNvPr id="10" name="차트 9">
                <a:extLst>
                  <a:ext uri="{FF2B5EF4-FFF2-40B4-BE49-F238E27FC236}">
                    <a16:creationId xmlns:a16="http://schemas.microsoft.com/office/drawing/2014/main" id="{08E9BD78-8CF5-666A-35EF-25C3BB0BA784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3679876669"/>
                  </p:ext>
                </p:extLst>
              </p:nvPr>
            </p:nvGraphicFramePr>
            <p:xfrm>
              <a:off x="5339903" y="4487964"/>
              <a:ext cx="4029163" cy="1684073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5"/>
              </a:graphicData>
            </a:graphic>
          </p:graphicFrame>
          <p:cxnSp>
            <p:nvCxnSpPr>
              <p:cNvPr id="12" name="직선 화살표 연결선 11">
                <a:extLst>
                  <a:ext uri="{FF2B5EF4-FFF2-40B4-BE49-F238E27FC236}">
                    <a16:creationId xmlns:a16="http://schemas.microsoft.com/office/drawing/2014/main" id="{296DB004-3823-3ECB-0C65-583BEC8383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0663" y="2955741"/>
                <a:ext cx="1510685" cy="159083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FBB2BAA-B7F1-13E9-6C81-82C96449E874}"/>
                  </a:ext>
                </a:extLst>
              </p:cNvPr>
              <p:cNvSpPr txBox="1"/>
              <p:nvPr/>
            </p:nvSpPr>
            <p:spPr>
              <a:xfrm>
                <a:off x="7802879" y="2782284"/>
                <a:ext cx="1346259" cy="2200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NG Mark </a:t>
                </a: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불량률 </a:t>
                </a: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:</a:t>
                </a: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 </a:t>
                </a: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-0.14%</a:t>
                </a:r>
                <a:endPara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  <p:cxnSp>
            <p:nvCxnSpPr>
              <p:cNvPr id="14" name="직선 화살표 연결선 13">
                <a:extLst>
                  <a:ext uri="{FF2B5EF4-FFF2-40B4-BE49-F238E27FC236}">
                    <a16:creationId xmlns:a16="http://schemas.microsoft.com/office/drawing/2014/main" id="{E819AF80-8ED2-4526-4A28-3A2592EAB9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5531" y="4980901"/>
                <a:ext cx="1794028" cy="8136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20B37B8-8DB8-A70E-46F9-367C3A85CC22}"/>
                  </a:ext>
                </a:extLst>
              </p:cNvPr>
              <p:cNvSpPr txBox="1"/>
              <p:nvPr/>
            </p:nvSpPr>
            <p:spPr>
              <a:xfrm>
                <a:off x="7068506" y="4658318"/>
                <a:ext cx="22074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일반 라미 </a:t>
                </a: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NG Mark </a:t>
                </a: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불량률 </a:t>
                </a: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: -0.1%</a:t>
                </a:r>
                <a:b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</a:b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하프 라미 </a:t>
                </a: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NG Mark </a:t>
                </a: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불량률 </a:t>
                </a: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: +0.54%</a:t>
                </a:r>
                <a:endPara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  <p:grpSp>
            <p:nvGrpSpPr>
              <p:cNvPr id="16" name="그룹 15">
                <a:extLst>
                  <a:ext uri="{FF2B5EF4-FFF2-40B4-BE49-F238E27FC236}">
                    <a16:creationId xmlns:a16="http://schemas.microsoft.com/office/drawing/2014/main" id="{BF75395D-F91A-8475-7805-C2F9536423E0}"/>
                  </a:ext>
                </a:extLst>
              </p:cNvPr>
              <p:cNvGrpSpPr/>
              <p:nvPr/>
            </p:nvGrpSpPr>
            <p:grpSpPr>
              <a:xfrm>
                <a:off x="6132926" y="6049483"/>
                <a:ext cx="3142980" cy="220061"/>
                <a:chOff x="6690201" y="6674932"/>
                <a:chExt cx="3142980" cy="200055"/>
              </a:xfrm>
            </p:grpSpPr>
            <p:grpSp>
              <p:nvGrpSpPr>
                <p:cNvPr id="23" name="그룹 22">
                  <a:extLst>
                    <a:ext uri="{FF2B5EF4-FFF2-40B4-BE49-F238E27FC236}">
                      <a16:creationId xmlns:a16="http://schemas.microsoft.com/office/drawing/2014/main" id="{194ED215-4FFC-FEFF-1277-18556559C703}"/>
                    </a:ext>
                  </a:extLst>
                </p:cNvPr>
                <p:cNvGrpSpPr/>
                <p:nvPr/>
              </p:nvGrpSpPr>
              <p:grpSpPr>
                <a:xfrm>
                  <a:off x="7676378" y="6674932"/>
                  <a:ext cx="1091706" cy="200055"/>
                  <a:chOff x="8081431" y="6675648"/>
                  <a:chExt cx="1091706" cy="200055"/>
                </a:xfrm>
              </p:grpSpPr>
              <p:sp>
                <p:nvSpPr>
                  <p:cNvPr id="31" name="TextBox 30">
                    <a:extLst>
                      <a:ext uri="{FF2B5EF4-FFF2-40B4-BE49-F238E27FC236}">
                        <a16:creationId xmlns:a16="http://schemas.microsoft.com/office/drawing/2014/main" id="{7A732992-2DF1-003F-753C-BAA8600EC140}"/>
                      </a:ext>
                    </a:extLst>
                  </p:cNvPr>
                  <p:cNvSpPr txBox="1"/>
                  <p:nvPr/>
                </p:nvSpPr>
                <p:spPr>
                  <a:xfrm>
                    <a:off x="8111826" y="6675648"/>
                    <a:ext cx="1061311" cy="20005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rPr>
                      <a:t> : </a:t>
                    </a:r>
                    <a:r>
                      <a: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rPr>
                      <a:t>일반 라미 불량률</a:t>
                    </a:r>
                  </a:p>
                </p:txBody>
              </p:sp>
              <p:sp>
                <p:nvSpPr>
                  <p:cNvPr id="32" name="직사각형 31">
                    <a:extLst>
                      <a:ext uri="{FF2B5EF4-FFF2-40B4-BE49-F238E27FC236}">
                        <a16:creationId xmlns:a16="http://schemas.microsoft.com/office/drawing/2014/main" id="{81A4A4E8-DBDF-8D42-DC0B-204B05EB7D44}"/>
                      </a:ext>
                    </a:extLst>
                  </p:cNvPr>
                  <p:cNvSpPr/>
                  <p:nvPr/>
                </p:nvSpPr>
                <p:spPr>
                  <a:xfrm>
                    <a:off x="8081431" y="6741116"/>
                    <a:ext cx="108000" cy="108000"/>
                  </a:xfrm>
                  <a:prstGeom prst="rect">
                    <a:avLst/>
                  </a:prstGeom>
                  <a:solidFill>
                    <a:srgbClr val="196B2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LG스마트체 Regular" panose="020B0600000101010101" pitchFamily="50" charset="-127"/>
                      <a:ea typeface="LG스마트체 Regular" panose="020B0600000101010101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24" name="그룹 23">
                  <a:extLst>
                    <a:ext uri="{FF2B5EF4-FFF2-40B4-BE49-F238E27FC236}">
                      <a16:creationId xmlns:a16="http://schemas.microsoft.com/office/drawing/2014/main" id="{DE0ECFBC-DCC9-EFEB-1832-F7C51DEEA01A}"/>
                    </a:ext>
                  </a:extLst>
                </p:cNvPr>
                <p:cNvGrpSpPr/>
                <p:nvPr/>
              </p:nvGrpSpPr>
              <p:grpSpPr>
                <a:xfrm>
                  <a:off x="8773860" y="6674932"/>
                  <a:ext cx="1059321" cy="200055"/>
                  <a:chOff x="8076612" y="6881225"/>
                  <a:chExt cx="1059321" cy="200055"/>
                </a:xfrm>
              </p:grpSpPr>
              <p:sp>
                <p:nvSpPr>
                  <p:cNvPr id="29" name="직사각형 28">
                    <a:extLst>
                      <a:ext uri="{FF2B5EF4-FFF2-40B4-BE49-F238E27FC236}">
                        <a16:creationId xmlns:a16="http://schemas.microsoft.com/office/drawing/2014/main" id="{53CCEA55-A777-3CC0-B5B7-E8EBA076A260}"/>
                      </a:ext>
                    </a:extLst>
                  </p:cNvPr>
                  <p:cNvSpPr/>
                  <p:nvPr/>
                </p:nvSpPr>
                <p:spPr>
                  <a:xfrm>
                    <a:off x="8076612" y="6940121"/>
                    <a:ext cx="108000" cy="108000"/>
                  </a:xfrm>
                  <a:prstGeom prst="rect">
                    <a:avLst/>
                  </a:prstGeom>
                  <a:solidFill>
                    <a:srgbClr val="E9713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LG스마트체 Regular" panose="020B0600000101010101" pitchFamily="50" charset="-127"/>
                      <a:ea typeface="LG스마트체 Regular" panose="020B0600000101010101" pitchFamily="50" charset="-127"/>
                      <a:cs typeface="+mn-cs"/>
                    </a:endParaRPr>
                  </a:p>
                </p:txBody>
              </p:sp>
              <p:sp>
                <p:nvSpPr>
                  <p:cNvPr id="30" name="TextBox 29">
                    <a:extLst>
                      <a:ext uri="{FF2B5EF4-FFF2-40B4-BE49-F238E27FC236}">
                        <a16:creationId xmlns:a16="http://schemas.microsoft.com/office/drawing/2014/main" id="{DFFAC8A9-C75F-2F5F-27F1-BE3FA0A873A4}"/>
                      </a:ext>
                    </a:extLst>
                  </p:cNvPr>
                  <p:cNvSpPr txBox="1"/>
                  <p:nvPr/>
                </p:nvSpPr>
                <p:spPr>
                  <a:xfrm>
                    <a:off x="8111826" y="6881225"/>
                    <a:ext cx="1024107" cy="20005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rPr>
                      <a:t> : </a:t>
                    </a:r>
                    <a:r>
                      <a: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rPr>
                      <a:t>하프 라미 불량률</a:t>
                    </a:r>
                  </a:p>
                </p:txBody>
              </p:sp>
            </p:grpSp>
            <p:grpSp>
              <p:nvGrpSpPr>
                <p:cNvPr id="25" name="그룹 24">
                  <a:extLst>
                    <a:ext uri="{FF2B5EF4-FFF2-40B4-BE49-F238E27FC236}">
                      <a16:creationId xmlns:a16="http://schemas.microsoft.com/office/drawing/2014/main" id="{7430D108-661F-5AF1-9364-49DD6F6335D9}"/>
                    </a:ext>
                  </a:extLst>
                </p:cNvPr>
                <p:cNvGrpSpPr/>
                <p:nvPr/>
              </p:nvGrpSpPr>
              <p:grpSpPr>
                <a:xfrm>
                  <a:off x="6690201" y="6674932"/>
                  <a:ext cx="1130348" cy="200055"/>
                  <a:chOff x="8081431" y="6675648"/>
                  <a:chExt cx="1130348" cy="200055"/>
                </a:xfrm>
              </p:grpSpPr>
              <p:sp>
                <p:nvSpPr>
                  <p:cNvPr id="26" name="TextBox 25">
                    <a:extLst>
                      <a:ext uri="{FF2B5EF4-FFF2-40B4-BE49-F238E27FC236}">
                        <a16:creationId xmlns:a16="http://schemas.microsoft.com/office/drawing/2014/main" id="{04EE0143-D192-FED3-114C-FFE125736D92}"/>
                      </a:ext>
                    </a:extLst>
                  </p:cNvPr>
                  <p:cNvSpPr txBox="1"/>
                  <p:nvPr/>
                </p:nvSpPr>
                <p:spPr>
                  <a:xfrm>
                    <a:off x="8111827" y="6675648"/>
                    <a:ext cx="1099952" cy="20005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rPr>
                      <a:t> : </a:t>
                    </a:r>
                    <a:r>
                      <a: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rPr>
                      <a:t>전체 불량률</a:t>
                    </a:r>
                  </a:p>
                </p:txBody>
              </p:sp>
              <p:sp>
                <p:nvSpPr>
                  <p:cNvPr id="27" name="직사각형 26">
                    <a:extLst>
                      <a:ext uri="{FF2B5EF4-FFF2-40B4-BE49-F238E27FC236}">
                        <a16:creationId xmlns:a16="http://schemas.microsoft.com/office/drawing/2014/main" id="{397FCF58-8B37-6B0B-77FA-C61644884A70}"/>
                      </a:ext>
                    </a:extLst>
                  </p:cNvPr>
                  <p:cNvSpPr/>
                  <p:nvPr/>
                </p:nvSpPr>
                <p:spPr>
                  <a:xfrm>
                    <a:off x="8081431" y="6741116"/>
                    <a:ext cx="108000" cy="108000"/>
                  </a:xfrm>
                  <a:prstGeom prst="rect">
                    <a:avLst/>
                  </a:prstGeom>
                  <a:solidFill>
                    <a:srgbClr val="15608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LG스마트체 Regular" panose="020B0600000101010101" pitchFamily="50" charset="-127"/>
                      <a:ea typeface="LG스마트체 Regular" panose="020B0600000101010101" pitchFamily="50" charset="-127"/>
                      <a:cs typeface="+mn-cs"/>
                    </a:endParaRPr>
                  </a:p>
                </p:txBody>
              </p:sp>
            </p:grpSp>
          </p:grpSp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4D183B87-2228-9AE7-BFDE-C8C1504E32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4521" y="2890006"/>
                <a:ext cx="0" cy="3407257"/>
              </a:xfrm>
              <a:prstGeom prst="line">
                <a:avLst/>
              </a:prstGeom>
              <a:ln>
                <a:solidFill>
                  <a:srgbClr val="00B0F0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F4BBC2E-69BA-2414-8648-C3839E934D2C}"/>
                  </a:ext>
                </a:extLst>
              </p:cNvPr>
              <p:cNvSpPr txBox="1"/>
              <p:nvPr/>
            </p:nvSpPr>
            <p:spPr>
              <a:xfrm>
                <a:off x="7641386" y="6316587"/>
                <a:ext cx="1719513" cy="2200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* W23 : 5/31 ~ 6/4 </a:t>
                </a:r>
                <a:r>
                  <a:rPr kumimoji="0" lang="ko-KR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데이터 기준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0EAD492-60EB-ACFF-11B1-B4142098E002}"/>
                  </a:ext>
                </a:extLst>
              </p:cNvPr>
              <p:cNvSpPr txBox="1"/>
              <p:nvPr/>
            </p:nvSpPr>
            <p:spPr>
              <a:xfrm>
                <a:off x="5242798" y="2566201"/>
                <a:ext cx="2019142" cy="23698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[</a:t>
                </a: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전체 라인 라미 </a:t>
                </a: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NG Mark </a:t>
                </a: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불량률</a:t>
                </a: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]</a:t>
                </a:r>
                <a:endPara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FB04245-4856-9D4D-D813-86ACE2866238}"/>
                  </a:ext>
                </a:extLst>
              </p:cNvPr>
              <p:cNvSpPr txBox="1"/>
              <p:nvPr/>
            </p:nvSpPr>
            <p:spPr>
              <a:xfrm>
                <a:off x="5242798" y="4342828"/>
                <a:ext cx="2019142" cy="23698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[</a:t>
                </a: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일반</a:t>
                </a: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/</a:t>
                </a: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하프 라인 라미 </a:t>
                </a: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NG Mark </a:t>
                </a: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불량률</a:t>
                </a: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]</a:t>
                </a:r>
                <a:endPara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9A4F36AB-D018-EF58-55B4-D4004A05F174}"/>
                  </a:ext>
                </a:extLst>
              </p:cNvPr>
              <p:cNvSpPr txBox="1"/>
              <p:nvPr/>
            </p:nvSpPr>
            <p:spPr>
              <a:xfrm>
                <a:off x="6711205" y="2689969"/>
                <a:ext cx="2019142" cy="23698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F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(</a:t>
                </a: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F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선별투입 적용 주</a:t>
                </a:r>
                <a:r>
                  <a:rPr kumimoji="0" lang="en-US" altLang="ko-KR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F0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)</a:t>
                </a:r>
                <a:endPara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D3FF904E-E9E2-08F6-D30E-80862E458880}"/>
              </a:ext>
            </a:extLst>
          </p:cNvPr>
          <p:cNvSpPr txBox="1"/>
          <p:nvPr/>
        </p:nvSpPr>
        <p:spPr>
          <a:xfrm>
            <a:off x="8229600" y="545398"/>
            <a:ext cx="1640571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7/22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10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시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F6CF37B-AE9B-EBDB-755C-695B96D95E59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779827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8453674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NG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마킹 하프 라미 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4)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타 사이트 전개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조립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 적용하기 위해서는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SKID Loader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전극이 들어왔을 때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하프라미 호기로 지정 투입되는 기능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혼입 모드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 필요하여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설비팀과 혼입 모드  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 가능 여부 확인 중입니다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내 해당 기능 개발 대응하기 위한 제어 담당자 인력 부족으로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외주 업체 고용하여 진행하는 것으로 협의하였습니다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(6/15)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제어팀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CNS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물류 담당자와 함께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6/22(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미팅 진행하였으며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sng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7/15(</a:t>
                      </a:r>
                      <a:r>
                        <a:rPr lang="ko-KR" altLang="en-US" sz="900" b="0" i="0" u="none" strike="sng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</a:t>
                      </a:r>
                      <a:r>
                        <a:rPr lang="en-US" altLang="ko-KR" sz="900" b="0" i="0" u="none" strike="sng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8/3(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까지 혼입모드 개발 협의하였습니다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PLC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제어 대응 외주 인원 고용 비용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(4,000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만원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이관 위한 서면 보고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(6/22),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조정 품의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(6/23)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제어 인원은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7/20(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부터 대응 시작하여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7/22(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리뷰 후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8/3(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1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차 테스트 계획입니다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ESMI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대상 확산전개 위한 생산 물류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PI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팀과 미팅 진행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(7/8)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하였으며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선별투입 포함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 견적 산출 및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9/2(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배포로 일정 수립하였습니다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또한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/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 혼입 모드 기능 개발 여부에 대해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차 확인 결과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 정상 동작 중인 것으로 파악하였습니다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 후 사양 개발하면서 재 확인 예정입니다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현재 법인에서는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마킹이 일정 수량 이상 초과이면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처리 후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하프라미로 투입하는 방식으로 운영 중이나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투입된 전극의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마킹 수량 비교 결과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일반 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라미와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하프 라미 간 수량 차이가 크지 않아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 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마킹 불량률 개선 효과 있을 것으로 판단됩니다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ESOT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에도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ESWA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적용한 로직과 동일하게 전개 진행 예정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(7/22)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생산물류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PI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주관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추진팀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주관으로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전개할 대상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과제 조사 중이며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하프라미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마킹 선별 투입 과제 포함하여 전개 할 계획입니다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A444859-C0E9-4091-8A60-22C24D6C9A1E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7" name="내용 개체 틀 20">
            <a:extLst>
              <a:ext uri="{FF2B5EF4-FFF2-40B4-BE49-F238E27FC236}">
                <a16:creationId xmlns:a16="http://schemas.microsoft.com/office/drawing/2014/main" id="{8683792D-AD99-79BB-4AB3-F741A5CE6BA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79751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노칭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음극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) NG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마킹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하프 라미 선별 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3FF904E-E9E2-08F6-D30E-80862E458880}"/>
              </a:ext>
            </a:extLst>
          </p:cNvPr>
          <p:cNvSpPr txBox="1"/>
          <p:nvPr/>
        </p:nvSpPr>
        <p:spPr>
          <a:xfrm>
            <a:off x="8229600" y="545398"/>
            <a:ext cx="1640571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7/22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10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시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497F6E-2C1E-43ED-DA73-C433E06FFE45}"/>
              </a:ext>
            </a:extLst>
          </p:cNvPr>
          <p:cNvGrpSpPr/>
          <p:nvPr/>
        </p:nvGrpSpPr>
        <p:grpSpPr>
          <a:xfrm>
            <a:off x="6832176" y="2090215"/>
            <a:ext cx="1613280" cy="625650"/>
            <a:chOff x="-2768399" y="2778224"/>
            <a:chExt cx="2361999" cy="757038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349805CB-563C-2741-BB3C-80A7C5E93F71}"/>
                </a:ext>
              </a:extLst>
            </p:cNvPr>
            <p:cNvSpPr/>
            <p:nvPr/>
          </p:nvSpPr>
          <p:spPr>
            <a:xfrm>
              <a:off x="-2768399" y="3110802"/>
              <a:ext cx="789828" cy="42446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ysClr val="windowText" lastClr="000000"/>
                  </a:solidFill>
                  <a:latin typeface="+mj-ea"/>
                  <a:ea typeface="+mj-ea"/>
                </a:rPr>
                <a:t>SKID</a:t>
              </a:r>
            </a:p>
            <a:p>
              <a:pPr algn="ctr"/>
              <a:r>
                <a:rPr lang="en-US" altLang="ko-KR" sz="800">
                  <a:solidFill>
                    <a:sysClr val="windowText" lastClr="000000"/>
                  </a:solidFill>
                  <a:latin typeface="+mj-ea"/>
                  <a:ea typeface="+mj-ea"/>
                </a:rPr>
                <a:t>Loader</a:t>
              </a:r>
              <a:endParaRPr lang="ko-KR" altLang="en-US" sz="800">
                <a:solidFill>
                  <a:sysClr val="windowText" lastClr="000000"/>
                </a:solidFill>
                <a:latin typeface="+mj-ea"/>
                <a:ea typeface="+mj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318DA4D-1533-49E5-5094-EFD9017CC228}"/>
                </a:ext>
              </a:extLst>
            </p:cNvPr>
            <p:cNvSpPr/>
            <p:nvPr/>
          </p:nvSpPr>
          <p:spPr>
            <a:xfrm>
              <a:off x="-1911975" y="3110802"/>
              <a:ext cx="1505575" cy="19581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ysClr val="windowText" lastClr="000000"/>
                  </a:solidFill>
                  <a:latin typeface="+mj-ea"/>
                  <a:ea typeface="+mj-ea"/>
                </a:rPr>
                <a:t>일반 라미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1467660-ED75-9D48-FB36-B5D704DE8DCD}"/>
                </a:ext>
              </a:extLst>
            </p:cNvPr>
            <p:cNvSpPr/>
            <p:nvPr/>
          </p:nvSpPr>
          <p:spPr>
            <a:xfrm>
              <a:off x="-1911975" y="3339446"/>
              <a:ext cx="1505575" cy="195816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rgbClr val="000000"/>
                  </a:solidFill>
                  <a:latin typeface="+mj-ea"/>
                  <a:ea typeface="+mj-ea"/>
                </a:rPr>
                <a:t>하프 라미</a:t>
              </a:r>
            </a:p>
          </p:txBody>
        </p:sp>
        <p:cxnSp>
          <p:nvCxnSpPr>
            <p:cNvPr id="64" name="직선 화살표 연결선 63">
              <a:extLst>
                <a:ext uri="{FF2B5EF4-FFF2-40B4-BE49-F238E27FC236}">
                  <a16:creationId xmlns:a16="http://schemas.microsoft.com/office/drawing/2014/main" id="{7DA9BFCF-4409-4F1F-29B1-464F08BF3BD6}"/>
                </a:ext>
              </a:extLst>
            </p:cNvPr>
            <p:cNvCxnSpPr/>
            <p:nvPr/>
          </p:nvCxnSpPr>
          <p:spPr>
            <a:xfrm>
              <a:off x="-2281383" y="3020291"/>
              <a:ext cx="720438" cy="0"/>
            </a:xfrm>
            <a:prstGeom prst="straightConnector1">
              <a:avLst/>
            </a:prstGeom>
            <a:ln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01FE363E-D998-A392-E6B4-651C5C92C953}"/>
                </a:ext>
              </a:extLst>
            </p:cNvPr>
            <p:cNvSpPr txBox="1"/>
            <p:nvPr/>
          </p:nvSpPr>
          <p:spPr>
            <a:xfrm>
              <a:off x="-2316080" y="2778224"/>
              <a:ext cx="789829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0" kern="1200" noProof="0">
                  <a:latin typeface="LG스마트체 Regular" panose="020B0600000101010101" pitchFamily="50" charset="-127"/>
                  <a:ea typeface="LG스마트체 Regular"/>
                  <a:cs typeface="+mn-cs"/>
                </a:rPr>
                <a:t>물류 흐름</a:t>
              </a:r>
              <a:endParaRPr lang="ko-KR" altLang="en-US" sz="700"/>
            </a:p>
          </p:txBody>
        </p:sp>
      </p:grp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4F302B0-2BEE-6F88-3D74-74A0BF29F0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5730916"/>
              </p:ext>
            </p:extLst>
          </p:nvPr>
        </p:nvGraphicFramePr>
        <p:xfrm>
          <a:off x="1689567" y="2421802"/>
          <a:ext cx="3780000" cy="588126"/>
        </p:xfrm>
        <a:graphic>
          <a:graphicData uri="http://schemas.openxmlformats.org/drawingml/2006/table">
            <a:tbl>
              <a:tblPr/>
              <a:tblGrid>
                <a:gridCol w="493413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2242587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17926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 marT="41564" marB="41564"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혼입모드 기능 개발</a:t>
                      </a:r>
                      <a:b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SKID Loader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하프 라미 지정 반송 기능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~7/15(</a:t>
                      </a:r>
                      <a:r>
                        <a:rPr lang="ko-KR" altLang="en-US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</a:t>
                      </a:r>
                      <a:r>
                        <a:rPr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~8/3(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2030089"/>
                  </a:ext>
                </a:extLst>
              </a:tr>
              <a:tr h="11415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MCS(RTD)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선별 투입 로직 개발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~7/16(</a:t>
                      </a:r>
                      <a:r>
                        <a:rPr lang="ko-KR" altLang="en-US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목</a:t>
                      </a:r>
                      <a:r>
                        <a:rPr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8/7(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7767361"/>
                  </a:ext>
                </a:extLst>
              </a:tr>
            </a:tbl>
          </a:graphicData>
        </a:graphic>
      </p:graphicFrame>
      <p:sp>
        <p:nvSpPr>
          <p:cNvPr id="118" name="TextBox 117">
            <a:extLst>
              <a:ext uri="{FF2B5EF4-FFF2-40B4-BE49-F238E27FC236}">
                <a16:creationId xmlns:a16="http://schemas.microsoft.com/office/drawing/2014/main" id="{0F6CF37B-AE9B-EBDB-755C-695B96D95E59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E7B41FD-A376-9515-003A-5E555EC7A1B7}"/>
              </a:ext>
            </a:extLst>
          </p:cNvPr>
          <p:cNvSpPr txBox="1"/>
          <p:nvPr/>
        </p:nvSpPr>
        <p:spPr>
          <a:xfrm>
            <a:off x="1493248" y="1279807"/>
            <a:ext cx="102832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[ESWA </a:t>
            </a:r>
            <a:r>
              <a:rPr lang="ko-KR" altLang="en-US" sz="800" b="1">
                <a:solidFill>
                  <a:srgbClr val="006600"/>
                </a:solidFill>
                <a:latin typeface="+mj-ea"/>
                <a:ea typeface="+mj-ea"/>
              </a:rPr>
              <a:t>조립 </a:t>
            </a:r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3</a:t>
            </a:r>
            <a:r>
              <a:rPr lang="ko-KR" altLang="en-US" sz="800" b="1">
                <a:solidFill>
                  <a:srgbClr val="006600"/>
                </a:solidFill>
                <a:latin typeface="+mj-ea"/>
                <a:ea typeface="+mj-ea"/>
              </a:rPr>
              <a:t>동</a:t>
            </a:r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]</a:t>
            </a:r>
            <a:endParaRPr lang="ko-KR" altLang="en-US" sz="800" b="1">
              <a:solidFill>
                <a:srgbClr val="006600"/>
              </a:solidFill>
              <a:latin typeface="+mj-ea"/>
              <a:ea typeface="+mj-ea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8D9C544-9DC9-B23B-2546-6CA9EF926D71}"/>
              </a:ext>
            </a:extLst>
          </p:cNvPr>
          <p:cNvSpPr txBox="1"/>
          <p:nvPr/>
        </p:nvSpPr>
        <p:spPr>
          <a:xfrm>
            <a:off x="1493248" y="3106527"/>
            <a:ext cx="102832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[ESMI </a:t>
            </a:r>
            <a:r>
              <a:rPr lang="ko-KR" altLang="en-US" sz="800" b="1">
                <a:solidFill>
                  <a:srgbClr val="006600"/>
                </a:solidFill>
                <a:latin typeface="+mj-ea"/>
                <a:ea typeface="+mj-ea"/>
              </a:rPr>
              <a:t>조립</a:t>
            </a:r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]</a:t>
            </a:r>
            <a:endParaRPr lang="ko-KR" altLang="en-US" sz="800" b="1">
              <a:solidFill>
                <a:srgbClr val="006600"/>
              </a:solidFill>
              <a:latin typeface="+mj-ea"/>
              <a:ea typeface="+mj-ea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2C998EE-CA81-DE5A-71EA-94041B4D10FB}"/>
              </a:ext>
            </a:extLst>
          </p:cNvPr>
          <p:cNvSpPr txBox="1"/>
          <p:nvPr/>
        </p:nvSpPr>
        <p:spPr>
          <a:xfrm>
            <a:off x="1493248" y="5826739"/>
            <a:ext cx="102832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[ESOT]</a:t>
            </a:r>
            <a:endParaRPr lang="ko-KR" altLang="en-US" sz="800" b="1">
              <a:solidFill>
                <a:srgbClr val="006600"/>
              </a:solidFill>
              <a:latin typeface="+mj-ea"/>
              <a:ea typeface="+mj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A296F49-0D66-3B46-2622-A3CD0DC9C6ED}"/>
              </a:ext>
            </a:extLst>
          </p:cNvPr>
          <p:cNvSpPr txBox="1"/>
          <p:nvPr/>
        </p:nvSpPr>
        <p:spPr>
          <a:xfrm>
            <a:off x="1493248" y="6296709"/>
            <a:ext cx="102832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[ESGM1, GM2]</a:t>
            </a:r>
            <a:endParaRPr lang="ko-KR" altLang="en-US" sz="800" b="1">
              <a:solidFill>
                <a:srgbClr val="006600"/>
              </a:solidFill>
              <a:latin typeface="+mj-ea"/>
              <a:ea typeface="+mj-ea"/>
            </a:endParaRPr>
          </a:p>
        </p:txBody>
      </p: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10367297-77A1-0F7D-D92A-0DB3849AE4B8}"/>
              </a:ext>
            </a:extLst>
          </p:cNvPr>
          <p:cNvGrpSpPr/>
          <p:nvPr/>
        </p:nvGrpSpPr>
        <p:grpSpPr>
          <a:xfrm>
            <a:off x="1649940" y="3893874"/>
            <a:ext cx="6822238" cy="1598458"/>
            <a:chOff x="1649940" y="3736857"/>
            <a:chExt cx="6822238" cy="1598458"/>
          </a:xfrm>
        </p:grpSpPr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4C4407CD-DE0C-6B32-E849-582B64AA7BDE}"/>
                </a:ext>
              </a:extLst>
            </p:cNvPr>
            <p:cNvGrpSpPr/>
            <p:nvPr/>
          </p:nvGrpSpPr>
          <p:grpSpPr>
            <a:xfrm>
              <a:off x="1649940" y="3741231"/>
              <a:ext cx="2766283" cy="1594084"/>
              <a:chOff x="8543361" y="3531054"/>
              <a:chExt cx="3042911" cy="1753492"/>
            </a:xfrm>
          </p:grpSpPr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BE21340-9549-BD4F-2D33-8491936E32B4}"/>
                  </a:ext>
                </a:extLst>
              </p:cNvPr>
              <p:cNvSpPr txBox="1"/>
              <p:nvPr/>
            </p:nvSpPr>
            <p:spPr>
              <a:xfrm>
                <a:off x="8543361" y="3531054"/>
                <a:ext cx="3042911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87078" indent="-87078" defTabSz="447830" latinLnBrk="0">
                  <a:buFont typeface="Wingdings" panose="05000000000000000000" pitchFamily="2" charset="2"/>
                  <a:buChar char="§"/>
                  <a:defRPr/>
                </a:pPr>
                <a:r>
                  <a:rPr lang="ko-KR" altLang="en-US" sz="800" b="1">
                    <a:solidFill>
                      <a:prstClr val="black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동 </a:t>
                </a:r>
                <a:r>
                  <a:rPr lang="en-US" altLang="ko-KR" sz="800" b="1">
                    <a:solidFill>
                      <a:prstClr val="black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: MI1_A(</a:t>
                </a:r>
                <a:r>
                  <a:rPr lang="ko-KR" altLang="en-US" sz="800" b="1">
                    <a:solidFill>
                      <a:prstClr val="black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자동차</a:t>
                </a:r>
                <a:r>
                  <a:rPr lang="en-US" altLang="ko-KR" sz="800" b="1">
                    <a:solidFill>
                      <a:prstClr val="black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) / </a:t>
                </a:r>
                <a:r>
                  <a:rPr lang="ko-KR" altLang="en-US" sz="800" b="1">
                    <a:solidFill>
                      <a:prstClr val="black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모델 </a:t>
                </a:r>
                <a:r>
                  <a:rPr lang="en-US" altLang="ko-KR" sz="800" b="1">
                    <a:solidFill>
                      <a:prstClr val="black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: E71A-501 / </a:t>
                </a:r>
                <a:r>
                  <a:rPr lang="ko-KR" altLang="en-US" sz="800" b="1">
                    <a:solidFill>
                      <a:prstClr val="black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생산 기간 </a:t>
                </a:r>
                <a:r>
                  <a:rPr lang="en-US" altLang="ko-KR" sz="800" b="1">
                    <a:solidFill>
                      <a:prstClr val="black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: 7/2 ~ 7/9</a:t>
                </a:r>
              </a:p>
            </p:txBody>
          </p:sp>
          <p:grpSp>
            <p:nvGrpSpPr>
              <p:cNvPr id="73" name="그룹 72">
                <a:extLst>
                  <a:ext uri="{FF2B5EF4-FFF2-40B4-BE49-F238E27FC236}">
                    <a16:creationId xmlns:a16="http://schemas.microsoft.com/office/drawing/2014/main" id="{B2A9CAE8-7E40-A13D-B812-54894B318E9B}"/>
                  </a:ext>
                </a:extLst>
              </p:cNvPr>
              <p:cNvGrpSpPr/>
              <p:nvPr/>
            </p:nvGrpSpPr>
            <p:grpSpPr>
              <a:xfrm>
                <a:off x="8617906" y="3721200"/>
                <a:ext cx="2521604" cy="1563346"/>
                <a:chOff x="8617906" y="3721200"/>
                <a:chExt cx="2521604" cy="1563346"/>
              </a:xfrm>
            </p:grpSpPr>
            <p:pic>
              <p:nvPicPr>
                <p:cNvPr id="68" name="그림 67">
                  <a:extLst>
                    <a:ext uri="{FF2B5EF4-FFF2-40B4-BE49-F238E27FC236}">
                      <a16:creationId xmlns:a16="http://schemas.microsoft.com/office/drawing/2014/main" id="{E1D9B3C1-0568-2D62-6438-F8FA2BB9FD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617906" y="3741231"/>
                  <a:ext cx="2355376" cy="1543315"/>
                </a:xfrm>
                <a:prstGeom prst="rect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</p:pic>
            <p:cxnSp>
              <p:nvCxnSpPr>
                <p:cNvPr id="63" name="직선 연결선 62">
                  <a:extLst>
                    <a:ext uri="{FF2B5EF4-FFF2-40B4-BE49-F238E27FC236}">
                      <a16:creationId xmlns:a16="http://schemas.microsoft.com/office/drawing/2014/main" id="{85586A64-5BC0-F239-B322-23EEFAFCB8FF}"/>
                    </a:ext>
                  </a:extLst>
                </p:cNvPr>
                <p:cNvCxnSpPr/>
                <p:nvPr/>
              </p:nvCxnSpPr>
              <p:spPr>
                <a:xfrm flipH="1">
                  <a:off x="9016704" y="4300245"/>
                  <a:ext cx="1909331" cy="0"/>
                </a:xfrm>
                <a:prstGeom prst="line">
                  <a:avLst/>
                </a:prstGeom>
                <a:ln w="3175">
                  <a:solidFill>
                    <a:srgbClr val="FF0000"/>
                  </a:solidFill>
                  <a:prstDash val="das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직선 연결선 64">
                  <a:extLst>
                    <a:ext uri="{FF2B5EF4-FFF2-40B4-BE49-F238E27FC236}">
                      <a16:creationId xmlns:a16="http://schemas.microsoft.com/office/drawing/2014/main" id="{E2ED8315-E1F4-E077-16C4-7A8B03575BD1}"/>
                    </a:ext>
                  </a:extLst>
                </p:cNvPr>
                <p:cNvCxnSpPr/>
                <p:nvPr/>
              </p:nvCxnSpPr>
              <p:spPr>
                <a:xfrm flipH="1">
                  <a:off x="9016704" y="4511522"/>
                  <a:ext cx="1909331" cy="0"/>
                </a:xfrm>
                <a:prstGeom prst="line">
                  <a:avLst/>
                </a:prstGeom>
                <a:ln w="3175">
                  <a:solidFill>
                    <a:srgbClr val="FF0000"/>
                  </a:solidFill>
                  <a:prstDash val="das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6" name="직사각형 55">
                  <a:extLst>
                    <a:ext uri="{FF2B5EF4-FFF2-40B4-BE49-F238E27FC236}">
                      <a16:creationId xmlns:a16="http://schemas.microsoft.com/office/drawing/2014/main" id="{369AC88C-46DF-CFDB-BF62-C31717643686}"/>
                    </a:ext>
                  </a:extLst>
                </p:cNvPr>
                <p:cNvSpPr/>
                <p:nvPr/>
              </p:nvSpPr>
              <p:spPr>
                <a:xfrm>
                  <a:off x="8725248" y="5103887"/>
                  <a:ext cx="2248034" cy="62455"/>
                </a:xfrm>
                <a:prstGeom prst="rect">
                  <a:avLst/>
                </a:prstGeom>
                <a:noFill/>
                <a:ln w="635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57" name="직사각형 56">
                  <a:extLst>
                    <a:ext uri="{FF2B5EF4-FFF2-40B4-BE49-F238E27FC236}">
                      <a16:creationId xmlns:a16="http://schemas.microsoft.com/office/drawing/2014/main" id="{E2495565-5507-EB2B-0AEC-949B1F2FE477}"/>
                    </a:ext>
                  </a:extLst>
                </p:cNvPr>
                <p:cNvSpPr/>
                <p:nvPr/>
              </p:nvSpPr>
              <p:spPr>
                <a:xfrm>
                  <a:off x="8725248" y="4828033"/>
                  <a:ext cx="2248034" cy="62455"/>
                </a:xfrm>
                <a:prstGeom prst="rect">
                  <a:avLst/>
                </a:prstGeom>
                <a:noFill/>
                <a:ln w="635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58" name="타원 57">
                  <a:extLst>
                    <a:ext uri="{FF2B5EF4-FFF2-40B4-BE49-F238E27FC236}">
                      <a16:creationId xmlns:a16="http://schemas.microsoft.com/office/drawing/2014/main" id="{878A3C46-F0BD-BF80-8121-7C6617FF594F}"/>
                    </a:ext>
                  </a:extLst>
                </p:cNvPr>
                <p:cNvSpPr/>
                <p:nvPr/>
              </p:nvSpPr>
              <p:spPr>
                <a:xfrm>
                  <a:off x="9459295" y="3814445"/>
                  <a:ext cx="167628" cy="395717"/>
                </a:xfrm>
                <a:prstGeom prst="ellipse">
                  <a:avLst/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47" name="직사각형 46">
                  <a:extLst>
                    <a:ext uri="{FF2B5EF4-FFF2-40B4-BE49-F238E27FC236}">
                      <a16:creationId xmlns:a16="http://schemas.microsoft.com/office/drawing/2014/main" id="{B9BD1C35-E13B-45CB-9929-6A92E8350E36}"/>
                    </a:ext>
                  </a:extLst>
                </p:cNvPr>
                <p:cNvSpPr/>
                <p:nvPr/>
              </p:nvSpPr>
              <p:spPr>
                <a:xfrm>
                  <a:off x="10217878" y="3785053"/>
                  <a:ext cx="64628" cy="66604"/>
                </a:xfrm>
                <a:prstGeom prst="rect">
                  <a:avLst/>
                </a:prstGeom>
                <a:solidFill>
                  <a:srgbClr val="37DB7E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48" name="직사각형 47">
                  <a:extLst>
                    <a:ext uri="{FF2B5EF4-FFF2-40B4-BE49-F238E27FC236}">
                      <a16:creationId xmlns:a16="http://schemas.microsoft.com/office/drawing/2014/main" id="{A97F584B-75DC-8509-C75D-D2E3777FB2C6}"/>
                    </a:ext>
                  </a:extLst>
                </p:cNvPr>
                <p:cNvSpPr/>
                <p:nvPr/>
              </p:nvSpPr>
              <p:spPr>
                <a:xfrm>
                  <a:off x="10217878" y="3885584"/>
                  <a:ext cx="64628" cy="66604"/>
                </a:xfrm>
                <a:prstGeom prst="rect">
                  <a:avLst/>
                </a:prstGeom>
                <a:solidFill>
                  <a:srgbClr val="FF4E33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49" name="TextBox 48">
                  <a:extLst>
                    <a:ext uri="{FF2B5EF4-FFF2-40B4-BE49-F238E27FC236}">
                      <a16:creationId xmlns:a16="http://schemas.microsoft.com/office/drawing/2014/main" id="{56214B90-B58C-9704-6E7B-BACEE5824134}"/>
                    </a:ext>
                  </a:extLst>
                </p:cNvPr>
                <p:cNvSpPr txBox="1"/>
                <p:nvPr/>
              </p:nvSpPr>
              <p:spPr>
                <a:xfrm>
                  <a:off x="10244405" y="3721200"/>
                  <a:ext cx="895105" cy="20313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: </a:t>
                  </a:r>
                  <a:r>
                    <a:rPr lang="ko-KR" altLang="en-US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일반 라미</a:t>
                  </a:r>
                  <a:r>
                    <a:rPr lang="en-US" altLang="ko-KR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(Mono)</a:t>
                  </a:r>
                  <a:endParaRPr lang="ko-KR" altLang="en-US" sz="60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50" name="TextBox 49">
                  <a:extLst>
                    <a:ext uri="{FF2B5EF4-FFF2-40B4-BE49-F238E27FC236}">
                      <a16:creationId xmlns:a16="http://schemas.microsoft.com/office/drawing/2014/main" id="{46AB453F-FF78-501C-9D74-D7836CB68E88}"/>
                    </a:ext>
                  </a:extLst>
                </p:cNvPr>
                <p:cNvSpPr txBox="1"/>
                <p:nvPr/>
              </p:nvSpPr>
              <p:spPr>
                <a:xfrm>
                  <a:off x="10246715" y="3819912"/>
                  <a:ext cx="787404" cy="20313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: </a:t>
                  </a:r>
                  <a:r>
                    <a:rPr lang="ko-KR" altLang="en-US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하프 라미</a:t>
                  </a:r>
                  <a:r>
                    <a:rPr lang="en-US" altLang="ko-KR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(Half)</a:t>
                  </a:r>
                  <a:endParaRPr lang="ko-KR" altLang="en-US" sz="60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6E90C8E-4222-656B-33C1-0D0CBDA8670A}"/>
                </a:ext>
              </a:extLst>
            </p:cNvPr>
            <p:cNvSpPr txBox="1"/>
            <p:nvPr/>
          </p:nvSpPr>
          <p:spPr>
            <a:xfrm>
              <a:off x="4440338" y="3736857"/>
              <a:ext cx="403184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7078" indent="-87078" defTabSz="447830" latinLnBrk="0">
                <a:buFont typeface="Wingdings" panose="05000000000000000000" pitchFamily="2" charset="2"/>
                <a:buChar char="§"/>
                <a:defRPr/>
              </a:pPr>
              <a:r>
                <a:rPr lang="ko-KR" altLang="en-US" sz="800" b="1">
                  <a:solidFill>
                    <a:prstClr val="black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동 </a:t>
              </a:r>
              <a:r>
                <a:rPr lang="en-US" altLang="ko-KR" sz="800" b="1">
                  <a:solidFill>
                    <a:prstClr val="black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: MI2_A(ESS) / </a:t>
              </a:r>
              <a:r>
                <a:rPr lang="ko-KR" altLang="en-US" sz="800" b="1">
                  <a:solidFill>
                    <a:prstClr val="black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모델 </a:t>
              </a:r>
              <a:r>
                <a:rPr lang="en-US" altLang="ko-KR" sz="800" b="1">
                  <a:solidFill>
                    <a:prstClr val="black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: JF2-A07 / </a:t>
              </a:r>
              <a:r>
                <a:rPr lang="ko-KR" altLang="en-US" sz="800" b="1">
                  <a:solidFill>
                    <a:prstClr val="black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생산 기간 </a:t>
              </a:r>
              <a:r>
                <a:rPr lang="en-US" altLang="ko-KR" sz="800" b="1">
                  <a:solidFill>
                    <a:prstClr val="black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: 7/2 ~ 7/7</a:t>
              </a:r>
            </a:p>
          </p:txBody>
        </p:sp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4F7D1ABA-2B32-AFA8-B1B6-3AD64F64164C}"/>
                </a:ext>
              </a:extLst>
            </p:cNvPr>
            <p:cNvGrpSpPr/>
            <p:nvPr/>
          </p:nvGrpSpPr>
          <p:grpSpPr>
            <a:xfrm>
              <a:off x="4513807" y="3911972"/>
              <a:ext cx="3386174" cy="1400529"/>
              <a:chOff x="4491925" y="3947034"/>
              <a:chExt cx="3724791" cy="1540582"/>
            </a:xfrm>
          </p:grpSpPr>
          <p:pic>
            <p:nvPicPr>
              <p:cNvPr id="69" name="그림 68">
                <a:extLst>
                  <a:ext uri="{FF2B5EF4-FFF2-40B4-BE49-F238E27FC236}">
                    <a16:creationId xmlns:a16="http://schemas.microsoft.com/office/drawing/2014/main" id="{5ACD2E76-A144-F70C-69A4-F85884E974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491925" y="3947034"/>
                <a:ext cx="3461201" cy="1540582"/>
              </a:xfrm>
              <a:prstGeom prst="rect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</p:pic>
          <p:cxnSp>
            <p:nvCxnSpPr>
              <p:cNvPr id="66" name="직선 연결선 65">
                <a:extLst>
                  <a:ext uri="{FF2B5EF4-FFF2-40B4-BE49-F238E27FC236}">
                    <a16:creationId xmlns:a16="http://schemas.microsoft.com/office/drawing/2014/main" id="{9F3982EC-1A38-B105-D05D-94E2D02B99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900586" y="4779780"/>
                <a:ext cx="3046592" cy="0"/>
              </a:xfrm>
              <a:prstGeom prst="line">
                <a:avLst/>
              </a:prstGeom>
              <a:ln w="3175">
                <a:solidFill>
                  <a:srgbClr val="FF0000"/>
                </a:solidFill>
                <a:prstDash val="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6B6C8CB1-41B8-3E83-A7C7-8252DCCB95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900586" y="4711497"/>
                <a:ext cx="3046592" cy="0"/>
              </a:xfrm>
              <a:prstGeom prst="line">
                <a:avLst/>
              </a:prstGeom>
              <a:ln w="3175">
                <a:solidFill>
                  <a:srgbClr val="FF0000"/>
                </a:solidFill>
                <a:prstDash val="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3067A072-C243-E97E-37F2-F661BF031723}"/>
                  </a:ext>
                </a:extLst>
              </p:cNvPr>
              <p:cNvSpPr/>
              <p:nvPr/>
            </p:nvSpPr>
            <p:spPr>
              <a:xfrm>
                <a:off x="4597233" y="5045429"/>
                <a:ext cx="3332100" cy="81104"/>
              </a:xfrm>
              <a:prstGeom prst="rect">
                <a:avLst/>
              </a:pr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5" name="직사각형 54">
                <a:extLst>
                  <a:ext uri="{FF2B5EF4-FFF2-40B4-BE49-F238E27FC236}">
                    <a16:creationId xmlns:a16="http://schemas.microsoft.com/office/drawing/2014/main" id="{50ACD6FA-879C-3435-EC86-E95CAB0A7A08}"/>
                  </a:ext>
                </a:extLst>
              </p:cNvPr>
              <p:cNvSpPr/>
              <p:nvPr/>
            </p:nvSpPr>
            <p:spPr>
              <a:xfrm>
                <a:off x="4597233" y="5321586"/>
                <a:ext cx="3332100" cy="81104"/>
              </a:xfrm>
              <a:prstGeom prst="rect">
                <a:avLst/>
              </a:pr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77A32CCB-384D-A27A-6C12-8FB640886D1B}"/>
                  </a:ext>
                </a:extLst>
              </p:cNvPr>
              <p:cNvSpPr/>
              <p:nvPr/>
            </p:nvSpPr>
            <p:spPr>
              <a:xfrm>
                <a:off x="5277746" y="4014356"/>
                <a:ext cx="167628" cy="590748"/>
              </a:xfrm>
              <a:prstGeom prst="ellipse">
                <a:avLst/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749485FD-D178-C178-8DA9-1D618C4C7779}"/>
                  </a:ext>
                </a:extLst>
              </p:cNvPr>
              <p:cNvSpPr/>
              <p:nvPr/>
            </p:nvSpPr>
            <p:spPr>
              <a:xfrm>
                <a:off x="5978450" y="4014356"/>
                <a:ext cx="167628" cy="590748"/>
              </a:xfrm>
              <a:prstGeom prst="ellipse">
                <a:avLst/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61" name="타원 60">
                <a:extLst>
                  <a:ext uri="{FF2B5EF4-FFF2-40B4-BE49-F238E27FC236}">
                    <a16:creationId xmlns:a16="http://schemas.microsoft.com/office/drawing/2014/main" id="{2208E30E-856B-8353-EEA3-449C6E1041BA}"/>
                  </a:ext>
                </a:extLst>
              </p:cNvPr>
              <p:cNvSpPr/>
              <p:nvPr/>
            </p:nvSpPr>
            <p:spPr>
              <a:xfrm>
                <a:off x="6679154" y="4014356"/>
                <a:ext cx="167628" cy="590748"/>
              </a:xfrm>
              <a:prstGeom prst="ellipse">
                <a:avLst/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grpSp>
            <p:nvGrpSpPr>
              <p:cNvPr id="42" name="그룹 41">
                <a:extLst>
                  <a:ext uri="{FF2B5EF4-FFF2-40B4-BE49-F238E27FC236}">
                    <a16:creationId xmlns:a16="http://schemas.microsoft.com/office/drawing/2014/main" id="{B4E0C0C9-1176-DB50-5BE5-19906B41B6C5}"/>
                  </a:ext>
                </a:extLst>
              </p:cNvPr>
              <p:cNvGrpSpPr/>
              <p:nvPr/>
            </p:nvGrpSpPr>
            <p:grpSpPr>
              <a:xfrm>
                <a:off x="7263268" y="3972248"/>
                <a:ext cx="953448" cy="283376"/>
                <a:chOff x="-2971457" y="2978390"/>
                <a:chExt cx="1395943" cy="414890"/>
              </a:xfrm>
            </p:grpSpPr>
            <p:sp>
              <p:nvSpPr>
                <p:cNvPr id="43" name="직사각형 42">
                  <a:extLst>
                    <a:ext uri="{FF2B5EF4-FFF2-40B4-BE49-F238E27FC236}">
                      <a16:creationId xmlns:a16="http://schemas.microsoft.com/office/drawing/2014/main" id="{CEC0A536-247E-4A88-10C8-F9DC8DB58B60}"/>
                    </a:ext>
                  </a:extLst>
                </p:cNvPr>
                <p:cNvSpPr/>
                <p:nvPr/>
              </p:nvSpPr>
              <p:spPr>
                <a:xfrm>
                  <a:off x="-2971457" y="3034689"/>
                  <a:ext cx="94622" cy="97515"/>
                </a:xfrm>
                <a:prstGeom prst="rect">
                  <a:avLst/>
                </a:prstGeom>
                <a:solidFill>
                  <a:srgbClr val="37DB7E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400"/>
                </a:p>
              </p:txBody>
            </p:sp>
            <p:sp>
              <p:nvSpPr>
                <p:cNvPr id="44" name="직사각형 43">
                  <a:extLst>
                    <a:ext uri="{FF2B5EF4-FFF2-40B4-BE49-F238E27FC236}">
                      <a16:creationId xmlns:a16="http://schemas.microsoft.com/office/drawing/2014/main" id="{3344133E-246B-3C84-0ED5-EE2A18137DAA}"/>
                    </a:ext>
                  </a:extLst>
                </p:cNvPr>
                <p:cNvSpPr/>
                <p:nvPr/>
              </p:nvSpPr>
              <p:spPr>
                <a:xfrm>
                  <a:off x="-2971457" y="3181877"/>
                  <a:ext cx="94622" cy="97515"/>
                </a:xfrm>
                <a:prstGeom prst="rect">
                  <a:avLst/>
                </a:prstGeom>
                <a:solidFill>
                  <a:srgbClr val="FF4E33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400"/>
                </a:p>
              </p:txBody>
            </p:sp>
            <p:sp>
              <p:nvSpPr>
                <p:cNvPr id="45" name="TextBox 44">
                  <a:extLst>
                    <a:ext uri="{FF2B5EF4-FFF2-40B4-BE49-F238E27FC236}">
                      <a16:creationId xmlns:a16="http://schemas.microsoft.com/office/drawing/2014/main" id="{433496D9-B2E2-69FC-56E9-79A84281280C}"/>
                    </a:ext>
                  </a:extLst>
                </p:cNvPr>
                <p:cNvSpPr txBox="1"/>
                <p:nvPr/>
              </p:nvSpPr>
              <p:spPr>
                <a:xfrm>
                  <a:off x="-2876837" y="2978390"/>
                  <a:ext cx="1301323" cy="27036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: </a:t>
                  </a:r>
                  <a:r>
                    <a:rPr lang="ko-KR" altLang="en-US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일반 라미</a:t>
                  </a:r>
                  <a:r>
                    <a:rPr lang="en-US" altLang="ko-KR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(Mono)</a:t>
                  </a:r>
                  <a:endParaRPr lang="ko-KR" altLang="en-US" sz="60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124F159D-6D3C-4C38-BD27-AB953C830D81}"/>
                    </a:ext>
                  </a:extLst>
                </p:cNvPr>
                <p:cNvSpPr txBox="1"/>
                <p:nvPr/>
              </p:nvSpPr>
              <p:spPr>
                <a:xfrm>
                  <a:off x="-2876835" y="3122911"/>
                  <a:ext cx="1048035" cy="27036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: </a:t>
                  </a:r>
                  <a:r>
                    <a:rPr lang="ko-KR" altLang="en-US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하프 라미</a:t>
                  </a:r>
                  <a:r>
                    <a:rPr lang="en-US" altLang="ko-KR" sz="600">
                      <a:latin typeface="LG스마트체 Regular" panose="020B0600000101010101" pitchFamily="50" charset="-127"/>
                      <a:ea typeface="LG스마트체 Regular" panose="020B0600000101010101" pitchFamily="50" charset="-127"/>
                    </a:rPr>
                    <a:t>(Half)</a:t>
                  </a:r>
                  <a:endParaRPr lang="ko-KR" altLang="en-US" sz="600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</p:grp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84905F8E-E1A9-CC31-3B78-7DB47C3547F3}"/>
              </a:ext>
            </a:extLst>
          </p:cNvPr>
          <p:cNvSpPr txBox="1"/>
          <p:nvPr/>
        </p:nvSpPr>
        <p:spPr>
          <a:xfrm>
            <a:off x="1638582" y="5480384"/>
            <a:ext cx="252201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+mj-ea"/>
                <a:ea typeface="+mj-ea"/>
              </a:rPr>
              <a:t>* NG Mark </a:t>
            </a:r>
            <a:r>
              <a:rPr lang="ko-KR" altLang="en-US" sz="800">
                <a:latin typeface="+mj-ea"/>
                <a:ea typeface="+mj-ea"/>
              </a:rPr>
              <a:t>불량률 </a:t>
            </a:r>
            <a:r>
              <a:rPr lang="en-US" altLang="ko-KR" sz="800">
                <a:latin typeface="+mj-ea"/>
                <a:ea typeface="+mj-ea"/>
              </a:rPr>
              <a:t>: 0.346%(Mono) / 0.606%(Half)</a:t>
            </a:r>
            <a:endParaRPr lang="ko-KR" altLang="en-US" sz="800">
              <a:latin typeface="+mj-ea"/>
              <a:ea typeface="+mj-ea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24E56A39-E1A4-0734-AEC8-DAF0F3DDCD88}"/>
              </a:ext>
            </a:extLst>
          </p:cNvPr>
          <p:cNvSpPr txBox="1"/>
          <p:nvPr/>
        </p:nvSpPr>
        <p:spPr>
          <a:xfrm>
            <a:off x="4440338" y="5480384"/>
            <a:ext cx="252201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+mj-ea"/>
                <a:ea typeface="+mj-ea"/>
              </a:rPr>
              <a:t>* NG Mark </a:t>
            </a:r>
            <a:r>
              <a:rPr lang="ko-KR" altLang="en-US" sz="800">
                <a:latin typeface="+mj-ea"/>
                <a:ea typeface="+mj-ea"/>
              </a:rPr>
              <a:t>불량률 </a:t>
            </a:r>
            <a:r>
              <a:rPr lang="en-US" altLang="ko-KR" sz="800">
                <a:latin typeface="+mj-ea"/>
                <a:ea typeface="+mj-ea"/>
              </a:rPr>
              <a:t>: 0.383%(Mono) / 0.203%(Half)</a:t>
            </a:r>
            <a:endParaRPr lang="ko-KR" altLang="en-US" sz="8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61813607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3762314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Foil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광택면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 선별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(W30) WA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조립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동 테스트 완료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(7/15),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양산 적용 전 추가 테스트 예정입니다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 ESMI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법인은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9/16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개발로 일정 수립 후 예산 확보 중입니다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개요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Foil </a:t>
                      </a:r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광택면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선별 투입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 Foil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 상태는 제조 특성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(Drum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증착 방식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Shiny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Matte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면으로 구분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(Shiny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Drum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Matte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Cu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결정 증착 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두 면의 상대적인 인장 응력 차이로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Shiny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Matte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방향으로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Curl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발생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NND Tab Press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Shiny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면에 가해줘야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Curl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현상이 저감됨에 따라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작업자가 수동으로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Shiny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Press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하도록 관리하여 투입하고 있음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■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진행현황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b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1)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사전 데이터 검증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컨셉 검토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TOP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방향이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비광택면일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Tab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치수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외관 불량률이 높게 집계됨을 확인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(3/2,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우측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Box Plot)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                                                       *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현재 법인에서 항상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TOP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방향이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광택면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투입되도록 수동 투입 중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(E77A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광택면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투입 비율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94.4%)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                                                     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롤맵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추적 정보 활용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(TOP/BACK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반전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하여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TOP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광택면만 투입되도록 요건 수립 완료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                                                      WA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법인 사양 리뷰 진행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(4/2,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2)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개발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WA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동 대상 시스템 개발 비용 산출 및 투자 심의 완료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SPC+ / RTD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요건 미팅 진행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(4/15)</a:t>
                      </a:r>
                      <a:endParaRPr lang="en-US" altLang="ko-KR" sz="900" kern="120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         -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각 시스템 별 개발 일정 수립 완료</a:t>
                      </a: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A444859-C0E9-4091-8A60-22C24D6C9A1E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2E7E9DF-3219-71D6-A475-FB74F108EF76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17" name="내용 개체 틀 20">
            <a:extLst>
              <a:ext uri="{FF2B5EF4-FFF2-40B4-BE49-F238E27FC236}">
                <a16:creationId xmlns:a16="http://schemas.microsoft.com/office/drawing/2014/main" id="{8683792D-AD99-79BB-4AB3-F741A5CE6BA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7234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음극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Foil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광택면 노칭 선별 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F6CF37B-AE9B-EBDB-755C-695B96D95E59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8F1B650-686C-6D56-A884-FC37B72679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8099506"/>
              </p:ext>
            </p:extLst>
          </p:nvPr>
        </p:nvGraphicFramePr>
        <p:xfrm>
          <a:off x="1557409" y="1368091"/>
          <a:ext cx="5681949" cy="642975"/>
        </p:xfrm>
        <a:graphic>
          <a:graphicData uri="http://schemas.openxmlformats.org/drawingml/2006/table">
            <a:tbl>
              <a:tblPr/>
              <a:tblGrid>
                <a:gridCol w="947949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</a:tblGrid>
              <a:tr h="68061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사전 데이터 검증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개발</a:t>
                      </a:r>
                      <a:endParaRPr 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 호기 적용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endParaRPr 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 보완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모니터링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조립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~’26.2(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~’26.3(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’26.5.18(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5/19(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~’26.6(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3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~6/29(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7/7(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1414FE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~7/31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005887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ESMI2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1414FE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1414FE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9/16~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1414FE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9781467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7C525A-A56A-6B45-D336-2A441F30B8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50859"/>
              </p:ext>
            </p:extLst>
          </p:nvPr>
        </p:nvGraphicFramePr>
        <p:xfrm>
          <a:off x="2132540" y="5576029"/>
          <a:ext cx="4860000" cy="815340"/>
        </p:xfrm>
        <a:graphic>
          <a:graphicData uri="http://schemas.openxmlformats.org/drawingml/2006/table">
            <a:tbl>
              <a:tblPr/>
              <a:tblGrid>
                <a:gridCol w="57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3564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SPC+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Foil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광택면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코팅면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노칭 선별 투입 위한 자재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Tab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방향 정보 계산 및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전송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5/13(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20300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MQ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SPC+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MES DB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간 데이터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I/F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5/14(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77673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Tab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방향 정보 및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TOP/BACK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코팅면 정보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DB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저장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5/13(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1318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MCS(RTD)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Foil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광택면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코팅면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선별 투입 로직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5/18(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1836174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BA3E5129-71B3-0D4B-B0F2-A5F07110B8BE}"/>
              </a:ext>
            </a:extLst>
          </p:cNvPr>
          <p:cNvGrpSpPr/>
          <p:nvPr/>
        </p:nvGrpSpPr>
        <p:grpSpPr>
          <a:xfrm>
            <a:off x="2132540" y="2879486"/>
            <a:ext cx="2118741" cy="1265655"/>
            <a:chOff x="1209133" y="1998471"/>
            <a:chExt cx="2330615" cy="1392220"/>
          </a:xfrm>
        </p:grpSpPr>
        <p:pic>
          <p:nvPicPr>
            <p:cNvPr id="5" name="Picture 6" descr="Basic copper foil is produced by the electrodeposition of Cu ions from... |  Download Scientific Diagram">
              <a:extLst>
                <a:ext uri="{FF2B5EF4-FFF2-40B4-BE49-F238E27FC236}">
                  <a16:creationId xmlns:a16="http://schemas.microsoft.com/office/drawing/2014/main" id="{E8AC5716-C170-EB44-2AFC-0196CEF5CD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9133" y="1998471"/>
              <a:ext cx="2322535" cy="13922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타원 7">
              <a:extLst>
                <a:ext uri="{FF2B5EF4-FFF2-40B4-BE49-F238E27FC236}">
                  <a16:creationId xmlns:a16="http://schemas.microsoft.com/office/drawing/2014/main" id="{9CA17954-936A-9A9C-937D-B0D341C84499}"/>
                </a:ext>
              </a:extLst>
            </p:cNvPr>
            <p:cNvSpPr/>
            <p:nvPr/>
          </p:nvSpPr>
          <p:spPr>
            <a:xfrm>
              <a:off x="1237708" y="2163151"/>
              <a:ext cx="761762" cy="17381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white"/>
                </a:solidFill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FC2C74F5-B681-3E83-1594-5E6CF907F396}"/>
                </a:ext>
              </a:extLst>
            </p:cNvPr>
            <p:cNvSpPr/>
            <p:nvPr/>
          </p:nvSpPr>
          <p:spPr>
            <a:xfrm>
              <a:off x="2777986" y="2304978"/>
              <a:ext cx="761762" cy="17381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white"/>
                </a:solidFill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512EEC0-4680-C1A5-0C79-3C0570B796F4}"/>
              </a:ext>
            </a:extLst>
          </p:cNvPr>
          <p:cNvGrpSpPr/>
          <p:nvPr/>
        </p:nvGrpSpPr>
        <p:grpSpPr>
          <a:xfrm>
            <a:off x="4296308" y="2796842"/>
            <a:ext cx="3956555" cy="1424598"/>
            <a:chOff x="457686" y="3986888"/>
            <a:chExt cx="4352212" cy="1567058"/>
          </a:xfrm>
        </p:grpSpPr>
        <p:pic>
          <p:nvPicPr>
            <p:cNvPr id="11" name="그림 10">
              <a:extLst>
                <a:ext uri="{FF2B5EF4-FFF2-40B4-BE49-F238E27FC236}">
                  <a16:creationId xmlns:a16="http://schemas.microsoft.com/office/drawing/2014/main" id="{7BA78596-5DB5-F2C0-7446-1D31F5A3CBB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291619" y="4127707"/>
              <a:ext cx="1428949" cy="1333686"/>
            </a:xfrm>
            <a:prstGeom prst="rect">
              <a:avLst/>
            </a:prstGeom>
          </p:spPr>
        </p:pic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F01E4DF3-05DF-1A47-5BC4-53337C05FE8F}"/>
                </a:ext>
              </a:extLst>
            </p:cNvPr>
            <p:cNvGrpSpPr/>
            <p:nvPr/>
          </p:nvGrpSpPr>
          <p:grpSpPr>
            <a:xfrm>
              <a:off x="457686" y="4035154"/>
              <a:ext cx="2678169" cy="1518792"/>
              <a:chOff x="89197" y="3070132"/>
              <a:chExt cx="2678169" cy="1518792"/>
            </a:xfrm>
          </p:grpSpPr>
          <p:pic>
            <p:nvPicPr>
              <p:cNvPr id="15" name="그림 14" descr="스크린샷, 텍스트, 실내이(가) 표시된 사진&#10;&#10;AI가 생성한 콘텐츠는 부정확할 수 있습니다.">
                <a:extLst>
                  <a:ext uri="{FF2B5EF4-FFF2-40B4-BE49-F238E27FC236}">
                    <a16:creationId xmlns:a16="http://schemas.microsoft.com/office/drawing/2014/main" id="{279D46B8-BA74-BEBA-32E5-15BD2B8C04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253027" y="3070132"/>
                <a:ext cx="2204015" cy="1518792"/>
              </a:xfrm>
              <a:prstGeom prst="rect">
                <a:avLst/>
              </a:prstGeom>
            </p:spPr>
          </p:pic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0514CE7-7C3A-027F-E6D1-AC614120DE4A}"/>
                  </a:ext>
                </a:extLst>
              </p:cNvPr>
              <p:cNvSpPr txBox="1"/>
              <p:nvPr/>
            </p:nvSpPr>
            <p:spPr>
              <a:xfrm>
                <a:off x="184986" y="3145257"/>
                <a:ext cx="1746020" cy="4062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 defTabSz="457200" latinLnBrk="0"/>
                <a: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Matte</a:t>
                </a:r>
                <a:b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</a:br>
                <a: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(</a:t>
                </a:r>
                <a:r>
                  <a:rPr lang="ko-KR" altLang="en-US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전해액면</a:t>
                </a:r>
                <a: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, </a:t>
                </a:r>
                <a:r>
                  <a:rPr lang="ko-KR" altLang="en-US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인장 응력 ↓</a:t>
                </a:r>
                <a: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)</a:t>
                </a:r>
                <a:endParaRPr lang="ko-KR" altLang="en-US" sz="900" b="1">
                  <a:solidFill>
                    <a:prstClr val="black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DAD465C-2C2F-8975-0018-158EFF2601DD}"/>
                  </a:ext>
                </a:extLst>
              </p:cNvPr>
              <p:cNvSpPr txBox="1"/>
              <p:nvPr/>
            </p:nvSpPr>
            <p:spPr>
              <a:xfrm>
                <a:off x="89197" y="3903743"/>
                <a:ext cx="2116045" cy="4062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 defTabSz="457200" latinLnBrk="0"/>
                <a: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Shiny</a:t>
                </a:r>
                <a:b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</a:br>
                <a: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(Drum </a:t>
                </a:r>
                <a:r>
                  <a:rPr lang="ko-KR" altLang="en-US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증착면</a:t>
                </a:r>
                <a: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, </a:t>
                </a:r>
                <a:r>
                  <a:rPr lang="ko-KR" altLang="en-US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인장 응력 ↑</a:t>
                </a:r>
                <a:r>
                  <a:rPr lang="en-US" altLang="ko-KR" sz="900" b="1">
                    <a:solidFill>
                      <a:prstClr val="black"/>
                    </a:solidFill>
                    <a:highlight>
                      <a:srgbClr val="FFFF00"/>
                    </a:highlight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)</a:t>
                </a:r>
                <a:endParaRPr lang="ko-KR" altLang="en-US" sz="900" b="1">
                  <a:solidFill>
                    <a:prstClr val="black"/>
                  </a:solidFill>
                  <a:highlight>
                    <a:srgbClr val="FFFF00"/>
                  </a:highlight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cxnSp>
            <p:nvCxnSpPr>
              <p:cNvPr id="26" name="직선 화살표 연결선 25">
                <a:extLst>
                  <a:ext uri="{FF2B5EF4-FFF2-40B4-BE49-F238E27FC236}">
                    <a16:creationId xmlns:a16="http://schemas.microsoft.com/office/drawing/2014/main" id="{6E80C0E5-44A2-C3C5-B8AE-EBD65564719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2406" y="3606008"/>
                <a:ext cx="0" cy="439564"/>
              </a:xfrm>
              <a:prstGeom prst="straightConnector1">
                <a:avLst/>
              </a:prstGeom>
              <a:ln w="12700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D72432DA-43BB-A427-317F-69E049831279}"/>
                  </a:ext>
                </a:extLst>
              </p:cNvPr>
              <p:cNvSpPr txBox="1"/>
              <p:nvPr/>
            </p:nvSpPr>
            <p:spPr>
              <a:xfrm>
                <a:off x="1740570" y="3641124"/>
                <a:ext cx="1026796" cy="3693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defTabSz="457200" latinLnBrk="0"/>
                <a:r>
                  <a:rPr lang="ko-KR" altLang="en-US" sz="800">
                    <a:solidFill>
                      <a:srgbClr val="FF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잔류 응력 불균형</a:t>
                </a:r>
                <a:br>
                  <a:rPr lang="en-US" altLang="ko-KR" sz="800">
                    <a:solidFill>
                      <a:srgbClr val="FF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</a:br>
                <a:r>
                  <a:rPr lang="ko-KR" altLang="en-US" sz="800">
                    <a:solidFill>
                      <a:srgbClr val="FF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→  </a:t>
                </a:r>
                <a:r>
                  <a:rPr lang="en-US" altLang="ko-KR" sz="800">
                    <a:solidFill>
                      <a:srgbClr val="FF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Curl </a:t>
                </a:r>
                <a:r>
                  <a:rPr lang="ko-KR" altLang="en-US" sz="800">
                    <a:solidFill>
                      <a:srgbClr val="FF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발생 </a:t>
                </a:r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87CB79D-8D80-8338-F46B-1F443B94FDB8}"/>
                </a:ext>
              </a:extLst>
            </p:cNvPr>
            <p:cNvSpPr txBox="1"/>
            <p:nvPr/>
          </p:nvSpPr>
          <p:spPr>
            <a:xfrm>
              <a:off x="3568365" y="4873669"/>
              <a:ext cx="693395" cy="4401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457200" latinLnBrk="0"/>
              <a:r>
                <a:rPr lang="en-US" altLang="ko-KR" sz="1000">
                  <a:solidFill>
                    <a:prstClr val="white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Shiny </a:t>
              </a:r>
              <a:r>
                <a:rPr lang="ko-KR" altLang="en-US" sz="1000">
                  <a:solidFill>
                    <a:prstClr val="white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면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AA34C2F-3BF6-B841-57E7-1886BAFC3E68}"/>
                </a:ext>
              </a:extLst>
            </p:cNvPr>
            <p:cNvSpPr txBox="1"/>
            <p:nvPr/>
          </p:nvSpPr>
          <p:spPr>
            <a:xfrm>
              <a:off x="3994902" y="3986888"/>
              <a:ext cx="814996" cy="2708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457200" latinLnBrk="0"/>
              <a:r>
                <a:rPr lang="en-US" altLang="ko-KR" sz="1000" b="1">
                  <a:solidFill>
                    <a:prstClr val="black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Tab Press</a:t>
              </a:r>
              <a:endParaRPr lang="ko-KR" altLang="en-US" sz="10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B862E293-E347-672E-C007-32C2B251B46F}"/>
              </a:ext>
            </a:extLst>
          </p:cNvPr>
          <p:cNvGrpSpPr/>
          <p:nvPr/>
        </p:nvGrpSpPr>
        <p:grpSpPr>
          <a:xfrm>
            <a:off x="7710165" y="4330908"/>
            <a:ext cx="1998862" cy="2060461"/>
            <a:chOff x="5091002" y="4354039"/>
            <a:chExt cx="1998862" cy="2060461"/>
          </a:xfrm>
        </p:grpSpPr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F641BC03-3F7C-35F6-F5D4-50D49B24A7CC}"/>
                </a:ext>
              </a:extLst>
            </p:cNvPr>
            <p:cNvGrpSpPr/>
            <p:nvPr/>
          </p:nvGrpSpPr>
          <p:grpSpPr>
            <a:xfrm>
              <a:off x="5091002" y="4354039"/>
              <a:ext cx="1864993" cy="2060461"/>
              <a:chOff x="5091002" y="4354039"/>
              <a:chExt cx="1864993" cy="2060461"/>
            </a:xfrm>
          </p:grpSpPr>
          <p:pic>
            <p:nvPicPr>
              <p:cNvPr id="59" name="그림 58">
                <a:extLst>
                  <a:ext uri="{FF2B5EF4-FFF2-40B4-BE49-F238E27FC236}">
                    <a16:creationId xmlns:a16="http://schemas.microsoft.com/office/drawing/2014/main" id="{E8B6D8B5-9E0A-3E4C-A74E-5CF6D33C72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5118445" y="4381283"/>
                <a:ext cx="1837550" cy="1857687"/>
              </a:xfrm>
              <a:prstGeom prst="rect">
                <a:avLst/>
              </a:prstGeom>
            </p:spPr>
          </p:pic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66A493D6-A661-5E3D-A32D-3BEAD9E86D34}"/>
                  </a:ext>
                </a:extLst>
              </p:cNvPr>
              <p:cNvSpPr/>
              <p:nvPr/>
            </p:nvSpPr>
            <p:spPr>
              <a:xfrm>
                <a:off x="5141019" y="5955415"/>
                <a:ext cx="1814975" cy="165335"/>
              </a:xfrm>
              <a:prstGeom prst="rect">
                <a:avLst/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latinLnBrk="0"/>
                <a:endParaRPr lang="ko-KR" altLang="en-US">
                  <a:solidFill>
                    <a:prstClr val="white"/>
                  </a:solidFill>
                  <a:latin typeface="Calibri" panose="020F0502020204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744C7F0-10A5-DE2A-F64C-4A7273C52B57}"/>
                  </a:ext>
                </a:extLst>
              </p:cNvPr>
              <p:cNvSpPr txBox="1"/>
              <p:nvPr/>
            </p:nvSpPr>
            <p:spPr>
              <a:xfrm>
                <a:off x="5091002" y="6199056"/>
                <a:ext cx="1561273" cy="215444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defTabSz="457200" latinLnBrk="0"/>
                <a:r>
                  <a:rPr lang="en-US" altLang="ko-KR" sz="800" b="1">
                    <a:solidFill>
                      <a:prstClr val="black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* Y</a:t>
                </a:r>
                <a:r>
                  <a:rPr lang="ko-KR" altLang="en-US" sz="800" b="1">
                    <a:solidFill>
                      <a:prstClr val="black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축 </a:t>
                </a:r>
                <a:r>
                  <a:rPr lang="en-US" altLang="ko-KR" sz="800" b="1">
                    <a:solidFill>
                      <a:prstClr val="black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: Tab </a:t>
                </a:r>
                <a:r>
                  <a:rPr lang="ko-KR" altLang="en-US" sz="800" b="1">
                    <a:solidFill>
                      <a:prstClr val="black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치수</a:t>
                </a:r>
                <a:r>
                  <a:rPr lang="en-US" altLang="ko-KR" sz="800" b="1">
                    <a:solidFill>
                      <a:prstClr val="black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/</a:t>
                </a:r>
                <a:r>
                  <a:rPr lang="ko-KR" altLang="en-US" sz="800" b="1">
                    <a:solidFill>
                      <a:prstClr val="black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rPr>
                  <a:t>외관 불량률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69DF38-4281-B0EB-3735-09473F71849D}"/>
                  </a:ext>
                </a:extLst>
              </p:cNvPr>
              <p:cNvSpPr txBox="1"/>
              <p:nvPr/>
            </p:nvSpPr>
            <p:spPr>
              <a:xfrm>
                <a:off x="5687287" y="4354039"/>
                <a:ext cx="5025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defTabSz="457200" latinLnBrk="0"/>
                <a:r>
                  <a:rPr lang="en-US" altLang="ko-KR" sz="800">
                    <a:solidFill>
                      <a:prstClr val="black"/>
                    </a:solidFill>
                    <a:highlight>
                      <a:srgbClr val="FFFF00"/>
                    </a:highlight>
                    <a:latin typeface="Calibri" panose="020F0502020204030204"/>
                    <a:ea typeface="맑은 고딕" panose="020B0503020000020004" pitchFamily="50" charset="-127"/>
                  </a:rPr>
                  <a:t>Shiny</a:t>
                </a:r>
                <a:endParaRPr lang="ko-KR" altLang="en-US" sz="800">
                  <a:solidFill>
                    <a:prstClr val="black"/>
                  </a:solidFill>
                  <a:highlight>
                    <a:srgbClr val="FFFF00"/>
                  </a:highlight>
                  <a:latin typeface="Calibri" panose="020F0502020204030204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F846703-0EC9-3FB9-E6EC-A494C23B3444}"/>
                </a:ext>
              </a:extLst>
            </p:cNvPr>
            <p:cNvSpPr txBox="1"/>
            <p:nvPr/>
          </p:nvSpPr>
          <p:spPr>
            <a:xfrm>
              <a:off x="6393696" y="4354039"/>
              <a:ext cx="69616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457200" latinLnBrk="0"/>
              <a:r>
                <a:rPr lang="en-US" altLang="ko-KR" sz="800">
                  <a:solidFill>
                    <a:prstClr val="black"/>
                  </a:solidFill>
                  <a:highlight>
                    <a:srgbClr val="FFFF00"/>
                  </a:highlight>
                  <a:latin typeface="Calibri" panose="020F0502020204030204"/>
                  <a:ea typeface="맑은 고딕" panose="020B0503020000020004" pitchFamily="50" charset="-127"/>
                </a:rPr>
                <a:t>Matte</a:t>
              </a:r>
              <a:endParaRPr lang="ko-KR" altLang="en-US" sz="800">
                <a:solidFill>
                  <a:prstClr val="black"/>
                </a:solidFill>
                <a:highlight>
                  <a:srgbClr val="FFFF00"/>
                </a:highlight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C915C5D1-AF14-5A21-FD7E-A377A3E895AB}"/>
              </a:ext>
            </a:extLst>
          </p:cNvPr>
          <p:cNvSpPr txBox="1"/>
          <p:nvPr/>
        </p:nvSpPr>
        <p:spPr>
          <a:xfrm>
            <a:off x="2455175" y="4131696"/>
            <a:ext cx="100701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/>
              <a:t>&lt;Cu Foil </a:t>
            </a:r>
            <a:r>
              <a:rPr lang="ko-KR" altLang="en-US" sz="800"/>
              <a:t>제조 방식</a:t>
            </a:r>
            <a:r>
              <a:rPr lang="en-US" altLang="ko-KR" sz="800"/>
              <a:t>&gt;</a:t>
            </a:r>
            <a:endParaRPr lang="ko-KR" altLang="en-US" sz="800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904AE8D-C4D1-6390-7157-EC2866BC4690}"/>
              </a:ext>
            </a:extLst>
          </p:cNvPr>
          <p:cNvSpPr txBox="1"/>
          <p:nvPr/>
        </p:nvSpPr>
        <p:spPr>
          <a:xfrm>
            <a:off x="4696944" y="4224274"/>
            <a:ext cx="150025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/>
              <a:t>&lt;Shiny </a:t>
            </a:r>
            <a:r>
              <a:rPr lang="ko-KR" altLang="en-US" sz="800"/>
              <a:t>→ </a:t>
            </a:r>
            <a:r>
              <a:rPr lang="en-US" altLang="ko-KR" sz="800"/>
              <a:t>Matte Curl </a:t>
            </a:r>
            <a:r>
              <a:rPr lang="ko-KR" altLang="en-US" sz="800"/>
              <a:t>현상</a:t>
            </a:r>
            <a:r>
              <a:rPr lang="en-US" altLang="ko-KR" sz="800"/>
              <a:t>&gt;</a:t>
            </a:r>
            <a:endParaRPr lang="ko-KR" altLang="en-US" sz="800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BEB169A9-B73B-6FAD-1601-AFCD4452E985}"/>
              </a:ext>
            </a:extLst>
          </p:cNvPr>
          <p:cNvSpPr txBox="1"/>
          <p:nvPr/>
        </p:nvSpPr>
        <p:spPr>
          <a:xfrm>
            <a:off x="6761834" y="4119199"/>
            <a:ext cx="150025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/>
              <a:t>&lt;Shiny</a:t>
            </a:r>
            <a:r>
              <a:rPr lang="ko-KR" altLang="en-US" sz="800"/>
              <a:t>면 </a:t>
            </a:r>
            <a:r>
              <a:rPr lang="en-US" altLang="ko-KR" sz="800"/>
              <a:t>Tab Press </a:t>
            </a:r>
            <a:r>
              <a:rPr lang="ko-KR" altLang="en-US" sz="800"/>
              <a:t>모식도</a:t>
            </a:r>
            <a:r>
              <a:rPr lang="en-US" altLang="ko-KR" sz="800"/>
              <a:t>&gt;</a:t>
            </a:r>
            <a:endParaRPr lang="ko-KR" altLang="en-US" sz="800"/>
          </a:p>
        </p:txBody>
      </p:sp>
    </p:spTree>
    <p:extLst>
      <p:ext uri="{BB962C8B-B14F-4D97-AF65-F5344CB8AC3E}">
        <p14:creationId xmlns:p14="http://schemas.microsoft.com/office/powerpoint/2010/main" val="235188734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694731"/>
              </p:ext>
            </p:extLst>
          </p:nvPr>
        </p:nvGraphicFramePr>
        <p:xfrm>
          <a:off x="152400" y="899044"/>
          <a:ext cx="9655665" cy="5731081"/>
        </p:xfrm>
        <a:graphic>
          <a:graphicData uri="http://schemas.openxmlformats.org/drawingml/2006/table">
            <a:tbl>
              <a:tblPr/>
              <a:tblGrid>
                <a:gridCol w="5957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Foil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광택면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 선별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■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진행현황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b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3)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 검증 결과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선별 투입 기능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5/21(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적용 완료 후 기능 정상적으로 동작함을 검증 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(5/26)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하였습니다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                  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선별 투입 기능 일부 개선 사항 적용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(5/28)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노칭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음극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 Foil Shiny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투입 비율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100%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달성하였으며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                  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노칭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불량률 개선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(-0.032%)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효과 확인하였습니다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또한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라미에 투입된 노칭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LOT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의 유광면 상부 투입 비율 증가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→ 탭 치수 불량률 감소 추세임을 확인하였습니다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Foil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광택면 투입 시 라미 탭 치수 불량률 개선 효과까지 있음을 확인하였습니다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A444859-C0E9-4091-8A60-22C24D6C9A1E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7" name="내용 개체 틀 20">
            <a:extLst>
              <a:ext uri="{FF2B5EF4-FFF2-40B4-BE49-F238E27FC236}">
                <a16:creationId xmlns:a16="http://schemas.microsoft.com/office/drawing/2014/main" id="{8683792D-AD99-79BB-4AB3-F741A5CE6BA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7234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음극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Foil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광택면 노칭 선별 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FC5B8945-044A-B4CF-3738-524C2444B3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4683581"/>
              </p:ext>
            </p:extLst>
          </p:nvPr>
        </p:nvGraphicFramePr>
        <p:xfrm>
          <a:off x="2206351" y="4257431"/>
          <a:ext cx="2811355" cy="1268407"/>
        </p:xfrm>
        <a:graphic>
          <a:graphicData uri="http://schemas.openxmlformats.org/drawingml/2006/table">
            <a:tbl>
              <a:tblPr/>
              <a:tblGrid>
                <a:gridCol w="761112">
                  <a:extLst>
                    <a:ext uri="{9D8B030D-6E8A-4147-A177-3AD203B41FA5}">
                      <a16:colId xmlns:a16="http://schemas.microsoft.com/office/drawing/2014/main" val="178889949"/>
                    </a:ext>
                  </a:extLst>
                </a:gridCol>
                <a:gridCol w="412269">
                  <a:extLst>
                    <a:ext uri="{9D8B030D-6E8A-4147-A177-3AD203B41FA5}">
                      <a16:colId xmlns:a16="http://schemas.microsoft.com/office/drawing/2014/main" val="105185481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1276017153"/>
                    </a:ext>
                  </a:extLst>
                </a:gridCol>
                <a:gridCol w="665974">
                  <a:extLst>
                    <a:ext uri="{9D8B030D-6E8A-4147-A177-3AD203B41FA5}">
                      <a16:colId xmlns:a16="http://schemas.microsoft.com/office/drawing/2014/main" val="1850374400"/>
                    </a:ext>
                  </a:extLst>
                </a:gridCol>
              </a:tblGrid>
              <a:tr h="181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8236" marR="8236" marT="823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236" marR="8236" marT="823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8640874"/>
                  </a:ext>
                </a:extLst>
              </a:tr>
              <a:tr h="181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기간</a:t>
                      </a:r>
                    </a:p>
                  </a:txBody>
                  <a:tcPr marL="8236" marR="8236" marT="823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수율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유광면 상부 투입 비율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탭 치수 불량률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4201060"/>
                  </a:ext>
                </a:extLst>
              </a:tr>
              <a:tr h="18120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W18 (4/26~5/2)</a:t>
                      </a:r>
                    </a:p>
                  </a:txBody>
                  <a:tcPr marL="8236" marR="8236" marT="823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98.881%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96.37%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0.075%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2658600"/>
                  </a:ext>
                </a:extLst>
              </a:tr>
              <a:tr h="18120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W19 (5/3~5/9)</a:t>
                      </a:r>
                    </a:p>
                  </a:txBody>
                  <a:tcPr marL="8236" marR="8236" marT="823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98.628%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97.74%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0.088%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887979"/>
                  </a:ext>
                </a:extLst>
              </a:tr>
              <a:tr h="18120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W20 (5/10~5/16)</a:t>
                      </a:r>
                    </a:p>
                  </a:txBody>
                  <a:tcPr marL="8236" marR="8236" marT="823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98.631%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96.30%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0.066%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3253950"/>
                  </a:ext>
                </a:extLst>
              </a:tr>
              <a:tr h="18120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W21 (5/17~5/23)</a:t>
                      </a:r>
                    </a:p>
                  </a:txBody>
                  <a:tcPr marL="8236" marR="8236" marT="823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98.900%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98.08%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0.062%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99450"/>
                  </a:ext>
                </a:extLst>
              </a:tr>
              <a:tr h="18120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W22 (5/24~5/30)</a:t>
                      </a:r>
                    </a:p>
                  </a:txBody>
                  <a:tcPr marL="8236" marR="8236" marT="823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98.886%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98.22%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0.064%</a:t>
                      </a:r>
                    </a:p>
                  </a:txBody>
                  <a:tcPr marL="8236" marR="8236" marT="823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1715950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A20A86F-AC42-DDED-56DB-56DD90215B58}"/>
              </a:ext>
            </a:extLst>
          </p:cNvPr>
          <p:cNvSpPr txBox="1"/>
          <p:nvPr/>
        </p:nvSpPr>
        <p:spPr>
          <a:xfrm>
            <a:off x="1339006" y="5100800"/>
            <a:ext cx="120612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>
                <a:solidFill>
                  <a:srgbClr val="00B050"/>
                </a:solidFill>
                <a:latin typeface="+mn-ea"/>
              </a:rPr>
              <a:t>* 5/21 </a:t>
            </a:r>
            <a:r>
              <a:rPr lang="ko-KR" altLang="en-US" sz="700">
                <a:solidFill>
                  <a:srgbClr val="00B050"/>
                </a:solidFill>
                <a:latin typeface="+mn-ea"/>
              </a:rPr>
              <a:t>선별투입 적용</a:t>
            </a:r>
          </a:p>
        </p:txBody>
      </p: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15A02B1-DC41-399D-7182-69AF6C98A3BF}"/>
              </a:ext>
            </a:extLst>
          </p:cNvPr>
          <p:cNvCxnSpPr/>
          <p:nvPr/>
        </p:nvCxnSpPr>
        <p:spPr>
          <a:xfrm>
            <a:off x="4101203" y="4627637"/>
            <a:ext cx="0" cy="821493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08752C6E-EFF3-EE29-3718-A9FD1A94469D}"/>
              </a:ext>
            </a:extLst>
          </p:cNvPr>
          <p:cNvCxnSpPr/>
          <p:nvPr/>
        </p:nvCxnSpPr>
        <p:spPr>
          <a:xfrm>
            <a:off x="4891630" y="4627637"/>
            <a:ext cx="0" cy="821493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EC701985-3B01-7A98-E4F2-40A7B2226AF2}"/>
              </a:ext>
            </a:extLst>
          </p:cNvPr>
          <p:cNvGrpSpPr/>
          <p:nvPr/>
        </p:nvGrpSpPr>
        <p:grpSpPr>
          <a:xfrm>
            <a:off x="1494273" y="1894140"/>
            <a:ext cx="8080200" cy="2033857"/>
            <a:chOff x="299942" y="2406654"/>
            <a:chExt cx="9777040" cy="2460966"/>
          </a:xfrm>
        </p:grpSpPr>
        <p:graphicFrame>
          <p:nvGraphicFramePr>
            <p:cNvPr id="2" name="차트 1">
              <a:extLst>
                <a:ext uri="{FF2B5EF4-FFF2-40B4-BE49-F238E27FC236}">
                  <a16:creationId xmlns:a16="http://schemas.microsoft.com/office/drawing/2014/main" id="{2BCB6B31-1BA7-8A04-2419-ADC73A8CE117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2332708867"/>
                </p:ext>
              </p:extLst>
            </p:nvPr>
          </p:nvGraphicFramePr>
          <p:xfrm>
            <a:off x="348919" y="2650036"/>
            <a:ext cx="4522954" cy="196618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8F019A68-ABA5-8B06-031B-068CE1E5E689}"/>
                </a:ext>
              </a:extLst>
            </p:cNvPr>
            <p:cNvSpPr txBox="1"/>
            <p:nvPr/>
          </p:nvSpPr>
          <p:spPr>
            <a:xfrm>
              <a:off x="299942" y="2406654"/>
              <a:ext cx="2280119" cy="260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[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노칭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(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음극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) Foil Shiny(TOP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면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)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 투입 비율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]</a:t>
              </a:r>
              <a:endPara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314F749E-EC1D-EBE5-5B88-35FBB5CEF191}"/>
                </a:ext>
              </a:extLst>
            </p:cNvPr>
            <p:cNvCxnSpPr>
              <a:cxnSpLocks/>
            </p:cNvCxnSpPr>
            <p:nvPr/>
          </p:nvCxnSpPr>
          <p:spPr>
            <a:xfrm>
              <a:off x="2683188" y="2756666"/>
              <a:ext cx="0" cy="1987838"/>
            </a:xfrm>
            <a:prstGeom prst="line">
              <a:avLst/>
            </a:prstGeom>
            <a:ln>
              <a:solidFill>
                <a:srgbClr val="00B0F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CF07D61-D7BC-85F5-764C-AEBC79EE5B56}"/>
                </a:ext>
              </a:extLst>
            </p:cNvPr>
            <p:cNvSpPr txBox="1"/>
            <p:nvPr/>
          </p:nvSpPr>
          <p:spPr>
            <a:xfrm>
              <a:off x="2418003" y="2439167"/>
              <a:ext cx="647243" cy="3724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선별투입 </a:t>
              </a:r>
              <a:b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</a:b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적용 일자</a:t>
              </a:r>
            </a:p>
          </p:txBody>
        </p:sp>
        <p:sp>
          <p:nvSpPr>
            <p:cNvPr id="10" name="타원 9">
              <a:extLst>
                <a:ext uri="{FF2B5EF4-FFF2-40B4-BE49-F238E27FC236}">
                  <a16:creationId xmlns:a16="http://schemas.microsoft.com/office/drawing/2014/main" id="{D0CF64DD-58E9-D1F9-C324-4860C6688792}"/>
                </a:ext>
              </a:extLst>
            </p:cNvPr>
            <p:cNvSpPr/>
            <p:nvPr/>
          </p:nvSpPr>
          <p:spPr>
            <a:xfrm>
              <a:off x="3011949" y="2655081"/>
              <a:ext cx="1798957" cy="190770"/>
            </a:xfrm>
            <a:prstGeom prst="ellipse">
              <a:avLst/>
            </a:prstGeom>
            <a:noFill/>
            <a:ln w="127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7632847-73D6-311E-31BF-95A9CC630585}"/>
                </a:ext>
              </a:extLst>
            </p:cNvPr>
            <p:cNvSpPr txBox="1"/>
            <p:nvPr/>
          </p:nvSpPr>
          <p:spPr>
            <a:xfrm>
              <a:off x="3189317" y="2442632"/>
              <a:ext cx="1604110" cy="2420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TOP</a:t>
              </a: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면 투입 비율 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100% </a:t>
              </a: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달성</a:t>
              </a:r>
            </a:p>
          </p:txBody>
        </p:sp>
        <p:graphicFrame>
          <p:nvGraphicFramePr>
            <p:cNvPr id="16" name="차트 15">
              <a:extLst>
                <a:ext uri="{FF2B5EF4-FFF2-40B4-BE49-F238E27FC236}">
                  <a16:creationId xmlns:a16="http://schemas.microsoft.com/office/drawing/2014/main" id="{7B28759E-9330-F429-4BFE-26DBB7D0F131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186237743"/>
                </p:ext>
              </p:extLst>
            </p:nvPr>
          </p:nvGraphicFramePr>
          <p:xfrm>
            <a:off x="5076713" y="2713273"/>
            <a:ext cx="2338525" cy="166687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graphicFrame>
          <p:nvGraphicFramePr>
            <p:cNvPr id="19" name="차트 18">
              <a:extLst>
                <a:ext uri="{FF2B5EF4-FFF2-40B4-BE49-F238E27FC236}">
                  <a16:creationId xmlns:a16="http://schemas.microsoft.com/office/drawing/2014/main" id="{E648260A-39DE-3087-2A31-05CC5FE4E826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996479272"/>
                </p:ext>
              </p:extLst>
            </p:nvPr>
          </p:nvGraphicFramePr>
          <p:xfrm>
            <a:off x="7473440" y="2684698"/>
            <a:ext cx="2418427" cy="170497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cxnSp>
          <p:nvCxnSpPr>
            <p:cNvPr id="20" name="직선 화살표 연결선 19">
              <a:extLst>
                <a:ext uri="{FF2B5EF4-FFF2-40B4-BE49-F238E27FC236}">
                  <a16:creationId xmlns:a16="http://schemas.microsoft.com/office/drawing/2014/main" id="{3F246B24-A039-2124-EEDD-3330DFF89B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19178" y="2751671"/>
              <a:ext cx="755343" cy="397490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6631F83-DCCD-BF55-096B-7455EE2AE516}"/>
                </a:ext>
              </a:extLst>
            </p:cNvPr>
            <p:cNvSpPr txBox="1"/>
            <p:nvPr/>
          </p:nvSpPr>
          <p:spPr>
            <a:xfrm>
              <a:off x="5346218" y="2643949"/>
              <a:ext cx="1346259" cy="2420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수율 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: +0.19%</a:t>
              </a:r>
              <a:endPara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cxnSp>
          <p:nvCxnSpPr>
            <p:cNvPr id="23" name="직선 화살표 연결선 22">
              <a:extLst>
                <a:ext uri="{FF2B5EF4-FFF2-40B4-BE49-F238E27FC236}">
                  <a16:creationId xmlns:a16="http://schemas.microsoft.com/office/drawing/2014/main" id="{A332B492-B5B8-4717-C9A7-E5E6C9A257BA}"/>
                </a:ext>
              </a:extLst>
            </p:cNvPr>
            <p:cNvCxnSpPr>
              <a:cxnSpLocks/>
            </p:cNvCxnSpPr>
            <p:nvPr/>
          </p:nvCxnSpPr>
          <p:spPr>
            <a:xfrm>
              <a:off x="8689951" y="2886616"/>
              <a:ext cx="679116" cy="507113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0DD05AE-44A9-C8E8-7D95-C0DCA07E5581}"/>
                </a:ext>
              </a:extLst>
            </p:cNvPr>
            <p:cNvSpPr txBox="1"/>
            <p:nvPr/>
          </p:nvSpPr>
          <p:spPr>
            <a:xfrm>
              <a:off x="8730723" y="2837974"/>
              <a:ext cx="1346259" cy="2420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TAB </a:t>
              </a: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불량률 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: </a:t>
              </a: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-0.032%</a:t>
              </a:r>
              <a:endPara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BEC2F4C-7F77-F889-E63C-ED5EC9FA3A66}"/>
                </a:ext>
              </a:extLst>
            </p:cNvPr>
            <p:cNvSpPr txBox="1"/>
            <p:nvPr/>
          </p:nvSpPr>
          <p:spPr>
            <a:xfrm>
              <a:off x="5159253" y="2419204"/>
              <a:ext cx="2280119" cy="260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[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노칭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(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음극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) 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생산주 수율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]</a:t>
              </a:r>
              <a:endPara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EBDEFDE-D8C1-EC81-985F-EF09E5E1FFB1}"/>
                </a:ext>
              </a:extLst>
            </p:cNvPr>
            <p:cNvSpPr txBox="1"/>
            <p:nvPr/>
          </p:nvSpPr>
          <p:spPr>
            <a:xfrm>
              <a:off x="7451903" y="2419204"/>
              <a:ext cx="2280119" cy="260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[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노칭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(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음극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) 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생산주 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TAB </a:t>
              </a:r>
              <a:r>
                <a:rPr kumimoji="0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불량률</a:t>
              </a:r>
              <a:r>
                <a:rPr kumimoji="0" lang="en-US" altLang="ko-KR" sz="8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]</a:t>
              </a:r>
              <a:endPara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C414037-800B-182B-5FCB-E7F502B38747}"/>
                </a:ext>
              </a:extLst>
            </p:cNvPr>
            <p:cNvSpPr txBox="1"/>
            <p:nvPr/>
          </p:nvSpPr>
          <p:spPr>
            <a:xfrm>
              <a:off x="8266351" y="4316613"/>
              <a:ext cx="1810631" cy="2420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* W23 : 5/31 ~ 6/4 </a:t>
              </a: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데이터 기준</a:t>
              </a:r>
            </a:p>
          </p:txBody>
        </p:sp>
        <p:sp>
          <p:nvSpPr>
            <p:cNvPr id="29" name="왼쪽 대괄호 28">
              <a:extLst>
                <a:ext uri="{FF2B5EF4-FFF2-40B4-BE49-F238E27FC236}">
                  <a16:creationId xmlns:a16="http://schemas.microsoft.com/office/drawing/2014/main" id="{0584D32D-2D06-763F-8DDC-79A054D3668D}"/>
                </a:ext>
              </a:extLst>
            </p:cNvPr>
            <p:cNvSpPr/>
            <p:nvPr/>
          </p:nvSpPr>
          <p:spPr>
            <a:xfrm rot="16200000">
              <a:off x="3885612" y="3929250"/>
              <a:ext cx="71427" cy="1283938"/>
            </a:xfrm>
            <a:prstGeom prst="leftBracket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6BE3493-25E8-9D65-B478-EEA64B818D48}"/>
                </a:ext>
              </a:extLst>
            </p:cNvPr>
            <p:cNvSpPr txBox="1"/>
            <p:nvPr/>
          </p:nvSpPr>
          <p:spPr>
            <a:xfrm>
              <a:off x="3640106" y="4606933"/>
              <a:ext cx="542641" cy="260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W23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31" name="왼쪽 대괄호 30">
              <a:extLst>
                <a:ext uri="{FF2B5EF4-FFF2-40B4-BE49-F238E27FC236}">
                  <a16:creationId xmlns:a16="http://schemas.microsoft.com/office/drawing/2014/main" id="{0CA06E82-EDAF-B818-3AAB-57615FDF5CA8}"/>
                </a:ext>
              </a:extLst>
            </p:cNvPr>
            <p:cNvSpPr/>
            <p:nvPr/>
          </p:nvSpPr>
          <p:spPr>
            <a:xfrm rot="16200000">
              <a:off x="2021006" y="3585656"/>
              <a:ext cx="45719" cy="1945417"/>
            </a:xfrm>
            <a:prstGeom prst="leftBracket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C831F00F-5D28-8F0A-378C-F24AADB2B467}"/>
                </a:ext>
              </a:extLst>
            </p:cNvPr>
            <p:cNvSpPr txBox="1"/>
            <p:nvPr/>
          </p:nvSpPr>
          <p:spPr>
            <a:xfrm>
              <a:off x="1804028" y="4606933"/>
              <a:ext cx="542641" cy="260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W22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7CEB6D03-E41D-1F44-B15F-C38415A539CF}"/>
              </a:ext>
            </a:extLst>
          </p:cNvPr>
          <p:cNvSpPr txBox="1"/>
          <p:nvPr/>
        </p:nvSpPr>
        <p:spPr>
          <a:xfrm>
            <a:off x="3767359" y="5452580"/>
            <a:ext cx="7904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>
                <a:solidFill>
                  <a:srgbClr val="00B050"/>
                </a:solidFill>
                <a:latin typeface="+mn-ea"/>
              </a:rPr>
              <a:t>유광면 상부</a:t>
            </a:r>
            <a:br>
              <a:rPr lang="en-US" altLang="ko-KR" sz="700">
                <a:solidFill>
                  <a:srgbClr val="00B050"/>
                </a:solidFill>
                <a:latin typeface="+mn-ea"/>
              </a:rPr>
            </a:br>
            <a:r>
              <a:rPr lang="ko-KR" altLang="en-US" sz="700">
                <a:solidFill>
                  <a:srgbClr val="00B050"/>
                </a:solidFill>
                <a:latin typeface="+mn-ea"/>
              </a:rPr>
              <a:t> 투입 비중 증가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7AC71A0-C108-9849-5CDA-E6260E59B8D9}"/>
              </a:ext>
            </a:extLst>
          </p:cNvPr>
          <p:cNvSpPr txBox="1"/>
          <p:nvPr/>
        </p:nvSpPr>
        <p:spPr>
          <a:xfrm>
            <a:off x="4557786" y="5452580"/>
            <a:ext cx="7904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>
                <a:solidFill>
                  <a:srgbClr val="00B050"/>
                </a:solidFill>
                <a:latin typeface="+mn-ea"/>
              </a:rPr>
              <a:t>탭 치수 </a:t>
            </a:r>
            <a:br>
              <a:rPr lang="en-US" altLang="ko-KR" sz="700">
                <a:solidFill>
                  <a:srgbClr val="00B050"/>
                </a:solidFill>
                <a:latin typeface="+mn-ea"/>
              </a:rPr>
            </a:br>
            <a:r>
              <a:rPr lang="ko-KR" altLang="en-US" sz="700">
                <a:solidFill>
                  <a:srgbClr val="00B050"/>
                </a:solidFill>
                <a:latin typeface="+mn-ea"/>
              </a:rPr>
              <a:t>불량률 감소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F9C18D-78C1-2734-686C-F2E22D2CCED3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F6CF37B-AE9B-EBDB-755C-695B96D95E59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953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5532851"/>
              </p:ext>
            </p:extLst>
          </p:nvPr>
        </p:nvGraphicFramePr>
        <p:xfrm>
          <a:off x="152400" y="899044"/>
          <a:ext cx="9655665" cy="5731081"/>
        </p:xfrm>
        <a:graphic>
          <a:graphicData uri="http://schemas.openxmlformats.org/drawingml/2006/table">
            <a:tbl>
              <a:tblPr/>
              <a:tblGrid>
                <a:gridCol w="5957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Foil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광택면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 선별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■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진행현황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4)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확산 전개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WA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조립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동 대상으로 해당 기능 확산 전개 하기 위해 법인과 미팅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(6/16)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7/7(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화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대표호기 테스트 진행 완료하였습니다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→ 조립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동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음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 호기 대상으로 기능 적용 위해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호기 구분 지정 투입 기능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프로그램 전개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(7/13),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기능 활성화 및 테스트 예정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(7/15)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7/15 MEB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(#10,#13,#14,#20,#21,#22)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대상 검증 진행하였고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#13,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#14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라인 제외한 나머지 라인에서 정상 반송 확인하였습니다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* #13, #14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라인은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프로그램에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실제 요청 </a:t>
                      </a:r>
                      <a:r>
                        <a:rPr lang="ko-KR" altLang="en-US" sz="900" b="0" i="0" u="none" strike="noStrike" kern="120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설비랑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시스템에 보고하는 요청 설비를 반대로 매칭한 문제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단순 실수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발견하여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당일 수정 조치하였습니다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→ 이후 추가 테스트 예정이나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현재 생산 물동이 부족한 상황으로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물동 여유 있을 때 추가 테스트 예정입니다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ESMI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1,2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동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대상으로 해당 기능 확산전개 위해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생산물류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PI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 대상 요건 설명회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(7/8)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유관 부서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(MES.PI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공정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IT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인프라팀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생산물류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PI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와 함께 사양 구체화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&amp;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일정 확정 위한 미팅 진행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(7/13)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적용 일정은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GMES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개발 완료 가능 일정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(9/15)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맞춰서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9/16(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수립하였으며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총 비용은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3,200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만원이며 팀 내 예산 부족으로 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ESMI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법인에서 </a:t>
                      </a: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예산 이관 받아 변동비 처리 예정입니다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또한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ESMI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선별 투입 적용 전 사전에 호기 구분 지정 투입 기능 및 데이터 정합성 검증하고 있습니다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--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호기 구분 지정 투입 기능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(PLC)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생산물류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PI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팀과 미팅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(7/8)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기능 정상 동작 중인 것으로 확인하였고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과정에서 한번 더 점검 예정입니다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--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공정 별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UW, RW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 정합성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: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음극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제외 모두 정상 보고 중인 것으로 확인하였고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음극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은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7/24(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금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수정하기로 했습니다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A444859-C0E9-4091-8A60-22C24D6C9A1E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7" name="내용 개체 틀 20">
            <a:extLst>
              <a:ext uri="{FF2B5EF4-FFF2-40B4-BE49-F238E27FC236}">
                <a16:creationId xmlns:a16="http://schemas.microsoft.com/office/drawing/2014/main" id="{8683792D-AD99-79BB-4AB3-F741A5CE6BA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7234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음극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Foil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광택면 노칭 선별 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47E5591-C9AC-85E4-64E9-A7DEB18E09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0563186"/>
              </p:ext>
            </p:extLst>
          </p:nvPr>
        </p:nvGraphicFramePr>
        <p:xfrm>
          <a:off x="1573099" y="1814559"/>
          <a:ext cx="3492000" cy="476250"/>
        </p:xfrm>
        <a:graphic>
          <a:graphicData uri="http://schemas.openxmlformats.org/drawingml/2006/table">
            <a:tbl>
              <a:tblPr/>
              <a:tblGrid>
                <a:gridCol w="57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1980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13173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 구분 지정 투입 기능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6/23(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683708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MCS(RTD)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Foil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광택면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코팅면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선별 투입 로직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6/30(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183617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FF9C18D-78C1-2734-686C-F2E22D2CCED3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F6CF37B-AE9B-EBDB-755C-695B96D95E59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31E01BC-B72F-E981-BB67-540FE129604C}"/>
              </a:ext>
            </a:extLst>
          </p:cNvPr>
          <p:cNvSpPr txBox="1"/>
          <p:nvPr/>
        </p:nvSpPr>
        <p:spPr>
          <a:xfrm>
            <a:off x="1439990" y="1434937"/>
            <a:ext cx="102832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[ESWA </a:t>
            </a:r>
            <a:r>
              <a:rPr lang="ko-KR" altLang="en-US" sz="800" b="1">
                <a:solidFill>
                  <a:srgbClr val="006600"/>
                </a:solidFill>
                <a:latin typeface="+mj-ea"/>
                <a:ea typeface="+mj-ea"/>
              </a:rPr>
              <a:t>조립 </a:t>
            </a:r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3</a:t>
            </a:r>
            <a:r>
              <a:rPr lang="ko-KR" altLang="en-US" sz="800" b="1">
                <a:solidFill>
                  <a:srgbClr val="006600"/>
                </a:solidFill>
                <a:latin typeface="+mj-ea"/>
                <a:ea typeface="+mj-ea"/>
              </a:rPr>
              <a:t>동</a:t>
            </a:r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]</a:t>
            </a:r>
            <a:endParaRPr lang="ko-KR" altLang="en-US" sz="800" b="1">
              <a:solidFill>
                <a:srgbClr val="006600"/>
              </a:solidFill>
              <a:latin typeface="+mj-ea"/>
              <a:ea typeface="+mj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097853E-39DC-143B-2CDE-36538052E645}"/>
              </a:ext>
            </a:extLst>
          </p:cNvPr>
          <p:cNvSpPr txBox="1"/>
          <p:nvPr/>
        </p:nvSpPr>
        <p:spPr>
          <a:xfrm>
            <a:off x="1439989" y="3098784"/>
            <a:ext cx="102832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[ESMI </a:t>
            </a:r>
            <a:r>
              <a:rPr lang="ko-KR" altLang="en-US" sz="800" b="1">
                <a:solidFill>
                  <a:srgbClr val="006600"/>
                </a:solidFill>
                <a:latin typeface="+mj-ea"/>
                <a:ea typeface="+mj-ea"/>
              </a:rPr>
              <a:t>조립</a:t>
            </a:r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]</a:t>
            </a:r>
            <a:endParaRPr lang="ko-KR" altLang="en-US" sz="800" b="1">
              <a:solidFill>
                <a:srgbClr val="006600"/>
              </a:solidFill>
              <a:latin typeface="+mj-ea"/>
              <a:ea typeface="+mj-ea"/>
            </a:endParaRP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5F86E0FE-28C0-F5F4-D262-3B6CB57FD1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419348"/>
              </p:ext>
            </p:extLst>
          </p:nvPr>
        </p:nvGraphicFramePr>
        <p:xfrm>
          <a:off x="1573099" y="3923811"/>
          <a:ext cx="4875325" cy="1133475"/>
        </p:xfrm>
        <a:graphic>
          <a:graphicData uri="http://schemas.openxmlformats.org/drawingml/2006/table">
            <a:tbl>
              <a:tblPr/>
              <a:tblGrid>
                <a:gridCol w="569381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2455456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925244">
                  <a:extLst>
                    <a:ext uri="{9D8B030D-6E8A-4147-A177-3AD203B41FA5}">
                      <a16:colId xmlns:a16="http://schemas.microsoft.com/office/drawing/2014/main" val="768773040"/>
                    </a:ext>
                  </a:extLst>
                </a:gridCol>
                <a:gridCol w="925244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13173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비용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84532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 구분 지정 투입 기능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2062834"/>
                  </a:ext>
                </a:extLst>
              </a:tr>
              <a:tr h="84532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UW, RW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방향 정상 보고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7/24(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286007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MQ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SPC+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인터페이스 맵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320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9/15(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화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2722276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GMES(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선별 투입 관련 데이터 정보를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DB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로 수신 작업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1,444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9/15(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화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3194616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GMES(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GMES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–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 간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DB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인터페이스 작업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729262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FMCS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GEMS(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DB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에 저장된 선별 투입 데이터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I/F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988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9/16(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1674225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RTD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Foil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광택면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코팅면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선별 투입 로직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1341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057943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15467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미스매치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유사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(W30)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음극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Shiny/Matte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선별투입 검증 지연됨에 따라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해당 기능 검증 완료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(~7/31)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양극 미스매치 선별투입 기능 검증 예정입니다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개요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양극 미스매치 유사 </a:t>
                      </a:r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선별 투입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재료 교체 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후 전극의 미스매치 차이를 최소로 하여 재료 교체 후 어깨선 불량률 개선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■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진행현황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b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1) ESWA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 기능 적용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(’25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후 재료교체 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360tab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구간 내 어깨선 불량률 개선 확인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(9.14%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6.19%)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ESWA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 기능 전개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 초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A444859-C0E9-4091-8A60-22C24D6C9A1E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2E7E9DF-3219-71D6-A475-FB74F108EF76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17" name="내용 개체 틀 20">
            <a:extLst>
              <a:ext uri="{FF2B5EF4-FFF2-40B4-BE49-F238E27FC236}">
                <a16:creationId xmlns:a16="http://schemas.microsoft.com/office/drawing/2014/main" id="{8683792D-AD99-79BB-4AB3-F741A5CE6BA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369512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양극 미스매치 유사 노칭 선별 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F6CF37B-AE9B-EBDB-755C-695B96D95E59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8F1B650-686C-6D56-A884-FC37B72679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7049461"/>
              </p:ext>
            </p:extLst>
          </p:nvPr>
        </p:nvGraphicFramePr>
        <p:xfrm>
          <a:off x="1557409" y="1368091"/>
          <a:ext cx="5681949" cy="642975"/>
        </p:xfrm>
        <a:graphic>
          <a:graphicData uri="http://schemas.openxmlformats.org/drawingml/2006/table">
            <a:tbl>
              <a:tblPr/>
              <a:tblGrid>
                <a:gridCol w="947949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</a:tblGrid>
              <a:tr h="68061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사전 데이터 검증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개발</a:t>
                      </a:r>
                      <a:endParaRPr 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 호기 적용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endParaRPr 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 보완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모니터링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조립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‘25.11(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4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26’.1(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005887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ESMI2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1414FE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1414FE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9/16~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>
                          <a:solidFill>
                            <a:srgbClr val="1414FE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9781467"/>
                  </a:ext>
                </a:extLst>
              </a:tr>
            </a:tbl>
          </a:graphicData>
        </a:graphic>
      </p:graphicFrame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E2496D76-F1B6-E5AF-C5A3-1A1E7C25E6D1}"/>
              </a:ext>
            </a:extLst>
          </p:cNvPr>
          <p:cNvGrpSpPr/>
          <p:nvPr/>
        </p:nvGrpSpPr>
        <p:grpSpPr>
          <a:xfrm>
            <a:off x="1557409" y="4594347"/>
            <a:ext cx="4384408" cy="1952637"/>
            <a:chOff x="123673" y="2323021"/>
            <a:chExt cx="5305133" cy="2598959"/>
          </a:xfrm>
        </p:grpSpPr>
        <p:graphicFrame>
          <p:nvGraphicFramePr>
            <p:cNvPr id="227" name="차트 226">
              <a:extLst>
                <a:ext uri="{FF2B5EF4-FFF2-40B4-BE49-F238E27FC236}">
                  <a16:creationId xmlns:a16="http://schemas.microsoft.com/office/drawing/2014/main" id="{959C9979-9360-B38E-55D5-2D9A98542EBA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1164251754"/>
                </p:ext>
              </p:extLst>
            </p:nvPr>
          </p:nvGraphicFramePr>
          <p:xfrm>
            <a:off x="123673" y="2400300"/>
            <a:ext cx="4670434" cy="20574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57EF1F35-0662-AE0D-32EA-C0780CC148C0}"/>
                </a:ext>
              </a:extLst>
            </p:cNvPr>
            <p:cNvCxnSpPr>
              <a:cxnSpLocks/>
            </p:cNvCxnSpPr>
            <p:nvPr/>
          </p:nvCxnSpPr>
          <p:spPr>
            <a:xfrm>
              <a:off x="2808330" y="2519016"/>
              <a:ext cx="0" cy="1755425"/>
            </a:xfrm>
            <a:prstGeom prst="line">
              <a:avLst/>
            </a:prstGeom>
            <a:noFill/>
            <a:ln w="6350" cap="flat" cmpd="sng" algn="ctr">
              <a:solidFill>
                <a:srgbClr val="00B0F0"/>
              </a:solidFill>
              <a:prstDash val="sysDash"/>
              <a:miter lim="800000"/>
            </a:ln>
            <a:effectLst/>
          </p:spPr>
        </p:cxn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10F97919-65E1-D123-4F60-037669E175DE}"/>
                </a:ext>
              </a:extLst>
            </p:cNvPr>
            <p:cNvSpPr txBox="1"/>
            <p:nvPr/>
          </p:nvSpPr>
          <p:spPr>
            <a:xfrm>
              <a:off x="2290260" y="2323021"/>
              <a:ext cx="1036141" cy="260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(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선별투입 적용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)</a:t>
              </a: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58EE9339-BC1B-19E3-2EFC-39ACA56A4419}"/>
                </a:ext>
              </a:extLst>
            </p:cNvPr>
            <p:cNvSpPr txBox="1"/>
            <p:nvPr/>
          </p:nvSpPr>
          <p:spPr>
            <a:xfrm>
              <a:off x="228061" y="4635224"/>
              <a:ext cx="4773141" cy="28675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호기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: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노칭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(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양극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) #13-1,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모델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: E77A-200,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데이터 조회 시점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: ‘25.11/16 ~ 12/6</a:t>
              </a: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231" name="왼쪽 대괄호 230">
              <a:extLst>
                <a:ext uri="{FF2B5EF4-FFF2-40B4-BE49-F238E27FC236}">
                  <a16:creationId xmlns:a16="http://schemas.microsoft.com/office/drawing/2014/main" id="{38F162BA-4224-45EC-8253-41A8B829C2E0}"/>
                </a:ext>
              </a:extLst>
            </p:cNvPr>
            <p:cNvSpPr/>
            <p:nvPr/>
          </p:nvSpPr>
          <p:spPr>
            <a:xfrm rot="16200000">
              <a:off x="1404912" y="3877053"/>
              <a:ext cx="69823" cy="1161143"/>
            </a:xfrm>
            <a:prstGeom prst="leftBracket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2" name="왼쪽 대괄호 231">
              <a:extLst>
                <a:ext uri="{FF2B5EF4-FFF2-40B4-BE49-F238E27FC236}">
                  <a16:creationId xmlns:a16="http://schemas.microsoft.com/office/drawing/2014/main" id="{3BE10D23-A199-9BE5-21DA-7775818E38D3}"/>
                </a:ext>
              </a:extLst>
            </p:cNvPr>
            <p:cNvSpPr/>
            <p:nvPr/>
          </p:nvSpPr>
          <p:spPr>
            <a:xfrm rot="16200000">
              <a:off x="2764709" y="3877053"/>
              <a:ext cx="69823" cy="1161143"/>
            </a:xfrm>
            <a:prstGeom prst="leftBracket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3" name="왼쪽 대괄호 232">
              <a:extLst>
                <a:ext uri="{FF2B5EF4-FFF2-40B4-BE49-F238E27FC236}">
                  <a16:creationId xmlns:a16="http://schemas.microsoft.com/office/drawing/2014/main" id="{B84E12A9-445C-FA87-BF3A-83EBA74D31F2}"/>
                </a:ext>
              </a:extLst>
            </p:cNvPr>
            <p:cNvSpPr/>
            <p:nvPr/>
          </p:nvSpPr>
          <p:spPr>
            <a:xfrm rot="16200000">
              <a:off x="4124506" y="3877053"/>
              <a:ext cx="69823" cy="1161143"/>
            </a:xfrm>
            <a:prstGeom prst="leftBracket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21C3CA63-F12D-8CB4-7FB4-0CC198CBB340}"/>
                </a:ext>
              </a:extLst>
            </p:cNvPr>
            <p:cNvSpPr txBox="1"/>
            <p:nvPr/>
          </p:nvSpPr>
          <p:spPr>
            <a:xfrm>
              <a:off x="1100914" y="4482655"/>
              <a:ext cx="612432" cy="2606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W47</a:t>
              </a: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22CBF690-F24E-FDDA-906B-5DB270906CA4}"/>
                </a:ext>
              </a:extLst>
            </p:cNvPr>
            <p:cNvSpPr txBox="1"/>
            <p:nvPr/>
          </p:nvSpPr>
          <p:spPr>
            <a:xfrm>
              <a:off x="2493404" y="4482655"/>
              <a:ext cx="612432" cy="2606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W48</a:t>
              </a: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98493F49-5DB3-6E47-3C0F-49DC51F86485}"/>
                </a:ext>
              </a:extLst>
            </p:cNvPr>
            <p:cNvSpPr txBox="1"/>
            <p:nvPr/>
          </p:nvSpPr>
          <p:spPr>
            <a:xfrm>
              <a:off x="3842083" y="4482655"/>
              <a:ext cx="612432" cy="2606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W49</a:t>
              </a: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BC6DEAF-375A-BDAB-37F8-378D46212375}"/>
                </a:ext>
              </a:extLst>
            </p:cNvPr>
            <p:cNvSpPr txBox="1"/>
            <p:nvPr/>
          </p:nvSpPr>
          <p:spPr>
            <a:xfrm>
              <a:off x="3086579" y="3560414"/>
              <a:ext cx="2342227" cy="453603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en-US"/>
              </a:defPPr>
              <a:lvl1pPr lvl="0">
                <a:lnSpc>
                  <a:spcPct val="120000"/>
                </a:lnSpc>
                <a:defRPr kumimoji="0" sz="1000" b="0" i="0" u="none" strike="noStrike" cap="none" spc="0" normalizeH="0" baseline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marL="0" marR="0" lvl="0" indent="0" defTabSz="45720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작업자 예약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LOT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지정 반송 시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, </a:t>
              </a:r>
              <a:b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미스매치 유사 전극이 선별투입되지 않음</a:t>
              </a:r>
            </a:p>
          </p:txBody>
        </p:sp>
        <p:cxnSp>
          <p:nvCxnSpPr>
            <p:cNvPr id="238" name="직선 화살표 연결선 237">
              <a:extLst>
                <a:ext uri="{FF2B5EF4-FFF2-40B4-BE49-F238E27FC236}">
                  <a16:creationId xmlns:a16="http://schemas.microsoft.com/office/drawing/2014/main" id="{3C702322-6D08-8B7E-FDAA-3D8F4E768B49}"/>
                </a:ext>
              </a:extLst>
            </p:cNvPr>
            <p:cNvCxnSpPr>
              <a:cxnSpLocks/>
              <a:stCxn id="237" idx="0"/>
              <a:endCxn id="240" idx="5"/>
            </p:cNvCxnSpPr>
            <p:nvPr/>
          </p:nvCxnSpPr>
          <p:spPr>
            <a:xfrm flipH="1" flipV="1">
              <a:off x="3820070" y="3477043"/>
              <a:ext cx="437623" cy="83371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239" name="직선 화살표 연결선 238">
              <a:extLst>
                <a:ext uri="{FF2B5EF4-FFF2-40B4-BE49-F238E27FC236}">
                  <a16:creationId xmlns:a16="http://schemas.microsoft.com/office/drawing/2014/main" id="{66A68137-CECE-EE3E-3BF0-72C7618F417D}"/>
                </a:ext>
              </a:extLst>
            </p:cNvPr>
            <p:cNvCxnSpPr>
              <a:cxnSpLocks/>
              <a:stCxn id="237" idx="0"/>
              <a:endCxn id="241" idx="3"/>
            </p:cNvCxnSpPr>
            <p:nvPr/>
          </p:nvCxnSpPr>
          <p:spPr>
            <a:xfrm flipV="1">
              <a:off x="4257693" y="3214360"/>
              <a:ext cx="53967" cy="346053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240" name="타원 239">
              <a:extLst>
                <a:ext uri="{FF2B5EF4-FFF2-40B4-BE49-F238E27FC236}">
                  <a16:creationId xmlns:a16="http://schemas.microsoft.com/office/drawing/2014/main" id="{A620D3D0-3B69-BE39-DF01-7C872590589C}"/>
                </a:ext>
              </a:extLst>
            </p:cNvPr>
            <p:cNvSpPr/>
            <p:nvPr/>
          </p:nvSpPr>
          <p:spPr>
            <a:xfrm>
              <a:off x="3701965" y="3359856"/>
              <a:ext cx="138370" cy="137293"/>
            </a:xfrm>
            <a:prstGeom prst="ellipse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1" name="타원 240">
              <a:extLst>
                <a:ext uri="{FF2B5EF4-FFF2-40B4-BE49-F238E27FC236}">
                  <a16:creationId xmlns:a16="http://schemas.microsoft.com/office/drawing/2014/main" id="{4A57D661-62CE-CCFE-0B85-88CEC278C408}"/>
                </a:ext>
              </a:extLst>
            </p:cNvPr>
            <p:cNvSpPr/>
            <p:nvPr/>
          </p:nvSpPr>
          <p:spPr>
            <a:xfrm>
              <a:off x="4291396" y="3097174"/>
              <a:ext cx="138370" cy="137293"/>
            </a:xfrm>
            <a:prstGeom prst="ellipse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245" name="차트 244">
                <a:extLst>
                  <a:ext uri="{FF2B5EF4-FFF2-40B4-BE49-F238E27FC236}">
                    <a16:creationId xmlns:a16="http://schemas.microsoft.com/office/drawing/2014/main" id="{D6D39106-BD21-062C-4B10-4A04D762DCE5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1567497665"/>
                  </p:ext>
                </p:extLst>
              </p:nvPr>
            </p:nvGraphicFramePr>
            <p:xfrm>
              <a:off x="5536987" y="4555384"/>
              <a:ext cx="1384722" cy="1805302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4"/>
              </a:graphicData>
            </a:graphic>
          </p:graphicFrame>
        </mc:Choice>
        <mc:Fallback xmlns="">
          <p:pic>
            <p:nvPicPr>
              <p:cNvPr id="245" name="차트 244">
                <a:extLst>
                  <a:ext uri="{FF2B5EF4-FFF2-40B4-BE49-F238E27FC236}">
                    <a16:creationId xmlns:a16="http://schemas.microsoft.com/office/drawing/2014/main" id="{D6D39106-BD21-062C-4B10-4A04D762DCE5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536987" y="4555384"/>
                <a:ext cx="1384722" cy="18053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246" name="차트 245">
                <a:extLst>
                  <a:ext uri="{FF2B5EF4-FFF2-40B4-BE49-F238E27FC236}">
                    <a16:creationId xmlns:a16="http://schemas.microsoft.com/office/drawing/2014/main" id="{D792B60A-C007-DD02-389A-2CE9C4867771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1936070217"/>
                  </p:ext>
                </p:extLst>
              </p:nvPr>
            </p:nvGraphicFramePr>
            <p:xfrm>
              <a:off x="7152348" y="4573313"/>
              <a:ext cx="1381524" cy="1787373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6"/>
              </a:graphicData>
            </a:graphic>
          </p:graphicFrame>
        </mc:Choice>
        <mc:Fallback xmlns="">
          <p:pic>
            <p:nvPicPr>
              <p:cNvPr id="246" name="차트 245">
                <a:extLst>
                  <a:ext uri="{FF2B5EF4-FFF2-40B4-BE49-F238E27FC236}">
                    <a16:creationId xmlns:a16="http://schemas.microsoft.com/office/drawing/2014/main" id="{D792B60A-C007-DD02-389A-2CE9C4867771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52348" y="4573313"/>
                <a:ext cx="1381524" cy="1787373"/>
              </a:xfrm>
              <a:prstGeom prst="rect">
                <a:avLst/>
              </a:prstGeom>
            </p:spPr>
          </p:pic>
        </mc:Fallback>
      </mc:AlternateContent>
      <p:sp>
        <p:nvSpPr>
          <p:cNvPr id="247" name="TextBox 246">
            <a:extLst>
              <a:ext uri="{FF2B5EF4-FFF2-40B4-BE49-F238E27FC236}">
                <a16:creationId xmlns:a16="http://schemas.microsoft.com/office/drawing/2014/main" id="{ED6711A2-92DB-2849-8C20-179BBDCEE7EB}"/>
              </a:ext>
            </a:extLst>
          </p:cNvPr>
          <p:cNvSpPr txBox="1"/>
          <p:nvPr/>
        </p:nvSpPr>
        <p:spPr>
          <a:xfrm>
            <a:off x="5456810" y="4367115"/>
            <a:ext cx="3313190" cy="2351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algn="l" defTabSz="44783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선별 투입 적용 전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후 </a:t>
            </a:r>
            <a:r>
              <a:rPr kumimoji="0" lang="ko-KR" altLang="en-US" sz="9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재료교체 </a:t>
            </a:r>
            <a:r>
              <a:rPr kumimoji="0" lang="en-US" altLang="ko-KR" sz="9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~ 360tab 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구간 내 불량률 비교 결과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kumimoji="0" lang="en-US" altLang="ko-KR" sz="9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D9321636-E366-2C73-5329-CA2086BED69D}"/>
              </a:ext>
            </a:extLst>
          </p:cNvPr>
          <p:cNvGrpSpPr/>
          <p:nvPr/>
        </p:nvGrpSpPr>
        <p:grpSpPr>
          <a:xfrm>
            <a:off x="1928681" y="2513560"/>
            <a:ext cx="2082178" cy="1275680"/>
            <a:chOff x="524012" y="3900063"/>
            <a:chExt cx="2082178" cy="1275680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237286FF-302F-B399-41CF-99F5C53BA2C0}"/>
                </a:ext>
              </a:extLst>
            </p:cNvPr>
            <p:cNvGrpSpPr/>
            <p:nvPr/>
          </p:nvGrpSpPr>
          <p:grpSpPr>
            <a:xfrm>
              <a:off x="672883" y="3900063"/>
              <a:ext cx="598489" cy="1006292"/>
              <a:chOff x="463079" y="5338489"/>
              <a:chExt cx="1933245" cy="1154783"/>
            </a:xfrm>
          </p:grpSpPr>
          <p:grpSp>
            <p:nvGrpSpPr>
              <p:cNvPr id="265" name="그룹 264">
                <a:extLst>
                  <a:ext uri="{FF2B5EF4-FFF2-40B4-BE49-F238E27FC236}">
                    <a16:creationId xmlns:a16="http://schemas.microsoft.com/office/drawing/2014/main" id="{AEAE3BAD-12A7-43E3-4AEF-E3FB7D16A8C6}"/>
                  </a:ext>
                </a:extLst>
              </p:cNvPr>
              <p:cNvGrpSpPr/>
              <p:nvPr/>
            </p:nvGrpSpPr>
            <p:grpSpPr>
              <a:xfrm>
                <a:off x="1164086" y="5338489"/>
                <a:ext cx="646229" cy="560995"/>
                <a:chOff x="1672898" y="3704859"/>
                <a:chExt cx="781937" cy="678803"/>
              </a:xfrm>
            </p:grpSpPr>
            <p:sp>
              <p:nvSpPr>
                <p:cNvPr id="271" name="원통형 270">
                  <a:extLst>
                    <a:ext uri="{FF2B5EF4-FFF2-40B4-BE49-F238E27FC236}">
                      <a16:creationId xmlns:a16="http://schemas.microsoft.com/office/drawing/2014/main" id="{9C9406D8-9CFE-D183-5039-F86AB416D738}"/>
                    </a:ext>
                  </a:extLst>
                </p:cNvPr>
                <p:cNvSpPr/>
                <p:nvPr/>
              </p:nvSpPr>
              <p:spPr>
                <a:xfrm rot="16200000">
                  <a:off x="1724465" y="3653292"/>
                  <a:ext cx="678803" cy="781937"/>
                </a:xfrm>
                <a:prstGeom prst="can">
                  <a:avLst>
                    <a:gd name="adj" fmla="val 37004"/>
                  </a:avLst>
                </a:prstGeom>
                <a:solidFill>
                  <a:sysClr val="window" lastClr="FFFFFF">
                    <a:lumMod val="50000"/>
                  </a:sysClr>
                </a:solidFill>
                <a:ln w="3175" cap="flat" cmpd="sng" algn="ctr">
                  <a:solidFill>
                    <a:sysClr val="windowText" lastClr="000000">
                      <a:lumMod val="65000"/>
                      <a:lumOff val="3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72" name="타원 271">
                  <a:extLst>
                    <a:ext uri="{FF2B5EF4-FFF2-40B4-BE49-F238E27FC236}">
                      <a16:creationId xmlns:a16="http://schemas.microsoft.com/office/drawing/2014/main" id="{87F57F93-BD1C-5DE6-E242-8F6D3B62F44E}"/>
                    </a:ext>
                  </a:extLst>
                </p:cNvPr>
                <p:cNvSpPr/>
                <p:nvPr/>
              </p:nvSpPr>
              <p:spPr>
                <a:xfrm>
                  <a:off x="1765426" y="4003417"/>
                  <a:ext cx="54321" cy="106857"/>
                </a:xfrm>
                <a:prstGeom prst="ellipse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ysClr val="windowText" lastClr="000000">
                      <a:lumMod val="65000"/>
                      <a:lumOff val="3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B75F0667-25CB-50D4-2960-E0065F395B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70146" y="5887935"/>
                <a:ext cx="726389" cy="183609"/>
              </a:xfrm>
              <a:prstGeom prst="line">
                <a:avLst/>
              </a:prstGeom>
              <a:noFill/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dash"/>
                <a:miter lim="800000"/>
              </a:ln>
              <a:effectLst/>
            </p:spPr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3A71CB35-D354-2CFD-BEEB-55E3BC5DAE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66037" y="5875408"/>
                <a:ext cx="630287" cy="184916"/>
              </a:xfrm>
              <a:prstGeom prst="line">
                <a:avLst/>
              </a:prstGeom>
              <a:noFill/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dash"/>
                <a:miter lim="800000"/>
              </a:ln>
              <a:effectLst/>
            </p:spPr>
          </p:cxnSp>
          <p:grpSp>
            <p:nvGrpSpPr>
              <p:cNvPr id="268" name="그룹 267">
                <a:extLst>
                  <a:ext uri="{FF2B5EF4-FFF2-40B4-BE49-F238E27FC236}">
                    <a16:creationId xmlns:a16="http://schemas.microsoft.com/office/drawing/2014/main" id="{ED045697-6FF3-CAB9-686D-6B8BE947166B}"/>
                  </a:ext>
                </a:extLst>
              </p:cNvPr>
              <p:cNvGrpSpPr/>
              <p:nvPr/>
            </p:nvGrpSpPr>
            <p:grpSpPr>
              <a:xfrm>
                <a:off x="463079" y="6079929"/>
                <a:ext cx="1933245" cy="413343"/>
                <a:chOff x="3812626" y="4526452"/>
                <a:chExt cx="2094349" cy="584178"/>
              </a:xfrm>
            </p:grpSpPr>
            <p:sp>
              <p:nvSpPr>
                <p:cNvPr id="269" name="직사각형 268">
                  <a:extLst>
                    <a:ext uri="{FF2B5EF4-FFF2-40B4-BE49-F238E27FC236}">
                      <a16:creationId xmlns:a16="http://schemas.microsoft.com/office/drawing/2014/main" id="{238293F7-F05F-20AE-52D1-71986240EE82}"/>
                    </a:ext>
                  </a:extLst>
                </p:cNvPr>
                <p:cNvSpPr/>
                <p:nvPr/>
              </p:nvSpPr>
              <p:spPr>
                <a:xfrm>
                  <a:off x="3812626" y="4668229"/>
                  <a:ext cx="2094349" cy="442401"/>
                </a:xfrm>
                <a:prstGeom prst="rect">
                  <a:avLst/>
                </a:prstGeom>
                <a:solidFill>
                  <a:sysClr val="window" lastClr="FFFFFF">
                    <a:lumMod val="85000"/>
                  </a:sysClr>
                </a:solidFill>
                <a:ln w="190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2204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62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70" name="직사각형 269">
                  <a:extLst>
                    <a:ext uri="{FF2B5EF4-FFF2-40B4-BE49-F238E27FC236}">
                      <a16:creationId xmlns:a16="http://schemas.microsoft.com/office/drawing/2014/main" id="{1AAC36A1-BEF2-3860-373F-C0B0EBA26F76}"/>
                    </a:ext>
                  </a:extLst>
                </p:cNvPr>
                <p:cNvSpPr/>
                <p:nvPr/>
              </p:nvSpPr>
              <p:spPr>
                <a:xfrm>
                  <a:off x="3812627" y="4526452"/>
                  <a:ext cx="2094348" cy="434166"/>
                </a:xfrm>
                <a:prstGeom prst="rect">
                  <a:avLst/>
                </a:prstGeom>
                <a:solidFill>
                  <a:sysClr val="window" lastClr="FFFFFF">
                    <a:lumMod val="50000"/>
                  </a:sysClr>
                </a:solidFill>
                <a:ln w="190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2204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62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</p:grpSp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C40642D2-F211-993D-FF71-EB3AE3FC7B0F}"/>
                </a:ext>
              </a:extLst>
            </p:cNvPr>
            <p:cNvGrpSpPr/>
            <p:nvPr/>
          </p:nvGrpSpPr>
          <p:grpSpPr>
            <a:xfrm>
              <a:off x="1508349" y="3900063"/>
              <a:ext cx="598489" cy="1006292"/>
              <a:chOff x="463079" y="5338489"/>
              <a:chExt cx="1933245" cy="1154783"/>
            </a:xfrm>
          </p:grpSpPr>
          <p:grpSp>
            <p:nvGrpSpPr>
              <p:cNvPr id="257" name="그룹 256">
                <a:extLst>
                  <a:ext uri="{FF2B5EF4-FFF2-40B4-BE49-F238E27FC236}">
                    <a16:creationId xmlns:a16="http://schemas.microsoft.com/office/drawing/2014/main" id="{71C47F19-F221-C762-B807-1965B35CC853}"/>
                  </a:ext>
                </a:extLst>
              </p:cNvPr>
              <p:cNvGrpSpPr/>
              <p:nvPr/>
            </p:nvGrpSpPr>
            <p:grpSpPr>
              <a:xfrm>
                <a:off x="1164086" y="5338489"/>
                <a:ext cx="646229" cy="560995"/>
                <a:chOff x="1672898" y="3704859"/>
                <a:chExt cx="781937" cy="678803"/>
              </a:xfrm>
            </p:grpSpPr>
            <p:sp>
              <p:nvSpPr>
                <p:cNvPr id="263" name="원통형 262">
                  <a:extLst>
                    <a:ext uri="{FF2B5EF4-FFF2-40B4-BE49-F238E27FC236}">
                      <a16:creationId xmlns:a16="http://schemas.microsoft.com/office/drawing/2014/main" id="{D65C308B-F2AB-B034-E414-271C0EFA3C78}"/>
                    </a:ext>
                  </a:extLst>
                </p:cNvPr>
                <p:cNvSpPr/>
                <p:nvPr/>
              </p:nvSpPr>
              <p:spPr>
                <a:xfrm rot="16200000">
                  <a:off x="1724465" y="3653292"/>
                  <a:ext cx="678803" cy="781937"/>
                </a:xfrm>
                <a:prstGeom prst="can">
                  <a:avLst>
                    <a:gd name="adj" fmla="val 37004"/>
                  </a:avLst>
                </a:prstGeom>
                <a:solidFill>
                  <a:sysClr val="window" lastClr="FFFFFF">
                    <a:lumMod val="50000"/>
                  </a:sysClr>
                </a:solidFill>
                <a:ln w="3175" cap="flat" cmpd="sng" algn="ctr">
                  <a:solidFill>
                    <a:sysClr val="windowText" lastClr="000000">
                      <a:lumMod val="65000"/>
                      <a:lumOff val="3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64" name="타원 263">
                  <a:extLst>
                    <a:ext uri="{FF2B5EF4-FFF2-40B4-BE49-F238E27FC236}">
                      <a16:creationId xmlns:a16="http://schemas.microsoft.com/office/drawing/2014/main" id="{B41DB663-EA86-707A-349B-1A651314FAE3}"/>
                    </a:ext>
                  </a:extLst>
                </p:cNvPr>
                <p:cNvSpPr/>
                <p:nvPr/>
              </p:nvSpPr>
              <p:spPr>
                <a:xfrm>
                  <a:off x="1765426" y="4003417"/>
                  <a:ext cx="54321" cy="106857"/>
                </a:xfrm>
                <a:prstGeom prst="ellipse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ysClr val="windowText" lastClr="000000">
                      <a:lumMod val="65000"/>
                      <a:lumOff val="3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E9CD315A-FCFE-56BD-581A-9AE7B659A1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70146" y="5887935"/>
                <a:ext cx="726389" cy="183609"/>
              </a:xfrm>
              <a:prstGeom prst="line">
                <a:avLst/>
              </a:prstGeom>
              <a:noFill/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dash"/>
                <a:miter lim="800000"/>
              </a:ln>
              <a:effectLst/>
            </p:spPr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9D6FB611-EA1B-45A2-B872-14E68072A6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66037" y="5875408"/>
                <a:ext cx="630287" cy="184916"/>
              </a:xfrm>
              <a:prstGeom prst="line">
                <a:avLst/>
              </a:prstGeom>
              <a:noFill/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dash"/>
                <a:miter lim="800000"/>
              </a:ln>
              <a:effectLst/>
            </p:spPr>
          </p:cxnSp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B35E6EC7-25E2-29D9-6E0F-8BEE0B8C81C0}"/>
                  </a:ext>
                </a:extLst>
              </p:cNvPr>
              <p:cNvGrpSpPr/>
              <p:nvPr/>
            </p:nvGrpSpPr>
            <p:grpSpPr>
              <a:xfrm>
                <a:off x="463079" y="6079929"/>
                <a:ext cx="1933245" cy="413343"/>
                <a:chOff x="3812626" y="4526452"/>
                <a:chExt cx="2094349" cy="584178"/>
              </a:xfrm>
            </p:grpSpPr>
            <p:sp>
              <p:nvSpPr>
                <p:cNvPr id="261" name="직사각형 260">
                  <a:extLst>
                    <a:ext uri="{FF2B5EF4-FFF2-40B4-BE49-F238E27FC236}">
                      <a16:creationId xmlns:a16="http://schemas.microsoft.com/office/drawing/2014/main" id="{B35C5CE0-70F8-315E-881A-98F97200015E}"/>
                    </a:ext>
                  </a:extLst>
                </p:cNvPr>
                <p:cNvSpPr/>
                <p:nvPr/>
              </p:nvSpPr>
              <p:spPr>
                <a:xfrm>
                  <a:off x="3812626" y="4668229"/>
                  <a:ext cx="2094349" cy="442401"/>
                </a:xfrm>
                <a:prstGeom prst="rect">
                  <a:avLst/>
                </a:prstGeom>
                <a:solidFill>
                  <a:sysClr val="window" lastClr="FFFFFF">
                    <a:lumMod val="85000"/>
                  </a:sysClr>
                </a:solidFill>
                <a:ln w="190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2204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62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62" name="직사각형 261">
                  <a:extLst>
                    <a:ext uri="{FF2B5EF4-FFF2-40B4-BE49-F238E27FC236}">
                      <a16:creationId xmlns:a16="http://schemas.microsoft.com/office/drawing/2014/main" id="{13B26BF1-4598-4BF0-D34A-D5B8DF4630CD}"/>
                    </a:ext>
                  </a:extLst>
                </p:cNvPr>
                <p:cNvSpPr/>
                <p:nvPr/>
              </p:nvSpPr>
              <p:spPr>
                <a:xfrm>
                  <a:off x="3812627" y="4526452"/>
                  <a:ext cx="2094348" cy="434166"/>
                </a:xfrm>
                <a:prstGeom prst="rect">
                  <a:avLst/>
                </a:prstGeom>
                <a:solidFill>
                  <a:sysClr val="window" lastClr="FFFFFF">
                    <a:lumMod val="50000"/>
                  </a:sysClr>
                </a:solidFill>
                <a:ln w="190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2204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62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</p:grp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7472B535-E218-BBD3-F5BD-72A9376EF3A6}"/>
                </a:ext>
              </a:extLst>
            </p:cNvPr>
            <p:cNvSpPr txBox="1"/>
            <p:nvPr/>
          </p:nvSpPr>
          <p:spPr>
            <a:xfrm>
              <a:off x="524012" y="4947154"/>
              <a:ext cx="905554" cy="228589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en-US"/>
              </a:defPPr>
              <a:lvl1pPr lvl="0">
                <a:lnSpc>
                  <a:spcPct val="120000"/>
                </a:lnSpc>
                <a:defRPr kumimoji="0" sz="1000" b="0" i="0" u="none" strike="noStrike" cap="none" spc="0" normalizeH="0" baseline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marL="0" marR="0" lvl="0" indent="0" defTabSz="45720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현재 생산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Lot</a:t>
              </a: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D3920B50-CEBF-9DB2-A92C-F3A91609FC5F}"/>
                </a:ext>
              </a:extLst>
            </p:cNvPr>
            <p:cNvSpPr txBox="1"/>
            <p:nvPr/>
          </p:nvSpPr>
          <p:spPr>
            <a:xfrm>
              <a:off x="1414591" y="4947154"/>
              <a:ext cx="1191599" cy="228589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en-US"/>
              </a:defPPr>
              <a:lvl1pPr lvl="0">
                <a:lnSpc>
                  <a:spcPct val="120000"/>
                </a:lnSpc>
                <a:defRPr kumimoji="0" sz="1000" b="0" i="0" u="none" strike="noStrike" cap="none" spc="0" normalizeH="0" baseline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marL="0" marR="0" lvl="0" indent="0" defTabSz="45720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다음 생산 예정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Lot</a:t>
              </a: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55" name="사각형: 둥근 모서리 254">
              <a:extLst>
                <a:ext uri="{FF2B5EF4-FFF2-40B4-BE49-F238E27FC236}">
                  <a16:creationId xmlns:a16="http://schemas.microsoft.com/office/drawing/2014/main" id="{9099A78A-8A7F-2D80-45A0-312170DA607C}"/>
                </a:ext>
              </a:extLst>
            </p:cNvPr>
            <p:cNvSpPr/>
            <p:nvPr/>
          </p:nvSpPr>
          <p:spPr>
            <a:xfrm>
              <a:off x="1137825" y="4467693"/>
              <a:ext cx="224874" cy="529265"/>
            </a:xfrm>
            <a:prstGeom prst="roundRect">
              <a:avLst/>
            </a:prstGeom>
            <a:solidFill>
              <a:srgbClr val="E97132">
                <a:alpha val="50000"/>
              </a:srgbClr>
            </a:solidFill>
            <a:ln>
              <a:noFill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6" name="사각형: 둥근 모서리 255">
              <a:extLst>
                <a:ext uri="{FF2B5EF4-FFF2-40B4-BE49-F238E27FC236}">
                  <a16:creationId xmlns:a16="http://schemas.microsoft.com/office/drawing/2014/main" id="{A407F547-E15A-E530-BB10-042DDC0C1D2F}"/>
                </a:ext>
              </a:extLst>
            </p:cNvPr>
            <p:cNvSpPr/>
            <p:nvPr/>
          </p:nvSpPr>
          <p:spPr>
            <a:xfrm>
              <a:off x="1406562" y="4467693"/>
              <a:ext cx="224874" cy="529265"/>
            </a:xfrm>
            <a:prstGeom prst="roundRect">
              <a:avLst/>
            </a:prstGeom>
            <a:solidFill>
              <a:srgbClr val="E97132">
                <a:alpha val="50000"/>
              </a:srgbClr>
            </a:solidFill>
            <a:ln>
              <a:noFill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3B0A797A-2E68-B917-F5AD-63091E2285DB}"/>
              </a:ext>
            </a:extLst>
          </p:cNvPr>
          <p:cNvGrpSpPr/>
          <p:nvPr/>
        </p:nvGrpSpPr>
        <p:grpSpPr>
          <a:xfrm>
            <a:off x="3918797" y="2546101"/>
            <a:ext cx="4662919" cy="1238368"/>
            <a:chOff x="-5063314" y="3469192"/>
            <a:chExt cx="4662919" cy="1238368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2E60F8DD-A3C4-B2D3-0DFC-7385CFB65CD1}"/>
                </a:ext>
              </a:extLst>
            </p:cNvPr>
            <p:cNvGrpSpPr/>
            <p:nvPr/>
          </p:nvGrpSpPr>
          <p:grpSpPr>
            <a:xfrm>
              <a:off x="-4590170" y="3550306"/>
              <a:ext cx="1440895" cy="461554"/>
              <a:chOff x="547398" y="5495109"/>
              <a:chExt cx="1440895" cy="461554"/>
            </a:xfrm>
          </p:grpSpPr>
          <p:grpSp>
            <p:nvGrpSpPr>
              <p:cNvPr id="298" name="그룹 297">
                <a:extLst>
                  <a:ext uri="{FF2B5EF4-FFF2-40B4-BE49-F238E27FC236}">
                    <a16:creationId xmlns:a16="http://schemas.microsoft.com/office/drawing/2014/main" id="{1AACC055-27CF-B5F7-44B1-5C376F9E7885}"/>
                  </a:ext>
                </a:extLst>
              </p:cNvPr>
              <p:cNvGrpSpPr/>
              <p:nvPr/>
            </p:nvGrpSpPr>
            <p:grpSpPr>
              <a:xfrm>
                <a:off x="547398" y="5495109"/>
                <a:ext cx="723974" cy="461554"/>
                <a:chOff x="547398" y="5495109"/>
                <a:chExt cx="723974" cy="461554"/>
              </a:xfrm>
            </p:grpSpPr>
            <p:cxnSp>
              <p:nvCxnSpPr>
                <p:cNvPr id="302" name="직선 연결선 301">
                  <a:extLst>
                    <a:ext uri="{FF2B5EF4-FFF2-40B4-BE49-F238E27FC236}">
                      <a16:creationId xmlns:a16="http://schemas.microsoft.com/office/drawing/2014/main" id="{CEF6AD90-ADD4-5898-9C80-024414BD49C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59668" y="5495109"/>
                  <a:ext cx="0" cy="461554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3" name="직선 연결선 302">
                  <a:extLst>
                    <a:ext uri="{FF2B5EF4-FFF2-40B4-BE49-F238E27FC236}">
                      <a16:creationId xmlns:a16="http://schemas.microsoft.com/office/drawing/2014/main" id="{407D35A1-58ED-0B06-19F7-8CD3613EE2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54338" y="5956663"/>
                  <a:ext cx="717034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sp>
              <p:nvSpPr>
                <p:cNvPr id="304" name="자유형: 도형 303">
                  <a:extLst>
                    <a:ext uri="{FF2B5EF4-FFF2-40B4-BE49-F238E27FC236}">
                      <a16:creationId xmlns:a16="http://schemas.microsoft.com/office/drawing/2014/main" id="{AB02B884-A55D-D06F-D21D-B6DBE7472BF3}"/>
                    </a:ext>
                  </a:extLst>
                </p:cNvPr>
                <p:cNvSpPr/>
                <p:nvPr/>
              </p:nvSpPr>
              <p:spPr>
                <a:xfrm>
                  <a:off x="547398" y="5633482"/>
                  <a:ext cx="706003" cy="53215"/>
                </a:xfrm>
                <a:custGeom>
                  <a:avLst/>
                  <a:gdLst>
                    <a:gd name="connsiteX0" fmla="*/ 0 w 583474"/>
                    <a:gd name="connsiteY0" fmla="*/ 35798 h 53215"/>
                    <a:gd name="connsiteX1" fmla="*/ 43542 w 583474"/>
                    <a:gd name="connsiteY1" fmla="*/ 18381 h 53215"/>
                    <a:gd name="connsiteX2" fmla="*/ 104502 w 583474"/>
                    <a:gd name="connsiteY2" fmla="*/ 9672 h 53215"/>
                    <a:gd name="connsiteX3" fmla="*/ 121920 w 583474"/>
                    <a:gd name="connsiteY3" fmla="*/ 35798 h 53215"/>
                    <a:gd name="connsiteX4" fmla="*/ 148045 w 583474"/>
                    <a:gd name="connsiteY4" fmla="*/ 9672 h 53215"/>
                    <a:gd name="connsiteX5" fmla="*/ 156754 w 583474"/>
                    <a:gd name="connsiteY5" fmla="*/ 44507 h 53215"/>
                    <a:gd name="connsiteX6" fmla="*/ 182880 w 583474"/>
                    <a:gd name="connsiteY6" fmla="*/ 53215 h 53215"/>
                    <a:gd name="connsiteX7" fmla="*/ 226422 w 583474"/>
                    <a:gd name="connsiteY7" fmla="*/ 44507 h 53215"/>
                    <a:gd name="connsiteX8" fmla="*/ 269965 w 583474"/>
                    <a:gd name="connsiteY8" fmla="*/ 18381 h 53215"/>
                    <a:gd name="connsiteX9" fmla="*/ 313508 w 583474"/>
                    <a:gd name="connsiteY9" fmla="*/ 18381 h 53215"/>
                    <a:gd name="connsiteX10" fmla="*/ 357051 w 583474"/>
                    <a:gd name="connsiteY10" fmla="*/ 44507 h 53215"/>
                    <a:gd name="connsiteX11" fmla="*/ 400594 w 583474"/>
                    <a:gd name="connsiteY11" fmla="*/ 35798 h 53215"/>
                    <a:gd name="connsiteX12" fmla="*/ 487680 w 583474"/>
                    <a:gd name="connsiteY12" fmla="*/ 9672 h 53215"/>
                    <a:gd name="connsiteX13" fmla="*/ 505097 w 583474"/>
                    <a:gd name="connsiteY13" fmla="*/ 35798 h 53215"/>
                    <a:gd name="connsiteX14" fmla="*/ 539931 w 583474"/>
                    <a:gd name="connsiteY14" fmla="*/ 53215 h 53215"/>
                    <a:gd name="connsiteX15" fmla="*/ 583474 w 583474"/>
                    <a:gd name="connsiteY15" fmla="*/ 18381 h 53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474" h="53215">
                      <a:moveTo>
                        <a:pt x="0" y="35798"/>
                      </a:moveTo>
                      <a:cubicBezTo>
                        <a:pt x="14514" y="29992"/>
                        <a:pt x="27910" y="18381"/>
                        <a:pt x="43542" y="18381"/>
                      </a:cubicBezTo>
                      <a:cubicBezTo>
                        <a:pt x="111005" y="18381"/>
                        <a:pt x="68905" y="63069"/>
                        <a:pt x="104502" y="9672"/>
                      </a:cubicBezTo>
                      <a:cubicBezTo>
                        <a:pt x="110308" y="18381"/>
                        <a:pt x="111453" y="35798"/>
                        <a:pt x="121920" y="35798"/>
                      </a:cubicBezTo>
                      <a:cubicBezTo>
                        <a:pt x="134236" y="35798"/>
                        <a:pt x="136097" y="6685"/>
                        <a:pt x="148045" y="9672"/>
                      </a:cubicBezTo>
                      <a:cubicBezTo>
                        <a:pt x="159657" y="12575"/>
                        <a:pt x="149277" y="35161"/>
                        <a:pt x="156754" y="44507"/>
                      </a:cubicBezTo>
                      <a:cubicBezTo>
                        <a:pt x="162489" y="51675"/>
                        <a:pt x="174171" y="50312"/>
                        <a:pt x="182880" y="53215"/>
                      </a:cubicBezTo>
                      <a:cubicBezTo>
                        <a:pt x="249119" y="-57187"/>
                        <a:pt x="175792" y="37274"/>
                        <a:pt x="226422" y="44507"/>
                      </a:cubicBezTo>
                      <a:cubicBezTo>
                        <a:pt x="243178" y="46901"/>
                        <a:pt x="255451" y="27090"/>
                        <a:pt x="269965" y="18381"/>
                      </a:cubicBezTo>
                      <a:cubicBezTo>
                        <a:pt x="313208" y="83247"/>
                        <a:pt x="257630" y="18381"/>
                        <a:pt x="313508" y="18381"/>
                      </a:cubicBezTo>
                      <a:cubicBezTo>
                        <a:pt x="330435" y="18381"/>
                        <a:pt x="342537" y="35798"/>
                        <a:pt x="357051" y="44507"/>
                      </a:cubicBezTo>
                      <a:cubicBezTo>
                        <a:pt x="398424" y="3132"/>
                        <a:pt x="347153" y="44020"/>
                        <a:pt x="400594" y="35798"/>
                      </a:cubicBezTo>
                      <a:cubicBezTo>
                        <a:pt x="430548" y="31190"/>
                        <a:pt x="458651" y="18381"/>
                        <a:pt x="487680" y="9672"/>
                      </a:cubicBezTo>
                      <a:cubicBezTo>
                        <a:pt x="493486" y="18381"/>
                        <a:pt x="495379" y="31911"/>
                        <a:pt x="505097" y="35798"/>
                      </a:cubicBezTo>
                      <a:cubicBezTo>
                        <a:pt x="549756" y="53662"/>
                        <a:pt x="518493" y="-11096"/>
                        <a:pt x="539931" y="53215"/>
                      </a:cubicBezTo>
                      <a:cubicBezTo>
                        <a:pt x="572889" y="31244"/>
                        <a:pt x="558656" y="43199"/>
                        <a:pt x="583474" y="18381"/>
                      </a:cubicBezTo>
                    </a:path>
                  </a:pathLst>
                </a:custGeom>
                <a:noFill/>
                <a:ln w="19050" cap="flat" cmpd="sng" algn="ctr">
                  <a:solidFill>
                    <a:srgbClr val="156082">
                      <a:shade val="15000"/>
                    </a:srgb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96F2A629-DA76-ECD0-C239-8F4B776E2758}"/>
                  </a:ext>
                </a:extLst>
              </p:cNvPr>
              <p:cNvGrpSpPr/>
              <p:nvPr/>
            </p:nvGrpSpPr>
            <p:grpSpPr>
              <a:xfrm>
                <a:off x="1250262" y="5746958"/>
                <a:ext cx="738031" cy="209705"/>
                <a:chOff x="672883" y="5746958"/>
                <a:chExt cx="738031" cy="209705"/>
              </a:xfrm>
            </p:grpSpPr>
            <p:cxnSp>
              <p:nvCxnSpPr>
                <p:cNvPr id="300" name="직선 연결선 299">
                  <a:extLst>
                    <a:ext uri="{FF2B5EF4-FFF2-40B4-BE49-F238E27FC236}">
                      <a16:creationId xmlns:a16="http://schemas.microsoft.com/office/drawing/2014/main" id="{3F0E3B21-C5A8-E776-A257-CF8929AA82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2883" y="5956663"/>
                  <a:ext cx="738031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sp>
              <p:nvSpPr>
                <p:cNvPr id="301" name="자유형: 도형 300">
                  <a:extLst>
                    <a:ext uri="{FF2B5EF4-FFF2-40B4-BE49-F238E27FC236}">
                      <a16:creationId xmlns:a16="http://schemas.microsoft.com/office/drawing/2014/main" id="{F3CDE76A-00C2-421E-984B-C388DB290433}"/>
                    </a:ext>
                  </a:extLst>
                </p:cNvPr>
                <p:cNvSpPr/>
                <p:nvPr/>
              </p:nvSpPr>
              <p:spPr>
                <a:xfrm>
                  <a:off x="695781" y="5746958"/>
                  <a:ext cx="706003" cy="53215"/>
                </a:xfrm>
                <a:custGeom>
                  <a:avLst/>
                  <a:gdLst>
                    <a:gd name="connsiteX0" fmla="*/ 0 w 583474"/>
                    <a:gd name="connsiteY0" fmla="*/ 35798 h 53215"/>
                    <a:gd name="connsiteX1" fmla="*/ 43542 w 583474"/>
                    <a:gd name="connsiteY1" fmla="*/ 18381 h 53215"/>
                    <a:gd name="connsiteX2" fmla="*/ 104502 w 583474"/>
                    <a:gd name="connsiteY2" fmla="*/ 9672 h 53215"/>
                    <a:gd name="connsiteX3" fmla="*/ 121920 w 583474"/>
                    <a:gd name="connsiteY3" fmla="*/ 35798 h 53215"/>
                    <a:gd name="connsiteX4" fmla="*/ 148045 w 583474"/>
                    <a:gd name="connsiteY4" fmla="*/ 9672 h 53215"/>
                    <a:gd name="connsiteX5" fmla="*/ 156754 w 583474"/>
                    <a:gd name="connsiteY5" fmla="*/ 44507 h 53215"/>
                    <a:gd name="connsiteX6" fmla="*/ 182880 w 583474"/>
                    <a:gd name="connsiteY6" fmla="*/ 53215 h 53215"/>
                    <a:gd name="connsiteX7" fmla="*/ 226422 w 583474"/>
                    <a:gd name="connsiteY7" fmla="*/ 44507 h 53215"/>
                    <a:gd name="connsiteX8" fmla="*/ 269965 w 583474"/>
                    <a:gd name="connsiteY8" fmla="*/ 18381 h 53215"/>
                    <a:gd name="connsiteX9" fmla="*/ 313508 w 583474"/>
                    <a:gd name="connsiteY9" fmla="*/ 18381 h 53215"/>
                    <a:gd name="connsiteX10" fmla="*/ 357051 w 583474"/>
                    <a:gd name="connsiteY10" fmla="*/ 44507 h 53215"/>
                    <a:gd name="connsiteX11" fmla="*/ 400594 w 583474"/>
                    <a:gd name="connsiteY11" fmla="*/ 35798 h 53215"/>
                    <a:gd name="connsiteX12" fmla="*/ 487680 w 583474"/>
                    <a:gd name="connsiteY12" fmla="*/ 9672 h 53215"/>
                    <a:gd name="connsiteX13" fmla="*/ 505097 w 583474"/>
                    <a:gd name="connsiteY13" fmla="*/ 35798 h 53215"/>
                    <a:gd name="connsiteX14" fmla="*/ 539931 w 583474"/>
                    <a:gd name="connsiteY14" fmla="*/ 53215 h 53215"/>
                    <a:gd name="connsiteX15" fmla="*/ 583474 w 583474"/>
                    <a:gd name="connsiteY15" fmla="*/ 18381 h 53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474" h="53215">
                      <a:moveTo>
                        <a:pt x="0" y="35798"/>
                      </a:moveTo>
                      <a:cubicBezTo>
                        <a:pt x="14514" y="29992"/>
                        <a:pt x="27910" y="18381"/>
                        <a:pt x="43542" y="18381"/>
                      </a:cubicBezTo>
                      <a:cubicBezTo>
                        <a:pt x="111005" y="18381"/>
                        <a:pt x="68905" y="63069"/>
                        <a:pt x="104502" y="9672"/>
                      </a:cubicBezTo>
                      <a:cubicBezTo>
                        <a:pt x="110308" y="18381"/>
                        <a:pt x="111453" y="35798"/>
                        <a:pt x="121920" y="35798"/>
                      </a:cubicBezTo>
                      <a:cubicBezTo>
                        <a:pt x="134236" y="35798"/>
                        <a:pt x="136097" y="6685"/>
                        <a:pt x="148045" y="9672"/>
                      </a:cubicBezTo>
                      <a:cubicBezTo>
                        <a:pt x="159657" y="12575"/>
                        <a:pt x="149277" y="35161"/>
                        <a:pt x="156754" y="44507"/>
                      </a:cubicBezTo>
                      <a:cubicBezTo>
                        <a:pt x="162489" y="51675"/>
                        <a:pt x="174171" y="50312"/>
                        <a:pt x="182880" y="53215"/>
                      </a:cubicBezTo>
                      <a:cubicBezTo>
                        <a:pt x="249119" y="-57187"/>
                        <a:pt x="175792" y="37274"/>
                        <a:pt x="226422" y="44507"/>
                      </a:cubicBezTo>
                      <a:cubicBezTo>
                        <a:pt x="243178" y="46901"/>
                        <a:pt x="255451" y="27090"/>
                        <a:pt x="269965" y="18381"/>
                      </a:cubicBezTo>
                      <a:cubicBezTo>
                        <a:pt x="313208" y="83247"/>
                        <a:pt x="257630" y="18381"/>
                        <a:pt x="313508" y="18381"/>
                      </a:cubicBezTo>
                      <a:cubicBezTo>
                        <a:pt x="330435" y="18381"/>
                        <a:pt x="342537" y="35798"/>
                        <a:pt x="357051" y="44507"/>
                      </a:cubicBezTo>
                      <a:cubicBezTo>
                        <a:pt x="398424" y="3132"/>
                        <a:pt x="347153" y="44020"/>
                        <a:pt x="400594" y="35798"/>
                      </a:cubicBezTo>
                      <a:cubicBezTo>
                        <a:pt x="430548" y="31190"/>
                        <a:pt x="458651" y="18381"/>
                        <a:pt x="487680" y="9672"/>
                      </a:cubicBezTo>
                      <a:cubicBezTo>
                        <a:pt x="493486" y="18381"/>
                        <a:pt x="495379" y="31911"/>
                        <a:pt x="505097" y="35798"/>
                      </a:cubicBezTo>
                      <a:cubicBezTo>
                        <a:pt x="549756" y="53662"/>
                        <a:pt x="518493" y="-11096"/>
                        <a:pt x="539931" y="53215"/>
                      </a:cubicBezTo>
                      <a:cubicBezTo>
                        <a:pt x="572889" y="31244"/>
                        <a:pt x="558656" y="43199"/>
                        <a:pt x="583474" y="18381"/>
                      </a:cubicBezTo>
                    </a:path>
                  </a:pathLst>
                </a:custGeom>
                <a:noFill/>
                <a:ln w="19050" cap="flat" cmpd="sng" algn="ctr">
                  <a:solidFill>
                    <a:srgbClr val="156082">
                      <a:shade val="15000"/>
                    </a:srgb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</p:grpSp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886FDDC1-928A-9BDC-9661-996E119C8E89}"/>
                </a:ext>
              </a:extLst>
            </p:cNvPr>
            <p:cNvGrpSpPr/>
            <p:nvPr/>
          </p:nvGrpSpPr>
          <p:grpSpPr>
            <a:xfrm>
              <a:off x="-2581557" y="3550306"/>
              <a:ext cx="712851" cy="461554"/>
              <a:chOff x="558521" y="5495109"/>
              <a:chExt cx="712851" cy="461554"/>
            </a:xfrm>
          </p:grpSpPr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F155CAF3-7FAF-7CC8-35DF-3E481C5A74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8521" y="5495109"/>
                <a:ext cx="0" cy="461554"/>
              </a:xfrm>
              <a:prstGeom prst="line">
                <a:avLst/>
              </a:prstGeom>
              <a:noFill/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B3C54B28-8DA5-FA58-D589-51FFC7C21A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563" y="5956663"/>
                <a:ext cx="697809" cy="0"/>
              </a:xfrm>
              <a:prstGeom prst="line">
                <a:avLst/>
              </a:prstGeom>
              <a:noFill/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97" name="자유형: 도형 296">
                <a:extLst>
                  <a:ext uri="{FF2B5EF4-FFF2-40B4-BE49-F238E27FC236}">
                    <a16:creationId xmlns:a16="http://schemas.microsoft.com/office/drawing/2014/main" id="{AB5F9D8F-B5FE-0F8D-8F09-5F6BF8B19F90}"/>
                  </a:ext>
                </a:extLst>
              </p:cNvPr>
              <p:cNvSpPr/>
              <p:nvPr/>
            </p:nvSpPr>
            <p:spPr>
              <a:xfrm>
                <a:off x="558890" y="5630821"/>
                <a:ext cx="706003" cy="58537"/>
              </a:xfrm>
              <a:custGeom>
                <a:avLst/>
                <a:gdLst>
                  <a:gd name="connsiteX0" fmla="*/ 0 w 583474"/>
                  <a:gd name="connsiteY0" fmla="*/ 35798 h 53215"/>
                  <a:gd name="connsiteX1" fmla="*/ 43542 w 583474"/>
                  <a:gd name="connsiteY1" fmla="*/ 18381 h 53215"/>
                  <a:gd name="connsiteX2" fmla="*/ 104502 w 583474"/>
                  <a:gd name="connsiteY2" fmla="*/ 9672 h 53215"/>
                  <a:gd name="connsiteX3" fmla="*/ 121920 w 583474"/>
                  <a:gd name="connsiteY3" fmla="*/ 35798 h 53215"/>
                  <a:gd name="connsiteX4" fmla="*/ 148045 w 583474"/>
                  <a:gd name="connsiteY4" fmla="*/ 9672 h 53215"/>
                  <a:gd name="connsiteX5" fmla="*/ 156754 w 583474"/>
                  <a:gd name="connsiteY5" fmla="*/ 44507 h 53215"/>
                  <a:gd name="connsiteX6" fmla="*/ 182880 w 583474"/>
                  <a:gd name="connsiteY6" fmla="*/ 53215 h 53215"/>
                  <a:gd name="connsiteX7" fmla="*/ 226422 w 583474"/>
                  <a:gd name="connsiteY7" fmla="*/ 44507 h 53215"/>
                  <a:gd name="connsiteX8" fmla="*/ 269965 w 583474"/>
                  <a:gd name="connsiteY8" fmla="*/ 18381 h 53215"/>
                  <a:gd name="connsiteX9" fmla="*/ 313508 w 583474"/>
                  <a:gd name="connsiteY9" fmla="*/ 18381 h 53215"/>
                  <a:gd name="connsiteX10" fmla="*/ 357051 w 583474"/>
                  <a:gd name="connsiteY10" fmla="*/ 44507 h 53215"/>
                  <a:gd name="connsiteX11" fmla="*/ 400594 w 583474"/>
                  <a:gd name="connsiteY11" fmla="*/ 35798 h 53215"/>
                  <a:gd name="connsiteX12" fmla="*/ 487680 w 583474"/>
                  <a:gd name="connsiteY12" fmla="*/ 9672 h 53215"/>
                  <a:gd name="connsiteX13" fmla="*/ 505097 w 583474"/>
                  <a:gd name="connsiteY13" fmla="*/ 35798 h 53215"/>
                  <a:gd name="connsiteX14" fmla="*/ 539931 w 583474"/>
                  <a:gd name="connsiteY14" fmla="*/ 53215 h 53215"/>
                  <a:gd name="connsiteX15" fmla="*/ 583474 w 583474"/>
                  <a:gd name="connsiteY15" fmla="*/ 18381 h 53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3474" h="53215">
                    <a:moveTo>
                      <a:pt x="0" y="35798"/>
                    </a:moveTo>
                    <a:cubicBezTo>
                      <a:pt x="14514" y="29992"/>
                      <a:pt x="27910" y="18381"/>
                      <a:pt x="43542" y="18381"/>
                    </a:cubicBezTo>
                    <a:cubicBezTo>
                      <a:pt x="111005" y="18381"/>
                      <a:pt x="68905" y="63069"/>
                      <a:pt x="104502" y="9672"/>
                    </a:cubicBezTo>
                    <a:cubicBezTo>
                      <a:pt x="110308" y="18381"/>
                      <a:pt x="111453" y="35798"/>
                      <a:pt x="121920" y="35798"/>
                    </a:cubicBezTo>
                    <a:cubicBezTo>
                      <a:pt x="134236" y="35798"/>
                      <a:pt x="136097" y="6685"/>
                      <a:pt x="148045" y="9672"/>
                    </a:cubicBezTo>
                    <a:cubicBezTo>
                      <a:pt x="159657" y="12575"/>
                      <a:pt x="149277" y="35161"/>
                      <a:pt x="156754" y="44507"/>
                    </a:cubicBezTo>
                    <a:cubicBezTo>
                      <a:pt x="162489" y="51675"/>
                      <a:pt x="174171" y="50312"/>
                      <a:pt x="182880" y="53215"/>
                    </a:cubicBezTo>
                    <a:cubicBezTo>
                      <a:pt x="249119" y="-57187"/>
                      <a:pt x="175792" y="37274"/>
                      <a:pt x="226422" y="44507"/>
                    </a:cubicBezTo>
                    <a:cubicBezTo>
                      <a:pt x="243178" y="46901"/>
                      <a:pt x="255451" y="27090"/>
                      <a:pt x="269965" y="18381"/>
                    </a:cubicBezTo>
                    <a:cubicBezTo>
                      <a:pt x="313208" y="83247"/>
                      <a:pt x="257630" y="18381"/>
                      <a:pt x="313508" y="18381"/>
                    </a:cubicBezTo>
                    <a:cubicBezTo>
                      <a:pt x="330435" y="18381"/>
                      <a:pt x="342537" y="35798"/>
                      <a:pt x="357051" y="44507"/>
                    </a:cubicBezTo>
                    <a:cubicBezTo>
                      <a:pt x="398424" y="3132"/>
                      <a:pt x="347153" y="44020"/>
                      <a:pt x="400594" y="35798"/>
                    </a:cubicBezTo>
                    <a:cubicBezTo>
                      <a:pt x="430548" y="31190"/>
                      <a:pt x="458651" y="18381"/>
                      <a:pt x="487680" y="9672"/>
                    </a:cubicBezTo>
                    <a:cubicBezTo>
                      <a:pt x="493486" y="18381"/>
                      <a:pt x="495379" y="31911"/>
                      <a:pt x="505097" y="35798"/>
                    </a:cubicBezTo>
                    <a:cubicBezTo>
                      <a:pt x="549756" y="53662"/>
                      <a:pt x="518493" y="-11096"/>
                      <a:pt x="539931" y="53215"/>
                    </a:cubicBezTo>
                    <a:cubicBezTo>
                      <a:pt x="572889" y="31244"/>
                      <a:pt x="558656" y="43199"/>
                      <a:pt x="583474" y="18381"/>
                    </a:cubicBezTo>
                  </a:path>
                </a:pathLst>
              </a:custGeom>
              <a:noFill/>
              <a:ln w="19050" cap="flat" cmpd="sng" algn="ctr">
                <a:solidFill>
                  <a:srgbClr val="156082">
                    <a:shade val="15000"/>
                  </a:srgb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D1D8A10C-E252-C40E-8A25-066FD1CA2096}"/>
                </a:ext>
              </a:extLst>
            </p:cNvPr>
            <p:cNvGrpSpPr/>
            <p:nvPr/>
          </p:nvGrpSpPr>
          <p:grpSpPr>
            <a:xfrm>
              <a:off x="-1889816" y="3706841"/>
              <a:ext cx="745377" cy="305019"/>
              <a:chOff x="672883" y="5651644"/>
              <a:chExt cx="745377" cy="305019"/>
            </a:xfrm>
          </p:grpSpPr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4C45BF65-4B23-15FD-2508-DC32C2714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83" y="5956663"/>
                <a:ext cx="745377" cy="0"/>
              </a:xfrm>
              <a:prstGeom prst="line">
                <a:avLst/>
              </a:prstGeom>
              <a:noFill/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94" name="자유형: 도형 293">
                <a:extLst>
                  <a:ext uri="{FF2B5EF4-FFF2-40B4-BE49-F238E27FC236}">
                    <a16:creationId xmlns:a16="http://schemas.microsoft.com/office/drawing/2014/main" id="{431EEAB2-6A66-A1AE-B48D-9D0F87C571E5}"/>
                  </a:ext>
                </a:extLst>
              </p:cNvPr>
              <p:cNvSpPr/>
              <p:nvPr/>
            </p:nvSpPr>
            <p:spPr>
              <a:xfrm flipH="1">
                <a:off x="707334" y="5651644"/>
                <a:ext cx="706003" cy="53215"/>
              </a:xfrm>
              <a:custGeom>
                <a:avLst/>
                <a:gdLst>
                  <a:gd name="connsiteX0" fmla="*/ 0 w 583474"/>
                  <a:gd name="connsiteY0" fmla="*/ 35798 h 53215"/>
                  <a:gd name="connsiteX1" fmla="*/ 43542 w 583474"/>
                  <a:gd name="connsiteY1" fmla="*/ 18381 h 53215"/>
                  <a:gd name="connsiteX2" fmla="*/ 104502 w 583474"/>
                  <a:gd name="connsiteY2" fmla="*/ 9672 h 53215"/>
                  <a:gd name="connsiteX3" fmla="*/ 121920 w 583474"/>
                  <a:gd name="connsiteY3" fmla="*/ 35798 h 53215"/>
                  <a:gd name="connsiteX4" fmla="*/ 148045 w 583474"/>
                  <a:gd name="connsiteY4" fmla="*/ 9672 h 53215"/>
                  <a:gd name="connsiteX5" fmla="*/ 156754 w 583474"/>
                  <a:gd name="connsiteY5" fmla="*/ 44507 h 53215"/>
                  <a:gd name="connsiteX6" fmla="*/ 182880 w 583474"/>
                  <a:gd name="connsiteY6" fmla="*/ 53215 h 53215"/>
                  <a:gd name="connsiteX7" fmla="*/ 226422 w 583474"/>
                  <a:gd name="connsiteY7" fmla="*/ 44507 h 53215"/>
                  <a:gd name="connsiteX8" fmla="*/ 269965 w 583474"/>
                  <a:gd name="connsiteY8" fmla="*/ 18381 h 53215"/>
                  <a:gd name="connsiteX9" fmla="*/ 313508 w 583474"/>
                  <a:gd name="connsiteY9" fmla="*/ 18381 h 53215"/>
                  <a:gd name="connsiteX10" fmla="*/ 357051 w 583474"/>
                  <a:gd name="connsiteY10" fmla="*/ 44507 h 53215"/>
                  <a:gd name="connsiteX11" fmla="*/ 400594 w 583474"/>
                  <a:gd name="connsiteY11" fmla="*/ 35798 h 53215"/>
                  <a:gd name="connsiteX12" fmla="*/ 487680 w 583474"/>
                  <a:gd name="connsiteY12" fmla="*/ 9672 h 53215"/>
                  <a:gd name="connsiteX13" fmla="*/ 505097 w 583474"/>
                  <a:gd name="connsiteY13" fmla="*/ 35798 h 53215"/>
                  <a:gd name="connsiteX14" fmla="*/ 539931 w 583474"/>
                  <a:gd name="connsiteY14" fmla="*/ 53215 h 53215"/>
                  <a:gd name="connsiteX15" fmla="*/ 583474 w 583474"/>
                  <a:gd name="connsiteY15" fmla="*/ 18381 h 53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3474" h="53215">
                    <a:moveTo>
                      <a:pt x="0" y="35798"/>
                    </a:moveTo>
                    <a:cubicBezTo>
                      <a:pt x="14514" y="29992"/>
                      <a:pt x="27910" y="18381"/>
                      <a:pt x="43542" y="18381"/>
                    </a:cubicBezTo>
                    <a:cubicBezTo>
                      <a:pt x="111005" y="18381"/>
                      <a:pt x="68905" y="63069"/>
                      <a:pt x="104502" y="9672"/>
                    </a:cubicBezTo>
                    <a:cubicBezTo>
                      <a:pt x="110308" y="18381"/>
                      <a:pt x="111453" y="35798"/>
                      <a:pt x="121920" y="35798"/>
                    </a:cubicBezTo>
                    <a:cubicBezTo>
                      <a:pt x="134236" y="35798"/>
                      <a:pt x="136097" y="6685"/>
                      <a:pt x="148045" y="9672"/>
                    </a:cubicBezTo>
                    <a:cubicBezTo>
                      <a:pt x="159657" y="12575"/>
                      <a:pt x="149277" y="35161"/>
                      <a:pt x="156754" y="44507"/>
                    </a:cubicBezTo>
                    <a:cubicBezTo>
                      <a:pt x="162489" y="51675"/>
                      <a:pt x="174171" y="50312"/>
                      <a:pt x="182880" y="53215"/>
                    </a:cubicBezTo>
                    <a:cubicBezTo>
                      <a:pt x="249119" y="-57187"/>
                      <a:pt x="175792" y="37274"/>
                      <a:pt x="226422" y="44507"/>
                    </a:cubicBezTo>
                    <a:cubicBezTo>
                      <a:pt x="243178" y="46901"/>
                      <a:pt x="255451" y="27090"/>
                      <a:pt x="269965" y="18381"/>
                    </a:cubicBezTo>
                    <a:cubicBezTo>
                      <a:pt x="313208" y="83247"/>
                      <a:pt x="257630" y="18381"/>
                      <a:pt x="313508" y="18381"/>
                    </a:cubicBezTo>
                    <a:cubicBezTo>
                      <a:pt x="330435" y="18381"/>
                      <a:pt x="342537" y="35798"/>
                      <a:pt x="357051" y="44507"/>
                    </a:cubicBezTo>
                    <a:cubicBezTo>
                      <a:pt x="398424" y="3132"/>
                      <a:pt x="347153" y="44020"/>
                      <a:pt x="400594" y="35798"/>
                    </a:cubicBezTo>
                    <a:cubicBezTo>
                      <a:pt x="430548" y="31190"/>
                      <a:pt x="458651" y="18381"/>
                      <a:pt x="487680" y="9672"/>
                    </a:cubicBezTo>
                    <a:cubicBezTo>
                      <a:pt x="493486" y="18381"/>
                      <a:pt x="495379" y="31911"/>
                      <a:pt x="505097" y="35798"/>
                    </a:cubicBezTo>
                    <a:cubicBezTo>
                      <a:pt x="549756" y="53662"/>
                      <a:pt x="518493" y="-11096"/>
                      <a:pt x="539931" y="53215"/>
                    </a:cubicBezTo>
                    <a:cubicBezTo>
                      <a:pt x="572889" y="31244"/>
                      <a:pt x="558656" y="43199"/>
                      <a:pt x="583474" y="18381"/>
                    </a:cubicBezTo>
                  </a:path>
                </a:pathLst>
              </a:custGeom>
              <a:noFill/>
              <a:ln w="19050" cap="flat" cmpd="sng" algn="ctr">
                <a:solidFill>
                  <a:srgbClr val="156082">
                    <a:shade val="15000"/>
                  </a:srgb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278" name="사각형: 둥근 모서리 277">
              <a:extLst>
                <a:ext uri="{FF2B5EF4-FFF2-40B4-BE49-F238E27FC236}">
                  <a16:creationId xmlns:a16="http://schemas.microsoft.com/office/drawing/2014/main" id="{3D32BE98-088E-0B43-ED3C-DCCD06F7ECAC}"/>
                </a:ext>
              </a:extLst>
            </p:cNvPr>
            <p:cNvSpPr/>
            <p:nvPr/>
          </p:nvSpPr>
          <p:spPr>
            <a:xfrm>
              <a:off x="-2116967" y="3474150"/>
              <a:ext cx="224874" cy="529265"/>
            </a:xfrm>
            <a:prstGeom prst="roundRect">
              <a:avLst/>
            </a:prstGeom>
            <a:solidFill>
              <a:srgbClr val="E97132">
                <a:alpha val="50000"/>
              </a:srgbClr>
            </a:solidFill>
            <a:ln>
              <a:noFill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9" name="사각형: 둥근 모서리 278">
              <a:extLst>
                <a:ext uri="{FF2B5EF4-FFF2-40B4-BE49-F238E27FC236}">
                  <a16:creationId xmlns:a16="http://schemas.microsoft.com/office/drawing/2014/main" id="{D91E3107-34A3-6DBF-D29A-7BCC0701CD64}"/>
                </a:ext>
              </a:extLst>
            </p:cNvPr>
            <p:cNvSpPr/>
            <p:nvPr/>
          </p:nvSpPr>
          <p:spPr>
            <a:xfrm>
              <a:off x="-1855365" y="3474150"/>
              <a:ext cx="224874" cy="529265"/>
            </a:xfrm>
            <a:prstGeom prst="roundRect">
              <a:avLst/>
            </a:prstGeom>
            <a:solidFill>
              <a:srgbClr val="E97132">
                <a:alpha val="50000"/>
              </a:srgbClr>
            </a:solidFill>
            <a:ln>
              <a:noFill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0" name="사각형: 둥근 모서리 279">
              <a:extLst>
                <a:ext uri="{FF2B5EF4-FFF2-40B4-BE49-F238E27FC236}">
                  <a16:creationId xmlns:a16="http://schemas.microsoft.com/office/drawing/2014/main" id="{FD1E3D0F-D295-9781-1D82-379A06E9C325}"/>
                </a:ext>
              </a:extLst>
            </p:cNvPr>
            <p:cNvSpPr/>
            <p:nvPr/>
          </p:nvSpPr>
          <p:spPr>
            <a:xfrm>
              <a:off x="-4114741" y="3475360"/>
              <a:ext cx="224874" cy="529265"/>
            </a:xfrm>
            <a:prstGeom prst="roundRect">
              <a:avLst/>
            </a:prstGeom>
            <a:solidFill>
              <a:srgbClr val="E97132">
                <a:alpha val="50000"/>
              </a:srgbClr>
            </a:solidFill>
            <a:ln>
              <a:noFill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1" name="사각형: 둥근 모서리 280">
              <a:extLst>
                <a:ext uri="{FF2B5EF4-FFF2-40B4-BE49-F238E27FC236}">
                  <a16:creationId xmlns:a16="http://schemas.microsoft.com/office/drawing/2014/main" id="{37AA32E5-74C6-FB14-61DA-77EA41E09E76}"/>
                </a:ext>
              </a:extLst>
            </p:cNvPr>
            <p:cNvSpPr/>
            <p:nvPr/>
          </p:nvSpPr>
          <p:spPr>
            <a:xfrm>
              <a:off x="-3846004" y="3475360"/>
              <a:ext cx="224874" cy="529265"/>
            </a:xfrm>
            <a:prstGeom prst="roundRect">
              <a:avLst/>
            </a:prstGeom>
            <a:solidFill>
              <a:srgbClr val="E97132">
                <a:alpha val="50000"/>
              </a:srgbClr>
            </a:solidFill>
            <a:ln>
              <a:noFill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B33E034A-3422-7FA1-58A2-9B4DA8E7AE36}"/>
                </a:ext>
              </a:extLst>
            </p:cNvPr>
            <p:cNvSpPr txBox="1"/>
            <p:nvPr/>
          </p:nvSpPr>
          <p:spPr>
            <a:xfrm>
              <a:off x="-4705879" y="4295781"/>
              <a:ext cx="2127788" cy="411779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en-US"/>
              </a:defPPr>
              <a:lvl1pPr lvl="0">
                <a:lnSpc>
                  <a:spcPct val="120000"/>
                </a:lnSpc>
                <a:defRPr kumimoji="0" sz="1000" b="0" i="0" u="none" strike="noStrike" cap="none" spc="0" normalizeH="0" baseline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marL="0" marR="0" lvl="0" indent="0" defTabSz="45720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두 전극 간 미스매치</a:t>
              </a: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차이가 큼</a:t>
              </a:r>
              <a:b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→ 노칭 재료교체 후 어깨선 </a:t>
              </a: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sym typeface="Wingdings" panose="05000000000000000000" pitchFamily="2" charset="2"/>
                </a:rPr>
                <a:t>불량률 </a:t>
              </a:r>
              <a:r>
                <a:rPr lang="ko-KR" altLang="en-US" sz="900" kern="0">
                  <a:solidFill>
                    <a:srgbClr val="FF0000"/>
                  </a:solidFill>
                  <a:sym typeface="Wingdings" panose="05000000000000000000" pitchFamily="2" charset="2"/>
                </a:rPr>
                <a:t>높음</a:t>
              </a:r>
              <a:endParaRPr kumimoji="0" lang="ko-KR" altLang="en-US" sz="9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283" name="직선 화살표 연결선 282">
              <a:extLst>
                <a:ext uri="{FF2B5EF4-FFF2-40B4-BE49-F238E27FC236}">
                  <a16:creationId xmlns:a16="http://schemas.microsoft.com/office/drawing/2014/main" id="{AFDD050E-F34D-B8E0-0BC7-B094B8FBAE4A}"/>
                </a:ext>
              </a:extLst>
            </p:cNvPr>
            <p:cNvCxnSpPr>
              <a:cxnSpLocks/>
              <a:stCxn id="282" idx="0"/>
            </p:cNvCxnSpPr>
            <p:nvPr/>
          </p:nvCxnSpPr>
          <p:spPr>
            <a:xfrm flipH="1" flipV="1">
              <a:off x="-4044373" y="4012962"/>
              <a:ext cx="402388" cy="282819"/>
            </a:xfrm>
            <a:prstGeom prst="straightConnector1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284" name="직선 화살표 연결선 283">
              <a:extLst>
                <a:ext uri="{FF2B5EF4-FFF2-40B4-BE49-F238E27FC236}">
                  <a16:creationId xmlns:a16="http://schemas.microsoft.com/office/drawing/2014/main" id="{2C9333AC-DDB1-4544-357D-3F9762F7A94C}"/>
                </a:ext>
              </a:extLst>
            </p:cNvPr>
            <p:cNvCxnSpPr>
              <a:cxnSpLocks/>
              <a:stCxn id="282" idx="0"/>
            </p:cNvCxnSpPr>
            <p:nvPr/>
          </p:nvCxnSpPr>
          <p:spPr>
            <a:xfrm flipH="1" flipV="1">
              <a:off x="-3775636" y="4012962"/>
              <a:ext cx="133651" cy="282819"/>
            </a:xfrm>
            <a:prstGeom prst="straightConnector1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D752C1D7-F17A-CBC1-E0D1-C56D000F2219}"/>
                </a:ext>
              </a:extLst>
            </p:cNvPr>
            <p:cNvSpPr txBox="1"/>
            <p:nvPr/>
          </p:nvSpPr>
          <p:spPr>
            <a:xfrm>
              <a:off x="-2623961" y="4295781"/>
              <a:ext cx="2223566" cy="411779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en-US"/>
              </a:defPPr>
              <a:lvl1pPr lvl="0">
                <a:lnSpc>
                  <a:spcPct val="120000"/>
                </a:lnSpc>
                <a:defRPr kumimoji="0" sz="1000" b="0" i="0" u="none" strike="noStrike" cap="none" spc="0" normalizeH="0" baseline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marL="0" marR="0" lvl="0" indent="0" defTabSz="45720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두 전극 간 미스매치</a:t>
              </a: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차이가 작음</a:t>
              </a:r>
              <a:b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→ 노칭 재료교체 후 어깨선 불량률 낮음</a:t>
              </a:r>
            </a:p>
          </p:txBody>
        </p:sp>
        <p:cxnSp>
          <p:nvCxnSpPr>
            <p:cNvPr id="286" name="직선 화살표 연결선 285">
              <a:extLst>
                <a:ext uri="{FF2B5EF4-FFF2-40B4-BE49-F238E27FC236}">
                  <a16:creationId xmlns:a16="http://schemas.microsoft.com/office/drawing/2014/main" id="{EA6A2B38-CB06-CE74-23F9-D099B3294607}"/>
                </a:ext>
              </a:extLst>
            </p:cNvPr>
            <p:cNvCxnSpPr>
              <a:cxnSpLocks/>
              <a:stCxn id="285" idx="0"/>
            </p:cNvCxnSpPr>
            <p:nvPr/>
          </p:nvCxnSpPr>
          <p:spPr>
            <a:xfrm flipH="1" flipV="1">
              <a:off x="-1793962" y="4011752"/>
              <a:ext cx="281784" cy="284029"/>
            </a:xfrm>
            <a:prstGeom prst="straightConnector1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287" name="직선 화살표 연결선 286">
              <a:extLst>
                <a:ext uri="{FF2B5EF4-FFF2-40B4-BE49-F238E27FC236}">
                  <a16:creationId xmlns:a16="http://schemas.microsoft.com/office/drawing/2014/main" id="{E55D1A53-F197-0571-C67D-9D12213AF6DA}"/>
                </a:ext>
              </a:extLst>
            </p:cNvPr>
            <p:cNvCxnSpPr>
              <a:cxnSpLocks/>
              <a:stCxn id="285" idx="0"/>
            </p:cNvCxnSpPr>
            <p:nvPr/>
          </p:nvCxnSpPr>
          <p:spPr>
            <a:xfrm flipH="1" flipV="1">
              <a:off x="-2055564" y="4011752"/>
              <a:ext cx="543386" cy="284029"/>
            </a:xfrm>
            <a:prstGeom prst="straightConnector1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56FCDCDF-CB37-8B92-5CEA-97927AF28A86}"/>
                </a:ext>
              </a:extLst>
            </p:cNvPr>
            <p:cNvSpPr txBox="1"/>
            <p:nvPr/>
          </p:nvSpPr>
          <p:spPr>
            <a:xfrm>
              <a:off x="-5063314" y="3469192"/>
              <a:ext cx="5295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미스매치</a:t>
              </a:r>
              <a:b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치수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E488AE46-C8F2-62FC-7742-0831AA8F8479}"/>
                </a:ext>
              </a:extLst>
            </p:cNvPr>
            <p:cNvSpPr txBox="1"/>
            <p:nvPr/>
          </p:nvSpPr>
          <p:spPr>
            <a:xfrm>
              <a:off x="-3077131" y="3469192"/>
              <a:ext cx="5295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미스매치</a:t>
              </a:r>
              <a:b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치수</a:t>
              </a:r>
            </a:p>
          </p:txBody>
        </p:sp>
        <p:sp>
          <p:nvSpPr>
            <p:cNvPr id="290" name="타원 289">
              <a:extLst>
                <a:ext uri="{FF2B5EF4-FFF2-40B4-BE49-F238E27FC236}">
                  <a16:creationId xmlns:a16="http://schemas.microsoft.com/office/drawing/2014/main" id="{448EE6DD-BA45-B539-0D96-5E1DE4274FB7}"/>
                </a:ext>
              </a:extLst>
            </p:cNvPr>
            <p:cNvSpPr/>
            <p:nvPr/>
          </p:nvSpPr>
          <p:spPr>
            <a:xfrm>
              <a:off x="-3998635" y="3652900"/>
              <a:ext cx="103959" cy="103150"/>
            </a:xfrm>
            <a:prstGeom prst="ellipse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1" name="타원 290">
              <a:extLst>
                <a:ext uri="{FF2B5EF4-FFF2-40B4-BE49-F238E27FC236}">
                  <a16:creationId xmlns:a16="http://schemas.microsoft.com/office/drawing/2014/main" id="{1136CBB3-C584-5C09-A27B-1B13AA24B866}"/>
                </a:ext>
              </a:extLst>
            </p:cNvPr>
            <p:cNvSpPr/>
            <p:nvPr/>
          </p:nvSpPr>
          <p:spPr>
            <a:xfrm>
              <a:off x="-3953920" y="3779877"/>
              <a:ext cx="103959" cy="103150"/>
            </a:xfrm>
            <a:prstGeom prst="ellipse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2" name="타원 291">
              <a:extLst>
                <a:ext uri="{FF2B5EF4-FFF2-40B4-BE49-F238E27FC236}">
                  <a16:creationId xmlns:a16="http://schemas.microsoft.com/office/drawing/2014/main" id="{167C5D1D-E7A7-8AEC-686A-DF583A3480EE}"/>
                </a:ext>
              </a:extLst>
            </p:cNvPr>
            <p:cNvSpPr/>
            <p:nvPr/>
          </p:nvSpPr>
          <p:spPr>
            <a:xfrm>
              <a:off x="-1915683" y="3672764"/>
              <a:ext cx="103959" cy="103150"/>
            </a:xfrm>
            <a:prstGeom prst="ellipse">
              <a:avLst/>
            </a:prstGeom>
            <a:noFill/>
            <a:ln w="6350" cap="flat" cmpd="sng" algn="ctr">
              <a:solidFill>
                <a:srgbClr val="00B05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18" name="TextBox 317">
            <a:extLst>
              <a:ext uri="{FF2B5EF4-FFF2-40B4-BE49-F238E27FC236}">
                <a16:creationId xmlns:a16="http://schemas.microsoft.com/office/drawing/2014/main" id="{5D84F8F2-069C-91E7-5458-361A6398CC61}"/>
              </a:ext>
            </a:extLst>
          </p:cNvPr>
          <p:cNvSpPr txBox="1"/>
          <p:nvPr/>
        </p:nvSpPr>
        <p:spPr>
          <a:xfrm>
            <a:off x="1506800" y="4367115"/>
            <a:ext cx="3682353" cy="2351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algn="l" defTabSz="44783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선별 투입 적용 전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후 재료교체 전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후 미스매치 차이 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0.1mm 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이하 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LOT 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비율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kumimoji="0" lang="en-US" altLang="ko-KR" sz="9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A53E23A6-82C8-7D1A-35A6-7D456A9896E0}"/>
              </a:ext>
            </a:extLst>
          </p:cNvPr>
          <p:cNvSpPr txBox="1"/>
          <p:nvPr/>
        </p:nvSpPr>
        <p:spPr>
          <a:xfrm>
            <a:off x="5536988" y="6289281"/>
            <a:ext cx="165116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LG스마트체 Regular" panose="020B0600000101010101" pitchFamily="50" charset="-127"/>
              </a:rPr>
              <a:t>* 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LG스마트체 Regular" panose="020B0600000101010101" pitchFamily="50" charset="-127"/>
              </a:rPr>
              <a:t>적용 </a:t>
            </a:r>
            <a:r>
              <a:rPr lang="ko-KR" altLang="en-US" sz="800" kern="0">
                <a:solidFill>
                  <a:srgbClr val="70AD47">
                    <a:lumMod val="50000"/>
                  </a:srgbClr>
                </a:solidFill>
                <a:latin typeface="LG스마트체 Regular" panose="020B0600000101010101" pitchFamily="50" charset="-127"/>
              </a:rPr>
              <a:t>전 </a:t>
            </a:r>
            <a:r>
              <a:rPr lang="en-US" altLang="ko-KR" sz="800" kern="0">
                <a:solidFill>
                  <a:srgbClr val="70AD47">
                    <a:lumMod val="50000"/>
                  </a:srgbClr>
                </a:solidFill>
                <a:latin typeface="LG스마트체 Regular" panose="020B0600000101010101" pitchFamily="50" charset="-127"/>
              </a:rPr>
              <a:t>: </a:t>
            </a: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LG스마트체 Regular" panose="020B0600000101010101" pitchFamily="50" charset="-127"/>
              </a:rPr>
              <a:t>‘25.11/14 ~ 11/26</a:t>
            </a:r>
            <a:b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LG스마트체 Regular" panose="020B0600000101010101" pitchFamily="50" charset="-127"/>
              </a:rPr>
            </a:b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LG스마트체 Regular" panose="020B0600000101010101" pitchFamily="50" charset="-127"/>
              </a:rPr>
              <a:t>* 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LG스마트체 Regular" panose="020B0600000101010101" pitchFamily="50" charset="-127"/>
              </a:rPr>
              <a:t>적용 후 </a:t>
            </a: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LG스마트체 Regular" panose="020B0600000101010101" pitchFamily="50" charset="-127"/>
              </a:rPr>
              <a:t>: ‘25.11/28 </a:t>
            </a:r>
            <a:r>
              <a:rPr lang="en-US" altLang="ko-KR" sz="800" kern="0">
                <a:solidFill>
                  <a:srgbClr val="70AD47">
                    <a:lumMod val="50000"/>
                  </a:srgbClr>
                </a:solidFill>
                <a:latin typeface="LG스마트체 Regular" panose="020B0600000101010101" pitchFamily="50" charset="-127"/>
              </a:rPr>
              <a:t>~</a:t>
            </a:r>
            <a:r>
              <a:rPr lang="ko-KR" altLang="en-US" sz="800" kern="0">
                <a:solidFill>
                  <a:srgbClr val="70AD47">
                    <a:lumMod val="50000"/>
                  </a:srgbClr>
                </a:solidFill>
                <a:latin typeface="LG스마트체 Regular" panose="020B0600000101010101" pitchFamily="50" charset="-127"/>
              </a:rPr>
              <a:t> </a:t>
            </a:r>
            <a:r>
              <a:rPr lang="en-US" altLang="ko-KR" sz="800" kern="0">
                <a:solidFill>
                  <a:srgbClr val="70AD47">
                    <a:lumMod val="50000"/>
                  </a:srgbClr>
                </a:solidFill>
                <a:latin typeface="LG스마트체 Regular" panose="020B0600000101010101" pitchFamily="50" charset="-127"/>
              </a:rPr>
              <a:t>12/14</a:t>
            </a:r>
            <a:endParaRPr kumimoji="0" lang="ko-KR" altLang="en-US" sz="800" b="0" i="0" u="none" strike="noStrike" kern="0" cap="none" spc="0" normalizeH="0" baseline="0" noProof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0635979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489785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미스매치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유사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진행현황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b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2) ESWA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3, 4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동 적용 후 개선 사항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건이 있어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금번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Foil Shiny/Matte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면 선별 투입 개발하면서 함께 개선 완료하였습니다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→ 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동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7/16(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동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7/20(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양극 대상으로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Foil Shiny/Matte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선별 투입과 함께 적용 후 모니터링 예정입니다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→ 음극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Foil/Shiny Matte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기능 검증 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(~7/31)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양극 검증 예정입니다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1] ’26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년 초부터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E77A, E128A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모델 모든 전극이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특별 관리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LOT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으로 지정 투입하여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선별 투입 기능 정상 동작하지 않고 있음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→ 사유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설비 별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L/R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방향 전극이 일정하게 투입되도록 투입하기 위해 특별 관리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LOT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으로 지정 관리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&amp;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투입 중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(EX. #1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호기는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L, #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호기는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R)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→ 개선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Foil Shiny/Matte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면 선별 투입 기능을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양극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에도 적용하여 목적에 맞게 전극 자동 반송되도록 적용 예정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(~7/17)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                   *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동의 경우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양극도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Tab Curl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현상 때문에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Shiny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면 맞춰서 수동 투입하고 있음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2]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호기 별 구분 관리 되지 않는 문제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동만 해당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→ 설명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SKID LOADER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개에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설비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대가 공유되는 구조인데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그동안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PLC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에서 호기 구분 투입 모드가 적용되지 않고 있었음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       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따라서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 STK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SKID LOADER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로 미스매치 유사한 전극끼리 반송해도 두 대의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설비에 나눠 투입되므로 미스매치 편차가 최소가 되지 않음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→ 개선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Foil Shiny/Matte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면 선별 투입 기능 위해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PLC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호기 구분 투입 모드 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및 전 호기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횡전개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(~7/15)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및 호기 구분 투입 모드에 따른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      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물류 시스템에서도 전극 요청 신호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(L/R)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수신 시 투입 호기 정보 수신 후 호기 구분하도록 로직 개선 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(7/3)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3]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미스매치 부호 반전 고려하지 않는 문제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→ 설명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→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TOP/BACK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코팅면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반전에 따른 미스매치 부호 반전이 고려되지 않고 있었음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→ 개선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Foil Shiny/Matte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면 선별 투입 위해 추가한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방향 정보를 활용하여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설비 투입 시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코팅면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반전 예측하여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미스매치 부호 반전 고려되도록 수정 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(6/10)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확산 전개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ESMI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대상으로 </a:t>
                      </a:r>
                      <a:r>
                        <a:rPr lang="ko-KR" altLang="en-US" sz="9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Foil Shiny/Matte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선별 투입과 함께 전개 진행될 예정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(~9/16)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5A444859-C0E9-4091-8A60-22C24D6C9A1E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2E7E9DF-3219-71D6-A475-FB74F108EF76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17" name="내용 개체 틀 20">
            <a:extLst>
              <a:ext uri="{FF2B5EF4-FFF2-40B4-BE49-F238E27FC236}">
                <a16:creationId xmlns:a16="http://schemas.microsoft.com/office/drawing/2014/main" id="{8683792D-AD99-79BB-4AB3-F741A5CE6BA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369512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양극 미스매치 유사 노칭 선별 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F6CF37B-AE9B-EBDB-755C-695B96D95E59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21D0586-0A37-0402-9AAC-7C0F3C1EC2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366561"/>
              </p:ext>
            </p:extLst>
          </p:nvPr>
        </p:nvGraphicFramePr>
        <p:xfrm>
          <a:off x="1582624" y="4953735"/>
          <a:ext cx="4875325" cy="1133475"/>
        </p:xfrm>
        <a:graphic>
          <a:graphicData uri="http://schemas.openxmlformats.org/drawingml/2006/table">
            <a:tbl>
              <a:tblPr/>
              <a:tblGrid>
                <a:gridCol w="569381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2455456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925244">
                  <a:extLst>
                    <a:ext uri="{9D8B030D-6E8A-4147-A177-3AD203B41FA5}">
                      <a16:colId xmlns:a16="http://schemas.microsoft.com/office/drawing/2014/main" val="768773040"/>
                    </a:ext>
                  </a:extLst>
                </a:gridCol>
                <a:gridCol w="925244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13173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비용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84532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호기 구분 지정 투입 기능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2062834"/>
                  </a:ext>
                </a:extLst>
              </a:tr>
              <a:tr h="84532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UW, RW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방향 정상 보고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~7/16(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목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286007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MQ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SPC+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인터페이스 맵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320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9/15(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화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2722276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GMES(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선별 투입 관련 데이터 정보를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DB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로 수신 작업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1,444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9/15(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화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3194616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GMES(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GMES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–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 간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DB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인터페이스 작업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729262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FMCS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GEMS(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DB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에 저장된 선별 투입 데이터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I/F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988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9/16(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1674225"/>
                  </a:ext>
                </a:extLst>
              </a:tr>
              <a:tr h="8453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RTD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미스매치 유사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선별 투입 로직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134143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5529FBD5-92E1-B55E-19D8-6854DD3AC612}"/>
              </a:ext>
            </a:extLst>
          </p:cNvPr>
          <p:cNvSpPr txBox="1"/>
          <p:nvPr/>
        </p:nvSpPr>
        <p:spPr>
          <a:xfrm>
            <a:off x="1496899" y="4590987"/>
            <a:ext cx="102832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[ESMI </a:t>
            </a:r>
            <a:r>
              <a:rPr lang="ko-KR" altLang="en-US" sz="800" b="1">
                <a:solidFill>
                  <a:srgbClr val="006600"/>
                </a:solidFill>
                <a:latin typeface="+mj-ea"/>
                <a:ea typeface="+mj-ea"/>
              </a:rPr>
              <a:t>조립</a:t>
            </a:r>
            <a:r>
              <a:rPr lang="en-US" altLang="ko-KR" sz="800" b="1">
                <a:solidFill>
                  <a:srgbClr val="006600"/>
                </a:solidFill>
                <a:latin typeface="+mj-ea"/>
                <a:ea typeface="+mj-ea"/>
              </a:rPr>
              <a:t>]</a:t>
            </a:r>
            <a:endParaRPr lang="ko-KR" altLang="en-US" sz="800" b="1">
              <a:solidFill>
                <a:srgbClr val="006600"/>
              </a:soli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40477928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219315"/>
              </p:ext>
            </p:extLst>
          </p:nvPr>
        </p:nvGraphicFramePr>
        <p:xfrm>
          <a:off x="119275" y="908097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861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97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 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RW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권취 방향 짝맞춤 라미 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(W30)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특이 사항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과제 개요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Pancake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권취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방향에 맞춰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 Bending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추정하였으며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Mono Cell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Smile-Smile, Sad-Sad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형태가 생산되도록 선별 투입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불량률 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진행 사항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1)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Rewinder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방향에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따라서만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Bending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방향 결정된다고 초기에 판단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실제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방향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따라 달라짐을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(2/3)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Rewinder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 상권이면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Smile /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하권이면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Bending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항상 가정했으나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방향에 따라서도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Smile/Sad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형태가 달라짐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2) ESWA 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데이터 분석 결과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Mono Cell Type(Sad/Smile)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별 라미 공정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치수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치수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Tab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치수 불량률 비교 결과 큰 상관성을 확인하지 못하였습니다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-.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추가적으로 데이터 정물 일치 확인 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Rewinder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권취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방향의 데이터와 실제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권취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방향이 불일치 하는 것 일부 확인하였고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수정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~2/6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2/10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재분석 결과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(3/2)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RW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권취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방향과 라미 치수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외관 불량률 간 상관성은 없는 것으로 확인되었습니다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 (3/19)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권취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방향 조합이 아닌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Pancake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상면의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코팅면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TOP/BACK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조합에 따른 라미 불량률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영향성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추가 분석 진행 중입니다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 (3/24)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음극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코팅면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TOP/BACK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조합에 따른 라미 불량률 분석 결과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전 호기 기준으로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‘top-top’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조합이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‘back-top’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조합 대비 불량률이 평균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0.07%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낮은 것으로 확인되었습니다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신뢰 범위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: 0.01 % ~ 0.13 %) 17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개 설비 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개 설비에서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‘top-top’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조합이 불량률이 낮은 것으로 파악되었으며 상세 분석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   (4/22)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일부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UW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권출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방향 오보고로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TOP/BACK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코팅면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오계산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확인 →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전 호기 대상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수정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        TOP/BACK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계산 정상인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라인 대상으로 라미 불량 항목 별 불량률 비교 분석 중입니다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다음장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         *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라미 세부 불량 항목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: X-Axis(AC), X-Axis(AS), Y-Axis(AC), Y-Axis(CS), Tab(A), Tab(C)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EC62C049-DF3B-7795-BEA0-C4B604DECC8C}"/>
              </a:ext>
            </a:extLst>
          </p:cNvPr>
          <p:cNvGrpSpPr/>
          <p:nvPr/>
        </p:nvGrpSpPr>
        <p:grpSpPr>
          <a:xfrm>
            <a:off x="1755491" y="2060778"/>
            <a:ext cx="5829004" cy="1296980"/>
            <a:chOff x="1873417" y="2047257"/>
            <a:chExt cx="5829004" cy="1296980"/>
          </a:xfrm>
        </p:grpSpPr>
        <p:sp>
          <p:nvSpPr>
            <p:cNvPr id="26" name="화살표: 오른쪽 25">
              <a:extLst>
                <a:ext uri="{FF2B5EF4-FFF2-40B4-BE49-F238E27FC236}">
                  <a16:creationId xmlns:a16="http://schemas.microsoft.com/office/drawing/2014/main" id="{36F739D3-5311-1B79-4C71-DCF874392771}"/>
                </a:ext>
              </a:extLst>
            </p:cNvPr>
            <p:cNvSpPr/>
            <p:nvPr/>
          </p:nvSpPr>
          <p:spPr>
            <a:xfrm>
              <a:off x="2771233" y="2365144"/>
              <a:ext cx="112027" cy="182496"/>
            </a:xfrm>
            <a:prstGeom prst="rightArrow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781"/>
            </a:p>
          </p:txBody>
        </p:sp>
        <p:sp>
          <p:nvSpPr>
            <p:cNvPr id="28" name="타원 27">
              <a:extLst>
                <a:ext uri="{FF2B5EF4-FFF2-40B4-BE49-F238E27FC236}">
                  <a16:creationId xmlns:a16="http://schemas.microsoft.com/office/drawing/2014/main" id="{64120FD2-091A-FB09-91E4-678AD0BE3F2B}"/>
                </a:ext>
              </a:extLst>
            </p:cNvPr>
            <p:cNvSpPr/>
            <p:nvPr/>
          </p:nvSpPr>
          <p:spPr>
            <a:xfrm>
              <a:off x="2340729" y="2318658"/>
              <a:ext cx="287108" cy="28899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0" name="직선 화살표 연결선 29">
              <a:extLst>
                <a:ext uri="{FF2B5EF4-FFF2-40B4-BE49-F238E27FC236}">
                  <a16:creationId xmlns:a16="http://schemas.microsoft.com/office/drawing/2014/main" id="{D7FCDF3C-9489-1F4E-E6EC-774B92B5C82D}"/>
                </a:ext>
              </a:extLst>
            </p:cNvPr>
            <p:cNvCxnSpPr>
              <a:cxnSpLocks/>
            </p:cNvCxnSpPr>
            <p:nvPr/>
          </p:nvCxnSpPr>
          <p:spPr>
            <a:xfrm>
              <a:off x="2036121" y="2318658"/>
              <a:ext cx="320082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4DEBAEAA-269F-7F9E-45D4-BAFF514EE321}"/>
                </a:ext>
              </a:extLst>
            </p:cNvPr>
            <p:cNvSpPr/>
            <p:nvPr/>
          </p:nvSpPr>
          <p:spPr>
            <a:xfrm>
              <a:off x="3077323" y="2318658"/>
              <a:ext cx="287108" cy="28899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" name="직선 화살표 연결선 44">
              <a:extLst>
                <a:ext uri="{FF2B5EF4-FFF2-40B4-BE49-F238E27FC236}">
                  <a16:creationId xmlns:a16="http://schemas.microsoft.com/office/drawing/2014/main" id="{87BB36F7-08BD-DC3B-8739-F34597F128D2}"/>
                </a:ext>
              </a:extLst>
            </p:cNvPr>
            <p:cNvCxnSpPr>
              <a:cxnSpLocks/>
            </p:cNvCxnSpPr>
            <p:nvPr/>
          </p:nvCxnSpPr>
          <p:spPr>
            <a:xfrm>
              <a:off x="3240435" y="2311237"/>
              <a:ext cx="320082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타원 45">
              <a:extLst>
                <a:ext uri="{FF2B5EF4-FFF2-40B4-BE49-F238E27FC236}">
                  <a16:creationId xmlns:a16="http://schemas.microsoft.com/office/drawing/2014/main" id="{E8E9855B-5B19-84A4-EDED-8B23776443A7}"/>
                </a:ext>
              </a:extLst>
            </p:cNvPr>
            <p:cNvSpPr/>
            <p:nvPr/>
          </p:nvSpPr>
          <p:spPr>
            <a:xfrm>
              <a:off x="3077323" y="2716733"/>
              <a:ext cx="287108" cy="28899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7" name="직선 화살표 연결선 46">
              <a:extLst>
                <a:ext uri="{FF2B5EF4-FFF2-40B4-BE49-F238E27FC236}">
                  <a16:creationId xmlns:a16="http://schemas.microsoft.com/office/drawing/2014/main" id="{755DC716-6452-D48F-7383-C269D94B3F39}"/>
                </a:ext>
              </a:extLst>
            </p:cNvPr>
            <p:cNvCxnSpPr>
              <a:cxnSpLocks/>
            </p:cNvCxnSpPr>
            <p:nvPr/>
          </p:nvCxnSpPr>
          <p:spPr>
            <a:xfrm>
              <a:off x="3240435" y="3023141"/>
              <a:ext cx="320082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F6E34C9B-E2DA-651B-3FE3-7874A5F06D37}"/>
                </a:ext>
              </a:extLst>
            </p:cNvPr>
            <p:cNvGrpSpPr/>
            <p:nvPr/>
          </p:nvGrpSpPr>
          <p:grpSpPr>
            <a:xfrm>
              <a:off x="3920499" y="2280737"/>
              <a:ext cx="736873" cy="286564"/>
              <a:chOff x="3920499" y="2336021"/>
              <a:chExt cx="736873" cy="286564"/>
            </a:xfrm>
          </p:grpSpPr>
          <p:grpSp>
            <p:nvGrpSpPr>
              <p:cNvPr id="34" name="그룹 33">
                <a:extLst>
                  <a:ext uri="{FF2B5EF4-FFF2-40B4-BE49-F238E27FC236}">
                    <a16:creationId xmlns:a16="http://schemas.microsoft.com/office/drawing/2014/main" id="{453F70E7-3EA0-8C77-882D-3D61792EE3C3}"/>
                  </a:ext>
                </a:extLst>
              </p:cNvPr>
              <p:cNvGrpSpPr/>
              <p:nvPr/>
            </p:nvGrpSpPr>
            <p:grpSpPr>
              <a:xfrm>
                <a:off x="3920499" y="2336021"/>
                <a:ext cx="252616" cy="286564"/>
                <a:chOff x="3780456" y="2533501"/>
                <a:chExt cx="252616" cy="286564"/>
              </a:xfrm>
            </p:grpSpPr>
            <p:sp>
              <p:nvSpPr>
                <p:cNvPr id="23" name="순서도: 저장 데이터 22">
                  <a:extLst>
                    <a:ext uri="{FF2B5EF4-FFF2-40B4-BE49-F238E27FC236}">
                      <a16:creationId xmlns:a16="http://schemas.microsoft.com/office/drawing/2014/main" id="{8992E5BB-5BE4-1C9B-7D2E-BEAC180844E1}"/>
                    </a:ext>
                  </a:extLst>
                </p:cNvPr>
                <p:cNvSpPr/>
                <p:nvPr/>
              </p:nvSpPr>
              <p:spPr>
                <a:xfrm rot="5400000" flipV="1">
                  <a:off x="3795855" y="2582848"/>
                  <a:ext cx="221818" cy="252616"/>
                </a:xfrm>
                <a:prstGeom prst="flowChartOnlineStorag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solidFill>
                    <a:schemeClr val="bg1">
                      <a:lumMod val="65000"/>
                    </a:schemeClr>
                  </a:solidFill>
                </a:ln>
                <a:effectLst>
                  <a:outerShdw blurRad="76200" dir="18900000" sy="23000" kx="-1200000" algn="bl" rotWithShape="0">
                    <a:prstClr val="black">
                      <a:alpha val="20000"/>
                    </a:prstClr>
                  </a:outerShdw>
                </a:effectLst>
                <a:scene3d>
                  <a:camera prst="perspectiveBelow"/>
                  <a:lightRig rig="threePt" dir="t"/>
                </a:scene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33" name="직사각형 32">
                  <a:extLst>
                    <a:ext uri="{FF2B5EF4-FFF2-40B4-BE49-F238E27FC236}">
                      <a16:creationId xmlns:a16="http://schemas.microsoft.com/office/drawing/2014/main" id="{3D161E6D-EAB5-6F24-0171-B7D24B4FE11C}"/>
                    </a:ext>
                  </a:extLst>
                </p:cNvPr>
                <p:cNvSpPr/>
                <p:nvPr/>
              </p:nvSpPr>
              <p:spPr>
                <a:xfrm>
                  <a:off x="3859357" y="2533501"/>
                  <a:ext cx="98136" cy="61001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54" name="오른쪽 대괄호 53">
                <a:extLst>
                  <a:ext uri="{FF2B5EF4-FFF2-40B4-BE49-F238E27FC236}">
                    <a16:creationId xmlns:a16="http://schemas.microsoft.com/office/drawing/2014/main" id="{098C2C0F-99AB-C1F5-A6EB-578148D7D044}"/>
                  </a:ext>
                </a:extLst>
              </p:cNvPr>
              <p:cNvSpPr/>
              <p:nvPr/>
            </p:nvSpPr>
            <p:spPr>
              <a:xfrm rot="16200000">
                <a:off x="4466064" y="2322548"/>
                <a:ext cx="69105" cy="313510"/>
              </a:xfrm>
              <a:prstGeom prst="rightBracket">
                <a:avLst>
                  <a:gd name="adj" fmla="val 226836"/>
                </a:avLst>
              </a:prstGeom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1781"/>
              </a:p>
            </p:txBody>
          </p: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CA62D059-1A19-8AB6-D499-E17DE2CE955F}"/>
                </a:ext>
              </a:extLst>
            </p:cNvPr>
            <p:cNvGrpSpPr/>
            <p:nvPr/>
          </p:nvGrpSpPr>
          <p:grpSpPr>
            <a:xfrm>
              <a:off x="3922307" y="2736458"/>
              <a:ext cx="735065" cy="249540"/>
              <a:chOff x="3637581" y="2791742"/>
              <a:chExt cx="735065" cy="249540"/>
            </a:xfrm>
          </p:grpSpPr>
          <p:grpSp>
            <p:nvGrpSpPr>
              <p:cNvPr id="56" name="그룹 55">
                <a:extLst>
                  <a:ext uri="{FF2B5EF4-FFF2-40B4-BE49-F238E27FC236}">
                    <a16:creationId xmlns:a16="http://schemas.microsoft.com/office/drawing/2014/main" id="{A6C778B5-5B89-390A-CD73-CEAD58AE148A}"/>
                  </a:ext>
                </a:extLst>
              </p:cNvPr>
              <p:cNvGrpSpPr/>
              <p:nvPr/>
            </p:nvGrpSpPr>
            <p:grpSpPr>
              <a:xfrm>
                <a:off x="3637581" y="2791742"/>
                <a:ext cx="252616" cy="249540"/>
                <a:chOff x="4477176" y="2908924"/>
                <a:chExt cx="252616" cy="249540"/>
              </a:xfrm>
            </p:grpSpPr>
            <p:sp>
              <p:nvSpPr>
                <p:cNvPr id="51" name="순서도: 저장 데이터 50">
                  <a:extLst>
                    <a:ext uri="{FF2B5EF4-FFF2-40B4-BE49-F238E27FC236}">
                      <a16:creationId xmlns:a16="http://schemas.microsoft.com/office/drawing/2014/main" id="{19126838-93BE-F504-23D0-704F14E46ADE}"/>
                    </a:ext>
                  </a:extLst>
                </p:cNvPr>
                <p:cNvSpPr/>
                <p:nvPr/>
              </p:nvSpPr>
              <p:spPr>
                <a:xfrm rot="16200000">
                  <a:off x="4492575" y="2921247"/>
                  <a:ext cx="221818" cy="252616"/>
                </a:xfrm>
                <a:prstGeom prst="flowChartOnlineStorag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solidFill>
                    <a:schemeClr val="bg1">
                      <a:lumMod val="65000"/>
                    </a:schemeClr>
                  </a:solidFill>
                </a:ln>
                <a:effectLst>
                  <a:outerShdw blurRad="76200" dir="18900000" sy="23000" kx="-1200000" algn="bl" rotWithShape="0">
                    <a:prstClr val="black">
                      <a:alpha val="20000"/>
                    </a:prstClr>
                  </a:outerShdw>
                </a:effectLst>
                <a:scene3d>
                  <a:camera prst="perspectiveBelow"/>
                  <a:lightRig rig="threePt" dir="t"/>
                </a:scene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52" name="직사각형 51">
                  <a:extLst>
                    <a:ext uri="{FF2B5EF4-FFF2-40B4-BE49-F238E27FC236}">
                      <a16:creationId xmlns:a16="http://schemas.microsoft.com/office/drawing/2014/main" id="{CD08EB1B-D70F-63E6-2A62-DEB83BD504BA}"/>
                    </a:ext>
                  </a:extLst>
                </p:cNvPr>
                <p:cNvSpPr/>
                <p:nvPr/>
              </p:nvSpPr>
              <p:spPr>
                <a:xfrm>
                  <a:off x="4554416" y="2908924"/>
                  <a:ext cx="98136" cy="61001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55" name="오른쪽 대괄호 54">
                <a:extLst>
                  <a:ext uri="{FF2B5EF4-FFF2-40B4-BE49-F238E27FC236}">
                    <a16:creationId xmlns:a16="http://schemas.microsoft.com/office/drawing/2014/main" id="{84D54B1A-CB9C-5FD6-77F7-CB8559E486D0}"/>
                  </a:ext>
                </a:extLst>
              </p:cNvPr>
              <p:cNvSpPr/>
              <p:nvPr/>
            </p:nvSpPr>
            <p:spPr>
              <a:xfrm rot="5400000">
                <a:off x="4181338" y="2759757"/>
                <a:ext cx="69105" cy="313510"/>
              </a:xfrm>
              <a:prstGeom prst="rightBracket">
                <a:avLst>
                  <a:gd name="adj" fmla="val 226836"/>
                </a:avLst>
              </a:prstGeom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1781"/>
              </a:p>
            </p:txBody>
          </p:sp>
        </p:grpSp>
        <p:sp>
          <p:nvSpPr>
            <p:cNvPr id="58" name="화살표: 오른쪽으로 구부러짐 57">
              <a:extLst>
                <a:ext uri="{FF2B5EF4-FFF2-40B4-BE49-F238E27FC236}">
                  <a16:creationId xmlns:a16="http://schemas.microsoft.com/office/drawing/2014/main" id="{D06AC964-A9B0-A3B1-D50E-4F02E3839383}"/>
                </a:ext>
              </a:extLst>
            </p:cNvPr>
            <p:cNvSpPr/>
            <p:nvPr/>
          </p:nvSpPr>
          <p:spPr>
            <a:xfrm rot="8695238" flipH="1">
              <a:off x="2258563" y="2445313"/>
              <a:ext cx="135386" cy="288988"/>
            </a:xfrm>
            <a:prstGeom prst="curvedRightArrow">
              <a:avLst>
                <a:gd name="adj1" fmla="val 25000"/>
                <a:gd name="adj2" fmla="val 50000"/>
                <a:gd name="adj3" fmla="val 58812"/>
              </a:avLst>
            </a:prstGeom>
            <a:solidFill>
              <a:srgbClr val="FFC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9" name="화살표: 오른쪽으로 구부러짐 58">
              <a:extLst>
                <a:ext uri="{FF2B5EF4-FFF2-40B4-BE49-F238E27FC236}">
                  <a16:creationId xmlns:a16="http://schemas.microsoft.com/office/drawing/2014/main" id="{2676A2B1-F29C-D667-96D5-B7418A6D8F28}"/>
                </a:ext>
              </a:extLst>
            </p:cNvPr>
            <p:cNvSpPr/>
            <p:nvPr/>
          </p:nvSpPr>
          <p:spPr>
            <a:xfrm rot="10357703" flipH="1">
              <a:off x="2995919" y="2323895"/>
              <a:ext cx="135386" cy="288988"/>
            </a:xfrm>
            <a:prstGeom prst="curvedRightArrow">
              <a:avLst>
                <a:gd name="adj1" fmla="val 25000"/>
                <a:gd name="adj2" fmla="val 50000"/>
                <a:gd name="adj3" fmla="val 58812"/>
              </a:avLst>
            </a:prstGeom>
            <a:solidFill>
              <a:srgbClr val="FFC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1" name="화살표: 오른쪽으로 구부러짐 60">
              <a:extLst>
                <a:ext uri="{FF2B5EF4-FFF2-40B4-BE49-F238E27FC236}">
                  <a16:creationId xmlns:a16="http://schemas.microsoft.com/office/drawing/2014/main" id="{FC0BAA5F-CE2A-3182-2018-C9352FD4F72E}"/>
                </a:ext>
              </a:extLst>
            </p:cNvPr>
            <p:cNvSpPr/>
            <p:nvPr/>
          </p:nvSpPr>
          <p:spPr>
            <a:xfrm rot="9774267" flipH="1" flipV="1">
              <a:off x="3026036" y="2782445"/>
              <a:ext cx="131667" cy="288988"/>
            </a:xfrm>
            <a:prstGeom prst="curvedRightArrow">
              <a:avLst>
                <a:gd name="adj1" fmla="val 25000"/>
                <a:gd name="adj2" fmla="val 50000"/>
                <a:gd name="adj3" fmla="val 58812"/>
              </a:avLst>
            </a:prstGeom>
            <a:solidFill>
              <a:srgbClr val="FFC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4A48D485-6408-DADA-C778-DE29E6ED1BB6}"/>
                </a:ext>
              </a:extLst>
            </p:cNvPr>
            <p:cNvSpPr txBox="1"/>
            <p:nvPr/>
          </p:nvSpPr>
          <p:spPr>
            <a:xfrm>
              <a:off x="3785514" y="2047257"/>
              <a:ext cx="118981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u="sng"/>
                <a:t>Cell Bending Shape</a:t>
              </a:r>
              <a:endParaRPr lang="ko-KR" altLang="en-US" sz="900" u="sng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109217-8F5F-861C-44EA-5F73CD3C3A7A}"/>
                </a:ext>
              </a:extLst>
            </p:cNvPr>
            <p:cNvSpPr txBox="1"/>
            <p:nvPr/>
          </p:nvSpPr>
          <p:spPr>
            <a:xfrm>
              <a:off x="4125437" y="2443417"/>
              <a:ext cx="52144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solidFill>
                    <a:srgbClr val="00B050"/>
                  </a:solidFill>
                </a:rPr>
                <a:t>[Sad]</a:t>
              </a:r>
              <a:endParaRPr lang="ko-KR" altLang="en-US" sz="900">
                <a:solidFill>
                  <a:srgbClr val="00B050"/>
                </a:solidFill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7EF04ADC-A4B4-BDA6-7E5A-60B1A7AD93D9}"/>
                </a:ext>
              </a:extLst>
            </p:cNvPr>
            <p:cNvSpPr txBox="1"/>
            <p:nvPr/>
          </p:nvSpPr>
          <p:spPr>
            <a:xfrm>
              <a:off x="4107226" y="2875088"/>
              <a:ext cx="52144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solidFill>
                    <a:srgbClr val="00B050"/>
                  </a:solidFill>
                </a:rPr>
                <a:t>[Smile]</a:t>
              </a:r>
              <a:endParaRPr lang="ko-KR" altLang="en-US" sz="900">
                <a:solidFill>
                  <a:srgbClr val="00B050"/>
                </a:solidFill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5BA115D3-EB18-1124-7642-983E108B32AF}"/>
                </a:ext>
              </a:extLst>
            </p:cNvPr>
            <p:cNvSpPr txBox="1"/>
            <p:nvPr/>
          </p:nvSpPr>
          <p:spPr>
            <a:xfrm>
              <a:off x="1873417" y="2047257"/>
              <a:ext cx="88396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u="sng"/>
                <a:t>노칭 </a:t>
              </a:r>
              <a:r>
                <a:rPr lang="en-US" altLang="ko-KR" sz="900" u="sng"/>
                <a:t>Rewinder</a:t>
              </a:r>
              <a:endParaRPr lang="ko-KR" altLang="en-US" sz="900" u="sng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4F4127C-AC59-B8AD-16C5-C1326CA60904}"/>
                </a:ext>
              </a:extLst>
            </p:cNvPr>
            <p:cNvSpPr txBox="1"/>
            <p:nvPr/>
          </p:nvSpPr>
          <p:spPr>
            <a:xfrm>
              <a:off x="2815579" y="2047257"/>
              <a:ext cx="88396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u="sng"/>
                <a:t>라미 </a:t>
              </a:r>
              <a:r>
                <a:rPr lang="en-US" altLang="ko-KR" sz="900" u="sng"/>
                <a:t>Unwinder</a:t>
              </a:r>
              <a:endParaRPr lang="ko-KR" altLang="en-US" sz="900" u="sng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32AC37A5-1D5B-44BC-3235-3805E8A4232A}"/>
                </a:ext>
              </a:extLst>
            </p:cNvPr>
            <p:cNvSpPr txBox="1"/>
            <p:nvPr/>
          </p:nvSpPr>
          <p:spPr>
            <a:xfrm>
              <a:off x="5864270" y="2047257"/>
              <a:ext cx="118981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u="sng"/>
                <a:t>Mono Cell Type</a:t>
              </a:r>
              <a:endParaRPr lang="ko-KR" altLang="en-US" sz="900" u="sng"/>
            </a:p>
          </p:txBody>
        </p:sp>
        <p:grpSp>
          <p:nvGrpSpPr>
            <p:cNvPr id="102" name="그룹 101">
              <a:extLst>
                <a:ext uri="{FF2B5EF4-FFF2-40B4-BE49-F238E27FC236}">
                  <a16:creationId xmlns:a16="http://schemas.microsoft.com/office/drawing/2014/main" id="{AA5F45AF-E4BE-3DCD-5E9F-9A0A0E2AC497}"/>
                </a:ext>
              </a:extLst>
            </p:cNvPr>
            <p:cNvGrpSpPr/>
            <p:nvPr/>
          </p:nvGrpSpPr>
          <p:grpSpPr>
            <a:xfrm>
              <a:off x="5412897" y="2281317"/>
              <a:ext cx="2289524" cy="1062920"/>
              <a:chOff x="5519668" y="2517635"/>
              <a:chExt cx="2289524" cy="1062920"/>
            </a:xfrm>
          </p:grpSpPr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DEB0EBDF-9535-E59C-5C16-734488C45BA5}"/>
                  </a:ext>
                </a:extLst>
              </p:cNvPr>
              <p:cNvGrpSpPr/>
              <p:nvPr/>
            </p:nvGrpSpPr>
            <p:grpSpPr>
              <a:xfrm>
                <a:off x="5519668" y="2517635"/>
                <a:ext cx="1837576" cy="785863"/>
                <a:chOff x="5229030" y="2575306"/>
                <a:chExt cx="1837576" cy="785863"/>
              </a:xfrm>
            </p:grpSpPr>
            <p:sp>
              <p:nvSpPr>
                <p:cNvPr id="79" name="순서도: 저장 데이터 78">
                  <a:extLst>
                    <a:ext uri="{FF2B5EF4-FFF2-40B4-BE49-F238E27FC236}">
                      <a16:creationId xmlns:a16="http://schemas.microsoft.com/office/drawing/2014/main" id="{4F929CB2-0719-B974-C49B-4077C3F4B85D}"/>
                    </a:ext>
                  </a:extLst>
                </p:cNvPr>
                <p:cNvSpPr/>
                <p:nvPr/>
              </p:nvSpPr>
              <p:spPr>
                <a:xfrm rot="15997239">
                  <a:off x="5244430" y="2625375"/>
                  <a:ext cx="221818" cy="252616"/>
                </a:xfrm>
                <a:prstGeom prst="flowChartOnlineStorage">
                  <a:avLst/>
                </a:prstGeom>
                <a:solidFill>
                  <a:srgbClr val="FF9243"/>
                </a:solidFill>
                <a:ln>
                  <a:solidFill>
                    <a:srgbClr val="FF9243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80" name="순서도: 저장 데이터 79">
                  <a:extLst>
                    <a:ext uri="{FF2B5EF4-FFF2-40B4-BE49-F238E27FC236}">
                      <a16:creationId xmlns:a16="http://schemas.microsoft.com/office/drawing/2014/main" id="{1429F1AE-E37D-CB8C-4231-FE9DE9BACFD7}"/>
                    </a:ext>
                  </a:extLst>
                </p:cNvPr>
                <p:cNvSpPr/>
                <p:nvPr/>
              </p:nvSpPr>
              <p:spPr>
                <a:xfrm rot="16200000">
                  <a:off x="5287263" y="2559907"/>
                  <a:ext cx="221818" cy="252616"/>
                </a:xfrm>
                <a:prstGeom prst="flowChartOnlineStorag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solidFill>
                    <a:schemeClr val="bg1">
                      <a:lumMod val="65000"/>
                    </a:schemeClr>
                  </a:solidFill>
                </a:ln>
                <a:effectLst>
                  <a:outerShdw blurRad="76200" dir="18900000" sy="23000" kx="-1200000" algn="bl" rotWithShape="0">
                    <a:prstClr val="black">
                      <a:alpha val="20000"/>
                    </a:prstClr>
                  </a:outerShdw>
                </a:effectLst>
                <a:scene3d>
                  <a:camera prst="perspectiveBelow"/>
                  <a:lightRig rig="threePt" dir="t"/>
                </a:scene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81" name="순서도: 저장 데이터 80">
                  <a:extLst>
                    <a:ext uri="{FF2B5EF4-FFF2-40B4-BE49-F238E27FC236}">
                      <a16:creationId xmlns:a16="http://schemas.microsoft.com/office/drawing/2014/main" id="{C5120FB5-E7A1-E3B8-1A49-1A19A1720E09}"/>
                    </a:ext>
                  </a:extLst>
                </p:cNvPr>
                <p:cNvSpPr/>
                <p:nvPr/>
              </p:nvSpPr>
              <p:spPr>
                <a:xfrm rot="15997239">
                  <a:off x="5244429" y="3123952"/>
                  <a:ext cx="221818" cy="252616"/>
                </a:xfrm>
                <a:prstGeom prst="flowChartOnlineStorage">
                  <a:avLst/>
                </a:prstGeom>
                <a:solidFill>
                  <a:srgbClr val="FF9243"/>
                </a:solidFill>
                <a:ln>
                  <a:solidFill>
                    <a:srgbClr val="FF9243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82" name="순서도: 저장 데이터 81">
                  <a:extLst>
                    <a:ext uri="{FF2B5EF4-FFF2-40B4-BE49-F238E27FC236}">
                      <a16:creationId xmlns:a16="http://schemas.microsoft.com/office/drawing/2014/main" id="{C5E5C7C6-FBCA-1BCB-0039-CC6ED3DB6793}"/>
                    </a:ext>
                  </a:extLst>
                </p:cNvPr>
                <p:cNvSpPr/>
                <p:nvPr/>
              </p:nvSpPr>
              <p:spPr>
                <a:xfrm rot="5400000" flipV="1">
                  <a:off x="5308401" y="3050496"/>
                  <a:ext cx="221818" cy="252616"/>
                </a:xfrm>
                <a:prstGeom prst="flowChartOnlineStorag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solidFill>
                    <a:schemeClr val="bg1">
                      <a:lumMod val="65000"/>
                    </a:schemeClr>
                  </a:solidFill>
                </a:ln>
                <a:effectLst>
                  <a:outerShdw blurRad="76200" dir="18900000" sy="23000" kx="-1200000" algn="bl" rotWithShape="0">
                    <a:prstClr val="black">
                      <a:alpha val="20000"/>
                    </a:prstClr>
                  </a:outerShdw>
                </a:effectLst>
                <a:scene3d>
                  <a:camera prst="perspectiveBelow"/>
                  <a:lightRig rig="threePt" dir="t"/>
                </a:scene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grpSp>
              <p:nvGrpSpPr>
                <p:cNvPr id="87" name="그룹 86">
                  <a:extLst>
                    <a:ext uri="{FF2B5EF4-FFF2-40B4-BE49-F238E27FC236}">
                      <a16:creationId xmlns:a16="http://schemas.microsoft.com/office/drawing/2014/main" id="{9BF01409-C593-3330-AFFF-8CD9513E03CB}"/>
                    </a:ext>
                  </a:extLst>
                </p:cNvPr>
                <p:cNvGrpSpPr/>
                <p:nvPr/>
              </p:nvGrpSpPr>
              <p:grpSpPr>
                <a:xfrm>
                  <a:off x="6301342" y="2575306"/>
                  <a:ext cx="335890" cy="785863"/>
                  <a:chOff x="5964885" y="2575306"/>
                  <a:chExt cx="335890" cy="785863"/>
                </a:xfrm>
              </p:grpSpPr>
              <p:sp>
                <p:nvSpPr>
                  <p:cNvPr id="83" name="순서도: 저장 데이터 82">
                    <a:extLst>
                      <a:ext uri="{FF2B5EF4-FFF2-40B4-BE49-F238E27FC236}">
                        <a16:creationId xmlns:a16="http://schemas.microsoft.com/office/drawing/2014/main" id="{58670005-5AEB-9C75-9EB2-C846C319E0EF}"/>
                      </a:ext>
                    </a:extLst>
                  </p:cNvPr>
                  <p:cNvSpPr/>
                  <p:nvPr/>
                </p:nvSpPr>
                <p:spPr>
                  <a:xfrm rot="5400000" flipV="1">
                    <a:off x="6020725" y="3123952"/>
                    <a:ext cx="221818" cy="252616"/>
                  </a:xfrm>
                  <a:prstGeom prst="flowChartOnlineStorage">
                    <a:avLst/>
                  </a:prstGeom>
                  <a:solidFill>
                    <a:srgbClr val="FF9243"/>
                  </a:solidFill>
                  <a:ln>
                    <a:solidFill>
                      <a:srgbClr val="FF9243"/>
                    </a:solidFill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781"/>
                  </a:p>
                </p:txBody>
              </p:sp>
              <p:sp>
                <p:nvSpPr>
                  <p:cNvPr id="84" name="순서도: 저장 데이터 83">
                    <a:extLst>
                      <a:ext uri="{FF2B5EF4-FFF2-40B4-BE49-F238E27FC236}">
                        <a16:creationId xmlns:a16="http://schemas.microsoft.com/office/drawing/2014/main" id="{E033BD8F-175C-7D07-2B9A-75C7E243D1DF}"/>
                      </a:ext>
                    </a:extLst>
                  </p:cNvPr>
                  <p:cNvSpPr/>
                  <p:nvPr/>
                </p:nvSpPr>
                <p:spPr>
                  <a:xfrm rot="5400000" flipV="1">
                    <a:off x="6063558" y="3058484"/>
                    <a:ext cx="221818" cy="252616"/>
                  </a:xfrm>
                  <a:prstGeom prst="flowChartOnlineStorag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solidFill>
                      <a:schemeClr val="bg1">
                        <a:lumMod val="65000"/>
                      </a:schemeClr>
                    </a:solidFill>
                  </a:ln>
                  <a:effectLst>
                    <a:outerShdw blurRad="76200" dir="18900000" sy="23000" kx="-1200000" algn="bl" rotWithShape="0">
                      <a:prstClr val="black">
                        <a:alpha val="20000"/>
                      </a:prstClr>
                    </a:outerShdw>
                  </a:effectLst>
                  <a:scene3d>
                    <a:camera prst="perspectiveBelow"/>
                    <a:lightRig rig="threePt" dir="t"/>
                  </a:scene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781"/>
                  </a:p>
                </p:txBody>
              </p:sp>
              <p:sp>
                <p:nvSpPr>
                  <p:cNvPr id="85" name="순서도: 저장 데이터 84">
                    <a:extLst>
                      <a:ext uri="{FF2B5EF4-FFF2-40B4-BE49-F238E27FC236}">
                        <a16:creationId xmlns:a16="http://schemas.microsoft.com/office/drawing/2014/main" id="{95E23749-29D3-7B3E-E236-C65D4C2197BD}"/>
                      </a:ext>
                    </a:extLst>
                  </p:cNvPr>
                  <p:cNvSpPr/>
                  <p:nvPr/>
                </p:nvSpPr>
                <p:spPr>
                  <a:xfrm rot="5400000" flipV="1">
                    <a:off x="5980284" y="2670815"/>
                    <a:ext cx="221818" cy="252616"/>
                  </a:xfrm>
                  <a:prstGeom prst="flowChartOnlineStorage">
                    <a:avLst/>
                  </a:prstGeom>
                  <a:solidFill>
                    <a:srgbClr val="FF9243"/>
                  </a:solidFill>
                  <a:ln>
                    <a:solidFill>
                      <a:srgbClr val="FF9243"/>
                    </a:solidFill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781"/>
                  </a:p>
                </p:txBody>
              </p:sp>
              <p:sp>
                <p:nvSpPr>
                  <p:cNvPr id="86" name="순서도: 저장 데이터 85">
                    <a:extLst>
                      <a:ext uri="{FF2B5EF4-FFF2-40B4-BE49-F238E27FC236}">
                        <a16:creationId xmlns:a16="http://schemas.microsoft.com/office/drawing/2014/main" id="{125EB8FB-4AD7-1013-BAC6-3D99F6831254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028063" y="2559907"/>
                    <a:ext cx="221818" cy="252616"/>
                  </a:xfrm>
                  <a:prstGeom prst="flowChartOnlineStorag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solidFill>
                      <a:schemeClr val="bg1">
                        <a:lumMod val="65000"/>
                      </a:schemeClr>
                    </a:solidFill>
                  </a:ln>
                  <a:effectLst>
                    <a:outerShdw blurRad="76200" dir="18900000" sy="23000" kx="-1200000" algn="bl" rotWithShape="0">
                      <a:prstClr val="black">
                        <a:alpha val="20000"/>
                      </a:prstClr>
                    </a:outerShdw>
                  </a:effectLst>
                  <a:scene3d>
                    <a:camera prst="perspectiveBelow"/>
                    <a:lightRig rig="threePt" dir="t"/>
                  </a:scene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781"/>
                  </a:p>
                </p:txBody>
              </p:sp>
            </p:grpSp>
            <p:sp>
              <p:nvSpPr>
                <p:cNvPr id="88" name="오른쪽 대괄호 87">
                  <a:extLst>
                    <a:ext uri="{FF2B5EF4-FFF2-40B4-BE49-F238E27FC236}">
                      <a16:creationId xmlns:a16="http://schemas.microsoft.com/office/drawing/2014/main" id="{80153D08-F749-E613-B991-7A6D7B3D3421}"/>
                    </a:ext>
                  </a:extLst>
                </p:cNvPr>
                <p:cNvSpPr/>
                <p:nvPr/>
              </p:nvSpPr>
              <p:spPr>
                <a:xfrm rot="5400000" flipV="1">
                  <a:off x="5765619" y="2510143"/>
                  <a:ext cx="69105" cy="313510"/>
                </a:xfrm>
                <a:prstGeom prst="rightBracket">
                  <a:avLst>
                    <a:gd name="adj" fmla="val 226836"/>
                  </a:avLst>
                </a:prstGeom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89" name="오른쪽 대괄호 88">
                  <a:extLst>
                    <a:ext uri="{FF2B5EF4-FFF2-40B4-BE49-F238E27FC236}">
                      <a16:creationId xmlns:a16="http://schemas.microsoft.com/office/drawing/2014/main" id="{691DF696-5691-D2D6-5CCD-0B0D216644E5}"/>
                    </a:ext>
                  </a:extLst>
                </p:cNvPr>
                <p:cNvSpPr/>
                <p:nvPr/>
              </p:nvSpPr>
              <p:spPr>
                <a:xfrm rot="5400000" flipV="1">
                  <a:off x="5765619" y="2612312"/>
                  <a:ext cx="69105" cy="313510"/>
                </a:xfrm>
                <a:prstGeom prst="rightBracket">
                  <a:avLst>
                    <a:gd name="adj" fmla="val 226836"/>
                  </a:avLst>
                </a:prstGeom>
                <a:ln w="28575">
                  <a:solidFill>
                    <a:srgbClr val="FF9243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90" name="오른쪽 대괄호 89">
                  <a:extLst>
                    <a:ext uri="{FF2B5EF4-FFF2-40B4-BE49-F238E27FC236}">
                      <a16:creationId xmlns:a16="http://schemas.microsoft.com/office/drawing/2014/main" id="{DE90A6CF-CF66-FC4B-F5D5-19FB121B83FA}"/>
                    </a:ext>
                  </a:extLst>
                </p:cNvPr>
                <p:cNvSpPr/>
                <p:nvPr/>
              </p:nvSpPr>
              <p:spPr>
                <a:xfrm rot="16200000">
                  <a:off x="5765621" y="3024302"/>
                  <a:ext cx="69105" cy="313510"/>
                </a:xfrm>
                <a:prstGeom prst="rightBracket">
                  <a:avLst>
                    <a:gd name="adj" fmla="val 226836"/>
                  </a:avLst>
                </a:prstGeom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91" name="오른쪽 대괄호 90">
                  <a:extLst>
                    <a:ext uri="{FF2B5EF4-FFF2-40B4-BE49-F238E27FC236}">
                      <a16:creationId xmlns:a16="http://schemas.microsoft.com/office/drawing/2014/main" id="{34700F8A-18E8-3B48-05AE-265FFDCFB876}"/>
                    </a:ext>
                  </a:extLst>
                </p:cNvPr>
                <p:cNvSpPr/>
                <p:nvPr/>
              </p:nvSpPr>
              <p:spPr>
                <a:xfrm rot="5400000" flipV="1">
                  <a:off x="5765621" y="3126471"/>
                  <a:ext cx="69105" cy="313510"/>
                </a:xfrm>
                <a:prstGeom prst="rightBracket">
                  <a:avLst>
                    <a:gd name="adj" fmla="val 226836"/>
                  </a:avLst>
                </a:prstGeom>
                <a:ln w="28575">
                  <a:solidFill>
                    <a:srgbClr val="FF9243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92" name="오른쪽 대괄호 91">
                  <a:extLst>
                    <a:ext uri="{FF2B5EF4-FFF2-40B4-BE49-F238E27FC236}">
                      <a16:creationId xmlns:a16="http://schemas.microsoft.com/office/drawing/2014/main" id="{70DEC854-83DC-3423-03E9-F1D7F8E979EC}"/>
                    </a:ext>
                  </a:extLst>
                </p:cNvPr>
                <p:cNvSpPr/>
                <p:nvPr/>
              </p:nvSpPr>
              <p:spPr>
                <a:xfrm rot="16200000">
                  <a:off x="6875297" y="3024303"/>
                  <a:ext cx="69105" cy="313510"/>
                </a:xfrm>
                <a:prstGeom prst="rightBracket">
                  <a:avLst>
                    <a:gd name="adj" fmla="val 226836"/>
                  </a:avLst>
                </a:prstGeom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93" name="오른쪽 대괄호 92">
                  <a:extLst>
                    <a:ext uri="{FF2B5EF4-FFF2-40B4-BE49-F238E27FC236}">
                      <a16:creationId xmlns:a16="http://schemas.microsoft.com/office/drawing/2014/main" id="{6AB0A938-AC33-20C4-1B1A-1109C93723A9}"/>
                    </a:ext>
                  </a:extLst>
                </p:cNvPr>
                <p:cNvSpPr/>
                <p:nvPr/>
              </p:nvSpPr>
              <p:spPr>
                <a:xfrm rot="16200000">
                  <a:off x="6875297" y="3126472"/>
                  <a:ext cx="69105" cy="313510"/>
                </a:xfrm>
                <a:prstGeom prst="rightBracket">
                  <a:avLst>
                    <a:gd name="adj" fmla="val 226836"/>
                  </a:avLst>
                </a:prstGeom>
                <a:ln w="28575">
                  <a:solidFill>
                    <a:srgbClr val="FF9243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94" name="오른쪽 대괄호 93">
                  <a:extLst>
                    <a:ext uri="{FF2B5EF4-FFF2-40B4-BE49-F238E27FC236}">
                      <a16:creationId xmlns:a16="http://schemas.microsoft.com/office/drawing/2014/main" id="{9197BC58-9452-FD83-A8CA-B9464C306B13}"/>
                    </a:ext>
                  </a:extLst>
                </p:cNvPr>
                <p:cNvSpPr/>
                <p:nvPr/>
              </p:nvSpPr>
              <p:spPr>
                <a:xfrm rot="5400000" flipV="1">
                  <a:off x="6875298" y="2514214"/>
                  <a:ext cx="69105" cy="313510"/>
                </a:xfrm>
                <a:prstGeom prst="rightBracket">
                  <a:avLst>
                    <a:gd name="adj" fmla="val 226836"/>
                  </a:avLst>
                </a:prstGeom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  <p:sp>
              <p:nvSpPr>
                <p:cNvPr id="95" name="오른쪽 대괄호 94">
                  <a:extLst>
                    <a:ext uri="{FF2B5EF4-FFF2-40B4-BE49-F238E27FC236}">
                      <a16:creationId xmlns:a16="http://schemas.microsoft.com/office/drawing/2014/main" id="{51A0583A-3EE5-5600-1CF9-E34C7BA568DB}"/>
                    </a:ext>
                  </a:extLst>
                </p:cNvPr>
                <p:cNvSpPr/>
                <p:nvPr/>
              </p:nvSpPr>
              <p:spPr>
                <a:xfrm rot="16200000">
                  <a:off x="6875298" y="2646863"/>
                  <a:ext cx="69105" cy="313510"/>
                </a:xfrm>
                <a:prstGeom prst="rightBracket">
                  <a:avLst>
                    <a:gd name="adj" fmla="val 226836"/>
                  </a:avLst>
                </a:prstGeom>
                <a:ln w="28575">
                  <a:solidFill>
                    <a:srgbClr val="FF9243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781"/>
                </a:p>
              </p:txBody>
            </p:sp>
          </p:grp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75736D05-C73F-21D5-559C-31B01CC68F01}"/>
                  </a:ext>
                </a:extLst>
              </p:cNvPr>
              <p:cNvSpPr txBox="1"/>
              <p:nvPr/>
            </p:nvSpPr>
            <p:spPr>
              <a:xfrm>
                <a:off x="6035555" y="2678149"/>
                <a:ext cx="52144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solidFill>
                      <a:srgbClr val="00B050"/>
                    </a:solidFill>
                  </a:rPr>
                  <a:t>[Smile] + [Smile]</a:t>
                </a:r>
                <a:endParaRPr lang="ko-KR" altLang="en-US" sz="900">
                  <a:solidFill>
                    <a:srgbClr val="00B050"/>
                  </a:solidFill>
                </a:endParaRP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BC45991-B8F4-F00A-86A6-30E33A2517DC}"/>
                  </a:ext>
                </a:extLst>
              </p:cNvPr>
              <p:cNvSpPr txBox="1"/>
              <p:nvPr/>
            </p:nvSpPr>
            <p:spPr>
              <a:xfrm>
                <a:off x="6035555" y="3211223"/>
                <a:ext cx="52144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solidFill>
                      <a:srgbClr val="00B050"/>
                    </a:solidFill>
                  </a:rPr>
                  <a:t>[Sad] + [Smile]</a:t>
                </a:r>
                <a:endParaRPr lang="ko-KR" altLang="en-US" sz="900">
                  <a:solidFill>
                    <a:srgbClr val="00B050"/>
                  </a:solidFill>
                </a:endParaRP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18F69E97-0EBB-D2E8-F2E2-7D13A248B518}"/>
                  </a:ext>
                </a:extLst>
              </p:cNvPr>
              <p:cNvSpPr txBox="1"/>
              <p:nvPr/>
            </p:nvSpPr>
            <p:spPr>
              <a:xfrm>
                <a:off x="7287744" y="3211223"/>
                <a:ext cx="52144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solidFill>
                      <a:srgbClr val="00B050"/>
                    </a:solidFill>
                  </a:rPr>
                  <a:t>[Sad] + [Sad]</a:t>
                </a:r>
                <a:endParaRPr lang="ko-KR" altLang="en-US" sz="900">
                  <a:solidFill>
                    <a:srgbClr val="00B050"/>
                  </a:solidFill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933D4113-4978-6A60-BA00-13A0AD145067}"/>
                  </a:ext>
                </a:extLst>
              </p:cNvPr>
              <p:cNvSpPr txBox="1"/>
              <p:nvPr/>
            </p:nvSpPr>
            <p:spPr>
              <a:xfrm>
                <a:off x="7287744" y="2595834"/>
                <a:ext cx="52144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solidFill>
                      <a:srgbClr val="00B050"/>
                    </a:solidFill>
                  </a:rPr>
                  <a:t>[Smile] + [Sad]</a:t>
                </a:r>
                <a:endParaRPr lang="ko-KR" altLang="en-US" sz="900">
                  <a:solidFill>
                    <a:srgbClr val="00B050"/>
                  </a:solidFill>
                </a:endParaRPr>
              </a:p>
            </p:txBody>
          </p:sp>
        </p:grpSp>
      </p:grpSp>
      <p:sp>
        <p:nvSpPr>
          <p:cNvPr id="170" name="내용 개체 틀 20">
            <a:extLst>
              <a:ext uri="{FF2B5EF4-FFF2-40B4-BE49-F238E27FC236}">
                <a16:creationId xmlns:a16="http://schemas.microsoft.com/office/drawing/2014/main" id="{163A9054-43F2-E1B7-4462-2CBE9C8C266F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7F1716BD-8506-1D73-06A6-DE1D63DEA73A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/22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72" name="내용 개체 틀 20">
            <a:extLst>
              <a:ext uri="{FF2B5EF4-FFF2-40B4-BE49-F238E27FC236}">
                <a16:creationId xmlns:a16="http://schemas.microsoft.com/office/drawing/2014/main" id="{4059FA35-70B3-5ED6-DEBD-FFAE831C27A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87418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노칭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RW </a:t>
            </a:r>
            <a:r>
              <a:rPr lang="ko-KR" altLang="en-US" sz="1400" b="1" err="1">
                <a:solidFill>
                  <a:prstClr val="black"/>
                </a:solidFill>
                <a:latin typeface="LG스마트체 Regular"/>
                <a:ea typeface="LG스마트체 Regular"/>
              </a:rPr>
              <a:t>권취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 방향 </a:t>
            </a:r>
            <a:r>
              <a:rPr lang="ko-KR" altLang="en-US" sz="1400" b="1" err="1">
                <a:solidFill>
                  <a:prstClr val="black"/>
                </a:solidFill>
                <a:latin typeface="LG스마트체 Regular"/>
                <a:ea typeface="LG스마트체 Regular"/>
              </a:rPr>
              <a:t>짝맞춤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5FB1D21-6494-151A-7FC1-6514A22B1B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3475970"/>
              </p:ext>
            </p:extLst>
          </p:nvPr>
        </p:nvGraphicFramePr>
        <p:xfrm>
          <a:off x="1557409" y="1397980"/>
          <a:ext cx="5681949" cy="453987"/>
        </p:xfrm>
        <a:graphic>
          <a:graphicData uri="http://schemas.openxmlformats.org/drawingml/2006/table">
            <a:tbl>
              <a:tblPr/>
              <a:tblGrid>
                <a:gridCol w="947949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</a:tblGrid>
              <a:tr h="151329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5132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 검증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검증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개발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 호기 적용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5132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</a:t>
                      </a:r>
                      <a:r>
                        <a:rPr lang="en-US" altLang="ko-KR" sz="9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’26.3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284B84A3-16AE-E98A-6945-2F754857AA60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A3658723-67AF-C6D5-00BB-710C49FE02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54672" y="5006034"/>
            <a:ext cx="1769560" cy="1591803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38" name="그룹 37">
            <a:extLst>
              <a:ext uri="{FF2B5EF4-FFF2-40B4-BE49-F238E27FC236}">
                <a16:creationId xmlns:a16="http://schemas.microsoft.com/office/drawing/2014/main" id="{5DF33D76-0648-29DC-3F4F-1D25EA028801}"/>
              </a:ext>
            </a:extLst>
          </p:cNvPr>
          <p:cNvGrpSpPr/>
          <p:nvPr/>
        </p:nvGrpSpPr>
        <p:grpSpPr>
          <a:xfrm>
            <a:off x="3639050" y="5006034"/>
            <a:ext cx="4673469" cy="1556016"/>
            <a:chOff x="5149850" y="5137761"/>
            <a:chExt cx="4673469" cy="1556016"/>
          </a:xfrm>
        </p:grpSpPr>
        <p:pic>
          <p:nvPicPr>
            <p:cNvPr id="39" name="그림 38">
              <a:extLst>
                <a:ext uri="{FF2B5EF4-FFF2-40B4-BE49-F238E27FC236}">
                  <a16:creationId xmlns:a16="http://schemas.microsoft.com/office/drawing/2014/main" id="{6F12DC0C-67C9-DBB7-A3D2-D4F49563E43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149850" y="5137761"/>
              <a:ext cx="4191629" cy="155601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083B8633-E0C6-73E0-BBD2-B0308C9AE871}"/>
                </a:ext>
              </a:extLst>
            </p:cNvPr>
            <p:cNvSpPr/>
            <p:nvPr/>
          </p:nvSpPr>
          <p:spPr>
            <a:xfrm>
              <a:off x="5255961" y="5280858"/>
              <a:ext cx="1109662" cy="708249"/>
            </a:xfrm>
            <a:prstGeom prst="ellipse">
              <a:avLst/>
            </a:prstGeom>
            <a:noFill/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AF588016-0041-C15D-17BD-F3A07FF98E8E}"/>
                </a:ext>
              </a:extLst>
            </p:cNvPr>
            <p:cNvSpPr/>
            <p:nvPr/>
          </p:nvSpPr>
          <p:spPr>
            <a:xfrm>
              <a:off x="8801494" y="5776158"/>
              <a:ext cx="567573" cy="708249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8613306-AC4B-CC86-C732-3C81773CC915}"/>
                </a:ext>
              </a:extLst>
            </p:cNvPr>
            <p:cNvSpPr txBox="1"/>
            <p:nvPr/>
          </p:nvSpPr>
          <p:spPr>
            <a:xfrm>
              <a:off x="5403849" y="5978015"/>
              <a:ext cx="190400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‘top-top’</a:t>
              </a:r>
              <a:r>
                <a:rPr lang="ko-KR" altLang="en-US" sz="80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조합에서 불량률이 낮은 설비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6DFB3C0-CDCC-820F-DCA3-F06E8C6DAF5D}"/>
                </a:ext>
              </a:extLst>
            </p:cNvPr>
            <p:cNvSpPr txBox="1"/>
            <p:nvPr/>
          </p:nvSpPr>
          <p:spPr>
            <a:xfrm>
              <a:off x="7919312" y="5614143"/>
              <a:ext cx="190400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solidFill>
                    <a:srgbClr val="FF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‘back-top’ </a:t>
              </a:r>
              <a:r>
                <a:rPr lang="ko-KR" altLang="en-US" sz="800">
                  <a:solidFill>
                    <a:srgbClr val="FF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조합에서 불량률이 낮은 설비</a:t>
              </a:r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id="{C2D2B3ED-2DD1-48C9-A179-2DB27A6423CD}"/>
              </a:ext>
            </a:extLst>
          </p:cNvPr>
          <p:cNvSpPr txBox="1"/>
          <p:nvPr/>
        </p:nvSpPr>
        <p:spPr>
          <a:xfrm>
            <a:off x="7822166" y="4935051"/>
            <a:ext cx="190400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‘back-top’ : 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back – 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</a:p>
          <a:p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‘top-top’ : 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top – 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  <a:endParaRPr lang="ko-KR" altLang="en-US" sz="8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9145204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6355427"/>
              </p:ext>
            </p:extLst>
          </p:nvPr>
        </p:nvGraphicFramePr>
        <p:xfrm>
          <a:off x="119275" y="908097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861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97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 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RW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권취 방향 짝맞춤 라미 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진행 사항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 결과 노칭에서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Back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코팅면이 상부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(Tab Press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투입 된 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Back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코팅이 상부로 투입된 경우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아래 ④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탭 치수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(TPA, TWA)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불량률이 다른 투입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CASE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대비 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 높음을 확인하였습니다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CASE(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④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은 노칭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Shiny(Top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선별 투입 적용 시 더 이상 발생하지 않습니다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금번 분석 외에도 코팅면에 따른 다른 불량률 영향 없는 지 추가로 파악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170" name="내용 개체 틀 20">
            <a:extLst>
              <a:ext uri="{FF2B5EF4-FFF2-40B4-BE49-F238E27FC236}">
                <a16:creationId xmlns:a16="http://schemas.microsoft.com/office/drawing/2014/main" id="{163A9054-43F2-E1B7-4462-2CBE9C8C266F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7F1716BD-8506-1D73-06A6-DE1D63DEA73A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72" name="내용 개체 틀 20">
            <a:extLst>
              <a:ext uri="{FF2B5EF4-FFF2-40B4-BE49-F238E27FC236}">
                <a16:creationId xmlns:a16="http://schemas.microsoft.com/office/drawing/2014/main" id="{4059FA35-70B3-5ED6-DEBD-FFAE831C27A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87418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노칭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RW </a:t>
            </a:r>
            <a:r>
              <a:rPr lang="ko-KR" altLang="en-US" sz="1400" b="1" err="1">
                <a:solidFill>
                  <a:prstClr val="black"/>
                </a:solidFill>
                <a:latin typeface="LG스마트체 Regular"/>
                <a:ea typeface="LG스마트체 Regular"/>
              </a:rPr>
              <a:t>권취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 방향 </a:t>
            </a:r>
            <a:r>
              <a:rPr lang="ko-KR" altLang="en-US" sz="1400" b="1" err="1">
                <a:solidFill>
                  <a:prstClr val="black"/>
                </a:solidFill>
                <a:latin typeface="LG스마트체 Regular"/>
                <a:ea typeface="LG스마트체 Regular"/>
              </a:rPr>
              <a:t>짝맞춤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84B84A3-16AE-E98A-6945-2F754857AA60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34774A80-B760-3A5B-9E81-4B76FC3F157B}"/>
              </a:ext>
            </a:extLst>
          </p:cNvPr>
          <p:cNvGrpSpPr/>
          <p:nvPr/>
        </p:nvGrpSpPr>
        <p:grpSpPr>
          <a:xfrm>
            <a:off x="1515160" y="2091139"/>
            <a:ext cx="5423743" cy="2293598"/>
            <a:chOff x="489472" y="1265542"/>
            <a:chExt cx="5966115" cy="3052779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911B70B1-3887-E91E-3CEA-026001F6611B}"/>
                </a:ext>
              </a:extLst>
            </p:cNvPr>
            <p:cNvSpPr txBox="1"/>
            <p:nvPr/>
          </p:nvSpPr>
          <p:spPr>
            <a:xfrm>
              <a:off x="871690" y="1265542"/>
              <a:ext cx="789549" cy="3277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45249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sng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노칭 공정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7480B46C-F8BB-EDEF-202E-4A70296338CB}"/>
                </a:ext>
              </a:extLst>
            </p:cNvPr>
            <p:cNvSpPr txBox="1"/>
            <p:nvPr/>
          </p:nvSpPr>
          <p:spPr>
            <a:xfrm>
              <a:off x="2426642" y="1265542"/>
              <a:ext cx="963174" cy="3277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249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sng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라미 공정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6B3B06F7-264A-FF62-EA95-AC0EDC09DDFF}"/>
                </a:ext>
              </a:extLst>
            </p:cNvPr>
            <p:cNvGrpSpPr/>
            <p:nvPr/>
          </p:nvGrpSpPr>
          <p:grpSpPr>
            <a:xfrm>
              <a:off x="489472" y="1680338"/>
              <a:ext cx="3212389" cy="1173733"/>
              <a:chOff x="489472" y="1504905"/>
              <a:chExt cx="3212389" cy="1173733"/>
            </a:xfrm>
          </p:grpSpPr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A66A3890-66C2-05DF-492D-96A7C25CED0E}"/>
                  </a:ext>
                </a:extLst>
              </p:cNvPr>
              <p:cNvGrpSpPr/>
              <p:nvPr/>
            </p:nvGrpSpPr>
            <p:grpSpPr>
              <a:xfrm>
                <a:off x="489472" y="1626525"/>
                <a:ext cx="1072003" cy="681166"/>
                <a:chOff x="111608" y="5473445"/>
                <a:chExt cx="1083170" cy="757089"/>
              </a:xfrm>
            </p:grpSpPr>
            <p:sp>
              <p:nvSpPr>
                <p:cNvPr id="227" name="타원 226">
                  <a:extLst>
                    <a:ext uri="{FF2B5EF4-FFF2-40B4-BE49-F238E27FC236}">
                      <a16:creationId xmlns:a16="http://schemas.microsoft.com/office/drawing/2014/main" id="{F9E12EB6-7339-4DD3-1D64-B15D090CAE2D}"/>
                    </a:ext>
                  </a:extLst>
                </p:cNvPr>
                <p:cNvSpPr/>
                <p:nvPr/>
              </p:nvSpPr>
              <p:spPr>
                <a:xfrm>
                  <a:off x="817837" y="5740450"/>
                  <a:ext cx="314058" cy="315252"/>
                </a:xfrm>
                <a:prstGeom prst="ellipse">
                  <a:avLst/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solidFill>
                    <a:srgbClr val="5B9BD5">
                      <a:shade val="15000"/>
                    </a:srgb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cxnSp>
              <p:nvCxnSpPr>
                <p:cNvPr id="228" name="직선 연결선 227">
                  <a:extLst>
                    <a:ext uri="{FF2B5EF4-FFF2-40B4-BE49-F238E27FC236}">
                      <a16:creationId xmlns:a16="http://schemas.microsoft.com/office/drawing/2014/main" id="{828ACC5A-1B31-E51A-A11E-FF423B01DDCC}"/>
                    </a:ext>
                  </a:extLst>
                </p:cNvPr>
                <p:cNvCxnSpPr>
                  <a:cxnSpLocks/>
                  <a:stCxn id="227" idx="0"/>
                </p:cNvCxnSpPr>
                <p:nvPr/>
              </p:nvCxnSpPr>
              <p:spPr>
                <a:xfrm flipH="1">
                  <a:off x="492789" y="5740450"/>
                  <a:ext cx="482077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sp>
              <p:nvSpPr>
                <p:cNvPr id="229" name="TextBox 228">
                  <a:extLst>
                    <a:ext uri="{FF2B5EF4-FFF2-40B4-BE49-F238E27FC236}">
                      <a16:creationId xmlns:a16="http://schemas.microsoft.com/office/drawing/2014/main" id="{52BECFD7-809F-FE77-0457-9DB13AD108E1}"/>
                    </a:ext>
                  </a:extLst>
                </p:cNvPr>
                <p:cNvSpPr txBox="1"/>
                <p:nvPr/>
              </p:nvSpPr>
              <p:spPr>
                <a:xfrm>
                  <a:off x="111608" y="5473445"/>
                  <a:ext cx="1083170" cy="29595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B050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Top</a:t>
                  </a:r>
                  <a:r>
                    <a: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B050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코팅면</a:t>
                  </a: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B050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(Shiny)</a:t>
                  </a:r>
                  <a:endPara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0" name="TextBox 229">
                  <a:extLst>
                    <a:ext uri="{FF2B5EF4-FFF2-40B4-BE49-F238E27FC236}">
                      <a16:creationId xmlns:a16="http://schemas.microsoft.com/office/drawing/2014/main" id="{20E7645F-C76C-1ACB-D441-3DD62EE31DA2}"/>
                    </a:ext>
                  </a:extLst>
                </p:cNvPr>
                <p:cNvSpPr txBox="1"/>
                <p:nvPr/>
              </p:nvSpPr>
              <p:spPr>
                <a:xfrm>
                  <a:off x="123515" y="5775223"/>
                  <a:ext cx="811539" cy="4553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Back</a:t>
                  </a:r>
                  <a:r>
                    <a: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코팅면</a:t>
                  </a:r>
                  <a:b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</a:b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(Matte)</a:t>
                  </a:r>
                  <a:endPara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5B9BD5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213" name="그룹 212">
                <a:extLst>
                  <a:ext uri="{FF2B5EF4-FFF2-40B4-BE49-F238E27FC236}">
                    <a16:creationId xmlns:a16="http://schemas.microsoft.com/office/drawing/2014/main" id="{AE1F6F7E-D53A-F949-1FF7-C6DCB62C3B93}"/>
                  </a:ext>
                </a:extLst>
              </p:cNvPr>
              <p:cNvGrpSpPr/>
              <p:nvPr/>
            </p:nvGrpSpPr>
            <p:grpSpPr>
              <a:xfrm>
                <a:off x="1481954" y="1504905"/>
                <a:ext cx="2219907" cy="984413"/>
                <a:chOff x="1114431" y="5338259"/>
                <a:chExt cx="2243033" cy="1094134"/>
              </a:xfrm>
            </p:grpSpPr>
            <p:sp>
              <p:nvSpPr>
                <p:cNvPr id="221" name="타원 220">
                  <a:extLst>
                    <a:ext uri="{FF2B5EF4-FFF2-40B4-BE49-F238E27FC236}">
                      <a16:creationId xmlns:a16="http://schemas.microsoft.com/office/drawing/2014/main" id="{62D69F51-9D3B-E509-A5A1-3F70C698D9E4}"/>
                    </a:ext>
                  </a:extLst>
                </p:cNvPr>
                <p:cNvSpPr/>
                <p:nvPr/>
              </p:nvSpPr>
              <p:spPr>
                <a:xfrm>
                  <a:off x="2125842" y="5537739"/>
                  <a:ext cx="314058" cy="315252"/>
                </a:xfrm>
                <a:prstGeom prst="ellipse">
                  <a:avLst/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solidFill>
                    <a:srgbClr val="5B9BD5">
                      <a:shade val="15000"/>
                    </a:srgb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cxnSp>
              <p:nvCxnSpPr>
                <p:cNvPr id="222" name="직선 연결선 221">
                  <a:extLst>
                    <a:ext uri="{FF2B5EF4-FFF2-40B4-BE49-F238E27FC236}">
                      <a16:creationId xmlns:a16="http://schemas.microsoft.com/office/drawing/2014/main" id="{8AC1C485-3FA7-670A-4D12-0BFA6685681E}"/>
                    </a:ext>
                  </a:extLst>
                </p:cNvPr>
                <p:cNvCxnSpPr>
                  <a:cxnSpLocks/>
                  <a:stCxn id="221" idx="5"/>
                </p:cNvCxnSpPr>
                <p:nvPr/>
              </p:nvCxnSpPr>
              <p:spPr>
                <a:xfrm flipV="1">
                  <a:off x="2393907" y="5485565"/>
                  <a:ext cx="558114" cy="32125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sp>
              <p:nvSpPr>
                <p:cNvPr id="223" name="TextBox 222">
                  <a:extLst>
                    <a:ext uri="{FF2B5EF4-FFF2-40B4-BE49-F238E27FC236}">
                      <a16:creationId xmlns:a16="http://schemas.microsoft.com/office/drawing/2014/main" id="{9208C7B5-7F10-0CB1-6634-C7D72A72202B}"/>
                    </a:ext>
                  </a:extLst>
                </p:cNvPr>
                <p:cNvSpPr txBox="1"/>
                <p:nvPr/>
              </p:nvSpPr>
              <p:spPr>
                <a:xfrm rot="19881751">
                  <a:off x="2478199" y="5500299"/>
                  <a:ext cx="879265" cy="29595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Matte(Back)</a:t>
                  </a:r>
                  <a:endPara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5B9BD5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4" name="TextBox 223">
                  <a:extLst>
                    <a:ext uri="{FF2B5EF4-FFF2-40B4-BE49-F238E27FC236}">
                      <a16:creationId xmlns:a16="http://schemas.microsoft.com/office/drawing/2014/main" id="{0A949E62-F6CB-C867-430D-22EA3A8D0799}"/>
                    </a:ext>
                  </a:extLst>
                </p:cNvPr>
                <p:cNvSpPr txBox="1"/>
                <p:nvPr/>
              </p:nvSpPr>
              <p:spPr>
                <a:xfrm rot="19902257">
                  <a:off x="2421362" y="5338259"/>
                  <a:ext cx="700285" cy="29595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B050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Shiny(Top)</a:t>
                  </a:r>
                  <a:endPara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46C22134-D330-408D-0446-952E2DFD96E8}"/>
                    </a:ext>
                  </a:extLst>
                </p:cNvPr>
                <p:cNvSpPr txBox="1"/>
                <p:nvPr/>
              </p:nvSpPr>
              <p:spPr>
                <a:xfrm rot="21001056">
                  <a:off x="1213077" y="5468186"/>
                  <a:ext cx="898461" cy="29595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TAB </a:t>
                  </a:r>
                  <a:r>
                    <a: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방향 반전 </a:t>
                  </a:r>
                </a:p>
              </p:txBody>
            </p:sp>
            <p:sp>
              <p:nvSpPr>
                <p:cNvPr id="226" name="TextBox 225">
                  <a:extLst>
                    <a:ext uri="{FF2B5EF4-FFF2-40B4-BE49-F238E27FC236}">
                      <a16:creationId xmlns:a16="http://schemas.microsoft.com/office/drawing/2014/main" id="{FDB347A0-507A-F42D-2A03-0E44469369AB}"/>
                    </a:ext>
                  </a:extLst>
                </p:cNvPr>
                <p:cNvSpPr txBox="1"/>
                <p:nvPr/>
              </p:nvSpPr>
              <p:spPr>
                <a:xfrm rot="900000">
                  <a:off x="1114431" y="6136441"/>
                  <a:ext cx="898461" cy="29595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TAB </a:t>
                  </a:r>
                  <a:r>
                    <a: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방향 유지 </a:t>
                  </a:r>
                </a:p>
              </p:txBody>
            </p:sp>
          </p:grpSp>
          <p:grpSp>
            <p:nvGrpSpPr>
              <p:cNvPr id="214" name="그룹 213">
                <a:extLst>
                  <a:ext uri="{FF2B5EF4-FFF2-40B4-BE49-F238E27FC236}">
                    <a16:creationId xmlns:a16="http://schemas.microsoft.com/office/drawing/2014/main" id="{1FC6F785-BFB2-1C23-065D-ADD462C474CF}"/>
                  </a:ext>
                </a:extLst>
              </p:cNvPr>
              <p:cNvGrpSpPr/>
              <p:nvPr/>
            </p:nvGrpSpPr>
            <p:grpSpPr>
              <a:xfrm>
                <a:off x="2482938" y="2238507"/>
                <a:ext cx="1135254" cy="440131"/>
                <a:chOff x="2125842" y="6069516"/>
                <a:chExt cx="1147081" cy="489187"/>
              </a:xfrm>
            </p:grpSpPr>
            <p:sp>
              <p:nvSpPr>
                <p:cNvPr id="217" name="타원 216">
                  <a:extLst>
                    <a:ext uri="{FF2B5EF4-FFF2-40B4-BE49-F238E27FC236}">
                      <a16:creationId xmlns:a16="http://schemas.microsoft.com/office/drawing/2014/main" id="{63B43C97-8866-69BB-AFE6-1B9FE6BD45C0}"/>
                    </a:ext>
                  </a:extLst>
                </p:cNvPr>
                <p:cNvSpPr/>
                <p:nvPr/>
              </p:nvSpPr>
              <p:spPr>
                <a:xfrm>
                  <a:off x="2125842" y="6105836"/>
                  <a:ext cx="314058" cy="315252"/>
                </a:xfrm>
                <a:prstGeom prst="ellipse">
                  <a:avLst/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solidFill>
                    <a:srgbClr val="5B9BD5">
                      <a:shade val="15000"/>
                    </a:srgbClr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cxnSp>
              <p:nvCxnSpPr>
                <p:cNvPr id="218" name="직선 연결선 217">
                  <a:extLst>
                    <a:ext uri="{FF2B5EF4-FFF2-40B4-BE49-F238E27FC236}">
                      <a16:creationId xmlns:a16="http://schemas.microsoft.com/office/drawing/2014/main" id="{43D6FBE9-7F2A-3B93-7682-A3904B5E2003}"/>
                    </a:ext>
                  </a:extLst>
                </p:cNvPr>
                <p:cNvCxnSpPr>
                  <a:cxnSpLocks/>
                  <a:stCxn id="217" idx="7"/>
                </p:cNvCxnSpPr>
                <p:nvPr/>
              </p:nvCxnSpPr>
              <p:spPr>
                <a:xfrm>
                  <a:off x="2393907" y="6152004"/>
                  <a:ext cx="512034" cy="18853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sp>
              <p:nvSpPr>
                <p:cNvPr id="219" name="TextBox 218">
                  <a:extLst>
                    <a:ext uri="{FF2B5EF4-FFF2-40B4-BE49-F238E27FC236}">
                      <a16:creationId xmlns:a16="http://schemas.microsoft.com/office/drawing/2014/main" id="{FF76309A-655E-F9A9-4BCB-CA90E93F2B99}"/>
                    </a:ext>
                  </a:extLst>
                </p:cNvPr>
                <p:cNvSpPr txBox="1"/>
                <p:nvPr/>
              </p:nvSpPr>
              <p:spPr>
                <a:xfrm rot="1281608">
                  <a:off x="2415981" y="6069516"/>
                  <a:ext cx="856942" cy="29595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Matte(Back)</a:t>
                  </a:r>
                  <a:endPara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5B9BD5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0" name="TextBox 219">
                  <a:extLst>
                    <a:ext uri="{FF2B5EF4-FFF2-40B4-BE49-F238E27FC236}">
                      <a16:creationId xmlns:a16="http://schemas.microsoft.com/office/drawing/2014/main" id="{30D1CE22-7998-B3C2-852E-E81C3A3BFD23}"/>
                    </a:ext>
                  </a:extLst>
                </p:cNvPr>
                <p:cNvSpPr txBox="1"/>
                <p:nvPr/>
              </p:nvSpPr>
              <p:spPr>
                <a:xfrm rot="1244549">
                  <a:off x="2439623" y="6262751"/>
                  <a:ext cx="700285" cy="29595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2491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B050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rPr>
                    <a:t>Shiny(Top)</a:t>
                  </a:r>
                  <a:endPara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215" name="직선 화살표 연결선 214">
                <a:extLst>
                  <a:ext uri="{FF2B5EF4-FFF2-40B4-BE49-F238E27FC236}">
                    <a16:creationId xmlns:a16="http://schemas.microsoft.com/office/drawing/2014/main" id="{8E36589D-D263-2807-EFE0-193A62BBF30D}"/>
                  </a:ext>
                </a:extLst>
              </p:cNvPr>
              <p:cNvCxnSpPr/>
              <p:nvPr/>
            </p:nvCxnSpPr>
            <p:spPr>
              <a:xfrm flipV="1">
                <a:off x="1625351" y="1800495"/>
                <a:ext cx="710129" cy="125980"/>
              </a:xfrm>
              <a:prstGeom prst="straightConnector1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  <a:tailEnd type="triangle"/>
              </a:ln>
              <a:effectLst/>
            </p:spPr>
          </p:cxnSp>
          <p:cxnSp>
            <p:nvCxnSpPr>
              <p:cNvPr id="216" name="직선 화살표 연결선 215">
                <a:extLst>
                  <a:ext uri="{FF2B5EF4-FFF2-40B4-BE49-F238E27FC236}">
                    <a16:creationId xmlns:a16="http://schemas.microsoft.com/office/drawing/2014/main" id="{94D978BB-C97D-CE91-F758-AA043A4736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25351" y="2118587"/>
                <a:ext cx="717600" cy="249916"/>
              </a:xfrm>
              <a:prstGeom prst="straightConnector1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  <a:tailEnd type="triangle"/>
              </a:ln>
              <a:effectLst/>
            </p:spPr>
          </p:cxn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45C91290-8518-2EEB-BDC1-31C69943885B}"/>
                </a:ext>
              </a:extLst>
            </p:cNvPr>
            <p:cNvGrpSpPr/>
            <p:nvPr/>
          </p:nvGrpSpPr>
          <p:grpSpPr>
            <a:xfrm>
              <a:off x="489472" y="3144589"/>
              <a:ext cx="3189737" cy="1173732"/>
              <a:chOff x="489472" y="2842137"/>
              <a:chExt cx="3189737" cy="1173732"/>
            </a:xfrm>
          </p:grpSpPr>
          <p:grpSp>
            <p:nvGrpSpPr>
              <p:cNvPr id="192" name="그룹 191">
                <a:extLst>
                  <a:ext uri="{FF2B5EF4-FFF2-40B4-BE49-F238E27FC236}">
                    <a16:creationId xmlns:a16="http://schemas.microsoft.com/office/drawing/2014/main" id="{25753233-3F74-278F-0089-84E70431B657}"/>
                  </a:ext>
                </a:extLst>
              </p:cNvPr>
              <p:cNvGrpSpPr/>
              <p:nvPr/>
            </p:nvGrpSpPr>
            <p:grpSpPr>
              <a:xfrm>
                <a:off x="489472" y="2842137"/>
                <a:ext cx="3189737" cy="1173732"/>
                <a:chOff x="489472" y="1504904"/>
                <a:chExt cx="3189737" cy="1173732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AA1101EC-0902-0EC2-87EF-B5064A99E15F}"/>
                    </a:ext>
                  </a:extLst>
                </p:cNvPr>
                <p:cNvGrpSpPr/>
                <p:nvPr/>
              </p:nvGrpSpPr>
              <p:grpSpPr>
                <a:xfrm>
                  <a:off x="489472" y="1649399"/>
                  <a:ext cx="1112918" cy="649424"/>
                  <a:chOff x="111608" y="5498861"/>
                  <a:chExt cx="1124511" cy="721808"/>
                </a:xfrm>
              </p:grpSpPr>
              <p:sp>
                <p:nvSpPr>
                  <p:cNvPr id="208" name="타원 207">
                    <a:extLst>
                      <a:ext uri="{FF2B5EF4-FFF2-40B4-BE49-F238E27FC236}">
                        <a16:creationId xmlns:a16="http://schemas.microsoft.com/office/drawing/2014/main" id="{DCF96CCF-1EAF-1EE6-E8EE-8E1157385096}"/>
                      </a:ext>
                    </a:extLst>
                  </p:cNvPr>
                  <p:cNvSpPr/>
                  <p:nvPr/>
                </p:nvSpPr>
                <p:spPr>
                  <a:xfrm>
                    <a:off x="817837" y="5740450"/>
                    <a:ext cx="314058" cy="315252"/>
                  </a:xfrm>
                  <a:prstGeom prst="ellipse">
                    <a:avLst/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solidFill>
                      <a:srgbClr val="5B9BD5">
                        <a:shade val="15000"/>
                      </a:srgbClr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cxnSp>
                <p:nvCxnSpPr>
                  <p:cNvPr id="209" name="직선 연결선 208">
                    <a:extLst>
                      <a:ext uri="{FF2B5EF4-FFF2-40B4-BE49-F238E27FC236}">
                        <a16:creationId xmlns:a16="http://schemas.microsoft.com/office/drawing/2014/main" id="{80B5E55C-518D-8359-6E4B-44A0994810AD}"/>
                      </a:ext>
                    </a:extLst>
                  </p:cNvPr>
                  <p:cNvCxnSpPr>
                    <a:cxnSpLocks/>
                    <a:stCxn id="208" idx="0"/>
                  </p:cNvCxnSpPr>
                  <p:nvPr/>
                </p:nvCxnSpPr>
                <p:spPr>
                  <a:xfrm flipH="1">
                    <a:off x="492789" y="5740450"/>
                    <a:ext cx="482077" cy="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Text" lastClr="000000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210" name="TextBox 209">
                    <a:extLst>
                      <a:ext uri="{FF2B5EF4-FFF2-40B4-BE49-F238E27FC236}">
                        <a16:creationId xmlns:a16="http://schemas.microsoft.com/office/drawing/2014/main" id="{8B3B9C2F-8E95-6C42-0D0D-B414977CE0A7}"/>
                      </a:ext>
                    </a:extLst>
                  </p:cNvPr>
                  <p:cNvSpPr txBox="1"/>
                  <p:nvPr/>
                </p:nvSpPr>
                <p:spPr>
                  <a:xfrm>
                    <a:off x="111608" y="5765358"/>
                    <a:ext cx="1083170" cy="45531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Top</a:t>
                    </a:r>
                    <a:r>
                      <a:rPr kumimoji="0" lang="ko-KR" altLang="en-US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코팅면</a:t>
                    </a:r>
                    <a:b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</a:br>
                    <a: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(Shiny)</a:t>
                    </a:r>
                    <a:endPara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B050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211" name="TextBox 210">
                    <a:extLst>
                      <a:ext uri="{FF2B5EF4-FFF2-40B4-BE49-F238E27FC236}">
                        <a16:creationId xmlns:a16="http://schemas.microsoft.com/office/drawing/2014/main" id="{D1CB25F7-8618-6D31-E0DB-CE37AEFDFCF6}"/>
                      </a:ext>
                    </a:extLst>
                  </p:cNvPr>
                  <p:cNvSpPr txBox="1"/>
                  <p:nvPr/>
                </p:nvSpPr>
                <p:spPr>
                  <a:xfrm>
                    <a:off x="123515" y="5498861"/>
                    <a:ext cx="1112604" cy="29595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Back</a:t>
                    </a:r>
                    <a:r>
                      <a:rPr kumimoji="0" lang="ko-KR" altLang="en-US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코팅면</a:t>
                    </a:r>
                    <a: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(Matte)</a:t>
                    </a:r>
                    <a:endPara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</p:grpSp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3FA68C32-0AD0-69E7-B7BE-0E5FF0C71A18}"/>
                    </a:ext>
                  </a:extLst>
                </p:cNvPr>
                <p:cNvGrpSpPr/>
                <p:nvPr/>
              </p:nvGrpSpPr>
              <p:grpSpPr>
                <a:xfrm>
                  <a:off x="2482938" y="1504904"/>
                  <a:ext cx="1196271" cy="463114"/>
                  <a:chOff x="2125842" y="5338259"/>
                  <a:chExt cx="1208733" cy="514732"/>
                </a:xfrm>
              </p:grpSpPr>
              <p:sp>
                <p:nvSpPr>
                  <p:cNvPr id="204" name="타원 203">
                    <a:extLst>
                      <a:ext uri="{FF2B5EF4-FFF2-40B4-BE49-F238E27FC236}">
                        <a16:creationId xmlns:a16="http://schemas.microsoft.com/office/drawing/2014/main" id="{9B8F2509-21CA-D6F7-22E5-7A6739EED209}"/>
                      </a:ext>
                    </a:extLst>
                  </p:cNvPr>
                  <p:cNvSpPr/>
                  <p:nvPr/>
                </p:nvSpPr>
                <p:spPr>
                  <a:xfrm>
                    <a:off x="2125842" y="5537739"/>
                    <a:ext cx="314058" cy="315252"/>
                  </a:xfrm>
                  <a:prstGeom prst="ellipse">
                    <a:avLst/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solidFill>
                      <a:srgbClr val="5B9BD5">
                        <a:shade val="15000"/>
                      </a:srgbClr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cxnSp>
                <p:nvCxnSpPr>
                  <p:cNvPr id="205" name="직선 연결선 204">
                    <a:extLst>
                      <a:ext uri="{FF2B5EF4-FFF2-40B4-BE49-F238E27FC236}">
                        <a16:creationId xmlns:a16="http://schemas.microsoft.com/office/drawing/2014/main" id="{B921C363-5CD3-2D6A-FA21-4B42DBFEA1EA}"/>
                      </a:ext>
                    </a:extLst>
                  </p:cNvPr>
                  <p:cNvCxnSpPr>
                    <a:cxnSpLocks/>
                    <a:stCxn id="204" idx="5"/>
                  </p:cNvCxnSpPr>
                  <p:nvPr/>
                </p:nvCxnSpPr>
                <p:spPr>
                  <a:xfrm flipV="1">
                    <a:off x="2393907" y="5485565"/>
                    <a:ext cx="558114" cy="32125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Text" lastClr="000000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7A8263A3-F5FF-1A43-C06A-AA0CA4A4E6CF}"/>
                      </a:ext>
                    </a:extLst>
                  </p:cNvPr>
                  <p:cNvSpPr txBox="1"/>
                  <p:nvPr/>
                </p:nvSpPr>
                <p:spPr>
                  <a:xfrm rot="19881751">
                    <a:off x="2479692" y="5506726"/>
                    <a:ext cx="854883" cy="29595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Matte(Back)</a:t>
                    </a:r>
                    <a:endPara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207" name="TextBox 206">
                    <a:extLst>
                      <a:ext uri="{FF2B5EF4-FFF2-40B4-BE49-F238E27FC236}">
                        <a16:creationId xmlns:a16="http://schemas.microsoft.com/office/drawing/2014/main" id="{5D772317-53B0-5417-D9F3-21A6A550F649}"/>
                      </a:ext>
                    </a:extLst>
                  </p:cNvPr>
                  <p:cNvSpPr txBox="1"/>
                  <p:nvPr/>
                </p:nvSpPr>
                <p:spPr>
                  <a:xfrm rot="19902257">
                    <a:off x="2421363" y="5338259"/>
                    <a:ext cx="700285" cy="29595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Shiny(Top)</a:t>
                    </a:r>
                    <a:endPara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B050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</p:grpSp>
            <p:grpSp>
              <p:nvGrpSpPr>
                <p:cNvPr id="197" name="그룹 196">
                  <a:extLst>
                    <a:ext uri="{FF2B5EF4-FFF2-40B4-BE49-F238E27FC236}">
                      <a16:creationId xmlns:a16="http://schemas.microsoft.com/office/drawing/2014/main" id="{17556031-27AC-2048-1D92-0A4A185EF72A}"/>
                    </a:ext>
                  </a:extLst>
                </p:cNvPr>
                <p:cNvGrpSpPr/>
                <p:nvPr/>
              </p:nvGrpSpPr>
              <p:grpSpPr>
                <a:xfrm>
                  <a:off x="2482938" y="2247121"/>
                  <a:ext cx="1180940" cy="431515"/>
                  <a:chOff x="2125842" y="6079092"/>
                  <a:chExt cx="1193243" cy="479611"/>
                </a:xfrm>
              </p:grpSpPr>
              <p:sp>
                <p:nvSpPr>
                  <p:cNvPr id="200" name="타원 199">
                    <a:extLst>
                      <a:ext uri="{FF2B5EF4-FFF2-40B4-BE49-F238E27FC236}">
                        <a16:creationId xmlns:a16="http://schemas.microsoft.com/office/drawing/2014/main" id="{7A843C4D-8FEC-D72A-0DC1-B418729AE74E}"/>
                      </a:ext>
                    </a:extLst>
                  </p:cNvPr>
                  <p:cNvSpPr/>
                  <p:nvPr/>
                </p:nvSpPr>
                <p:spPr>
                  <a:xfrm>
                    <a:off x="2125842" y="6105836"/>
                    <a:ext cx="314058" cy="315252"/>
                  </a:xfrm>
                  <a:prstGeom prst="ellipse">
                    <a:avLst/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solidFill>
                      <a:srgbClr val="5B9BD5">
                        <a:shade val="15000"/>
                      </a:srgbClr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cxnSp>
                <p:nvCxnSpPr>
                  <p:cNvPr id="201" name="직선 연결선 200">
                    <a:extLst>
                      <a:ext uri="{FF2B5EF4-FFF2-40B4-BE49-F238E27FC236}">
                        <a16:creationId xmlns:a16="http://schemas.microsoft.com/office/drawing/2014/main" id="{03E099C4-092C-A254-2721-D24F6F75571E}"/>
                      </a:ext>
                    </a:extLst>
                  </p:cNvPr>
                  <p:cNvCxnSpPr>
                    <a:cxnSpLocks/>
                    <a:stCxn id="200" idx="7"/>
                  </p:cNvCxnSpPr>
                  <p:nvPr/>
                </p:nvCxnSpPr>
                <p:spPr>
                  <a:xfrm>
                    <a:off x="2393907" y="6152004"/>
                    <a:ext cx="512034" cy="18853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Text" lastClr="000000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202" name="TextBox 201">
                    <a:extLst>
                      <a:ext uri="{FF2B5EF4-FFF2-40B4-BE49-F238E27FC236}">
                        <a16:creationId xmlns:a16="http://schemas.microsoft.com/office/drawing/2014/main" id="{63F32DB1-CD6E-C386-86FE-92795A790EB7}"/>
                      </a:ext>
                    </a:extLst>
                  </p:cNvPr>
                  <p:cNvSpPr txBox="1"/>
                  <p:nvPr/>
                </p:nvSpPr>
                <p:spPr>
                  <a:xfrm rot="1281608">
                    <a:off x="2414338" y="6079092"/>
                    <a:ext cx="904747" cy="29595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Matte(Back)</a:t>
                    </a:r>
                    <a:endPara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B9BD5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203" name="TextBox 202">
                    <a:extLst>
                      <a:ext uri="{FF2B5EF4-FFF2-40B4-BE49-F238E27FC236}">
                        <a16:creationId xmlns:a16="http://schemas.microsoft.com/office/drawing/2014/main" id="{E7710E60-8338-FC5A-39C7-02C9B36EDB45}"/>
                      </a:ext>
                    </a:extLst>
                  </p:cNvPr>
                  <p:cNvSpPr txBox="1"/>
                  <p:nvPr/>
                </p:nvSpPr>
                <p:spPr>
                  <a:xfrm rot="1244549">
                    <a:off x="2439625" y="6262751"/>
                    <a:ext cx="700284" cy="29595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452491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7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Calibri" panose="020F0502020204030204"/>
                        <a:ea typeface="맑은 고딕" panose="020B0503020000020004" pitchFamily="50" charset="-127"/>
                      </a:rPr>
                      <a:t>Shiny(Top)</a:t>
                    </a:r>
                    <a:endParaRPr kumimoji="0" lang="ko-KR" alt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B050"/>
                      </a:solidFill>
                      <a:effectLst/>
                      <a:uLnTx/>
                      <a:uFillTx/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</p:grpSp>
            <p:cxnSp>
              <p:nvCxnSpPr>
                <p:cNvPr id="198" name="직선 화살표 연결선 197">
                  <a:extLst>
                    <a:ext uri="{FF2B5EF4-FFF2-40B4-BE49-F238E27FC236}">
                      <a16:creationId xmlns:a16="http://schemas.microsoft.com/office/drawing/2014/main" id="{7A0A4B11-47F2-ECD9-DA17-F408F767171E}"/>
                    </a:ext>
                  </a:extLst>
                </p:cNvPr>
                <p:cNvCxnSpPr/>
                <p:nvPr/>
              </p:nvCxnSpPr>
              <p:spPr>
                <a:xfrm flipV="1">
                  <a:off x="1625351" y="1800495"/>
                  <a:ext cx="710129" cy="125980"/>
                </a:xfrm>
                <a:prstGeom prst="straightConnector1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  <a:tailEnd type="triangle"/>
                </a:ln>
                <a:effectLst/>
              </p:spPr>
            </p:cxnSp>
            <p:cxnSp>
              <p:nvCxnSpPr>
                <p:cNvPr id="199" name="직선 화살표 연결선 198">
                  <a:extLst>
                    <a:ext uri="{FF2B5EF4-FFF2-40B4-BE49-F238E27FC236}">
                      <a16:creationId xmlns:a16="http://schemas.microsoft.com/office/drawing/2014/main" id="{65C4A634-31F6-2C78-DB8A-507AB63888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25351" y="2118587"/>
                  <a:ext cx="717600" cy="249916"/>
                </a:xfrm>
                <a:prstGeom prst="straightConnector1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  <a:tailEnd type="triangle"/>
                </a:ln>
                <a:effectLst/>
              </p:spPr>
            </p:cxnSp>
          </p:grpSp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030A5B03-485E-340D-E538-99EEF611A757}"/>
                  </a:ext>
                </a:extLst>
              </p:cNvPr>
              <p:cNvSpPr txBox="1"/>
              <p:nvPr/>
            </p:nvSpPr>
            <p:spPr>
              <a:xfrm rot="21001056">
                <a:off x="1553978" y="2965632"/>
                <a:ext cx="889199" cy="2662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249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rPr>
                  <a:t>TAB 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rPr>
                  <a:t>방향 반전 </a:t>
                </a:r>
              </a:p>
            </p:txBody>
          </p:sp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52AE5010-3E14-7E7A-8C90-C7CA4C0232EE}"/>
                  </a:ext>
                </a:extLst>
              </p:cNvPr>
              <p:cNvSpPr txBox="1"/>
              <p:nvPr/>
            </p:nvSpPr>
            <p:spPr>
              <a:xfrm rot="900000">
                <a:off x="1456349" y="3566872"/>
                <a:ext cx="889199" cy="2662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249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rPr>
                  <a:t>TAB 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맑은 고딕" panose="020B0503020000020004" pitchFamily="50" charset="-127"/>
                  </a:rPr>
                  <a:t>방향 유지 </a:t>
                </a:r>
              </a:p>
            </p:txBody>
          </p:sp>
        </p:grp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750E129E-1F6F-214D-E62C-019E6BC9A7FD}"/>
                </a:ext>
              </a:extLst>
            </p:cNvPr>
            <p:cNvSpPr txBox="1"/>
            <p:nvPr/>
          </p:nvSpPr>
          <p:spPr>
            <a:xfrm>
              <a:off x="3619567" y="1714482"/>
              <a:ext cx="2836020" cy="4096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45249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① 노칭에서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Top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코팅면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, </a:t>
              </a:r>
              <a:b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</a:b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   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라미에서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Top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코팅면이 위로 오도록 투입한 경우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5251AFDE-0F05-D742-775A-C849B4BFAD32}"/>
                </a:ext>
              </a:extLst>
            </p:cNvPr>
            <p:cNvSpPr txBox="1"/>
            <p:nvPr/>
          </p:nvSpPr>
          <p:spPr>
            <a:xfrm>
              <a:off x="3619567" y="2418978"/>
              <a:ext cx="2836020" cy="4096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45249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② 노칭에서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Top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코팅면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, </a:t>
              </a:r>
              <a:b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</a:b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   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라미에서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Back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코팅면이 위로 오도록 투입한 경우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143DC794-3F7A-4D5B-0025-93F4801F96D2}"/>
                </a:ext>
              </a:extLst>
            </p:cNvPr>
            <p:cNvSpPr txBox="1"/>
            <p:nvPr/>
          </p:nvSpPr>
          <p:spPr>
            <a:xfrm>
              <a:off x="3619567" y="3178746"/>
              <a:ext cx="2836020" cy="4096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45249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③ 노칭에서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Back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코팅면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, </a:t>
              </a:r>
              <a:b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</a:b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   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라미에서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Top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코팅면이 위로 오도록 투입한 경우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178A12E2-7A57-1CF1-8854-8C76559F5FB1}"/>
                </a:ext>
              </a:extLst>
            </p:cNvPr>
            <p:cNvSpPr txBox="1"/>
            <p:nvPr/>
          </p:nvSpPr>
          <p:spPr>
            <a:xfrm>
              <a:off x="3619567" y="3883242"/>
              <a:ext cx="2836020" cy="4096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45249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④ 노칭에서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Back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코팅면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, </a:t>
              </a:r>
              <a:b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</a:b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   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라미에서 </a:t>
              </a: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Back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코팅면이 위로 오도록 투입한 경우</a:t>
              </a:r>
            </a:p>
          </p:txBody>
        </p:sp>
      </p:grpSp>
      <p:grpSp>
        <p:nvGrpSpPr>
          <p:cNvPr id="231" name="그룹 230">
            <a:extLst>
              <a:ext uri="{FF2B5EF4-FFF2-40B4-BE49-F238E27FC236}">
                <a16:creationId xmlns:a16="http://schemas.microsoft.com/office/drawing/2014/main" id="{5E433A7D-5DFD-63FB-74F2-EB04A6C63BB9}"/>
              </a:ext>
            </a:extLst>
          </p:cNvPr>
          <p:cNvGrpSpPr/>
          <p:nvPr/>
        </p:nvGrpSpPr>
        <p:grpSpPr>
          <a:xfrm>
            <a:off x="6503315" y="1757360"/>
            <a:ext cx="2247918" cy="3707001"/>
            <a:chOff x="6830721" y="1610353"/>
            <a:chExt cx="2719981" cy="4780217"/>
          </a:xfrm>
        </p:grpSpPr>
        <p:pic>
          <p:nvPicPr>
            <p:cNvPr id="232" name="그림 231">
              <a:extLst>
                <a:ext uri="{FF2B5EF4-FFF2-40B4-BE49-F238E27FC236}">
                  <a16:creationId xmlns:a16="http://schemas.microsoft.com/office/drawing/2014/main" id="{F76E394A-F46E-3990-54C8-3FEB5D2E1A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830721" y="1610353"/>
              <a:ext cx="2719981" cy="4684105"/>
            </a:xfrm>
            <a:prstGeom prst="rect">
              <a:avLst/>
            </a:prstGeom>
            <a:ln w="3175">
              <a:solidFill>
                <a:sysClr val="windowText" lastClr="000000"/>
              </a:solidFill>
            </a:ln>
          </p:spPr>
        </p:pic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713C06B-33BA-6DDF-6E9B-69C245DE784D}"/>
                </a:ext>
              </a:extLst>
            </p:cNvPr>
            <p:cNvSpPr txBox="1"/>
            <p:nvPr/>
          </p:nvSpPr>
          <p:spPr>
            <a:xfrm>
              <a:off x="9066154" y="6083262"/>
              <a:ext cx="352324" cy="2616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LG스마트체 Regular" panose="020B0600000101010101" pitchFamily="50" charset="-127"/>
                </a:rPr>
                <a:t>①</a:t>
              </a:r>
              <a:endParaRPr kumimoji="0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C076AD1E-A586-C420-C4DB-856C3F1125A2}"/>
                </a:ext>
              </a:extLst>
            </p:cNvPr>
            <p:cNvSpPr txBox="1"/>
            <p:nvPr/>
          </p:nvSpPr>
          <p:spPr>
            <a:xfrm>
              <a:off x="8526263" y="6083262"/>
              <a:ext cx="352324" cy="2616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LG스마트체 Regular" panose="020B0600000101010101" pitchFamily="50" charset="-127"/>
                </a:rPr>
                <a:t>②</a:t>
              </a:r>
              <a:endParaRPr kumimoji="0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CB6BB4F0-6C46-1F5D-FEE9-18F82A25DC14}"/>
                </a:ext>
              </a:extLst>
            </p:cNvPr>
            <p:cNvSpPr txBox="1"/>
            <p:nvPr/>
          </p:nvSpPr>
          <p:spPr>
            <a:xfrm>
              <a:off x="8041715" y="6083262"/>
              <a:ext cx="352324" cy="2616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LG스마트체 Regular" panose="020B0600000101010101" pitchFamily="50" charset="-127"/>
                </a:rPr>
                <a:t>③</a:t>
              </a:r>
              <a:endParaRPr kumimoji="0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81EE278B-4B46-6464-E310-6D477F6DFD52}"/>
                </a:ext>
              </a:extLst>
            </p:cNvPr>
            <p:cNvSpPr txBox="1"/>
            <p:nvPr/>
          </p:nvSpPr>
          <p:spPr>
            <a:xfrm>
              <a:off x="7531040" y="6083262"/>
              <a:ext cx="352324" cy="2616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LG스마트체 Regular" panose="020B0600000101010101" pitchFamily="50" charset="-127"/>
                </a:rPr>
                <a:t>④</a:t>
              </a:r>
              <a:endParaRPr kumimoji="0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D0DE726A-4583-0CFA-9207-36F2B49B2464}"/>
                </a:ext>
              </a:extLst>
            </p:cNvPr>
            <p:cNvSpPr/>
            <p:nvPr/>
          </p:nvSpPr>
          <p:spPr>
            <a:xfrm>
              <a:off x="7409981" y="4005064"/>
              <a:ext cx="523695" cy="2385506"/>
            </a:xfrm>
            <a:prstGeom prst="rect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40" name="TextBox 239">
            <a:extLst>
              <a:ext uri="{FF2B5EF4-FFF2-40B4-BE49-F238E27FC236}">
                <a16:creationId xmlns:a16="http://schemas.microsoft.com/office/drawing/2014/main" id="{4027DAB0-CF76-2A4F-2954-CCBBE1535710}"/>
              </a:ext>
            </a:extLst>
          </p:cNvPr>
          <p:cNvSpPr txBox="1"/>
          <p:nvPr/>
        </p:nvSpPr>
        <p:spPr>
          <a:xfrm>
            <a:off x="6361447" y="5445070"/>
            <a:ext cx="308628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2491" latinLnBrk="0"/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(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참고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)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라미 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#13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라인 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E77A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모델 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4/1 ~ 4/15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생산 데이터 기준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C12117CE-3785-91AD-23FE-862F24CC1ACF}"/>
              </a:ext>
            </a:extLst>
          </p:cNvPr>
          <p:cNvSpPr txBox="1"/>
          <p:nvPr/>
        </p:nvSpPr>
        <p:spPr>
          <a:xfrm>
            <a:off x="1415616" y="1911019"/>
            <a:ext cx="51166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defTabSz="452491" latinLnBrk="0">
              <a:buFont typeface="Wingdings" panose="05000000000000000000" pitchFamily="2" charset="2"/>
              <a:buChar char="§"/>
            </a:pPr>
            <a:r>
              <a:rPr lang="ko-KR" altLang="en-US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Pancake </a:t>
            </a:r>
            <a:r>
              <a:rPr lang="ko-KR" altLang="en-US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코팅면</a:t>
            </a:r>
            <a:r>
              <a:rPr lang="en-US" altLang="ko-KR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(TOP/BACK)</a:t>
            </a:r>
            <a:r>
              <a:rPr lang="ko-KR" altLang="en-US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을 노칭</a:t>
            </a:r>
            <a:r>
              <a:rPr lang="en-US" altLang="ko-KR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 b="1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라미에</a:t>
            </a:r>
            <a:r>
              <a:rPr lang="ko-KR" altLang="en-US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투입 가능한 </a:t>
            </a:r>
            <a:r>
              <a:rPr lang="en-US" altLang="ko-KR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Case </a:t>
            </a:r>
            <a:r>
              <a:rPr lang="ko-KR" altLang="en-US" sz="8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정리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5B6242B6-3DFE-9B82-710D-2DFABE63A9D2}"/>
              </a:ext>
            </a:extLst>
          </p:cNvPr>
          <p:cNvSpPr txBox="1"/>
          <p:nvPr/>
        </p:nvSpPr>
        <p:spPr>
          <a:xfrm>
            <a:off x="6396194" y="1743787"/>
            <a:ext cx="2355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defTabSz="452491" latinLnBrk="0">
              <a:buFont typeface="Wingdings" panose="05000000000000000000" pitchFamily="2" charset="2"/>
              <a:buChar char="§"/>
            </a:pPr>
            <a:r>
              <a:rPr lang="ko-KR" altLang="en-US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코팅면</a:t>
            </a:r>
            <a:r>
              <a:rPr lang="en-US" altLang="ko-KR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(TOP/BACK) </a:t>
            </a:r>
            <a:r>
              <a:rPr lang="ko-KR" altLang="en-US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투입 </a:t>
            </a:r>
            <a:r>
              <a:rPr lang="en-US" altLang="ko-KR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Case</a:t>
            </a:r>
            <a:r>
              <a:rPr lang="ko-KR" altLang="en-US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따른</a:t>
            </a:r>
            <a:r>
              <a:rPr lang="en-US" altLang="ko-KR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br>
              <a:rPr lang="en-US" altLang="ko-KR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</a:t>
            </a:r>
            <a:r>
              <a:rPr lang="en-US" altLang="ko-KR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TAB </a:t>
            </a:r>
            <a:r>
              <a:rPr lang="ko-KR" altLang="en-US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치수 불량</a:t>
            </a:r>
            <a:r>
              <a:rPr lang="en-US" altLang="ko-KR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(TWA, TPA) </a:t>
            </a:r>
            <a:r>
              <a:rPr lang="ko-KR" altLang="en-US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비교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4DC4F30-88E4-F2E8-EDD0-919C59AF56E7}"/>
              </a:ext>
            </a:extLst>
          </p:cNvPr>
          <p:cNvSpPr txBox="1"/>
          <p:nvPr/>
        </p:nvSpPr>
        <p:spPr>
          <a:xfrm>
            <a:off x="6361447" y="5611349"/>
            <a:ext cx="308628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2491" latinLnBrk="0"/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*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라미 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NG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마킹 판정 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CELL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과 라미 재료 교체 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± 100tab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범위 내 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CELL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</a:rPr>
              <a:t>은 불량률 집계에서 제외</a:t>
            </a:r>
          </a:p>
        </p:txBody>
      </p:sp>
    </p:spTree>
    <p:extLst>
      <p:ext uri="{BB962C8B-B14F-4D97-AF65-F5344CB8AC3E}">
        <p14:creationId xmlns:p14="http://schemas.microsoft.com/office/powerpoint/2010/main" val="138349391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1">
            <a:extLst>
              <a:ext uri="{FF2B5EF4-FFF2-40B4-BE49-F238E27FC236}">
                <a16:creationId xmlns:a16="http://schemas.microsoft.com/office/drawing/2014/main" id="{10A10F60-32C6-AA3F-7267-B14176DB6C4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CB71793C-E619-C2BD-283C-8472FEA478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4551418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kern="1200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kern="1200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치수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유사 전극 라미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(W30)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핵심 내용은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endParaRPr lang="en-US" altLang="ko-KR" sz="10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■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개요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양극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치수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유사 전극 끼리 라미 선별 투입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라미에 투입되는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Pancake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시작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끝 지점의 치수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값이 유사한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끼리 선별 투입하여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재료 교체 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치수 불량률 절감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■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진행현황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en-US" altLang="ko-KR" sz="900" b="1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[</a:t>
                      </a:r>
                      <a:r>
                        <a:rPr lang="ko-KR" altLang="en-US" sz="900" b="1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분석</a:t>
                      </a:r>
                      <a:r>
                        <a:rPr lang="en-US" altLang="ko-KR" sz="900" b="1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(4/22)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 재료교체 발생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위치를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으로 하여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이전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-30Cell ~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이후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+100Cell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 불량 항목 별 발생 빈도 조회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ESWA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라미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4/9 ~ 4/12)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재료 교체 구간 평균 불량률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음극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4.9%,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17.1%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양극 재료교체 당시 불량 발생 빈도가 높게 나타남을 확인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음극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재료교체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이전에서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Y-Axis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불량이 높은 빈도로 발생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재료교체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이전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이후 모두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Y-Axis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불량이 높은 빈도로 발생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 재료 교체 위치 정합성 확인 完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양극 재료교체 시 불량 발생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 발생 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구분한 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검사데이터와 연계하여 노칭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치수 데이터와 재료교체 불량률 간 상관성 분석 진행 중입니다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다음장</a:t>
                      </a: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A697DC3A-A746-E6E7-EF34-556A19E70052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FAD8552-70AD-B147-A3E0-EBCD87A952D4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4549A14F-BCC0-BB63-9BCF-1E6BE86D2CC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85842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노칭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양극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)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치수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유사 전극 라미 선별 투입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E013F5B-69C7-0770-00F7-36FCD81BAF24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C63FC181-BE35-042E-43B1-5BDE6CF044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5836738"/>
              </p:ext>
            </p:extLst>
          </p:nvPr>
        </p:nvGraphicFramePr>
        <p:xfrm>
          <a:off x="1557409" y="1538638"/>
          <a:ext cx="5681949" cy="431505"/>
        </p:xfrm>
        <a:graphic>
          <a:graphicData uri="http://schemas.openxmlformats.org/drawingml/2006/table">
            <a:tbl>
              <a:tblPr/>
              <a:tblGrid>
                <a:gridCol w="947949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9468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</a:tblGrid>
              <a:tr h="68061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사전 데이터 검증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개발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 호기 적용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 보완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모니터링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~’26.5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~’26.5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~’26.6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</a:t>
                      </a:r>
                      <a:r>
                        <a:rPr lang="en-US" altLang="ko-KR" sz="9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~26.6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~’26.6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6DC0E6F5-CCD0-430E-1F65-F4997799F426}"/>
              </a:ext>
            </a:extLst>
          </p:cNvPr>
          <p:cNvGrpSpPr/>
          <p:nvPr/>
        </p:nvGrpSpPr>
        <p:grpSpPr>
          <a:xfrm>
            <a:off x="2005625" y="2478990"/>
            <a:ext cx="4892240" cy="1214096"/>
            <a:chOff x="1691289" y="2671630"/>
            <a:chExt cx="6511572" cy="1615961"/>
          </a:xfrm>
        </p:grpSpPr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54D5B782-6EEE-5913-DA47-17CCBD813672}"/>
                </a:ext>
              </a:extLst>
            </p:cNvPr>
            <p:cNvGrpSpPr/>
            <p:nvPr/>
          </p:nvGrpSpPr>
          <p:grpSpPr>
            <a:xfrm>
              <a:off x="1691289" y="2696683"/>
              <a:ext cx="2082178" cy="1328641"/>
              <a:chOff x="524012" y="3900063"/>
              <a:chExt cx="2082178" cy="1328641"/>
            </a:xfrm>
          </p:grpSpPr>
          <p:grpSp>
            <p:nvGrpSpPr>
              <p:cNvPr id="108" name="그룹 107">
                <a:extLst>
                  <a:ext uri="{FF2B5EF4-FFF2-40B4-BE49-F238E27FC236}">
                    <a16:creationId xmlns:a16="http://schemas.microsoft.com/office/drawing/2014/main" id="{F00BE38B-7DA1-E9A5-84D3-6D7B16A3CFE0}"/>
                  </a:ext>
                </a:extLst>
              </p:cNvPr>
              <p:cNvGrpSpPr/>
              <p:nvPr/>
            </p:nvGrpSpPr>
            <p:grpSpPr>
              <a:xfrm>
                <a:off x="672883" y="3900063"/>
                <a:ext cx="598489" cy="1006292"/>
                <a:chOff x="463079" y="5338489"/>
                <a:chExt cx="1933245" cy="1154783"/>
              </a:xfrm>
            </p:grpSpPr>
            <p:grpSp>
              <p:nvGrpSpPr>
                <p:cNvPr id="122" name="그룹 121">
                  <a:extLst>
                    <a:ext uri="{FF2B5EF4-FFF2-40B4-BE49-F238E27FC236}">
                      <a16:creationId xmlns:a16="http://schemas.microsoft.com/office/drawing/2014/main" id="{ED0EEE0A-B539-A7BB-D7AB-0E34FDFCFF34}"/>
                    </a:ext>
                  </a:extLst>
                </p:cNvPr>
                <p:cNvGrpSpPr/>
                <p:nvPr/>
              </p:nvGrpSpPr>
              <p:grpSpPr>
                <a:xfrm>
                  <a:off x="1164086" y="5338489"/>
                  <a:ext cx="646229" cy="560995"/>
                  <a:chOff x="1672898" y="3704859"/>
                  <a:chExt cx="781937" cy="678803"/>
                </a:xfrm>
              </p:grpSpPr>
              <p:sp>
                <p:nvSpPr>
                  <p:cNvPr id="128" name="원통형 127">
                    <a:extLst>
                      <a:ext uri="{FF2B5EF4-FFF2-40B4-BE49-F238E27FC236}">
                        <a16:creationId xmlns:a16="http://schemas.microsoft.com/office/drawing/2014/main" id="{07D0696C-1EEB-E1C3-2C54-DF372945B110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724465" y="3653292"/>
                    <a:ext cx="678803" cy="781937"/>
                  </a:xfrm>
                  <a:prstGeom prst="can">
                    <a:avLst>
                      <a:gd name="adj" fmla="val 37004"/>
                    </a:avLst>
                  </a:prstGeom>
                  <a:solidFill>
                    <a:schemeClr val="bg1">
                      <a:lumMod val="50000"/>
                    </a:schemeClr>
                  </a:solidFill>
                  <a:ln w="317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129" name="타원 128">
                    <a:extLst>
                      <a:ext uri="{FF2B5EF4-FFF2-40B4-BE49-F238E27FC236}">
                        <a16:creationId xmlns:a16="http://schemas.microsoft.com/office/drawing/2014/main" id="{3A5CACE8-7904-A275-18A5-7873308F9424}"/>
                      </a:ext>
                    </a:extLst>
                  </p:cNvPr>
                  <p:cNvSpPr/>
                  <p:nvPr/>
                </p:nvSpPr>
                <p:spPr>
                  <a:xfrm>
                    <a:off x="1765426" y="4003417"/>
                    <a:ext cx="54321" cy="106857"/>
                  </a:xfrm>
                  <a:prstGeom prst="ellipse">
                    <a:avLst/>
                  </a:prstGeom>
                  <a:solidFill>
                    <a:schemeClr val="bg1"/>
                  </a:solidFill>
                  <a:ln w="317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400"/>
                  </a:p>
                </p:txBody>
              </p:sp>
            </p:grpSp>
            <p:cxnSp>
              <p:nvCxnSpPr>
                <p:cNvPr id="123" name="직선 연결선 122">
                  <a:extLst>
                    <a:ext uri="{FF2B5EF4-FFF2-40B4-BE49-F238E27FC236}">
                      <a16:creationId xmlns:a16="http://schemas.microsoft.com/office/drawing/2014/main" id="{6BEFF982-944F-58CA-81F9-85B75B852B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70146" y="5887935"/>
                  <a:ext cx="726389" cy="183609"/>
                </a:xfrm>
                <a:prstGeom prst="line">
                  <a:avLst/>
                </a:prstGeom>
                <a:ln>
                  <a:solidFill>
                    <a:schemeClr val="bg1">
                      <a:lumMod val="85000"/>
                    </a:schemeClr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4" name="직선 연결선 123">
                  <a:extLst>
                    <a:ext uri="{FF2B5EF4-FFF2-40B4-BE49-F238E27FC236}">
                      <a16:creationId xmlns:a16="http://schemas.microsoft.com/office/drawing/2014/main" id="{1038351B-B020-29DA-7B16-9AB45DB1E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766037" y="5875408"/>
                  <a:ext cx="630287" cy="184916"/>
                </a:xfrm>
                <a:prstGeom prst="line">
                  <a:avLst/>
                </a:prstGeom>
                <a:ln>
                  <a:solidFill>
                    <a:schemeClr val="bg1">
                      <a:lumMod val="85000"/>
                    </a:schemeClr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5" name="그룹 124">
                  <a:extLst>
                    <a:ext uri="{FF2B5EF4-FFF2-40B4-BE49-F238E27FC236}">
                      <a16:creationId xmlns:a16="http://schemas.microsoft.com/office/drawing/2014/main" id="{CA02F203-621D-9CA1-0A99-2EA27D14B252}"/>
                    </a:ext>
                  </a:extLst>
                </p:cNvPr>
                <p:cNvGrpSpPr/>
                <p:nvPr/>
              </p:nvGrpSpPr>
              <p:grpSpPr>
                <a:xfrm>
                  <a:off x="463079" y="6079929"/>
                  <a:ext cx="1933245" cy="413343"/>
                  <a:chOff x="3812626" y="4526452"/>
                  <a:chExt cx="2094349" cy="584178"/>
                </a:xfrm>
              </p:grpSpPr>
              <p:sp>
                <p:nvSpPr>
                  <p:cNvPr id="126" name="직사각형 125">
                    <a:extLst>
                      <a:ext uri="{FF2B5EF4-FFF2-40B4-BE49-F238E27FC236}">
                        <a16:creationId xmlns:a16="http://schemas.microsoft.com/office/drawing/2014/main" id="{71FE8C86-32C6-7BD5-0147-2AAEBA517279}"/>
                      </a:ext>
                    </a:extLst>
                  </p:cNvPr>
                  <p:cNvSpPr/>
                  <p:nvPr/>
                </p:nvSpPr>
                <p:spPr>
                  <a:xfrm>
                    <a:off x="3812626" y="4668229"/>
                    <a:ext cx="2094349" cy="442401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422041"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sz="1400" b="0">
                      <a:solidFill>
                        <a:prstClr val="white"/>
                      </a:solidFill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27" name="직사각형 126">
                    <a:extLst>
                      <a:ext uri="{FF2B5EF4-FFF2-40B4-BE49-F238E27FC236}">
                        <a16:creationId xmlns:a16="http://schemas.microsoft.com/office/drawing/2014/main" id="{416F8E35-F659-0ECB-2AB5-F76FD323E9E3}"/>
                      </a:ext>
                    </a:extLst>
                  </p:cNvPr>
                  <p:cNvSpPr/>
                  <p:nvPr/>
                </p:nvSpPr>
                <p:spPr>
                  <a:xfrm>
                    <a:off x="3812627" y="4526452"/>
                    <a:ext cx="2094348" cy="434166"/>
                  </a:xfrm>
                  <a:prstGeom prst="rect">
                    <a:avLst/>
                  </a:pr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422041"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sz="1400" b="0">
                      <a:solidFill>
                        <a:prstClr val="white"/>
                      </a:solidFill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</p:grpSp>
          </p:grpSp>
          <p:grpSp>
            <p:nvGrpSpPr>
              <p:cNvPr id="109" name="그룹 108">
                <a:extLst>
                  <a:ext uri="{FF2B5EF4-FFF2-40B4-BE49-F238E27FC236}">
                    <a16:creationId xmlns:a16="http://schemas.microsoft.com/office/drawing/2014/main" id="{71ECA16E-4D76-64B2-2B67-B0363A6E3B8F}"/>
                  </a:ext>
                </a:extLst>
              </p:cNvPr>
              <p:cNvGrpSpPr/>
              <p:nvPr/>
            </p:nvGrpSpPr>
            <p:grpSpPr>
              <a:xfrm>
                <a:off x="1508349" y="3900063"/>
                <a:ext cx="598489" cy="1006292"/>
                <a:chOff x="463079" y="5338489"/>
                <a:chExt cx="1933245" cy="1154783"/>
              </a:xfrm>
            </p:grpSpPr>
            <p:grpSp>
              <p:nvGrpSpPr>
                <p:cNvPr id="114" name="그룹 113">
                  <a:extLst>
                    <a:ext uri="{FF2B5EF4-FFF2-40B4-BE49-F238E27FC236}">
                      <a16:creationId xmlns:a16="http://schemas.microsoft.com/office/drawing/2014/main" id="{7D7EF27E-37AD-D59F-FF94-085980B07E63}"/>
                    </a:ext>
                  </a:extLst>
                </p:cNvPr>
                <p:cNvGrpSpPr/>
                <p:nvPr/>
              </p:nvGrpSpPr>
              <p:grpSpPr>
                <a:xfrm>
                  <a:off x="1164086" y="5338489"/>
                  <a:ext cx="646229" cy="560995"/>
                  <a:chOff x="1672898" y="3704859"/>
                  <a:chExt cx="781937" cy="678803"/>
                </a:xfrm>
              </p:grpSpPr>
              <p:sp>
                <p:nvSpPr>
                  <p:cNvPr id="120" name="원통형 119">
                    <a:extLst>
                      <a:ext uri="{FF2B5EF4-FFF2-40B4-BE49-F238E27FC236}">
                        <a16:creationId xmlns:a16="http://schemas.microsoft.com/office/drawing/2014/main" id="{BCD246AE-A91A-6605-D76D-11DDBF533EC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724465" y="3653292"/>
                    <a:ext cx="678803" cy="781937"/>
                  </a:xfrm>
                  <a:prstGeom prst="can">
                    <a:avLst>
                      <a:gd name="adj" fmla="val 37004"/>
                    </a:avLst>
                  </a:prstGeom>
                  <a:solidFill>
                    <a:schemeClr val="bg1">
                      <a:lumMod val="50000"/>
                    </a:schemeClr>
                  </a:solidFill>
                  <a:ln w="317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400"/>
                  </a:p>
                </p:txBody>
              </p:sp>
              <p:sp>
                <p:nvSpPr>
                  <p:cNvPr id="121" name="타원 120">
                    <a:extLst>
                      <a:ext uri="{FF2B5EF4-FFF2-40B4-BE49-F238E27FC236}">
                        <a16:creationId xmlns:a16="http://schemas.microsoft.com/office/drawing/2014/main" id="{CF13CED2-7380-56E7-700E-121C189E42F8}"/>
                      </a:ext>
                    </a:extLst>
                  </p:cNvPr>
                  <p:cNvSpPr/>
                  <p:nvPr/>
                </p:nvSpPr>
                <p:spPr>
                  <a:xfrm>
                    <a:off x="1765426" y="4003417"/>
                    <a:ext cx="54321" cy="106857"/>
                  </a:xfrm>
                  <a:prstGeom prst="ellipse">
                    <a:avLst/>
                  </a:prstGeom>
                  <a:solidFill>
                    <a:schemeClr val="bg1"/>
                  </a:solidFill>
                  <a:ln w="317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400"/>
                  </a:p>
                </p:txBody>
              </p:sp>
            </p:grpSp>
            <p:cxnSp>
              <p:nvCxnSpPr>
                <p:cNvPr id="115" name="직선 연결선 114">
                  <a:extLst>
                    <a:ext uri="{FF2B5EF4-FFF2-40B4-BE49-F238E27FC236}">
                      <a16:creationId xmlns:a16="http://schemas.microsoft.com/office/drawing/2014/main" id="{2C481375-25CB-509C-BB7C-3DB014F9AA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70146" y="5887935"/>
                  <a:ext cx="726389" cy="183609"/>
                </a:xfrm>
                <a:prstGeom prst="line">
                  <a:avLst/>
                </a:prstGeom>
                <a:ln>
                  <a:solidFill>
                    <a:schemeClr val="bg1">
                      <a:lumMod val="85000"/>
                    </a:schemeClr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직선 연결선 115">
                  <a:extLst>
                    <a:ext uri="{FF2B5EF4-FFF2-40B4-BE49-F238E27FC236}">
                      <a16:creationId xmlns:a16="http://schemas.microsoft.com/office/drawing/2014/main" id="{3ED78496-A24B-11F9-55E9-008A9349CE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766037" y="5875408"/>
                  <a:ext cx="630287" cy="184916"/>
                </a:xfrm>
                <a:prstGeom prst="line">
                  <a:avLst/>
                </a:prstGeom>
                <a:ln>
                  <a:solidFill>
                    <a:schemeClr val="bg1">
                      <a:lumMod val="85000"/>
                    </a:schemeClr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7" name="그룹 116">
                  <a:extLst>
                    <a:ext uri="{FF2B5EF4-FFF2-40B4-BE49-F238E27FC236}">
                      <a16:creationId xmlns:a16="http://schemas.microsoft.com/office/drawing/2014/main" id="{D8951201-46B8-12FE-33BE-27146E946328}"/>
                    </a:ext>
                  </a:extLst>
                </p:cNvPr>
                <p:cNvGrpSpPr/>
                <p:nvPr/>
              </p:nvGrpSpPr>
              <p:grpSpPr>
                <a:xfrm>
                  <a:off x="463079" y="6079929"/>
                  <a:ext cx="1933245" cy="413343"/>
                  <a:chOff x="3812626" y="4526452"/>
                  <a:chExt cx="2094349" cy="584178"/>
                </a:xfrm>
              </p:grpSpPr>
              <p:sp>
                <p:nvSpPr>
                  <p:cNvPr id="118" name="직사각형 117">
                    <a:extLst>
                      <a:ext uri="{FF2B5EF4-FFF2-40B4-BE49-F238E27FC236}">
                        <a16:creationId xmlns:a16="http://schemas.microsoft.com/office/drawing/2014/main" id="{9F433904-F56E-3947-17D2-ED89C39D339F}"/>
                      </a:ext>
                    </a:extLst>
                  </p:cNvPr>
                  <p:cNvSpPr/>
                  <p:nvPr/>
                </p:nvSpPr>
                <p:spPr>
                  <a:xfrm>
                    <a:off x="3812626" y="4668229"/>
                    <a:ext cx="2094349" cy="442401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422041"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sz="1400" b="0">
                      <a:solidFill>
                        <a:prstClr val="white"/>
                      </a:solidFill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19" name="직사각형 118">
                    <a:extLst>
                      <a:ext uri="{FF2B5EF4-FFF2-40B4-BE49-F238E27FC236}">
                        <a16:creationId xmlns:a16="http://schemas.microsoft.com/office/drawing/2014/main" id="{B71A8E29-1113-4E8C-1B59-845D6C59D41A}"/>
                      </a:ext>
                    </a:extLst>
                  </p:cNvPr>
                  <p:cNvSpPr/>
                  <p:nvPr/>
                </p:nvSpPr>
                <p:spPr>
                  <a:xfrm>
                    <a:off x="3812627" y="4526452"/>
                    <a:ext cx="2094348" cy="434166"/>
                  </a:xfrm>
                  <a:prstGeom prst="rect">
                    <a:avLst/>
                  </a:pr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422041"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sz="1400" b="0">
                      <a:solidFill>
                        <a:prstClr val="white"/>
                      </a:solidFill>
                      <a:latin typeface="Calibri" panose="020F0502020204030204"/>
                      <a:ea typeface="맑은 고딕" panose="020B0503020000020004" pitchFamily="50" charset="-127"/>
                    </a:endParaRPr>
                  </a:p>
                </p:txBody>
              </p:sp>
            </p:grpSp>
          </p:grp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E1062D69-8476-B118-22F6-F0DC97914F91}"/>
                  </a:ext>
                </a:extLst>
              </p:cNvPr>
              <p:cNvSpPr txBox="1"/>
              <p:nvPr/>
            </p:nvSpPr>
            <p:spPr>
              <a:xfrm>
                <a:off x="524012" y="4947153"/>
                <a:ext cx="905554" cy="28155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 lvl="0">
                  <a:lnSpc>
                    <a:spcPct val="120000"/>
                  </a:lnSpc>
                  <a:defRPr kumimoji="0" sz="1000" b="0" i="0" u="none" strike="noStrike" cap="none" spc="0" normalizeH="0" baseline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defRPr>
                </a:lvl1pPr>
              </a:lstStyle>
              <a:p>
                <a:r>
                  <a:rPr lang="ko-KR" altLang="en-US" sz="700"/>
                  <a:t>현재 생산 </a:t>
                </a:r>
                <a:r>
                  <a:rPr lang="en-US" altLang="ko-KR" sz="700"/>
                  <a:t>Lot</a:t>
                </a:r>
                <a:endParaRPr lang="ko-KR" altLang="en-US" sz="700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C5176EC-4516-419E-45F4-D566C60AA9F7}"/>
                  </a:ext>
                </a:extLst>
              </p:cNvPr>
              <p:cNvSpPr txBox="1"/>
              <p:nvPr/>
            </p:nvSpPr>
            <p:spPr>
              <a:xfrm>
                <a:off x="1414591" y="4947154"/>
                <a:ext cx="1191599" cy="28155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 lvl="0">
                  <a:lnSpc>
                    <a:spcPct val="120000"/>
                  </a:lnSpc>
                  <a:defRPr kumimoji="0" sz="1000" b="0" i="0" u="none" strike="noStrike" cap="none" spc="0" normalizeH="0" baseline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defRPr>
                </a:lvl1pPr>
              </a:lstStyle>
              <a:p>
                <a:r>
                  <a:rPr lang="ko-KR" altLang="en-US" sz="700"/>
                  <a:t>다음 생산 예정 </a:t>
                </a:r>
                <a:r>
                  <a:rPr lang="en-US" altLang="ko-KR" sz="700"/>
                  <a:t>Lot</a:t>
                </a:r>
                <a:endParaRPr lang="ko-KR" altLang="en-US" sz="700"/>
              </a:p>
            </p:txBody>
          </p:sp>
          <p:sp>
            <p:nvSpPr>
              <p:cNvPr id="112" name="사각형: 둥근 모서리 111">
                <a:extLst>
                  <a:ext uri="{FF2B5EF4-FFF2-40B4-BE49-F238E27FC236}">
                    <a16:creationId xmlns:a16="http://schemas.microsoft.com/office/drawing/2014/main" id="{53768388-5BCC-48B6-13BB-9D92228A6643}"/>
                  </a:ext>
                </a:extLst>
              </p:cNvPr>
              <p:cNvSpPr/>
              <p:nvPr/>
            </p:nvSpPr>
            <p:spPr>
              <a:xfrm>
                <a:off x="1137825" y="4467693"/>
                <a:ext cx="224874" cy="529265"/>
              </a:xfrm>
              <a:prstGeom prst="roundRect">
                <a:avLst/>
              </a:prstGeom>
              <a:solidFill>
                <a:schemeClr val="accent2">
                  <a:alpha val="50000"/>
                </a:schemeClr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113" name="사각형: 둥근 모서리 112">
                <a:extLst>
                  <a:ext uri="{FF2B5EF4-FFF2-40B4-BE49-F238E27FC236}">
                    <a16:creationId xmlns:a16="http://schemas.microsoft.com/office/drawing/2014/main" id="{6E0AFB6A-205A-243A-4FF8-2985B2389A92}"/>
                  </a:ext>
                </a:extLst>
              </p:cNvPr>
              <p:cNvSpPr/>
              <p:nvPr/>
            </p:nvSpPr>
            <p:spPr>
              <a:xfrm>
                <a:off x="1406562" y="4467693"/>
                <a:ext cx="224874" cy="529265"/>
              </a:xfrm>
              <a:prstGeom prst="roundRect">
                <a:avLst/>
              </a:prstGeom>
              <a:solidFill>
                <a:schemeClr val="accent2">
                  <a:alpha val="50000"/>
                </a:schemeClr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40D5BAB1-A428-890C-2A86-B7E29BBA7C9E}"/>
                </a:ext>
              </a:extLst>
            </p:cNvPr>
            <p:cNvGrpSpPr/>
            <p:nvPr/>
          </p:nvGrpSpPr>
          <p:grpSpPr>
            <a:xfrm>
              <a:off x="3912929" y="2671630"/>
              <a:ext cx="2385805" cy="1615960"/>
              <a:chOff x="221707" y="4463097"/>
              <a:chExt cx="2385805" cy="1615960"/>
            </a:xfrm>
          </p:grpSpPr>
          <p:grpSp>
            <p:nvGrpSpPr>
              <p:cNvPr id="57" name="그룹 56">
                <a:extLst>
                  <a:ext uri="{FF2B5EF4-FFF2-40B4-BE49-F238E27FC236}">
                    <a16:creationId xmlns:a16="http://schemas.microsoft.com/office/drawing/2014/main" id="{4395BE52-8DAB-17F3-DCC7-104DDD8AF36D}"/>
                  </a:ext>
                </a:extLst>
              </p:cNvPr>
              <p:cNvGrpSpPr/>
              <p:nvPr/>
            </p:nvGrpSpPr>
            <p:grpSpPr>
              <a:xfrm>
                <a:off x="669735" y="4544211"/>
                <a:ext cx="1440895" cy="461554"/>
                <a:chOff x="547398" y="5495109"/>
                <a:chExt cx="1440895" cy="461554"/>
              </a:xfrm>
            </p:grpSpPr>
            <p:grpSp>
              <p:nvGrpSpPr>
                <p:cNvPr id="72" name="그룹 71">
                  <a:extLst>
                    <a:ext uri="{FF2B5EF4-FFF2-40B4-BE49-F238E27FC236}">
                      <a16:creationId xmlns:a16="http://schemas.microsoft.com/office/drawing/2014/main" id="{42C00D12-AC7C-254D-806C-32710CD5F78D}"/>
                    </a:ext>
                  </a:extLst>
                </p:cNvPr>
                <p:cNvGrpSpPr/>
                <p:nvPr/>
              </p:nvGrpSpPr>
              <p:grpSpPr>
                <a:xfrm>
                  <a:off x="547398" y="5495109"/>
                  <a:ext cx="723974" cy="461554"/>
                  <a:chOff x="547398" y="5495109"/>
                  <a:chExt cx="723974" cy="461554"/>
                </a:xfrm>
              </p:grpSpPr>
              <p:cxnSp>
                <p:nvCxnSpPr>
                  <p:cNvPr id="105" name="직선 연결선 104">
                    <a:extLst>
                      <a:ext uri="{FF2B5EF4-FFF2-40B4-BE49-F238E27FC236}">
                        <a16:creationId xmlns:a16="http://schemas.microsoft.com/office/drawing/2014/main" id="{EB0FE5E0-BC02-6ED4-4C53-BCD3226AF9F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9668" y="5495109"/>
                    <a:ext cx="0" cy="461554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직선 연결선 105">
                    <a:extLst>
                      <a:ext uri="{FF2B5EF4-FFF2-40B4-BE49-F238E27FC236}">
                        <a16:creationId xmlns:a16="http://schemas.microsoft.com/office/drawing/2014/main" id="{4FFC22CB-5E22-9EFE-5C8F-D6017F5F91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54338" y="5956663"/>
                    <a:ext cx="717034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07" name="자유형: 도형 106">
                    <a:extLst>
                      <a:ext uri="{FF2B5EF4-FFF2-40B4-BE49-F238E27FC236}">
                        <a16:creationId xmlns:a16="http://schemas.microsoft.com/office/drawing/2014/main" id="{92B4FBD9-E4E9-458A-1FA7-75096639931E}"/>
                      </a:ext>
                    </a:extLst>
                  </p:cNvPr>
                  <p:cNvSpPr/>
                  <p:nvPr/>
                </p:nvSpPr>
                <p:spPr>
                  <a:xfrm>
                    <a:off x="547398" y="5633482"/>
                    <a:ext cx="706003" cy="53215"/>
                  </a:xfrm>
                  <a:custGeom>
                    <a:avLst/>
                    <a:gdLst>
                      <a:gd name="connsiteX0" fmla="*/ 0 w 583474"/>
                      <a:gd name="connsiteY0" fmla="*/ 35798 h 53215"/>
                      <a:gd name="connsiteX1" fmla="*/ 43542 w 583474"/>
                      <a:gd name="connsiteY1" fmla="*/ 18381 h 53215"/>
                      <a:gd name="connsiteX2" fmla="*/ 104502 w 583474"/>
                      <a:gd name="connsiteY2" fmla="*/ 9672 h 53215"/>
                      <a:gd name="connsiteX3" fmla="*/ 121920 w 583474"/>
                      <a:gd name="connsiteY3" fmla="*/ 35798 h 53215"/>
                      <a:gd name="connsiteX4" fmla="*/ 148045 w 583474"/>
                      <a:gd name="connsiteY4" fmla="*/ 9672 h 53215"/>
                      <a:gd name="connsiteX5" fmla="*/ 156754 w 583474"/>
                      <a:gd name="connsiteY5" fmla="*/ 44507 h 53215"/>
                      <a:gd name="connsiteX6" fmla="*/ 182880 w 583474"/>
                      <a:gd name="connsiteY6" fmla="*/ 53215 h 53215"/>
                      <a:gd name="connsiteX7" fmla="*/ 226422 w 583474"/>
                      <a:gd name="connsiteY7" fmla="*/ 44507 h 53215"/>
                      <a:gd name="connsiteX8" fmla="*/ 269965 w 583474"/>
                      <a:gd name="connsiteY8" fmla="*/ 18381 h 53215"/>
                      <a:gd name="connsiteX9" fmla="*/ 313508 w 583474"/>
                      <a:gd name="connsiteY9" fmla="*/ 18381 h 53215"/>
                      <a:gd name="connsiteX10" fmla="*/ 357051 w 583474"/>
                      <a:gd name="connsiteY10" fmla="*/ 44507 h 53215"/>
                      <a:gd name="connsiteX11" fmla="*/ 400594 w 583474"/>
                      <a:gd name="connsiteY11" fmla="*/ 35798 h 53215"/>
                      <a:gd name="connsiteX12" fmla="*/ 487680 w 583474"/>
                      <a:gd name="connsiteY12" fmla="*/ 9672 h 53215"/>
                      <a:gd name="connsiteX13" fmla="*/ 505097 w 583474"/>
                      <a:gd name="connsiteY13" fmla="*/ 35798 h 53215"/>
                      <a:gd name="connsiteX14" fmla="*/ 539931 w 583474"/>
                      <a:gd name="connsiteY14" fmla="*/ 53215 h 53215"/>
                      <a:gd name="connsiteX15" fmla="*/ 583474 w 583474"/>
                      <a:gd name="connsiteY15" fmla="*/ 18381 h 53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83474" h="53215">
                        <a:moveTo>
                          <a:pt x="0" y="35798"/>
                        </a:moveTo>
                        <a:cubicBezTo>
                          <a:pt x="14514" y="29992"/>
                          <a:pt x="27910" y="18381"/>
                          <a:pt x="43542" y="18381"/>
                        </a:cubicBezTo>
                        <a:cubicBezTo>
                          <a:pt x="111005" y="18381"/>
                          <a:pt x="68905" y="63069"/>
                          <a:pt x="104502" y="9672"/>
                        </a:cubicBezTo>
                        <a:cubicBezTo>
                          <a:pt x="110308" y="18381"/>
                          <a:pt x="111453" y="35798"/>
                          <a:pt x="121920" y="35798"/>
                        </a:cubicBezTo>
                        <a:cubicBezTo>
                          <a:pt x="134236" y="35798"/>
                          <a:pt x="136097" y="6685"/>
                          <a:pt x="148045" y="9672"/>
                        </a:cubicBezTo>
                        <a:cubicBezTo>
                          <a:pt x="159657" y="12575"/>
                          <a:pt x="149277" y="35161"/>
                          <a:pt x="156754" y="44507"/>
                        </a:cubicBezTo>
                        <a:cubicBezTo>
                          <a:pt x="162489" y="51675"/>
                          <a:pt x="174171" y="50312"/>
                          <a:pt x="182880" y="53215"/>
                        </a:cubicBezTo>
                        <a:cubicBezTo>
                          <a:pt x="249119" y="-57187"/>
                          <a:pt x="175792" y="37274"/>
                          <a:pt x="226422" y="44507"/>
                        </a:cubicBezTo>
                        <a:cubicBezTo>
                          <a:pt x="243178" y="46901"/>
                          <a:pt x="255451" y="27090"/>
                          <a:pt x="269965" y="18381"/>
                        </a:cubicBezTo>
                        <a:cubicBezTo>
                          <a:pt x="313208" y="83247"/>
                          <a:pt x="257630" y="18381"/>
                          <a:pt x="313508" y="18381"/>
                        </a:cubicBezTo>
                        <a:cubicBezTo>
                          <a:pt x="330435" y="18381"/>
                          <a:pt x="342537" y="35798"/>
                          <a:pt x="357051" y="44507"/>
                        </a:cubicBezTo>
                        <a:cubicBezTo>
                          <a:pt x="398424" y="3132"/>
                          <a:pt x="347153" y="44020"/>
                          <a:pt x="400594" y="35798"/>
                        </a:cubicBezTo>
                        <a:cubicBezTo>
                          <a:pt x="430548" y="31190"/>
                          <a:pt x="458651" y="18381"/>
                          <a:pt x="487680" y="9672"/>
                        </a:cubicBezTo>
                        <a:cubicBezTo>
                          <a:pt x="493486" y="18381"/>
                          <a:pt x="495379" y="31911"/>
                          <a:pt x="505097" y="35798"/>
                        </a:cubicBezTo>
                        <a:cubicBezTo>
                          <a:pt x="549756" y="53662"/>
                          <a:pt x="518493" y="-11096"/>
                          <a:pt x="539931" y="53215"/>
                        </a:cubicBezTo>
                        <a:cubicBezTo>
                          <a:pt x="572889" y="31244"/>
                          <a:pt x="558656" y="43199"/>
                          <a:pt x="583474" y="18381"/>
                        </a:cubicBezTo>
                      </a:path>
                    </a:pathLst>
                  </a:custGeom>
                  <a:noFill/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400"/>
                  </a:p>
                </p:txBody>
              </p:sp>
            </p:grpSp>
            <p:grpSp>
              <p:nvGrpSpPr>
                <p:cNvPr id="73" name="그룹 72">
                  <a:extLst>
                    <a:ext uri="{FF2B5EF4-FFF2-40B4-BE49-F238E27FC236}">
                      <a16:creationId xmlns:a16="http://schemas.microsoft.com/office/drawing/2014/main" id="{56860A0B-9F10-9BB4-C04E-1D2F18BBC3EF}"/>
                    </a:ext>
                  </a:extLst>
                </p:cNvPr>
                <p:cNvGrpSpPr/>
                <p:nvPr/>
              </p:nvGrpSpPr>
              <p:grpSpPr>
                <a:xfrm>
                  <a:off x="1250262" y="5746958"/>
                  <a:ext cx="738031" cy="209705"/>
                  <a:chOff x="672883" y="5746958"/>
                  <a:chExt cx="738031" cy="209705"/>
                </a:xfrm>
              </p:grpSpPr>
              <p:cxnSp>
                <p:nvCxnSpPr>
                  <p:cNvPr id="103" name="직선 연결선 102">
                    <a:extLst>
                      <a:ext uri="{FF2B5EF4-FFF2-40B4-BE49-F238E27FC236}">
                        <a16:creationId xmlns:a16="http://schemas.microsoft.com/office/drawing/2014/main" id="{C435C20C-AA4C-539E-934A-CA80533C5E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72883" y="5956663"/>
                    <a:ext cx="738031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04" name="자유형: 도형 103">
                    <a:extLst>
                      <a:ext uri="{FF2B5EF4-FFF2-40B4-BE49-F238E27FC236}">
                        <a16:creationId xmlns:a16="http://schemas.microsoft.com/office/drawing/2014/main" id="{6AC08DF3-01AB-63A9-6294-5DAA554E8753}"/>
                      </a:ext>
                    </a:extLst>
                  </p:cNvPr>
                  <p:cNvSpPr/>
                  <p:nvPr/>
                </p:nvSpPr>
                <p:spPr>
                  <a:xfrm>
                    <a:off x="695781" y="5746958"/>
                    <a:ext cx="706003" cy="53215"/>
                  </a:xfrm>
                  <a:custGeom>
                    <a:avLst/>
                    <a:gdLst>
                      <a:gd name="connsiteX0" fmla="*/ 0 w 583474"/>
                      <a:gd name="connsiteY0" fmla="*/ 35798 h 53215"/>
                      <a:gd name="connsiteX1" fmla="*/ 43542 w 583474"/>
                      <a:gd name="connsiteY1" fmla="*/ 18381 h 53215"/>
                      <a:gd name="connsiteX2" fmla="*/ 104502 w 583474"/>
                      <a:gd name="connsiteY2" fmla="*/ 9672 h 53215"/>
                      <a:gd name="connsiteX3" fmla="*/ 121920 w 583474"/>
                      <a:gd name="connsiteY3" fmla="*/ 35798 h 53215"/>
                      <a:gd name="connsiteX4" fmla="*/ 148045 w 583474"/>
                      <a:gd name="connsiteY4" fmla="*/ 9672 h 53215"/>
                      <a:gd name="connsiteX5" fmla="*/ 156754 w 583474"/>
                      <a:gd name="connsiteY5" fmla="*/ 44507 h 53215"/>
                      <a:gd name="connsiteX6" fmla="*/ 182880 w 583474"/>
                      <a:gd name="connsiteY6" fmla="*/ 53215 h 53215"/>
                      <a:gd name="connsiteX7" fmla="*/ 226422 w 583474"/>
                      <a:gd name="connsiteY7" fmla="*/ 44507 h 53215"/>
                      <a:gd name="connsiteX8" fmla="*/ 269965 w 583474"/>
                      <a:gd name="connsiteY8" fmla="*/ 18381 h 53215"/>
                      <a:gd name="connsiteX9" fmla="*/ 313508 w 583474"/>
                      <a:gd name="connsiteY9" fmla="*/ 18381 h 53215"/>
                      <a:gd name="connsiteX10" fmla="*/ 357051 w 583474"/>
                      <a:gd name="connsiteY10" fmla="*/ 44507 h 53215"/>
                      <a:gd name="connsiteX11" fmla="*/ 400594 w 583474"/>
                      <a:gd name="connsiteY11" fmla="*/ 35798 h 53215"/>
                      <a:gd name="connsiteX12" fmla="*/ 487680 w 583474"/>
                      <a:gd name="connsiteY12" fmla="*/ 9672 h 53215"/>
                      <a:gd name="connsiteX13" fmla="*/ 505097 w 583474"/>
                      <a:gd name="connsiteY13" fmla="*/ 35798 h 53215"/>
                      <a:gd name="connsiteX14" fmla="*/ 539931 w 583474"/>
                      <a:gd name="connsiteY14" fmla="*/ 53215 h 53215"/>
                      <a:gd name="connsiteX15" fmla="*/ 583474 w 583474"/>
                      <a:gd name="connsiteY15" fmla="*/ 18381 h 53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83474" h="53215">
                        <a:moveTo>
                          <a:pt x="0" y="35798"/>
                        </a:moveTo>
                        <a:cubicBezTo>
                          <a:pt x="14514" y="29992"/>
                          <a:pt x="27910" y="18381"/>
                          <a:pt x="43542" y="18381"/>
                        </a:cubicBezTo>
                        <a:cubicBezTo>
                          <a:pt x="111005" y="18381"/>
                          <a:pt x="68905" y="63069"/>
                          <a:pt x="104502" y="9672"/>
                        </a:cubicBezTo>
                        <a:cubicBezTo>
                          <a:pt x="110308" y="18381"/>
                          <a:pt x="111453" y="35798"/>
                          <a:pt x="121920" y="35798"/>
                        </a:cubicBezTo>
                        <a:cubicBezTo>
                          <a:pt x="134236" y="35798"/>
                          <a:pt x="136097" y="6685"/>
                          <a:pt x="148045" y="9672"/>
                        </a:cubicBezTo>
                        <a:cubicBezTo>
                          <a:pt x="159657" y="12575"/>
                          <a:pt x="149277" y="35161"/>
                          <a:pt x="156754" y="44507"/>
                        </a:cubicBezTo>
                        <a:cubicBezTo>
                          <a:pt x="162489" y="51675"/>
                          <a:pt x="174171" y="50312"/>
                          <a:pt x="182880" y="53215"/>
                        </a:cubicBezTo>
                        <a:cubicBezTo>
                          <a:pt x="249119" y="-57187"/>
                          <a:pt x="175792" y="37274"/>
                          <a:pt x="226422" y="44507"/>
                        </a:cubicBezTo>
                        <a:cubicBezTo>
                          <a:pt x="243178" y="46901"/>
                          <a:pt x="255451" y="27090"/>
                          <a:pt x="269965" y="18381"/>
                        </a:cubicBezTo>
                        <a:cubicBezTo>
                          <a:pt x="313208" y="83247"/>
                          <a:pt x="257630" y="18381"/>
                          <a:pt x="313508" y="18381"/>
                        </a:cubicBezTo>
                        <a:cubicBezTo>
                          <a:pt x="330435" y="18381"/>
                          <a:pt x="342537" y="35798"/>
                          <a:pt x="357051" y="44507"/>
                        </a:cubicBezTo>
                        <a:cubicBezTo>
                          <a:pt x="398424" y="3132"/>
                          <a:pt x="347153" y="44020"/>
                          <a:pt x="400594" y="35798"/>
                        </a:cubicBezTo>
                        <a:cubicBezTo>
                          <a:pt x="430548" y="31190"/>
                          <a:pt x="458651" y="18381"/>
                          <a:pt x="487680" y="9672"/>
                        </a:cubicBezTo>
                        <a:cubicBezTo>
                          <a:pt x="493486" y="18381"/>
                          <a:pt x="495379" y="31911"/>
                          <a:pt x="505097" y="35798"/>
                        </a:cubicBezTo>
                        <a:cubicBezTo>
                          <a:pt x="549756" y="53662"/>
                          <a:pt x="518493" y="-11096"/>
                          <a:pt x="539931" y="53215"/>
                        </a:cubicBezTo>
                        <a:cubicBezTo>
                          <a:pt x="572889" y="31244"/>
                          <a:pt x="558656" y="43199"/>
                          <a:pt x="583474" y="18381"/>
                        </a:cubicBezTo>
                      </a:path>
                    </a:pathLst>
                  </a:custGeom>
                  <a:noFill/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400"/>
                  </a:p>
                </p:txBody>
              </p:sp>
            </p:grpSp>
          </p:grpSp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D966BD88-BD3B-4643-39A2-5EB52FE2C4E7}"/>
                  </a:ext>
                </a:extLst>
              </p:cNvPr>
              <p:cNvSpPr/>
              <p:nvPr/>
            </p:nvSpPr>
            <p:spPr>
              <a:xfrm>
                <a:off x="1145164" y="4469265"/>
                <a:ext cx="224874" cy="529265"/>
              </a:xfrm>
              <a:prstGeom prst="roundRect">
                <a:avLst/>
              </a:prstGeom>
              <a:solidFill>
                <a:schemeClr val="accent2">
                  <a:alpha val="50000"/>
                </a:schemeClr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62" name="사각형: 둥근 모서리 61">
                <a:extLst>
                  <a:ext uri="{FF2B5EF4-FFF2-40B4-BE49-F238E27FC236}">
                    <a16:creationId xmlns:a16="http://schemas.microsoft.com/office/drawing/2014/main" id="{1EC4AC1F-F26D-C1D9-A44D-3DBEE95598E4}"/>
                  </a:ext>
                </a:extLst>
              </p:cNvPr>
              <p:cNvSpPr/>
              <p:nvPr/>
            </p:nvSpPr>
            <p:spPr>
              <a:xfrm>
                <a:off x="1413901" y="4469265"/>
                <a:ext cx="224874" cy="529265"/>
              </a:xfrm>
              <a:prstGeom prst="roundRect">
                <a:avLst/>
              </a:prstGeom>
              <a:solidFill>
                <a:schemeClr val="accent2">
                  <a:alpha val="50000"/>
                </a:schemeClr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0B99052B-8FFE-2CF4-C48B-584182BF1B93}"/>
                  </a:ext>
                </a:extLst>
              </p:cNvPr>
              <p:cNvSpPr txBox="1"/>
              <p:nvPr/>
            </p:nvSpPr>
            <p:spPr>
              <a:xfrm>
                <a:off x="960318" y="5281348"/>
                <a:ext cx="1647194" cy="79770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 lvl="0">
                  <a:lnSpc>
                    <a:spcPct val="120000"/>
                  </a:lnSpc>
                  <a:defRPr kumimoji="0" sz="1000" b="0" i="0" u="none" strike="noStrike" cap="none" spc="0" normalizeH="0" baseline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defRPr>
                </a:lvl1pPr>
              </a:lstStyle>
              <a:p>
                <a:r>
                  <a:rPr lang="ko-KR" altLang="en-US" sz="700">
                    <a:solidFill>
                      <a:srgbClr val="FF0000"/>
                    </a:solidFill>
                  </a:rPr>
                  <a:t>두 전극 간 </a:t>
                </a:r>
                <a:r>
                  <a:rPr lang="en-US" altLang="ko-KR" sz="700">
                    <a:solidFill>
                      <a:srgbClr val="FF0000"/>
                    </a:solidFill>
                  </a:rPr>
                  <a:t>Length </a:t>
                </a:r>
                <a:r>
                  <a:rPr lang="ko-KR" altLang="en-US" sz="700">
                    <a:solidFill>
                      <a:srgbClr val="FF0000"/>
                    </a:solidFill>
                  </a:rPr>
                  <a:t>차이가 큼</a:t>
                </a:r>
                <a:r>
                  <a:rPr lang="en-US" altLang="ko-KR" sz="700">
                    <a:solidFill>
                      <a:srgbClr val="FF0000"/>
                    </a:solidFill>
                  </a:rPr>
                  <a:t> </a:t>
                </a:r>
                <a:br>
                  <a:rPr lang="en-US" altLang="ko-KR" sz="700">
                    <a:solidFill>
                      <a:srgbClr val="FF0000"/>
                    </a:solidFill>
                  </a:rPr>
                </a:br>
                <a:r>
                  <a:rPr lang="en-US" altLang="ko-KR" sz="700">
                    <a:solidFill>
                      <a:srgbClr val="FF0000"/>
                    </a:solidFill>
                    <a:sym typeface="Wingdings" panose="05000000000000000000" pitchFamily="2" charset="2"/>
                  </a:rPr>
                  <a:t> </a:t>
                </a:r>
                <a:r>
                  <a:rPr lang="ko-KR" altLang="en-US" sz="700">
                    <a:solidFill>
                      <a:srgbClr val="FF0000"/>
                    </a:solidFill>
                    <a:sym typeface="Wingdings" panose="05000000000000000000" pitchFamily="2" charset="2"/>
                  </a:rPr>
                  <a:t>재료교체 후 자동 보정 기간 ↑ </a:t>
                </a:r>
                <a:br>
                  <a:rPr lang="en-US" altLang="ko-KR" sz="700">
                    <a:solidFill>
                      <a:srgbClr val="FF0000"/>
                    </a:solidFill>
                    <a:sym typeface="Wingdings" panose="05000000000000000000" pitchFamily="2" charset="2"/>
                  </a:rPr>
                </a:br>
                <a:r>
                  <a:rPr lang="en-US" altLang="ko-KR" sz="700">
                    <a:solidFill>
                      <a:srgbClr val="FF0000"/>
                    </a:solidFill>
                    <a:sym typeface="Wingdings" panose="05000000000000000000" pitchFamily="2" charset="2"/>
                  </a:rPr>
                  <a:t> Y </a:t>
                </a:r>
                <a:r>
                  <a:rPr lang="ko-KR" altLang="en-US" sz="700">
                    <a:solidFill>
                      <a:srgbClr val="FF0000"/>
                    </a:solidFill>
                    <a:sym typeface="Wingdings" panose="05000000000000000000" pitchFamily="2" charset="2"/>
                  </a:rPr>
                  <a:t>치수 불량 ↑</a:t>
                </a:r>
                <a:endParaRPr lang="ko-KR" altLang="en-US" sz="700">
                  <a:solidFill>
                    <a:srgbClr val="FF0000"/>
                  </a:solidFill>
                </a:endParaRPr>
              </a:p>
            </p:txBody>
          </p:sp>
          <p:cxnSp>
            <p:nvCxnSpPr>
              <p:cNvPr id="64" name="직선 화살표 연결선 63">
                <a:extLst>
                  <a:ext uri="{FF2B5EF4-FFF2-40B4-BE49-F238E27FC236}">
                    <a16:creationId xmlns:a16="http://schemas.microsoft.com/office/drawing/2014/main" id="{8A6C2115-82CA-384E-1AB8-148BF92198B1}"/>
                  </a:ext>
                </a:extLst>
              </p:cNvPr>
              <p:cNvCxnSpPr>
                <a:cxnSpLocks/>
                <a:stCxn id="63" idx="0"/>
              </p:cNvCxnSpPr>
              <p:nvPr/>
            </p:nvCxnSpPr>
            <p:spPr>
              <a:xfrm flipH="1" flipV="1">
                <a:off x="1257601" y="4998530"/>
                <a:ext cx="526315" cy="282817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화살표 연결선 66">
                <a:extLst>
                  <a:ext uri="{FF2B5EF4-FFF2-40B4-BE49-F238E27FC236}">
                    <a16:creationId xmlns:a16="http://schemas.microsoft.com/office/drawing/2014/main" id="{C031CC5C-D215-0021-0DCE-8A170124639D}"/>
                  </a:ext>
                </a:extLst>
              </p:cNvPr>
              <p:cNvCxnSpPr>
                <a:cxnSpLocks/>
                <a:stCxn id="63" idx="0"/>
              </p:cNvCxnSpPr>
              <p:nvPr/>
            </p:nvCxnSpPr>
            <p:spPr>
              <a:xfrm flipH="1" flipV="1">
                <a:off x="1526338" y="4998530"/>
                <a:ext cx="257578" cy="282817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B46B4150-93F7-EECC-90E5-F5B6E577C331}"/>
                  </a:ext>
                </a:extLst>
              </p:cNvPr>
              <p:cNvSpPr txBox="1"/>
              <p:nvPr/>
            </p:nvSpPr>
            <p:spPr>
              <a:xfrm>
                <a:off x="221707" y="4463097"/>
                <a:ext cx="582522" cy="5530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/>
                  <a:t>Length</a:t>
                </a:r>
                <a:br>
                  <a:rPr lang="en-US" altLang="ko-KR" sz="700"/>
                </a:br>
                <a:r>
                  <a:rPr lang="ko-KR" altLang="en-US" sz="700"/>
                  <a:t>치수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BB8B694-FAD2-A48B-026B-47E350083A2C}"/>
                  </a:ext>
                </a:extLst>
              </p:cNvPr>
              <p:cNvSpPr txBox="1"/>
              <p:nvPr/>
            </p:nvSpPr>
            <p:spPr>
              <a:xfrm>
                <a:off x="1841370" y="4997320"/>
                <a:ext cx="582522" cy="2662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/>
                  <a:t>길이</a:t>
                </a:r>
              </a:p>
            </p:txBody>
          </p:sp>
          <p:sp>
            <p:nvSpPr>
              <p:cNvPr id="70" name="타원 69">
                <a:extLst>
                  <a:ext uri="{FF2B5EF4-FFF2-40B4-BE49-F238E27FC236}">
                    <a16:creationId xmlns:a16="http://schemas.microsoft.com/office/drawing/2014/main" id="{F0E05259-D435-14AB-2F21-D6E45907EBF7}"/>
                  </a:ext>
                </a:extLst>
              </p:cNvPr>
              <p:cNvSpPr/>
              <p:nvPr/>
            </p:nvSpPr>
            <p:spPr>
              <a:xfrm>
                <a:off x="1312864" y="4646805"/>
                <a:ext cx="103959" cy="103150"/>
              </a:xfrm>
              <a:prstGeom prst="ellipse">
                <a:avLst/>
              </a:pr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71" name="타원 70">
                <a:extLst>
                  <a:ext uri="{FF2B5EF4-FFF2-40B4-BE49-F238E27FC236}">
                    <a16:creationId xmlns:a16="http://schemas.microsoft.com/office/drawing/2014/main" id="{6FE734BC-0667-F23F-8450-2CE71FE718D2}"/>
                  </a:ext>
                </a:extLst>
              </p:cNvPr>
              <p:cNvSpPr/>
              <p:nvPr/>
            </p:nvSpPr>
            <p:spPr>
              <a:xfrm>
                <a:off x="1357579" y="4773782"/>
                <a:ext cx="103959" cy="103150"/>
              </a:xfrm>
              <a:prstGeom prst="ellipse">
                <a:avLst/>
              </a:pr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8DC8D9EF-D25D-DBF9-9D9E-28D4E63EE729}"/>
                </a:ext>
              </a:extLst>
            </p:cNvPr>
            <p:cNvGrpSpPr/>
            <p:nvPr/>
          </p:nvGrpSpPr>
          <p:grpSpPr>
            <a:xfrm>
              <a:off x="5899112" y="2671630"/>
              <a:ext cx="2303749" cy="1615961"/>
              <a:chOff x="2207890" y="4463097"/>
              <a:chExt cx="2303749" cy="1615961"/>
            </a:xfrm>
          </p:grpSpPr>
          <p:grpSp>
            <p:nvGrpSpPr>
              <p:cNvPr id="19" name="그룹 18">
                <a:extLst>
                  <a:ext uri="{FF2B5EF4-FFF2-40B4-BE49-F238E27FC236}">
                    <a16:creationId xmlns:a16="http://schemas.microsoft.com/office/drawing/2014/main" id="{D6D33B9B-76F3-93A2-7320-BAA323756B8F}"/>
                  </a:ext>
                </a:extLst>
              </p:cNvPr>
              <p:cNvGrpSpPr/>
              <p:nvPr/>
            </p:nvGrpSpPr>
            <p:grpSpPr>
              <a:xfrm>
                <a:off x="2678348" y="4544211"/>
                <a:ext cx="712851" cy="461554"/>
                <a:chOff x="558521" y="5495109"/>
                <a:chExt cx="712851" cy="461554"/>
              </a:xfrm>
            </p:grpSpPr>
            <p:cxnSp>
              <p:nvCxnSpPr>
                <p:cNvPr id="48" name="직선 연결선 47">
                  <a:extLst>
                    <a:ext uri="{FF2B5EF4-FFF2-40B4-BE49-F238E27FC236}">
                      <a16:creationId xmlns:a16="http://schemas.microsoft.com/office/drawing/2014/main" id="{987E0242-CE9E-2F92-8A2E-046FD53584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58521" y="5495109"/>
                  <a:ext cx="0" cy="461554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직선 연결선 49">
                  <a:extLst>
                    <a:ext uri="{FF2B5EF4-FFF2-40B4-BE49-F238E27FC236}">
                      <a16:creationId xmlns:a16="http://schemas.microsoft.com/office/drawing/2014/main" id="{469B9FAC-328C-2991-328F-38CD78D5E6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3563" y="5956663"/>
                  <a:ext cx="69780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3" name="자유형: 도형 52">
                  <a:extLst>
                    <a:ext uri="{FF2B5EF4-FFF2-40B4-BE49-F238E27FC236}">
                      <a16:creationId xmlns:a16="http://schemas.microsoft.com/office/drawing/2014/main" id="{8ADE3AB1-042E-CAD4-D65E-AA7B2B8BF714}"/>
                    </a:ext>
                  </a:extLst>
                </p:cNvPr>
                <p:cNvSpPr/>
                <p:nvPr/>
              </p:nvSpPr>
              <p:spPr>
                <a:xfrm>
                  <a:off x="558890" y="5630821"/>
                  <a:ext cx="706003" cy="58537"/>
                </a:xfrm>
                <a:custGeom>
                  <a:avLst/>
                  <a:gdLst>
                    <a:gd name="connsiteX0" fmla="*/ 0 w 583474"/>
                    <a:gd name="connsiteY0" fmla="*/ 35798 h 53215"/>
                    <a:gd name="connsiteX1" fmla="*/ 43542 w 583474"/>
                    <a:gd name="connsiteY1" fmla="*/ 18381 h 53215"/>
                    <a:gd name="connsiteX2" fmla="*/ 104502 w 583474"/>
                    <a:gd name="connsiteY2" fmla="*/ 9672 h 53215"/>
                    <a:gd name="connsiteX3" fmla="*/ 121920 w 583474"/>
                    <a:gd name="connsiteY3" fmla="*/ 35798 h 53215"/>
                    <a:gd name="connsiteX4" fmla="*/ 148045 w 583474"/>
                    <a:gd name="connsiteY4" fmla="*/ 9672 h 53215"/>
                    <a:gd name="connsiteX5" fmla="*/ 156754 w 583474"/>
                    <a:gd name="connsiteY5" fmla="*/ 44507 h 53215"/>
                    <a:gd name="connsiteX6" fmla="*/ 182880 w 583474"/>
                    <a:gd name="connsiteY6" fmla="*/ 53215 h 53215"/>
                    <a:gd name="connsiteX7" fmla="*/ 226422 w 583474"/>
                    <a:gd name="connsiteY7" fmla="*/ 44507 h 53215"/>
                    <a:gd name="connsiteX8" fmla="*/ 269965 w 583474"/>
                    <a:gd name="connsiteY8" fmla="*/ 18381 h 53215"/>
                    <a:gd name="connsiteX9" fmla="*/ 313508 w 583474"/>
                    <a:gd name="connsiteY9" fmla="*/ 18381 h 53215"/>
                    <a:gd name="connsiteX10" fmla="*/ 357051 w 583474"/>
                    <a:gd name="connsiteY10" fmla="*/ 44507 h 53215"/>
                    <a:gd name="connsiteX11" fmla="*/ 400594 w 583474"/>
                    <a:gd name="connsiteY11" fmla="*/ 35798 h 53215"/>
                    <a:gd name="connsiteX12" fmla="*/ 487680 w 583474"/>
                    <a:gd name="connsiteY12" fmla="*/ 9672 h 53215"/>
                    <a:gd name="connsiteX13" fmla="*/ 505097 w 583474"/>
                    <a:gd name="connsiteY13" fmla="*/ 35798 h 53215"/>
                    <a:gd name="connsiteX14" fmla="*/ 539931 w 583474"/>
                    <a:gd name="connsiteY14" fmla="*/ 53215 h 53215"/>
                    <a:gd name="connsiteX15" fmla="*/ 583474 w 583474"/>
                    <a:gd name="connsiteY15" fmla="*/ 18381 h 53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474" h="53215">
                      <a:moveTo>
                        <a:pt x="0" y="35798"/>
                      </a:moveTo>
                      <a:cubicBezTo>
                        <a:pt x="14514" y="29992"/>
                        <a:pt x="27910" y="18381"/>
                        <a:pt x="43542" y="18381"/>
                      </a:cubicBezTo>
                      <a:cubicBezTo>
                        <a:pt x="111005" y="18381"/>
                        <a:pt x="68905" y="63069"/>
                        <a:pt x="104502" y="9672"/>
                      </a:cubicBezTo>
                      <a:cubicBezTo>
                        <a:pt x="110308" y="18381"/>
                        <a:pt x="111453" y="35798"/>
                        <a:pt x="121920" y="35798"/>
                      </a:cubicBezTo>
                      <a:cubicBezTo>
                        <a:pt x="134236" y="35798"/>
                        <a:pt x="136097" y="6685"/>
                        <a:pt x="148045" y="9672"/>
                      </a:cubicBezTo>
                      <a:cubicBezTo>
                        <a:pt x="159657" y="12575"/>
                        <a:pt x="149277" y="35161"/>
                        <a:pt x="156754" y="44507"/>
                      </a:cubicBezTo>
                      <a:cubicBezTo>
                        <a:pt x="162489" y="51675"/>
                        <a:pt x="174171" y="50312"/>
                        <a:pt x="182880" y="53215"/>
                      </a:cubicBezTo>
                      <a:cubicBezTo>
                        <a:pt x="249119" y="-57187"/>
                        <a:pt x="175792" y="37274"/>
                        <a:pt x="226422" y="44507"/>
                      </a:cubicBezTo>
                      <a:cubicBezTo>
                        <a:pt x="243178" y="46901"/>
                        <a:pt x="255451" y="27090"/>
                        <a:pt x="269965" y="18381"/>
                      </a:cubicBezTo>
                      <a:cubicBezTo>
                        <a:pt x="313208" y="83247"/>
                        <a:pt x="257630" y="18381"/>
                        <a:pt x="313508" y="18381"/>
                      </a:cubicBezTo>
                      <a:cubicBezTo>
                        <a:pt x="330435" y="18381"/>
                        <a:pt x="342537" y="35798"/>
                        <a:pt x="357051" y="44507"/>
                      </a:cubicBezTo>
                      <a:cubicBezTo>
                        <a:pt x="398424" y="3132"/>
                        <a:pt x="347153" y="44020"/>
                        <a:pt x="400594" y="35798"/>
                      </a:cubicBezTo>
                      <a:cubicBezTo>
                        <a:pt x="430548" y="31190"/>
                        <a:pt x="458651" y="18381"/>
                        <a:pt x="487680" y="9672"/>
                      </a:cubicBezTo>
                      <a:cubicBezTo>
                        <a:pt x="493486" y="18381"/>
                        <a:pt x="495379" y="31911"/>
                        <a:pt x="505097" y="35798"/>
                      </a:cubicBezTo>
                      <a:cubicBezTo>
                        <a:pt x="549756" y="53662"/>
                        <a:pt x="518493" y="-11096"/>
                        <a:pt x="539931" y="53215"/>
                      </a:cubicBezTo>
                      <a:cubicBezTo>
                        <a:pt x="572889" y="31244"/>
                        <a:pt x="558656" y="43199"/>
                        <a:pt x="583474" y="1838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400"/>
                </a:p>
              </p:txBody>
            </p:sp>
          </p:grpSp>
          <p:grpSp>
            <p:nvGrpSpPr>
              <p:cNvPr id="20" name="그룹 19">
                <a:extLst>
                  <a:ext uri="{FF2B5EF4-FFF2-40B4-BE49-F238E27FC236}">
                    <a16:creationId xmlns:a16="http://schemas.microsoft.com/office/drawing/2014/main" id="{607B5210-1894-D23F-E48F-204C6BF8A6A0}"/>
                  </a:ext>
                </a:extLst>
              </p:cNvPr>
              <p:cNvGrpSpPr/>
              <p:nvPr/>
            </p:nvGrpSpPr>
            <p:grpSpPr>
              <a:xfrm>
                <a:off x="3370089" y="4700746"/>
                <a:ext cx="745377" cy="305019"/>
                <a:chOff x="672883" y="5651644"/>
                <a:chExt cx="745377" cy="305019"/>
              </a:xfrm>
            </p:grpSpPr>
            <p:cxnSp>
              <p:nvCxnSpPr>
                <p:cNvPr id="36" name="직선 연결선 35">
                  <a:extLst>
                    <a:ext uri="{FF2B5EF4-FFF2-40B4-BE49-F238E27FC236}">
                      <a16:creationId xmlns:a16="http://schemas.microsoft.com/office/drawing/2014/main" id="{94ED8E84-72C4-E6C1-0BC0-FF120C0CCE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2883" y="5956663"/>
                  <a:ext cx="74537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자유형: 도형 36">
                  <a:extLst>
                    <a:ext uri="{FF2B5EF4-FFF2-40B4-BE49-F238E27FC236}">
                      <a16:creationId xmlns:a16="http://schemas.microsoft.com/office/drawing/2014/main" id="{0A542AE6-DCEC-C443-49D2-4833DE843FEE}"/>
                    </a:ext>
                  </a:extLst>
                </p:cNvPr>
                <p:cNvSpPr/>
                <p:nvPr/>
              </p:nvSpPr>
              <p:spPr>
                <a:xfrm flipH="1">
                  <a:off x="707334" y="5651644"/>
                  <a:ext cx="706003" cy="53215"/>
                </a:xfrm>
                <a:custGeom>
                  <a:avLst/>
                  <a:gdLst>
                    <a:gd name="connsiteX0" fmla="*/ 0 w 583474"/>
                    <a:gd name="connsiteY0" fmla="*/ 35798 h 53215"/>
                    <a:gd name="connsiteX1" fmla="*/ 43542 w 583474"/>
                    <a:gd name="connsiteY1" fmla="*/ 18381 h 53215"/>
                    <a:gd name="connsiteX2" fmla="*/ 104502 w 583474"/>
                    <a:gd name="connsiteY2" fmla="*/ 9672 h 53215"/>
                    <a:gd name="connsiteX3" fmla="*/ 121920 w 583474"/>
                    <a:gd name="connsiteY3" fmla="*/ 35798 h 53215"/>
                    <a:gd name="connsiteX4" fmla="*/ 148045 w 583474"/>
                    <a:gd name="connsiteY4" fmla="*/ 9672 h 53215"/>
                    <a:gd name="connsiteX5" fmla="*/ 156754 w 583474"/>
                    <a:gd name="connsiteY5" fmla="*/ 44507 h 53215"/>
                    <a:gd name="connsiteX6" fmla="*/ 182880 w 583474"/>
                    <a:gd name="connsiteY6" fmla="*/ 53215 h 53215"/>
                    <a:gd name="connsiteX7" fmla="*/ 226422 w 583474"/>
                    <a:gd name="connsiteY7" fmla="*/ 44507 h 53215"/>
                    <a:gd name="connsiteX8" fmla="*/ 269965 w 583474"/>
                    <a:gd name="connsiteY8" fmla="*/ 18381 h 53215"/>
                    <a:gd name="connsiteX9" fmla="*/ 313508 w 583474"/>
                    <a:gd name="connsiteY9" fmla="*/ 18381 h 53215"/>
                    <a:gd name="connsiteX10" fmla="*/ 357051 w 583474"/>
                    <a:gd name="connsiteY10" fmla="*/ 44507 h 53215"/>
                    <a:gd name="connsiteX11" fmla="*/ 400594 w 583474"/>
                    <a:gd name="connsiteY11" fmla="*/ 35798 h 53215"/>
                    <a:gd name="connsiteX12" fmla="*/ 487680 w 583474"/>
                    <a:gd name="connsiteY12" fmla="*/ 9672 h 53215"/>
                    <a:gd name="connsiteX13" fmla="*/ 505097 w 583474"/>
                    <a:gd name="connsiteY13" fmla="*/ 35798 h 53215"/>
                    <a:gd name="connsiteX14" fmla="*/ 539931 w 583474"/>
                    <a:gd name="connsiteY14" fmla="*/ 53215 h 53215"/>
                    <a:gd name="connsiteX15" fmla="*/ 583474 w 583474"/>
                    <a:gd name="connsiteY15" fmla="*/ 18381 h 53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474" h="53215">
                      <a:moveTo>
                        <a:pt x="0" y="35798"/>
                      </a:moveTo>
                      <a:cubicBezTo>
                        <a:pt x="14514" y="29992"/>
                        <a:pt x="27910" y="18381"/>
                        <a:pt x="43542" y="18381"/>
                      </a:cubicBezTo>
                      <a:cubicBezTo>
                        <a:pt x="111005" y="18381"/>
                        <a:pt x="68905" y="63069"/>
                        <a:pt x="104502" y="9672"/>
                      </a:cubicBezTo>
                      <a:cubicBezTo>
                        <a:pt x="110308" y="18381"/>
                        <a:pt x="111453" y="35798"/>
                        <a:pt x="121920" y="35798"/>
                      </a:cubicBezTo>
                      <a:cubicBezTo>
                        <a:pt x="134236" y="35798"/>
                        <a:pt x="136097" y="6685"/>
                        <a:pt x="148045" y="9672"/>
                      </a:cubicBezTo>
                      <a:cubicBezTo>
                        <a:pt x="159657" y="12575"/>
                        <a:pt x="149277" y="35161"/>
                        <a:pt x="156754" y="44507"/>
                      </a:cubicBezTo>
                      <a:cubicBezTo>
                        <a:pt x="162489" y="51675"/>
                        <a:pt x="174171" y="50312"/>
                        <a:pt x="182880" y="53215"/>
                      </a:cubicBezTo>
                      <a:cubicBezTo>
                        <a:pt x="249119" y="-57187"/>
                        <a:pt x="175792" y="37274"/>
                        <a:pt x="226422" y="44507"/>
                      </a:cubicBezTo>
                      <a:cubicBezTo>
                        <a:pt x="243178" y="46901"/>
                        <a:pt x="255451" y="27090"/>
                        <a:pt x="269965" y="18381"/>
                      </a:cubicBezTo>
                      <a:cubicBezTo>
                        <a:pt x="313208" y="83247"/>
                        <a:pt x="257630" y="18381"/>
                        <a:pt x="313508" y="18381"/>
                      </a:cubicBezTo>
                      <a:cubicBezTo>
                        <a:pt x="330435" y="18381"/>
                        <a:pt x="342537" y="35798"/>
                        <a:pt x="357051" y="44507"/>
                      </a:cubicBezTo>
                      <a:cubicBezTo>
                        <a:pt x="398424" y="3132"/>
                        <a:pt x="347153" y="44020"/>
                        <a:pt x="400594" y="35798"/>
                      </a:cubicBezTo>
                      <a:cubicBezTo>
                        <a:pt x="430548" y="31190"/>
                        <a:pt x="458651" y="18381"/>
                        <a:pt x="487680" y="9672"/>
                      </a:cubicBezTo>
                      <a:cubicBezTo>
                        <a:pt x="493486" y="18381"/>
                        <a:pt x="495379" y="31911"/>
                        <a:pt x="505097" y="35798"/>
                      </a:cubicBezTo>
                      <a:cubicBezTo>
                        <a:pt x="549756" y="53662"/>
                        <a:pt x="518493" y="-11096"/>
                        <a:pt x="539931" y="53215"/>
                      </a:cubicBezTo>
                      <a:cubicBezTo>
                        <a:pt x="572889" y="31244"/>
                        <a:pt x="558656" y="43199"/>
                        <a:pt x="583474" y="1838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400"/>
                </a:p>
              </p:txBody>
            </p:sp>
          </p:grp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5E69524C-2FED-53F3-E205-B418BA5F8777}"/>
                  </a:ext>
                </a:extLst>
              </p:cNvPr>
              <p:cNvSpPr/>
              <p:nvPr/>
            </p:nvSpPr>
            <p:spPr>
              <a:xfrm>
                <a:off x="3142938" y="4468055"/>
                <a:ext cx="224874" cy="529265"/>
              </a:xfrm>
              <a:prstGeom prst="roundRect">
                <a:avLst/>
              </a:prstGeom>
              <a:solidFill>
                <a:schemeClr val="accent2">
                  <a:alpha val="50000"/>
                </a:schemeClr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22" name="사각형: 둥근 모서리 21">
                <a:extLst>
                  <a:ext uri="{FF2B5EF4-FFF2-40B4-BE49-F238E27FC236}">
                    <a16:creationId xmlns:a16="http://schemas.microsoft.com/office/drawing/2014/main" id="{25A6A2C7-78BF-4617-A978-0E69CFD6D6DE}"/>
                  </a:ext>
                </a:extLst>
              </p:cNvPr>
              <p:cNvSpPr/>
              <p:nvPr/>
            </p:nvSpPr>
            <p:spPr>
              <a:xfrm>
                <a:off x="3404540" y="4468055"/>
                <a:ext cx="224874" cy="529265"/>
              </a:xfrm>
              <a:prstGeom prst="roundRect">
                <a:avLst/>
              </a:prstGeom>
              <a:solidFill>
                <a:schemeClr val="accent2">
                  <a:alpha val="50000"/>
                </a:schemeClr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77814CE-0451-D7D0-ADD7-ACD2C3191694}"/>
                  </a:ext>
                </a:extLst>
              </p:cNvPr>
              <p:cNvSpPr txBox="1"/>
              <p:nvPr/>
            </p:nvSpPr>
            <p:spPr>
              <a:xfrm>
                <a:off x="2864448" y="5281348"/>
                <a:ext cx="1647191" cy="79771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 lvl="0">
                  <a:lnSpc>
                    <a:spcPct val="120000"/>
                  </a:lnSpc>
                  <a:defRPr kumimoji="0" sz="1000" b="0" i="0" u="none" strike="noStrike" cap="none" spc="0" normalizeH="0" baseline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defRPr>
                </a:lvl1pPr>
              </a:lstStyle>
              <a:p>
                <a:r>
                  <a:rPr lang="ko-KR" altLang="en-US" sz="700">
                    <a:solidFill>
                      <a:srgbClr val="00B050"/>
                    </a:solidFill>
                  </a:rPr>
                  <a:t>두 전극 간 </a:t>
                </a:r>
                <a:r>
                  <a:rPr lang="en-US" altLang="ko-KR" sz="700">
                    <a:solidFill>
                      <a:srgbClr val="00B050"/>
                    </a:solidFill>
                  </a:rPr>
                  <a:t>Length </a:t>
                </a:r>
                <a:r>
                  <a:rPr lang="ko-KR" altLang="en-US" sz="700">
                    <a:solidFill>
                      <a:srgbClr val="00B050"/>
                    </a:solidFill>
                  </a:rPr>
                  <a:t>차이가 적음</a:t>
                </a:r>
                <a:r>
                  <a:rPr lang="en-US" altLang="ko-KR" sz="700">
                    <a:solidFill>
                      <a:srgbClr val="00B050"/>
                    </a:solidFill>
                  </a:rPr>
                  <a:t> </a:t>
                </a:r>
                <a:br>
                  <a:rPr lang="en-US" altLang="ko-KR" sz="700">
                    <a:solidFill>
                      <a:srgbClr val="00B050"/>
                    </a:solidFill>
                  </a:rPr>
                </a:br>
                <a:r>
                  <a:rPr lang="en-US" altLang="ko-KR" sz="700">
                    <a:solidFill>
                      <a:srgbClr val="00B050"/>
                    </a:solidFill>
                    <a:sym typeface="Wingdings" panose="05000000000000000000" pitchFamily="2" charset="2"/>
                  </a:rPr>
                  <a:t> </a:t>
                </a:r>
                <a:r>
                  <a:rPr lang="ko-KR" altLang="en-US" sz="700">
                    <a:solidFill>
                      <a:srgbClr val="00B050"/>
                    </a:solidFill>
                    <a:sym typeface="Wingdings" panose="05000000000000000000" pitchFamily="2" charset="2"/>
                  </a:rPr>
                  <a:t>재료교체 후 자동 보정 기간 ↓ </a:t>
                </a:r>
                <a:br>
                  <a:rPr lang="en-US" altLang="ko-KR" sz="700">
                    <a:solidFill>
                      <a:srgbClr val="00B050"/>
                    </a:solidFill>
                    <a:sym typeface="Wingdings" panose="05000000000000000000" pitchFamily="2" charset="2"/>
                  </a:rPr>
                </a:br>
                <a:r>
                  <a:rPr lang="en-US" altLang="ko-KR" sz="700">
                    <a:solidFill>
                      <a:srgbClr val="00B050"/>
                    </a:solidFill>
                    <a:sym typeface="Wingdings" panose="05000000000000000000" pitchFamily="2" charset="2"/>
                  </a:rPr>
                  <a:t> Y </a:t>
                </a:r>
                <a:r>
                  <a:rPr lang="ko-KR" altLang="en-US" sz="700">
                    <a:solidFill>
                      <a:srgbClr val="00B050"/>
                    </a:solidFill>
                    <a:sym typeface="Wingdings" panose="05000000000000000000" pitchFamily="2" charset="2"/>
                  </a:rPr>
                  <a:t>치수 불량 ↓</a:t>
                </a:r>
                <a:endParaRPr lang="ko-KR" altLang="en-US" sz="700">
                  <a:solidFill>
                    <a:srgbClr val="00B050"/>
                  </a:solidFill>
                </a:endParaRPr>
              </a:p>
            </p:txBody>
          </p:sp>
          <p:cxnSp>
            <p:nvCxnSpPr>
              <p:cNvPr id="25" name="직선 화살표 연결선 24">
                <a:extLst>
                  <a:ext uri="{FF2B5EF4-FFF2-40B4-BE49-F238E27FC236}">
                    <a16:creationId xmlns:a16="http://schemas.microsoft.com/office/drawing/2014/main" id="{611FF87B-3089-A7D6-B8D2-A53AC32DEA01}"/>
                  </a:ext>
                </a:extLst>
              </p:cNvPr>
              <p:cNvCxnSpPr>
                <a:cxnSpLocks/>
                <a:stCxn id="24" idx="0"/>
              </p:cNvCxnSpPr>
              <p:nvPr/>
            </p:nvCxnSpPr>
            <p:spPr>
              <a:xfrm flipH="1" flipV="1">
                <a:off x="3516977" y="4997320"/>
                <a:ext cx="171067" cy="284027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직선 화살표 연결선 26">
                <a:extLst>
                  <a:ext uri="{FF2B5EF4-FFF2-40B4-BE49-F238E27FC236}">
                    <a16:creationId xmlns:a16="http://schemas.microsoft.com/office/drawing/2014/main" id="{4E016A6A-A869-C04C-8656-99DF6AE9A480}"/>
                  </a:ext>
                </a:extLst>
              </p:cNvPr>
              <p:cNvCxnSpPr>
                <a:cxnSpLocks/>
                <a:stCxn id="24" idx="0"/>
              </p:cNvCxnSpPr>
              <p:nvPr/>
            </p:nvCxnSpPr>
            <p:spPr>
              <a:xfrm flipH="1" flipV="1">
                <a:off x="3255374" y="4997320"/>
                <a:ext cx="432670" cy="284027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ED8DB47-62F1-5AA2-070F-30BF81852015}"/>
                  </a:ext>
                </a:extLst>
              </p:cNvPr>
              <p:cNvSpPr txBox="1"/>
              <p:nvPr/>
            </p:nvSpPr>
            <p:spPr>
              <a:xfrm>
                <a:off x="2207890" y="4463097"/>
                <a:ext cx="582522" cy="5530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/>
                  <a:t>Length</a:t>
                </a:r>
                <a:br>
                  <a:rPr lang="en-US" altLang="ko-KR" sz="700"/>
                </a:br>
                <a:r>
                  <a:rPr lang="ko-KR" altLang="en-US" sz="700"/>
                  <a:t>치수</a:t>
                </a: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499F460-855E-146B-F937-A2C79A7AFCEE}"/>
                  </a:ext>
                </a:extLst>
              </p:cNvPr>
              <p:cNvSpPr txBox="1"/>
              <p:nvPr/>
            </p:nvSpPr>
            <p:spPr>
              <a:xfrm>
                <a:off x="3844027" y="4997320"/>
                <a:ext cx="582521" cy="2662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/>
                  <a:t>길이</a:t>
                </a:r>
              </a:p>
            </p:txBody>
          </p:sp>
          <p:sp>
            <p:nvSpPr>
              <p:cNvPr id="35" name="타원 34">
                <a:extLst>
                  <a:ext uri="{FF2B5EF4-FFF2-40B4-BE49-F238E27FC236}">
                    <a16:creationId xmlns:a16="http://schemas.microsoft.com/office/drawing/2014/main" id="{C4A7A8DD-0B28-CF2F-D751-1DC51CF17479}"/>
                  </a:ext>
                </a:extLst>
              </p:cNvPr>
              <p:cNvSpPr/>
              <p:nvPr/>
            </p:nvSpPr>
            <p:spPr>
              <a:xfrm>
                <a:off x="3332445" y="4657616"/>
                <a:ext cx="103959" cy="103150"/>
              </a:xfrm>
              <a:prstGeom prst="ellipse">
                <a:avLst/>
              </a:prstGeom>
              <a:noFill/>
              <a:ln w="63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</p:grpSp>
        <p:sp>
          <p:nvSpPr>
            <p:cNvPr id="18" name="화살표: 오른쪽 17">
              <a:extLst>
                <a:ext uri="{FF2B5EF4-FFF2-40B4-BE49-F238E27FC236}">
                  <a16:creationId xmlns:a16="http://schemas.microsoft.com/office/drawing/2014/main" id="{E6A396BA-90D9-A898-6992-2FEFC01A5038}"/>
                </a:ext>
              </a:extLst>
            </p:cNvPr>
            <p:cNvSpPr/>
            <p:nvPr/>
          </p:nvSpPr>
          <p:spPr>
            <a:xfrm>
              <a:off x="3633262" y="2969482"/>
              <a:ext cx="202320" cy="360926"/>
            </a:xfrm>
            <a:prstGeom prst="rightArrow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33906A8B-6DDC-1EC3-0EE4-31C78A271920}"/>
              </a:ext>
            </a:extLst>
          </p:cNvPr>
          <p:cNvGrpSpPr/>
          <p:nvPr/>
        </p:nvGrpSpPr>
        <p:grpSpPr>
          <a:xfrm>
            <a:off x="668282" y="4925344"/>
            <a:ext cx="7964620" cy="1731395"/>
            <a:chOff x="503414" y="4622201"/>
            <a:chExt cx="7964620" cy="1731395"/>
          </a:xfrm>
        </p:grpSpPr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52EA19F3-8A1F-BBC7-DDDB-2495F68C1BA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376413" y="4636291"/>
              <a:ext cx="3441889" cy="1261678"/>
            </a:xfrm>
            <a:prstGeom prst="rect">
              <a:avLst/>
            </a:prstGeom>
            <a:ln w="3175">
              <a:solidFill>
                <a:schemeClr val="tx1"/>
              </a:solidFill>
            </a:ln>
          </p:spPr>
        </p:pic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F030ECD0-7F89-2AAE-5A18-78CC7137E002}"/>
                </a:ext>
              </a:extLst>
            </p:cNvPr>
            <p:cNvSpPr txBox="1"/>
            <p:nvPr/>
          </p:nvSpPr>
          <p:spPr>
            <a:xfrm>
              <a:off x="2732858" y="4622201"/>
              <a:ext cx="678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>
                  <a:solidFill>
                    <a:srgbClr val="FF0000"/>
                  </a:solidFill>
                </a:rPr>
                <a:t>재료 교체</a:t>
              </a:r>
              <a:br>
                <a:rPr lang="en-US" altLang="ko-KR" sz="700">
                  <a:solidFill>
                    <a:srgbClr val="FF0000"/>
                  </a:solidFill>
                </a:rPr>
              </a:br>
              <a:r>
                <a:rPr lang="en-US" altLang="ko-KR" sz="700">
                  <a:solidFill>
                    <a:srgbClr val="FF0000"/>
                  </a:solidFill>
                </a:rPr>
                <a:t>Cell </a:t>
              </a:r>
              <a:r>
                <a:rPr lang="ko-KR" altLang="en-US" sz="700">
                  <a:solidFill>
                    <a:srgbClr val="FF0000"/>
                  </a:solidFill>
                </a:rPr>
                <a:t>위치</a:t>
              </a:r>
            </a:p>
          </p:txBody>
        </p:sp>
        <p:cxnSp>
          <p:nvCxnSpPr>
            <p:cNvPr id="4" name="직선 화살표 연결선 3">
              <a:extLst>
                <a:ext uri="{FF2B5EF4-FFF2-40B4-BE49-F238E27FC236}">
                  <a16:creationId xmlns:a16="http://schemas.microsoft.com/office/drawing/2014/main" id="{6FC1966A-A3B3-BEEB-001C-6FE80199942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2154" y="4719551"/>
              <a:ext cx="489763" cy="91814"/>
            </a:xfrm>
            <a:prstGeom prst="straightConnector1">
              <a:avLst/>
            </a:prstGeom>
            <a:ln w="31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그림 25">
              <a:extLst>
                <a:ext uri="{FF2B5EF4-FFF2-40B4-BE49-F238E27FC236}">
                  <a16:creationId xmlns:a16="http://schemas.microsoft.com/office/drawing/2014/main" id="{993268CF-C777-2CF1-9B8D-E056CD135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t="23966" b="9068"/>
            <a:stretch/>
          </p:blipFill>
          <p:spPr>
            <a:xfrm>
              <a:off x="4229705" y="4647075"/>
              <a:ext cx="578936" cy="710762"/>
            </a:xfrm>
            <a:prstGeom prst="rect">
              <a:avLst/>
            </a:prstGeom>
          </p:spPr>
        </p:pic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E2E99F2-6BEB-10D9-FB67-447E1E60D909}"/>
                </a:ext>
              </a:extLst>
            </p:cNvPr>
            <p:cNvSpPr/>
            <p:nvPr/>
          </p:nvSpPr>
          <p:spPr>
            <a:xfrm>
              <a:off x="2021513" y="4786058"/>
              <a:ext cx="323600" cy="976564"/>
            </a:xfrm>
            <a:prstGeom prst="ellipse">
              <a:avLst/>
            </a:prstGeom>
            <a:noFill/>
            <a:ln w="3175">
              <a:solidFill>
                <a:srgbClr val="0000FF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38" name="그림 37">
              <a:extLst>
                <a:ext uri="{FF2B5EF4-FFF2-40B4-BE49-F238E27FC236}">
                  <a16:creationId xmlns:a16="http://schemas.microsoft.com/office/drawing/2014/main" id="{6B1AFC3B-644B-DB0C-6845-47F1CFA57C9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924734" y="4636290"/>
              <a:ext cx="3531296" cy="1272253"/>
            </a:xfrm>
            <a:prstGeom prst="rect">
              <a:avLst/>
            </a:prstGeom>
            <a:ln w="3175">
              <a:solidFill>
                <a:schemeClr val="tx1"/>
              </a:solidFill>
            </a:ln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1AD8168-9062-6CDD-4AFE-A2B7EABB4522}"/>
                </a:ext>
              </a:extLst>
            </p:cNvPr>
            <p:cNvSpPr txBox="1"/>
            <p:nvPr/>
          </p:nvSpPr>
          <p:spPr>
            <a:xfrm>
              <a:off x="6338755" y="4622201"/>
              <a:ext cx="678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>
                  <a:solidFill>
                    <a:srgbClr val="FF0000"/>
                  </a:solidFill>
                </a:rPr>
                <a:t>재료 교체</a:t>
              </a:r>
              <a:br>
                <a:rPr lang="en-US" altLang="ko-KR" sz="700">
                  <a:solidFill>
                    <a:srgbClr val="FF0000"/>
                  </a:solidFill>
                </a:rPr>
              </a:br>
              <a:r>
                <a:rPr lang="en-US" altLang="ko-KR" sz="700">
                  <a:solidFill>
                    <a:srgbClr val="FF0000"/>
                  </a:solidFill>
                </a:rPr>
                <a:t>Cell </a:t>
              </a:r>
              <a:r>
                <a:rPr lang="ko-KR" altLang="en-US" sz="700">
                  <a:solidFill>
                    <a:srgbClr val="FF0000"/>
                  </a:solidFill>
                </a:rPr>
                <a:t>위치</a:t>
              </a:r>
            </a:p>
          </p:txBody>
        </p:sp>
        <p:cxnSp>
          <p:nvCxnSpPr>
            <p:cNvPr id="9" name="직선 화살표 연결선 8">
              <a:extLst>
                <a:ext uri="{FF2B5EF4-FFF2-40B4-BE49-F238E27FC236}">
                  <a16:creationId xmlns:a16="http://schemas.microsoft.com/office/drawing/2014/main" id="{33B48396-4FD2-A654-E42B-A1C795E627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985692" y="4719551"/>
              <a:ext cx="492122" cy="91814"/>
            </a:xfrm>
            <a:prstGeom prst="straightConnector1">
              <a:avLst/>
            </a:prstGeom>
            <a:ln w="31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FFB650D4-60EE-D558-FAAB-96DA87F43730}"/>
                </a:ext>
              </a:extLst>
            </p:cNvPr>
            <p:cNvSpPr/>
            <p:nvPr/>
          </p:nvSpPr>
          <p:spPr>
            <a:xfrm>
              <a:off x="5658388" y="5035742"/>
              <a:ext cx="858351" cy="739732"/>
            </a:xfrm>
            <a:prstGeom prst="ellipse">
              <a:avLst/>
            </a:prstGeom>
            <a:noFill/>
            <a:ln w="3175">
              <a:solidFill>
                <a:srgbClr val="0000FF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0" name="그림 39">
              <a:extLst>
                <a:ext uri="{FF2B5EF4-FFF2-40B4-BE49-F238E27FC236}">
                  <a16:creationId xmlns:a16="http://schemas.microsoft.com/office/drawing/2014/main" id="{851C2601-C0C5-DB5F-7F92-782FE3487BB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t="25600"/>
            <a:stretch/>
          </p:blipFill>
          <p:spPr>
            <a:xfrm>
              <a:off x="7888842" y="4659489"/>
              <a:ext cx="543178" cy="747869"/>
            </a:xfrm>
            <a:prstGeom prst="rect">
              <a:avLst/>
            </a:prstGeom>
          </p:spPr>
        </p:pic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6F058E7-AFAD-4538-65E6-6AF2817B0E4A}"/>
                </a:ext>
              </a:extLst>
            </p:cNvPr>
            <p:cNvSpPr/>
            <p:nvPr/>
          </p:nvSpPr>
          <p:spPr>
            <a:xfrm>
              <a:off x="4192664" y="5088362"/>
              <a:ext cx="572644" cy="123985"/>
            </a:xfrm>
            <a:prstGeom prst="rect">
              <a:avLst/>
            </a:prstGeom>
            <a:noFill/>
            <a:ln w="3175">
              <a:solidFill>
                <a:srgbClr val="0000FF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73968051-7986-754F-812A-1C07B35C3031}"/>
                </a:ext>
              </a:extLst>
            </p:cNvPr>
            <p:cNvSpPr/>
            <p:nvPr/>
          </p:nvSpPr>
          <p:spPr>
            <a:xfrm>
              <a:off x="7895390" y="5138713"/>
              <a:ext cx="572644" cy="233198"/>
            </a:xfrm>
            <a:prstGeom prst="rect">
              <a:avLst/>
            </a:prstGeom>
            <a:noFill/>
            <a:ln w="3175">
              <a:solidFill>
                <a:srgbClr val="0000FF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B009834-F87E-4E9F-646D-8B27143B7BF8}"/>
                </a:ext>
              </a:extLst>
            </p:cNvPr>
            <p:cNvSpPr txBox="1"/>
            <p:nvPr/>
          </p:nvSpPr>
          <p:spPr>
            <a:xfrm>
              <a:off x="1671480" y="5887038"/>
              <a:ext cx="275520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00"/>
                <a:t>[</a:t>
              </a:r>
              <a:r>
                <a:rPr lang="ko-KR" altLang="en-US" sz="1000"/>
                <a:t>음극 재료 교체 전</a:t>
              </a:r>
              <a:r>
                <a:rPr lang="en-US" altLang="ko-KR" sz="1000"/>
                <a:t>/</a:t>
              </a:r>
              <a:r>
                <a:rPr lang="ko-KR" altLang="en-US" sz="1000"/>
                <a:t>후 </a:t>
              </a:r>
              <a:r>
                <a:rPr lang="en-US" altLang="ko-KR" sz="1000"/>
                <a:t>Cell </a:t>
              </a:r>
              <a:r>
                <a:rPr lang="ko-KR" altLang="en-US" sz="1000"/>
                <a:t>위치 별 불량 분포</a:t>
              </a:r>
              <a:r>
                <a:rPr lang="en-US" altLang="ko-KR" sz="1000"/>
                <a:t>]</a:t>
              </a:r>
              <a:endParaRPr lang="ko-KR" altLang="en-US" sz="10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7BE917A4-73DF-643A-05A9-AC3AD26760C0}"/>
                </a:ext>
              </a:extLst>
            </p:cNvPr>
            <p:cNvSpPr txBox="1"/>
            <p:nvPr/>
          </p:nvSpPr>
          <p:spPr>
            <a:xfrm>
              <a:off x="5245534" y="5887038"/>
              <a:ext cx="275520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00"/>
                <a:t>[</a:t>
              </a:r>
              <a:r>
                <a:rPr lang="ko-KR" altLang="en-US" sz="1000"/>
                <a:t>양극 재료 교체 전</a:t>
              </a:r>
              <a:r>
                <a:rPr lang="en-US" altLang="ko-KR" sz="1000"/>
                <a:t>/</a:t>
              </a:r>
              <a:r>
                <a:rPr lang="ko-KR" altLang="en-US" sz="1000"/>
                <a:t>후 </a:t>
              </a:r>
              <a:r>
                <a:rPr lang="en-US" altLang="ko-KR" sz="1000"/>
                <a:t>Cell </a:t>
              </a:r>
              <a:r>
                <a:rPr lang="ko-KR" altLang="en-US" sz="1000"/>
                <a:t>위치 별 불량 분포</a:t>
              </a:r>
              <a:r>
                <a:rPr lang="en-US" altLang="ko-KR" sz="1000"/>
                <a:t>]</a:t>
              </a:r>
              <a:endParaRPr lang="ko-KR" altLang="en-US" sz="1000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C36A5033-EAF0-E313-255C-4E62FA7D39AA}"/>
                </a:ext>
              </a:extLst>
            </p:cNvPr>
            <p:cNvSpPr txBox="1"/>
            <p:nvPr/>
          </p:nvSpPr>
          <p:spPr>
            <a:xfrm>
              <a:off x="503414" y="5569989"/>
              <a:ext cx="96568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800"/>
                <a:t>Y</a:t>
              </a:r>
              <a:r>
                <a:rPr lang="ko-KR" altLang="en-US" sz="800"/>
                <a:t>축</a:t>
              </a:r>
              <a:r>
                <a:rPr lang="en-US" altLang="ko-KR" sz="800"/>
                <a:t> : </a:t>
              </a:r>
              <a:br>
                <a:rPr lang="en-US" altLang="ko-KR" sz="800"/>
              </a:br>
              <a:r>
                <a:rPr lang="ko-KR" altLang="en-US" sz="800"/>
                <a:t>불량 발생 횟수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527BB3-6D8E-E8C5-BFEA-DCE81B52E0A7}"/>
                </a:ext>
              </a:extLst>
            </p:cNvPr>
            <p:cNvSpPr txBox="1"/>
            <p:nvPr/>
          </p:nvSpPr>
          <p:spPr>
            <a:xfrm>
              <a:off x="3905836" y="5891931"/>
              <a:ext cx="96568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800"/>
                <a:t>X</a:t>
              </a:r>
              <a:r>
                <a:rPr lang="ko-KR" altLang="en-US" sz="800"/>
                <a:t>축</a:t>
              </a:r>
              <a:r>
                <a:rPr lang="en-US" altLang="ko-KR" sz="800"/>
                <a:t> : </a:t>
              </a:r>
              <a:br>
                <a:rPr lang="en-US" altLang="ko-KR" sz="800"/>
              </a:br>
              <a:r>
                <a:rPr lang="ko-KR" altLang="en-US" sz="800"/>
                <a:t>재료 교체 </a:t>
              </a:r>
              <a:r>
                <a:rPr lang="en-US" altLang="ko-KR" sz="800"/>
                <a:t>Cell </a:t>
              </a:r>
              <a:br>
                <a:rPr lang="en-US" altLang="ko-KR" sz="800"/>
              </a:br>
              <a:r>
                <a:rPr lang="ko-KR" altLang="en-US" sz="800"/>
                <a:t>상대 위치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7531198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EF5C5DA-C5D8-AE49-7924-993554693D5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5" name="제목 1">
            <a:extLst>
              <a:ext uri="{FF2B5EF4-FFF2-40B4-BE49-F238E27FC236}">
                <a16:creationId xmlns:a16="http://schemas.microsoft.com/office/drawing/2014/main" id="{10A10F60-32C6-AA3F-7267-B14176DB6C4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CB71793C-E619-C2BD-283C-8472FEA478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8080885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치수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유사 전극 라미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■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진행현황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en-US" altLang="ko-KR" sz="900" b="1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[</a:t>
                      </a:r>
                      <a:r>
                        <a:rPr lang="ko-KR" altLang="en-US" sz="900" b="1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분석</a:t>
                      </a:r>
                      <a:r>
                        <a:rPr lang="en-US" altLang="ko-KR" sz="900" b="1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재료 교체 전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후로 불량률이 높은 경우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이전 투입 노칭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전극의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Cutting Height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줄어들고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코팅폭은 증가하는 추세로 확인되었습니다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그리고 라미에서는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코팅폭이 증가하였기 때문에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AC_C2 + AC_A2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합계 또한 코팅폭과 동일한 치수로 줄어들었음을 확인하였습니다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즉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라미 합치 시 양극 코팅폭이 커지면서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AC_C2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갭이 과다하게 줄어들고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그로 인해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AC_A2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갭이 소폭 증가한 상태가 되었다가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    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재료 교체 후 정상화 되는 구간에서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AC_C2, AC_A2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불량이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Spec Out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으로 다발 발생하는 것으로 파악되었습니다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en-US" altLang="ko-KR" sz="9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A697DC3A-A746-E6E7-EF34-556A19E70052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4549A14F-BCC0-BB63-9BCF-1E6BE86D2CC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85842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노칭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양극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)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치수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유사 전극 라미 선별 투입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E013F5B-69C7-0770-00F7-36FCD81BAF24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47F72044-984D-2FBF-ABA7-473B614AD5B9}"/>
              </a:ext>
            </a:extLst>
          </p:cNvPr>
          <p:cNvGrpSpPr/>
          <p:nvPr/>
        </p:nvGrpSpPr>
        <p:grpSpPr>
          <a:xfrm>
            <a:off x="1693263" y="2117182"/>
            <a:ext cx="7793983" cy="4399463"/>
            <a:chOff x="827314" y="1890774"/>
            <a:chExt cx="8573381" cy="4839412"/>
          </a:xfrm>
        </p:grpSpPr>
        <p:pic>
          <p:nvPicPr>
            <p:cNvPr id="127" name="그림 126">
              <a:extLst>
                <a:ext uri="{FF2B5EF4-FFF2-40B4-BE49-F238E27FC236}">
                  <a16:creationId xmlns:a16="http://schemas.microsoft.com/office/drawing/2014/main" id="{9524360B-0CE8-BE6B-5E46-740F15F8F5E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29067" y="2106218"/>
              <a:ext cx="6840000" cy="1067591"/>
            </a:xfrm>
            <a:prstGeom prst="rect">
              <a:avLst/>
            </a:prstGeom>
          </p:spPr>
        </p:pic>
        <p:cxnSp>
          <p:nvCxnSpPr>
            <p:cNvPr id="128" name="직선 화살표 연결선 127">
              <a:extLst>
                <a:ext uri="{FF2B5EF4-FFF2-40B4-BE49-F238E27FC236}">
                  <a16:creationId xmlns:a16="http://schemas.microsoft.com/office/drawing/2014/main" id="{8143D4E8-AC32-972C-8488-A717D4FD1101}"/>
                </a:ext>
              </a:extLst>
            </p:cNvPr>
            <p:cNvCxnSpPr>
              <a:cxnSpLocks/>
            </p:cNvCxnSpPr>
            <p:nvPr/>
          </p:nvCxnSpPr>
          <p:spPr>
            <a:xfrm>
              <a:off x="5279795" y="2675761"/>
              <a:ext cx="506283" cy="176904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CCC449A-6421-ECEA-24D4-B2C49F054C18}"/>
                </a:ext>
              </a:extLst>
            </p:cNvPr>
            <p:cNvSpPr txBox="1"/>
            <p:nvPr/>
          </p:nvSpPr>
          <p:spPr>
            <a:xfrm>
              <a:off x="5141050" y="2752918"/>
              <a:ext cx="78377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</a:rPr>
                <a:t>-1.55</a:t>
              </a:r>
              <a:endPara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cxnSp>
          <p:nvCxnSpPr>
            <p:cNvPr id="130" name="직선 화살표 연결선 129">
              <a:extLst>
                <a:ext uri="{FF2B5EF4-FFF2-40B4-BE49-F238E27FC236}">
                  <a16:creationId xmlns:a16="http://schemas.microsoft.com/office/drawing/2014/main" id="{257B3D7B-379D-F3EC-F273-70B7172BAA80}"/>
                </a:ext>
              </a:extLst>
            </p:cNvPr>
            <p:cNvCxnSpPr>
              <a:cxnSpLocks/>
            </p:cNvCxnSpPr>
            <p:nvPr/>
          </p:nvCxnSpPr>
          <p:spPr>
            <a:xfrm>
              <a:off x="7465646" y="2668716"/>
              <a:ext cx="506283" cy="176904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4D384BEF-D84F-7597-0967-5BA6331A4EBA}"/>
                </a:ext>
              </a:extLst>
            </p:cNvPr>
            <p:cNvSpPr txBox="1"/>
            <p:nvPr/>
          </p:nvSpPr>
          <p:spPr>
            <a:xfrm>
              <a:off x="7326901" y="2745873"/>
              <a:ext cx="78377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</a:rPr>
                <a:t>-1.08</a:t>
              </a:r>
              <a:endPara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cxnSp>
          <p:nvCxnSpPr>
            <p:cNvPr id="132" name="직선 화살표 연결선 131">
              <a:extLst>
                <a:ext uri="{FF2B5EF4-FFF2-40B4-BE49-F238E27FC236}">
                  <a16:creationId xmlns:a16="http://schemas.microsoft.com/office/drawing/2014/main" id="{04AC74DE-B497-BE47-6512-18AB4E8B5A08}"/>
                </a:ext>
              </a:extLst>
            </p:cNvPr>
            <p:cNvCxnSpPr>
              <a:cxnSpLocks/>
            </p:cNvCxnSpPr>
            <p:nvPr/>
          </p:nvCxnSpPr>
          <p:spPr>
            <a:xfrm>
              <a:off x="3086424" y="2745873"/>
              <a:ext cx="557346" cy="0"/>
            </a:xfrm>
            <a:prstGeom prst="straightConnector1">
              <a:avLst/>
            </a:prstGeom>
            <a:noFill/>
            <a:ln w="6350" cap="flat" cmpd="sng" algn="ctr">
              <a:solidFill>
                <a:srgbClr val="0000FF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366DE93F-EDC9-C0F9-998E-FE4C23484B45}"/>
                </a:ext>
              </a:extLst>
            </p:cNvPr>
            <p:cNvSpPr txBox="1"/>
            <p:nvPr/>
          </p:nvSpPr>
          <p:spPr>
            <a:xfrm>
              <a:off x="3086424" y="1890774"/>
              <a:ext cx="1558834" cy="21544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재료교체 전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/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후 불량률 낮음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17C2D05A-119A-D3C0-C04C-3FAE17362358}"/>
                </a:ext>
              </a:extLst>
            </p:cNvPr>
            <p:cNvSpPr txBox="1"/>
            <p:nvPr/>
          </p:nvSpPr>
          <p:spPr>
            <a:xfrm>
              <a:off x="5272285" y="1890774"/>
              <a:ext cx="1558834" cy="21544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재료교체 전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/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후 불량률 높음</a:t>
              </a: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6BDA912C-9327-34C1-181E-463EB5D98A5C}"/>
                </a:ext>
              </a:extLst>
            </p:cNvPr>
            <p:cNvSpPr txBox="1"/>
            <p:nvPr/>
          </p:nvSpPr>
          <p:spPr>
            <a:xfrm>
              <a:off x="7458146" y="1890774"/>
              <a:ext cx="1558834" cy="21544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재료교체 전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/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후 불량률 높음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D98D5952-46AC-ABD7-A34D-91A77704CD42}"/>
                </a:ext>
              </a:extLst>
            </p:cNvPr>
            <p:cNvSpPr txBox="1"/>
            <p:nvPr/>
          </p:nvSpPr>
          <p:spPr>
            <a:xfrm>
              <a:off x="827314" y="2106218"/>
              <a:ext cx="1701753" cy="95410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 재료교체 전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/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후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Cell ID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별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노칭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(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양극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)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Cutting Height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값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Trend</a:t>
              </a: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: Cutting Height</a:t>
              </a: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</p:txBody>
        </p:sp>
        <p:pic>
          <p:nvPicPr>
            <p:cNvPr id="137" name="그림 136">
              <a:extLst>
                <a:ext uri="{FF2B5EF4-FFF2-40B4-BE49-F238E27FC236}">
                  <a16:creationId xmlns:a16="http://schemas.microsoft.com/office/drawing/2014/main" id="{9B69872B-0896-C808-E712-937EFF518D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592524" y="4458748"/>
              <a:ext cx="6765932" cy="1231353"/>
            </a:xfrm>
            <a:prstGeom prst="rect">
              <a:avLst/>
            </a:prstGeom>
          </p:spPr>
        </p:pic>
        <p:cxnSp>
          <p:nvCxnSpPr>
            <p:cNvPr id="138" name="직선 화살표 연결선 137">
              <a:extLst>
                <a:ext uri="{FF2B5EF4-FFF2-40B4-BE49-F238E27FC236}">
                  <a16:creationId xmlns:a16="http://schemas.microsoft.com/office/drawing/2014/main" id="{9ADBB380-7D6B-6235-748F-53D24215A860}"/>
                </a:ext>
              </a:extLst>
            </p:cNvPr>
            <p:cNvCxnSpPr>
              <a:cxnSpLocks/>
            </p:cNvCxnSpPr>
            <p:nvPr/>
          </p:nvCxnSpPr>
          <p:spPr>
            <a:xfrm>
              <a:off x="5386376" y="5121788"/>
              <a:ext cx="382583" cy="176030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39" name="직선 화살표 연결선 138">
              <a:extLst>
                <a:ext uri="{FF2B5EF4-FFF2-40B4-BE49-F238E27FC236}">
                  <a16:creationId xmlns:a16="http://schemas.microsoft.com/office/drawing/2014/main" id="{C230AFE1-265F-65FB-CF8D-9B6D868C5BD8}"/>
                </a:ext>
              </a:extLst>
            </p:cNvPr>
            <p:cNvCxnSpPr>
              <a:cxnSpLocks/>
            </p:cNvCxnSpPr>
            <p:nvPr/>
          </p:nvCxnSpPr>
          <p:spPr>
            <a:xfrm>
              <a:off x="7589346" y="5121788"/>
              <a:ext cx="382583" cy="176030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40" name="직선 화살표 연결선 139">
              <a:extLst>
                <a:ext uri="{FF2B5EF4-FFF2-40B4-BE49-F238E27FC236}">
                  <a16:creationId xmlns:a16="http://schemas.microsoft.com/office/drawing/2014/main" id="{E17B7F41-AA3E-371D-3F7B-E194E0357FE3}"/>
                </a:ext>
              </a:extLst>
            </p:cNvPr>
            <p:cNvCxnSpPr>
              <a:cxnSpLocks/>
            </p:cNvCxnSpPr>
            <p:nvPr/>
          </p:nvCxnSpPr>
          <p:spPr>
            <a:xfrm>
              <a:off x="3086424" y="5144284"/>
              <a:ext cx="557346" cy="0"/>
            </a:xfrm>
            <a:prstGeom prst="straightConnector1">
              <a:avLst/>
            </a:prstGeom>
            <a:noFill/>
            <a:ln w="6350" cap="flat" cmpd="sng" algn="ctr">
              <a:solidFill>
                <a:srgbClr val="0000FF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5AAC8A99-EBB9-0C82-605D-0EFFFEDAA178}"/>
                </a:ext>
              </a:extLst>
            </p:cNvPr>
            <p:cNvSpPr txBox="1"/>
            <p:nvPr/>
          </p:nvSpPr>
          <p:spPr>
            <a:xfrm>
              <a:off x="827314" y="4499488"/>
              <a:ext cx="1701753" cy="1015663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 재료교체 전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/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후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Cell ID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별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AC_A2, AC_C2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값</a:t>
              </a:r>
              <a:b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</a:b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Trend</a:t>
              </a: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  : AC_C2      : AC_A2    : </a:t>
              </a:r>
              <a:r>
                <a:rPr kumimoji="0" lang="ko-KR" altLang="en-US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치수 불량</a:t>
              </a:r>
              <a:endPara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27B0D25F-B7F2-BCC2-81EE-24D77E65D923}"/>
                </a:ext>
              </a:extLst>
            </p:cNvPr>
            <p:cNvSpPr/>
            <p:nvPr/>
          </p:nvSpPr>
          <p:spPr>
            <a:xfrm>
              <a:off x="853327" y="5364786"/>
              <a:ext cx="84395" cy="84395"/>
            </a:xfrm>
            <a:prstGeom prst="ellipse">
              <a:avLst/>
            </a:prstGeom>
            <a:solidFill>
              <a:srgbClr val="589673"/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3" name="타원 142">
              <a:extLst>
                <a:ext uri="{FF2B5EF4-FFF2-40B4-BE49-F238E27FC236}">
                  <a16:creationId xmlns:a16="http://schemas.microsoft.com/office/drawing/2014/main" id="{9F8B0CF4-CF2A-A3D3-626F-3075874388BF}"/>
                </a:ext>
              </a:extLst>
            </p:cNvPr>
            <p:cNvSpPr/>
            <p:nvPr/>
          </p:nvSpPr>
          <p:spPr>
            <a:xfrm>
              <a:off x="1383389" y="5364786"/>
              <a:ext cx="84395" cy="84395"/>
            </a:xfrm>
            <a:prstGeom prst="ellipse">
              <a:avLst/>
            </a:prstGeom>
            <a:solidFill>
              <a:srgbClr val="B3786E"/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4" name="타원 143">
              <a:extLst>
                <a:ext uri="{FF2B5EF4-FFF2-40B4-BE49-F238E27FC236}">
                  <a16:creationId xmlns:a16="http://schemas.microsoft.com/office/drawing/2014/main" id="{7A1D8594-6646-8F0A-C21B-87A15E711115}"/>
                </a:ext>
              </a:extLst>
            </p:cNvPr>
            <p:cNvSpPr/>
            <p:nvPr/>
          </p:nvSpPr>
          <p:spPr>
            <a:xfrm>
              <a:off x="1872816" y="5364786"/>
              <a:ext cx="84395" cy="84395"/>
            </a:xfrm>
            <a:prstGeom prst="ellipse">
              <a:avLst/>
            </a:prstGeom>
            <a:solidFill>
              <a:srgbClr val="FF0000"/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5" name="타원 144">
              <a:extLst>
                <a:ext uri="{FF2B5EF4-FFF2-40B4-BE49-F238E27FC236}">
                  <a16:creationId xmlns:a16="http://schemas.microsoft.com/office/drawing/2014/main" id="{35784BAC-649F-6321-86CF-FB3B42F882D4}"/>
                </a:ext>
              </a:extLst>
            </p:cNvPr>
            <p:cNvSpPr/>
            <p:nvPr/>
          </p:nvSpPr>
          <p:spPr>
            <a:xfrm>
              <a:off x="1176685" y="2937468"/>
              <a:ext cx="84395" cy="84395"/>
            </a:xfrm>
            <a:prstGeom prst="ellipse">
              <a:avLst/>
            </a:prstGeom>
            <a:solidFill>
              <a:srgbClr val="986FB4"/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1E937146-FB44-C3DE-E02E-255F9EE8CFB8}"/>
                </a:ext>
              </a:extLst>
            </p:cNvPr>
            <p:cNvGrpSpPr/>
            <p:nvPr/>
          </p:nvGrpSpPr>
          <p:grpSpPr>
            <a:xfrm>
              <a:off x="827314" y="3148488"/>
              <a:ext cx="8537175" cy="1276083"/>
              <a:chOff x="827314" y="3436406"/>
              <a:chExt cx="8537175" cy="127608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CC032C66-9CB0-4207-B85E-69C328E85C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459394" y="3436406"/>
                <a:ext cx="6905095" cy="1276083"/>
              </a:xfrm>
              <a:prstGeom prst="rect">
                <a:avLst/>
              </a:prstGeom>
            </p:spPr>
          </p:pic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7A6ACE22-0A40-3424-A88D-752BE9AD64A1}"/>
                  </a:ext>
                </a:extLst>
              </p:cNvPr>
              <p:cNvSpPr txBox="1"/>
              <p:nvPr/>
            </p:nvSpPr>
            <p:spPr>
              <a:xfrm>
                <a:off x="827314" y="3570401"/>
                <a:ext cx="1701753" cy="954107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라미 재료교체 전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/</a:t>
                </a: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후 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Cell ID </a:t>
                </a: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별</a:t>
                </a:r>
                <a:endPara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노칭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(</a:t>
                </a: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양극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)</a:t>
                </a: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 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Length(</a:t>
                </a: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코팅폭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) </a:t>
                </a: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값 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Trend</a:t>
                </a:r>
              </a:p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       : </a:t>
                </a: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코팅폭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(U)        : </a:t>
                </a: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코팅폭</a:t>
                </a:r>
                <a:r>
                  <a:rPr kumimoji="0" lang="en-US" altLang="ko-KR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</a:rPr>
                  <a:t>(L)</a:t>
                </a:r>
                <a:endPara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endParaRPr>
              </a:p>
            </p:txBody>
          </p:sp>
          <p:sp>
            <p:nvSpPr>
              <p:cNvPr id="167" name="타원 166">
                <a:extLst>
                  <a:ext uri="{FF2B5EF4-FFF2-40B4-BE49-F238E27FC236}">
                    <a16:creationId xmlns:a16="http://schemas.microsoft.com/office/drawing/2014/main" id="{75B1017C-E632-3200-9EF6-16F57E6951F9}"/>
                  </a:ext>
                </a:extLst>
              </p:cNvPr>
              <p:cNvSpPr/>
              <p:nvPr/>
            </p:nvSpPr>
            <p:spPr>
              <a:xfrm>
                <a:off x="989977" y="4422606"/>
                <a:ext cx="84395" cy="84395"/>
              </a:xfrm>
              <a:prstGeom prst="ellipse">
                <a:avLst/>
              </a:prstGeom>
              <a:solidFill>
                <a:srgbClr val="6B5B16"/>
              </a:solidFill>
              <a:ln w="12700" cap="flat" cmpd="sng" algn="ctr">
                <a:solidFill>
                  <a:srgbClr val="5B9BD5">
                    <a:shade val="15000"/>
                  </a:srgb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68" name="타원 167">
                <a:extLst>
                  <a:ext uri="{FF2B5EF4-FFF2-40B4-BE49-F238E27FC236}">
                    <a16:creationId xmlns:a16="http://schemas.microsoft.com/office/drawing/2014/main" id="{4686584A-4A8D-2573-3BE3-4EDF7388FD16}"/>
                  </a:ext>
                </a:extLst>
              </p:cNvPr>
              <p:cNvSpPr/>
              <p:nvPr/>
            </p:nvSpPr>
            <p:spPr>
              <a:xfrm>
                <a:off x="1695609" y="4422606"/>
                <a:ext cx="84395" cy="84395"/>
              </a:xfrm>
              <a:prstGeom prst="ellipse">
                <a:avLst/>
              </a:prstGeom>
              <a:solidFill>
                <a:srgbClr val="652017"/>
              </a:solidFill>
              <a:ln w="12700" cap="flat" cmpd="sng" algn="ctr">
                <a:solidFill>
                  <a:srgbClr val="5B9BD5">
                    <a:shade val="15000"/>
                  </a:srgb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pic>
          <p:nvPicPr>
            <p:cNvPr id="147" name="그림 146">
              <a:extLst>
                <a:ext uri="{FF2B5EF4-FFF2-40B4-BE49-F238E27FC236}">
                  <a16:creationId xmlns:a16="http://schemas.microsoft.com/office/drawing/2014/main" id="{227FC357-C18F-9065-103D-2A8AECD35E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634763" y="5724278"/>
              <a:ext cx="6765932" cy="967665"/>
            </a:xfrm>
            <a:prstGeom prst="rect">
              <a:avLst/>
            </a:prstGeom>
          </p:spPr>
        </p:pic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6E8F4FF3-038F-E7E2-E145-2E94476334E6}"/>
                </a:ext>
              </a:extLst>
            </p:cNvPr>
            <p:cNvSpPr txBox="1"/>
            <p:nvPr/>
          </p:nvSpPr>
          <p:spPr>
            <a:xfrm>
              <a:off x="827314" y="5680668"/>
              <a:ext cx="1701753" cy="1049518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 재료교체 전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/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후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Cell ID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별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라미 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AC_A2 + AC_C2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합계값</a:t>
              </a:r>
              <a:b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</a:b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Trend</a:t>
              </a:r>
            </a:p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</a:endParaRPr>
            </a:p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</a:rPr>
                <a:t>             : AC_A2 + AC_C2</a:t>
              </a:r>
            </a:p>
          </p:txBody>
        </p:sp>
        <p:sp>
          <p:nvSpPr>
            <p:cNvPr id="149" name="타원 148">
              <a:extLst>
                <a:ext uri="{FF2B5EF4-FFF2-40B4-BE49-F238E27FC236}">
                  <a16:creationId xmlns:a16="http://schemas.microsoft.com/office/drawing/2014/main" id="{464533EB-EA4C-4E44-EE45-2289C142FB5B}"/>
                </a:ext>
              </a:extLst>
            </p:cNvPr>
            <p:cNvSpPr/>
            <p:nvPr/>
          </p:nvSpPr>
          <p:spPr>
            <a:xfrm>
              <a:off x="1218020" y="6561124"/>
              <a:ext cx="84395" cy="84395"/>
            </a:xfrm>
            <a:prstGeom prst="ellipse">
              <a:avLst/>
            </a:prstGeom>
            <a:solidFill>
              <a:srgbClr val="C2906D"/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150" name="직선 화살표 연결선 149">
              <a:extLst>
                <a:ext uri="{FF2B5EF4-FFF2-40B4-BE49-F238E27FC236}">
                  <a16:creationId xmlns:a16="http://schemas.microsoft.com/office/drawing/2014/main" id="{63C9A116-32DF-7AFA-DC09-7787CA846590}"/>
                </a:ext>
              </a:extLst>
            </p:cNvPr>
            <p:cNvCxnSpPr>
              <a:cxnSpLocks/>
            </p:cNvCxnSpPr>
            <p:nvPr/>
          </p:nvCxnSpPr>
          <p:spPr>
            <a:xfrm>
              <a:off x="5532935" y="5942806"/>
              <a:ext cx="382583" cy="176030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51" name="직선 화살표 연결선 150">
              <a:extLst>
                <a:ext uri="{FF2B5EF4-FFF2-40B4-BE49-F238E27FC236}">
                  <a16:creationId xmlns:a16="http://schemas.microsoft.com/office/drawing/2014/main" id="{4D212DF3-56E9-A605-99F6-863B75CD864A}"/>
                </a:ext>
              </a:extLst>
            </p:cNvPr>
            <p:cNvCxnSpPr>
              <a:cxnSpLocks/>
            </p:cNvCxnSpPr>
            <p:nvPr/>
          </p:nvCxnSpPr>
          <p:spPr>
            <a:xfrm>
              <a:off x="7465646" y="6284997"/>
              <a:ext cx="652842" cy="176030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7D0A3A98-C254-28A6-E48A-912234BFD308}"/>
                </a:ext>
              </a:extLst>
            </p:cNvPr>
            <p:cNvSpPr txBox="1"/>
            <p:nvPr/>
          </p:nvSpPr>
          <p:spPr>
            <a:xfrm>
              <a:off x="5394192" y="5819695"/>
              <a:ext cx="78377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</a:rPr>
                <a:t>-1.55</a:t>
              </a:r>
              <a:endPara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68CAEC03-A132-714D-E8F1-A9A566227F56}"/>
                </a:ext>
              </a:extLst>
            </p:cNvPr>
            <p:cNvSpPr txBox="1"/>
            <p:nvPr/>
          </p:nvSpPr>
          <p:spPr>
            <a:xfrm>
              <a:off x="7326901" y="6346385"/>
              <a:ext cx="78377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</a:rPr>
                <a:t>-1.08</a:t>
              </a:r>
              <a:endPara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cxnSp>
          <p:nvCxnSpPr>
            <p:cNvPr id="154" name="직선 화살표 연결선 153">
              <a:extLst>
                <a:ext uri="{FF2B5EF4-FFF2-40B4-BE49-F238E27FC236}">
                  <a16:creationId xmlns:a16="http://schemas.microsoft.com/office/drawing/2014/main" id="{CEC01294-F484-8B10-5117-A03715B653E8}"/>
                </a:ext>
              </a:extLst>
            </p:cNvPr>
            <p:cNvCxnSpPr>
              <a:cxnSpLocks/>
            </p:cNvCxnSpPr>
            <p:nvPr/>
          </p:nvCxnSpPr>
          <p:spPr>
            <a:xfrm>
              <a:off x="3086424" y="6284997"/>
              <a:ext cx="557346" cy="0"/>
            </a:xfrm>
            <a:prstGeom prst="straightConnector1">
              <a:avLst/>
            </a:prstGeom>
            <a:noFill/>
            <a:ln w="6350" cap="flat" cmpd="sng" algn="ctr">
              <a:solidFill>
                <a:srgbClr val="0000FF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55" name="직선 화살표 연결선 154">
              <a:extLst>
                <a:ext uri="{FF2B5EF4-FFF2-40B4-BE49-F238E27FC236}">
                  <a16:creationId xmlns:a16="http://schemas.microsoft.com/office/drawing/2014/main" id="{5C272D43-641D-1135-BA87-0D48370A9A1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5646" y="3813464"/>
              <a:ext cx="652842" cy="222581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44C0758-1F34-FFBF-96E8-723032CF33F2}"/>
                </a:ext>
              </a:extLst>
            </p:cNvPr>
            <p:cNvSpPr txBox="1"/>
            <p:nvPr/>
          </p:nvSpPr>
          <p:spPr>
            <a:xfrm>
              <a:off x="7326901" y="3459916"/>
              <a:ext cx="78377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</a:rPr>
                <a:t>+1.08</a:t>
              </a:r>
              <a:endPara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cxnSp>
          <p:nvCxnSpPr>
            <p:cNvPr id="157" name="직선 화살표 연결선 156">
              <a:extLst>
                <a:ext uri="{FF2B5EF4-FFF2-40B4-BE49-F238E27FC236}">
                  <a16:creationId xmlns:a16="http://schemas.microsoft.com/office/drawing/2014/main" id="{1FBAC76F-5FD4-AD19-16CE-C4A736E8321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79795" y="3499365"/>
              <a:ext cx="632146" cy="204045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C3484AEB-6839-96EC-B007-5E2C6B15282C}"/>
                </a:ext>
              </a:extLst>
            </p:cNvPr>
            <p:cNvSpPr txBox="1"/>
            <p:nvPr/>
          </p:nvSpPr>
          <p:spPr>
            <a:xfrm>
              <a:off x="5038812" y="3379408"/>
              <a:ext cx="78377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</a:rPr>
                <a:t>+1.55</a:t>
              </a:r>
              <a:endPara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</a:endParaRPr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C5530A6F-EA2D-0BCF-C818-02CAE9D547C2}"/>
                </a:ext>
              </a:extLst>
            </p:cNvPr>
            <p:cNvSpPr/>
            <p:nvPr/>
          </p:nvSpPr>
          <p:spPr>
            <a:xfrm>
              <a:off x="5822583" y="5144284"/>
              <a:ext cx="865600" cy="340089"/>
            </a:xfrm>
            <a:prstGeom prst="ellips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0" name="타원 159">
              <a:extLst>
                <a:ext uri="{FF2B5EF4-FFF2-40B4-BE49-F238E27FC236}">
                  <a16:creationId xmlns:a16="http://schemas.microsoft.com/office/drawing/2014/main" id="{890D6ACE-A093-35CF-4933-77E46B1058D7}"/>
                </a:ext>
              </a:extLst>
            </p:cNvPr>
            <p:cNvSpPr/>
            <p:nvPr/>
          </p:nvSpPr>
          <p:spPr>
            <a:xfrm>
              <a:off x="5786077" y="4541080"/>
              <a:ext cx="865600" cy="462037"/>
            </a:xfrm>
            <a:prstGeom prst="ellips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1" name="타원 160">
              <a:extLst>
                <a:ext uri="{FF2B5EF4-FFF2-40B4-BE49-F238E27FC236}">
                  <a16:creationId xmlns:a16="http://schemas.microsoft.com/office/drawing/2014/main" id="{32162031-2922-9442-3CB1-111D34CF959D}"/>
                </a:ext>
              </a:extLst>
            </p:cNvPr>
            <p:cNvSpPr/>
            <p:nvPr/>
          </p:nvSpPr>
          <p:spPr>
            <a:xfrm>
              <a:off x="8089811" y="5144284"/>
              <a:ext cx="865600" cy="340089"/>
            </a:xfrm>
            <a:prstGeom prst="ellips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2" name="타원 161">
              <a:extLst>
                <a:ext uri="{FF2B5EF4-FFF2-40B4-BE49-F238E27FC236}">
                  <a16:creationId xmlns:a16="http://schemas.microsoft.com/office/drawing/2014/main" id="{5B9EDA8F-9DC4-CD2D-1FAF-026BDB597808}"/>
                </a:ext>
              </a:extLst>
            </p:cNvPr>
            <p:cNvSpPr/>
            <p:nvPr/>
          </p:nvSpPr>
          <p:spPr>
            <a:xfrm>
              <a:off x="8025508" y="4582910"/>
              <a:ext cx="865600" cy="462037"/>
            </a:xfrm>
            <a:prstGeom prst="ellips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163" name="직선 화살표 연결선 162">
              <a:extLst>
                <a:ext uri="{FF2B5EF4-FFF2-40B4-BE49-F238E27FC236}">
                  <a16:creationId xmlns:a16="http://schemas.microsoft.com/office/drawing/2014/main" id="{B592720D-DA05-0BF1-836E-94CC62E067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4785" y="4791630"/>
              <a:ext cx="382583" cy="70592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64" name="직선 화살표 연결선 163">
              <a:extLst>
                <a:ext uri="{FF2B5EF4-FFF2-40B4-BE49-F238E27FC236}">
                  <a16:creationId xmlns:a16="http://schemas.microsoft.com/office/drawing/2014/main" id="{2B0D29D6-400A-31BA-73B8-571002B9F2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797755" y="4779020"/>
              <a:ext cx="382583" cy="83202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  <a:tailEnd type="triangle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31803611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0EB6457F-F650-AD10-8358-739E83DDD501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7/22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5" name="제목 1">
            <a:extLst>
              <a:ext uri="{FF2B5EF4-FFF2-40B4-BE49-F238E27FC236}">
                <a16:creationId xmlns:a16="http://schemas.microsoft.com/office/drawing/2014/main" id="{10A10F60-32C6-AA3F-7267-B14176DB6C4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CB71793C-E619-C2BD-283C-8472FEA478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3016136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치수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유사 전극 라미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 E77A,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JF2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kern="120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즉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재료 교체 전 노칭 전극의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Cutting Height(CT)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1.532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감소하였지만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코팅폭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(CW)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반대로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1.508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증가하여 전체 폭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(L)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은 변화가 없었습니다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그로 인해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라미에서 합치 후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AC_C2+AC_A2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합계 또한 코팅폭 변화와 유사하게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1.582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감소하였습니다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(AC_C2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1.985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감소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AC_A2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0.403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증가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그리고 노칭의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Cutting Height(CT)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와 코팅폭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(CW)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변화가 있는 반면에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UCW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 변화가 없으므로 노칭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Bottom, Tab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부 레이저 커팅 위치가 한 방향으로 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Shift(Bottom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부로 치우침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되면서 해당 문제가 발생한 것으로 파악됩니다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에서 레이저 커팅 위치가 치우친 원인에 대해 추가적으로 분석 예정입니다</a:t>
                      </a:r>
                      <a:r>
                        <a:rPr lang="en-US" altLang="ko-KR" sz="900" b="0" kern="120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A697DC3A-A746-E6E7-EF34-556A19E70052}"/>
              </a:ext>
            </a:extLst>
          </p:cNvPr>
          <p:cNvSpPr txBox="1">
            <a:spLocks/>
          </p:cNvSpPr>
          <p:nvPr/>
        </p:nvSpPr>
        <p:spPr>
          <a:xfrm>
            <a:off x="9003357" y="376121"/>
            <a:ext cx="8047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4549A14F-BCC0-BB63-9BCF-1E6BE86D2CC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85842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선별투입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노칭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양극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)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치수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유사 전극 라미 선별 투입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E013F5B-69C7-0770-00F7-36FCD81BAF24}"/>
              </a:ext>
            </a:extLst>
          </p:cNvPr>
          <p:cNvSpPr txBox="1"/>
          <p:nvPr/>
        </p:nvSpPr>
        <p:spPr>
          <a:xfrm>
            <a:off x="6136031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05102D09-5D7F-87F0-C4DA-421441E3E891}"/>
              </a:ext>
            </a:extLst>
          </p:cNvPr>
          <p:cNvGrpSpPr/>
          <p:nvPr/>
        </p:nvGrpSpPr>
        <p:grpSpPr>
          <a:xfrm>
            <a:off x="6578993" y="2935158"/>
            <a:ext cx="1724652" cy="2536217"/>
            <a:chOff x="6677713" y="2289210"/>
            <a:chExt cx="1897117" cy="2789839"/>
          </a:xfrm>
        </p:grpSpPr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9FDFCF5F-C9D5-9D88-4F65-9DE1F8286045}"/>
                </a:ext>
              </a:extLst>
            </p:cNvPr>
            <p:cNvSpPr/>
            <p:nvPr/>
          </p:nvSpPr>
          <p:spPr>
            <a:xfrm>
              <a:off x="6753912" y="2604192"/>
              <a:ext cx="1754242" cy="2293226"/>
            </a:xfrm>
            <a:prstGeom prst="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3175" cap="flat" cmpd="sng" algn="ctr">
              <a:solidFill>
                <a:srgbClr val="FFC00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FF5BACE2-82C1-5140-6C32-254C101DE79B}"/>
                </a:ext>
              </a:extLst>
            </p:cNvPr>
            <p:cNvSpPr/>
            <p:nvPr/>
          </p:nvSpPr>
          <p:spPr>
            <a:xfrm>
              <a:off x="7332310" y="2289210"/>
              <a:ext cx="606972" cy="314982"/>
            </a:xfrm>
            <a:prstGeom prst="rect">
              <a:avLst/>
            </a:prstGeom>
            <a:solidFill>
              <a:srgbClr val="FFC000"/>
            </a:solidFill>
            <a:ln w="317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C7DC8685-A5A6-F45A-1EE0-9B539416D39E}"/>
                </a:ext>
              </a:extLst>
            </p:cNvPr>
            <p:cNvSpPr/>
            <p:nvPr/>
          </p:nvSpPr>
          <p:spPr>
            <a:xfrm>
              <a:off x="6677713" y="2556567"/>
              <a:ext cx="1897117" cy="2446283"/>
            </a:xfrm>
            <a:prstGeom prst="rect">
              <a:avLst/>
            </a:prstGeom>
            <a:solidFill>
              <a:sysClr val="window" lastClr="FFFFFF">
                <a:alpha val="70000"/>
              </a:sysClr>
            </a:solidFill>
            <a:ln w="317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2A974AA2-04C0-0209-F4CB-15E90B03434A}"/>
                </a:ext>
              </a:extLst>
            </p:cNvPr>
            <p:cNvSpPr/>
            <p:nvPr/>
          </p:nvSpPr>
          <p:spPr>
            <a:xfrm>
              <a:off x="6834008" y="2712251"/>
              <a:ext cx="1594049" cy="2048746"/>
            </a:xfrm>
            <a:prstGeom prst="rect">
              <a:avLst/>
            </a:prstGeom>
            <a:solidFill>
              <a:sysClr val="windowText" lastClr="000000">
                <a:lumMod val="95000"/>
                <a:lumOff val="5000"/>
              </a:sysClr>
            </a:solidFill>
            <a:ln w="317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417DF955-6BF9-4013-A7AF-D2AA7DD492CB}"/>
                </a:ext>
              </a:extLst>
            </p:cNvPr>
            <p:cNvSpPr/>
            <p:nvPr/>
          </p:nvSpPr>
          <p:spPr>
            <a:xfrm>
              <a:off x="7351360" y="4764067"/>
              <a:ext cx="606972" cy="314982"/>
            </a:xfrm>
            <a:prstGeom prst="rect">
              <a:avLst/>
            </a:prstGeom>
            <a:solidFill>
              <a:srgbClr val="E8E8E8">
                <a:lumMod val="90000"/>
              </a:srgbClr>
            </a:solidFill>
            <a:ln w="317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185" name="직선 화살표 연결선 184">
              <a:extLst>
                <a:ext uri="{FF2B5EF4-FFF2-40B4-BE49-F238E27FC236}">
                  <a16:creationId xmlns:a16="http://schemas.microsoft.com/office/drawing/2014/main" id="{F2F6F8CE-0E67-0A78-28F7-9E6F993C47CD}"/>
                </a:ext>
              </a:extLst>
            </p:cNvPr>
            <p:cNvCxnSpPr/>
            <p:nvPr/>
          </p:nvCxnSpPr>
          <p:spPr>
            <a:xfrm flipH="1">
              <a:off x="6990066" y="2580872"/>
              <a:ext cx="6569" cy="144517"/>
            </a:xfrm>
            <a:prstGeom prst="straightConnector1">
              <a:avLst/>
            </a:prstGeom>
            <a:noFill/>
            <a:ln w="19050" cap="flat" cmpd="sng" algn="ctr">
              <a:solidFill>
                <a:srgbClr val="FFFF00"/>
              </a:solidFill>
              <a:prstDash val="solid"/>
              <a:miter lim="800000"/>
              <a:headEnd type="triangle" w="sm" len="sm"/>
              <a:tailEnd type="triangle" w="sm" len="sm"/>
            </a:ln>
            <a:effectLst/>
          </p:spPr>
        </p:cxnSp>
        <p:sp>
          <p:nvSpPr>
            <p:cNvPr id="186" name="직사각형 185">
              <a:extLst>
                <a:ext uri="{FF2B5EF4-FFF2-40B4-BE49-F238E27FC236}">
                  <a16:creationId xmlns:a16="http://schemas.microsoft.com/office/drawing/2014/main" id="{D6F994AB-7FB9-431F-AA3C-F6FEE6C1E562}"/>
                </a:ext>
              </a:extLst>
            </p:cNvPr>
            <p:cNvSpPr/>
            <p:nvPr/>
          </p:nvSpPr>
          <p:spPr>
            <a:xfrm rot="5400000">
              <a:off x="7577337" y="3911741"/>
              <a:ext cx="112972" cy="1602828"/>
            </a:xfrm>
            <a:prstGeom prst="rect">
              <a:avLst/>
            </a:prstGeom>
            <a:solidFill>
              <a:sysClr val="windowText" lastClr="000000">
                <a:lumMod val="50000"/>
                <a:lumOff val="50000"/>
              </a:sysClr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7" name="직사각형 186">
              <a:extLst>
                <a:ext uri="{FF2B5EF4-FFF2-40B4-BE49-F238E27FC236}">
                  <a16:creationId xmlns:a16="http://schemas.microsoft.com/office/drawing/2014/main" id="{AED5EBAD-AA44-642C-50CD-3FE42D9DD58F}"/>
                </a:ext>
              </a:extLst>
            </p:cNvPr>
            <p:cNvSpPr/>
            <p:nvPr/>
          </p:nvSpPr>
          <p:spPr>
            <a:xfrm rot="5400000">
              <a:off x="7628036" y="4493225"/>
              <a:ext cx="57557" cy="610916"/>
            </a:xfrm>
            <a:prstGeom prst="rect">
              <a:avLst/>
            </a:prstGeom>
            <a:solidFill>
              <a:sysClr val="windowText" lastClr="000000">
                <a:lumMod val="50000"/>
                <a:lumOff val="50000"/>
              </a:sysClr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188" name="직선 화살표 연결선 187">
              <a:extLst>
                <a:ext uri="{FF2B5EF4-FFF2-40B4-BE49-F238E27FC236}">
                  <a16:creationId xmlns:a16="http://schemas.microsoft.com/office/drawing/2014/main" id="{16B8E7A8-BD81-4558-88D4-9AE1FE9C9D0B}"/>
                </a:ext>
              </a:extLst>
            </p:cNvPr>
            <p:cNvCxnSpPr/>
            <p:nvPr/>
          </p:nvCxnSpPr>
          <p:spPr>
            <a:xfrm>
              <a:off x="7042618" y="4650096"/>
              <a:ext cx="0" cy="262759"/>
            </a:xfrm>
            <a:prstGeom prst="straightConnector1">
              <a:avLst/>
            </a:prstGeom>
            <a:noFill/>
            <a:ln w="19050" cap="flat" cmpd="sng" algn="ctr">
              <a:solidFill>
                <a:srgbClr val="FFFF00"/>
              </a:solidFill>
              <a:prstDash val="solid"/>
              <a:miter lim="800000"/>
              <a:headEnd type="triangle" w="sm" len="sm"/>
              <a:tailEnd type="triangle" w="sm" len="sm"/>
            </a:ln>
            <a:effectLst/>
          </p:spPr>
        </p:cxnSp>
        <p:sp>
          <p:nvSpPr>
            <p:cNvPr id="189" name="TextBox 37">
              <a:extLst>
                <a:ext uri="{FF2B5EF4-FFF2-40B4-BE49-F238E27FC236}">
                  <a16:creationId xmlns:a16="http://schemas.microsoft.com/office/drawing/2014/main" id="{BA9492DA-942F-0A58-8025-6819A98E9BC7}"/>
                </a:ext>
              </a:extLst>
            </p:cNvPr>
            <p:cNvSpPr txBox="1"/>
            <p:nvPr/>
          </p:nvSpPr>
          <p:spPr>
            <a:xfrm>
              <a:off x="6724024" y="4648781"/>
              <a:ext cx="1029685" cy="267357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rtlCol="0" anchor="t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ptos Narrow" panose="02110004020202020204"/>
                  <a:ea typeface="맑은 고딕" panose="020B0503020000020004" pitchFamily="50" charset="-127"/>
                  <a:cs typeface="+mn-cs"/>
                </a:rPr>
                <a:t>AC_C2</a:t>
              </a:r>
              <a:endPara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0" name="TextBox 38">
              <a:extLst>
                <a:ext uri="{FF2B5EF4-FFF2-40B4-BE49-F238E27FC236}">
                  <a16:creationId xmlns:a16="http://schemas.microsoft.com/office/drawing/2014/main" id="{80F13983-77D4-478B-29E6-9FEF0448A172}"/>
                </a:ext>
              </a:extLst>
            </p:cNvPr>
            <p:cNvSpPr txBox="1"/>
            <p:nvPr/>
          </p:nvSpPr>
          <p:spPr>
            <a:xfrm>
              <a:off x="6710885" y="2507298"/>
              <a:ext cx="1029685" cy="267357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rtlCol="0" anchor="t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ptos Narrow" panose="02110004020202020204"/>
                  <a:ea typeface="맑은 고딕" panose="020B0503020000020004" pitchFamily="50" charset="-127"/>
                  <a:cs typeface="+mn-cs"/>
                </a:rPr>
                <a:t>AC_A2</a:t>
              </a:r>
              <a:endPara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ptos Narrow" panose="02110004020202020204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54CF127E-ACF6-7D5C-54E8-841058D7D767}"/>
              </a:ext>
            </a:extLst>
          </p:cNvPr>
          <p:cNvGrpSpPr/>
          <p:nvPr/>
        </p:nvGrpSpPr>
        <p:grpSpPr>
          <a:xfrm>
            <a:off x="1645701" y="3261983"/>
            <a:ext cx="4431065" cy="1194321"/>
            <a:chOff x="0" y="0"/>
            <a:chExt cx="4874172" cy="1313753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A053FEEF-15A0-D8A9-7B2C-BFA1CBBDDD38}"/>
                </a:ext>
              </a:extLst>
            </p:cNvPr>
            <p:cNvSpPr/>
            <p:nvPr/>
          </p:nvSpPr>
          <p:spPr>
            <a:xfrm>
              <a:off x="19050" y="35780"/>
              <a:ext cx="4149287" cy="1212960"/>
            </a:xfrm>
            <a:prstGeom prst="rect">
              <a:avLst/>
            </a:prstGeom>
            <a:solidFill>
              <a:schemeClr val="tx1">
                <a:lumMod val="95000"/>
                <a:lumOff val="5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endParaRPr lang="ko-KR" altLang="en-US" sz="1000"/>
            </a:p>
          </p:txBody>
        </p: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68BBC0CF-0050-B3C3-0DF8-5B3613323AFF}"/>
                </a:ext>
              </a:extLst>
            </p:cNvPr>
            <p:cNvSpPr/>
            <p:nvPr/>
          </p:nvSpPr>
          <p:spPr>
            <a:xfrm>
              <a:off x="4264572" y="429939"/>
              <a:ext cx="257175" cy="4252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endParaRPr lang="ko-KR" altLang="en-US" sz="1000"/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D0A499DB-AE5A-ADDF-35B6-339046A5BED0}"/>
                </a:ext>
              </a:extLst>
            </p:cNvPr>
            <p:cNvSpPr/>
            <p:nvPr/>
          </p:nvSpPr>
          <p:spPr>
            <a:xfrm>
              <a:off x="4101662" y="35780"/>
              <a:ext cx="220060" cy="121296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endParaRPr lang="ko-KR" altLang="en-US" sz="1000"/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DDD5A6D6-9AA7-8ECF-C01C-7D1C1D686FC2}"/>
                </a:ext>
              </a:extLst>
            </p:cNvPr>
            <p:cNvSpPr/>
            <p:nvPr/>
          </p:nvSpPr>
          <p:spPr>
            <a:xfrm>
              <a:off x="4264572" y="0"/>
              <a:ext cx="257175" cy="42529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endParaRPr lang="ko-KR" altLang="en-US" sz="1000"/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2A685F18-A46A-D492-5166-52453178642C}"/>
                </a:ext>
              </a:extLst>
            </p:cNvPr>
            <p:cNvSpPr/>
            <p:nvPr/>
          </p:nvSpPr>
          <p:spPr>
            <a:xfrm>
              <a:off x="4264572" y="857559"/>
              <a:ext cx="257175" cy="45619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endParaRPr lang="ko-KR" altLang="en-US" sz="1000"/>
            </a:p>
          </p:txBody>
        </p:sp>
        <p:cxnSp>
          <p:nvCxnSpPr>
            <p:cNvPr id="14" name="직선 화살표 연결선 13">
              <a:extLst>
                <a:ext uri="{FF2B5EF4-FFF2-40B4-BE49-F238E27FC236}">
                  <a16:creationId xmlns:a16="http://schemas.microsoft.com/office/drawing/2014/main" id="{545FCC59-B61E-44D9-59C8-3A1B91550337}"/>
                </a:ext>
              </a:extLst>
            </p:cNvPr>
            <p:cNvCxnSpPr/>
            <p:nvPr/>
          </p:nvCxnSpPr>
          <p:spPr>
            <a:xfrm>
              <a:off x="0" y="1067765"/>
              <a:ext cx="4274097" cy="0"/>
            </a:xfrm>
            <a:prstGeom prst="straightConnector1">
              <a:avLst/>
            </a:prstGeom>
            <a:ln>
              <a:solidFill>
                <a:srgbClr val="FFFF00"/>
              </a:solidFill>
              <a:headEnd type="triangle"/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화살표 연결선 14">
              <a:extLst>
                <a:ext uri="{FF2B5EF4-FFF2-40B4-BE49-F238E27FC236}">
                  <a16:creationId xmlns:a16="http://schemas.microsoft.com/office/drawing/2014/main" id="{F3C130CA-78A1-82C7-337E-E1D1AC299682}"/>
                </a:ext>
              </a:extLst>
            </p:cNvPr>
            <p:cNvCxnSpPr/>
            <p:nvPr/>
          </p:nvCxnSpPr>
          <p:spPr>
            <a:xfrm>
              <a:off x="4101361" y="943283"/>
              <a:ext cx="173037" cy="0"/>
            </a:xfrm>
            <a:prstGeom prst="straightConnector1">
              <a:avLst/>
            </a:prstGeom>
            <a:ln>
              <a:solidFill>
                <a:srgbClr val="92D050"/>
              </a:solidFill>
              <a:headEnd type="triangle"/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화살표 연결선 15">
              <a:extLst>
                <a:ext uri="{FF2B5EF4-FFF2-40B4-BE49-F238E27FC236}">
                  <a16:creationId xmlns:a16="http://schemas.microsoft.com/office/drawing/2014/main" id="{3629504D-4485-BED4-7CC5-86A6C4E9E3C4}"/>
                </a:ext>
              </a:extLst>
            </p:cNvPr>
            <p:cNvCxnSpPr/>
            <p:nvPr/>
          </p:nvCxnSpPr>
          <p:spPr>
            <a:xfrm>
              <a:off x="9525" y="694976"/>
              <a:ext cx="4101662" cy="0"/>
            </a:xfrm>
            <a:prstGeom prst="straightConnector1">
              <a:avLst/>
            </a:prstGeom>
            <a:ln>
              <a:solidFill>
                <a:srgbClr val="92D050"/>
              </a:solidFill>
              <a:headEnd type="triangle"/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3">
              <a:extLst>
                <a:ext uri="{FF2B5EF4-FFF2-40B4-BE49-F238E27FC236}">
                  <a16:creationId xmlns:a16="http://schemas.microsoft.com/office/drawing/2014/main" id="{3A2BD8FD-5CF5-AAD7-C397-83A1A4324B26}"/>
                </a:ext>
              </a:extLst>
            </p:cNvPr>
            <p:cNvSpPr txBox="1"/>
            <p:nvPr/>
          </p:nvSpPr>
          <p:spPr>
            <a:xfrm>
              <a:off x="1706617" y="437144"/>
              <a:ext cx="1026073" cy="267357"/>
            </a:xfrm>
            <a:prstGeom prst="rect">
              <a:avLst/>
            </a:prstGeom>
            <a:noFill/>
            <a:ln w="9525" cmpd="sng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wrap="square" rtlCol="0" anchor="t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>
                  <a:solidFill>
                    <a:schemeClr val="bg1"/>
                  </a:solidFill>
                </a:rPr>
                <a:t>CW</a:t>
              </a:r>
              <a:endParaRPr lang="ko-KR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18" name="TextBox 14">
              <a:extLst>
                <a:ext uri="{FF2B5EF4-FFF2-40B4-BE49-F238E27FC236}">
                  <a16:creationId xmlns:a16="http://schemas.microsoft.com/office/drawing/2014/main" id="{78113831-52BE-EFC6-9698-9FE2BAE38C3E}"/>
                </a:ext>
              </a:extLst>
            </p:cNvPr>
            <p:cNvSpPr txBox="1"/>
            <p:nvPr/>
          </p:nvSpPr>
          <p:spPr>
            <a:xfrm>
              <a:off x="1925692" y="818801"/>
              <a:ext cx="1023445" cy="268014"/>
            </a:xfrm>
            <a:prstGeom prst="rect">
              <a:avLst/>
            </a:prstGeom>
            <a:noFill/>
            <a:ln w="9525" cmpd="sng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wrap="square" rtlCol="0" anchor="t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>
                  <a:solidFill>
                    <a:schemeClr val="bg1"/>
                  </a:solidFill>
                </a:rPr>
                <a:t>L</a:t>
              </a:r>
              <a:endParaRPr lang="ko-KR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19" name="TextBox 15">
              <a:extLst>
                <a:ext uri="{FF2B5EF4-FFF2-40B4-BE49-F238E27FC236}">
                  <a16:creationId xmlns:a16="http://schemas.microsoft.com/office/drawing/2014/main" id="{18BEFF67-12EE-317C-6B59-ED739EFFF610}"/>
                </a:ext>
              </a:extLst>
            </p:cNvPr>
            <p:cNvSpPr txBox="1"/>
            <p:nvPr/>
          </p:nvSpPr>
          <p:spPr>
            <a:xfrm>
              <a:off x="3673037" y="685451"/>
              <a:ext cx="1029685" cy="267357"/>
            </a:xfrm>
            <a:prstGeom prst="rect">
              <a:avLst/>
            </a:prstGeom>
            <a:noFill/>
            <a:ln w="9525" cmpd="sng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wrap="square" rtlCol="0" anchor="t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>
                  <a:solidFill>
                    <a:schemeClr val="bg1"/>
                  </a:solidFill>
                </a:rPr>
                <a:t>CT</a:t>
              </a:r>
              <a:endParaRPr lang="ko-KR" altLang="en-US" sz="900">
                <a:solidFill>
                  <a:schemeClr val="bg1"/>
                </a:solidFill>
              </a:endParaRPr>
            </a:p>
          </p:txBody>
        </p:sp>
        <p:cxnSp>
          <p:nvCxnSpPr>
            <p:cNvPr id="20" name="직선 화살표 연결선 19">
              <a:extLst>
                <a:ext uri="{FF2B5EF4-FFF2-40B4-BE49-F238E27FC236}">
                  <a16:creationId xmlns:a16="http://schemas.microsoft.com/office/drawing/2014/main" id="{E2B5450D-05F3-0E3C-B4D8-26ADE2BA1A51}"/>
                </a:ext>
              </a:extLst>
            </p:cNvPr>
            <p:cNvCxnSpPr/>
            <p:nvPr/>
          </p:nvCxnSpPr>
          <p:spPr>
            <a:xfrm>
              <a:off x="4101662" y="522869"/>
              <a:ext cx="420085" cy="0"/>
            </a:xfrm>
            <a:prstGeom prst="straightConnector1">
              <a:avLst/>
            </a:prstGeom>
            <a:ln>
              <a:solidFill>
                <a:srgbClr val="FFFF00"/>
              </a:solidFill>
              <a:headEnd type="triangle"/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Box 18">
              <a:extLst>
                <a:ext uri="{FF2B5EF4-FFF2-40B4-BE49-F238E27FC236}">
                  <a16:creationId xmlns:a16="http://schemas.microsoft.com/office/drawing/2014/main" id="{082BA3AE-EA5A-EC71-0D67-2AA9210EE8C5}"/>
                </a:ext>
              </a:extLst>
            </p:cNvPr>
            <p:cNvSpPr txBox="1"/>
            <p:nvPr/>
          </p:nvSpPr>
          <p:spPr>
            <a:xfrm>
              <a:off x="3844487" y="245987"/>
              <a:ext cx="1029685" cy="267357"/>
            </a:xfrm>
            <a:prstGeom prst="rect">
              <a:avLst/>
            </a:prstGeom>
            <a:noFill/>
            <a:ln w="9525" cmpd="sng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wrap="square" rtlCol="0" anchor="t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>
                  <a:solidFill>
                    <a:sysClr val="windowText" lastClr="000000"/>
                  </a:solidFill>
                </a:rPr>
                <a:t>UCW</a:t>
              </a:r>
              <a:endParaRPr lang="ko-KR" altLang="en-US" sz="90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1A62A64E-05B7-E876-90B6-39F8D815E4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7080608"/>
              </p:ext>
            </p:extLst>
          </p:nvPr>
        </p:nvGraphicFramePr>
        <p:xfrm>
          <a:off x="1663019" y="2282938"/>
          <a:ext cx="2743200" cy="733425"/>
        </p:xfrm>
        <a:graphic>
          <a:graphicData uri="http://schemas.openxmlformats.org/drawingml/2006/table">
            <a:tbl>
              <a:tblPr/>
              <a:tblGrid>
                <a:gridCol w="685800">
                  <a:extLst>
                    <a:ext uri="{9D8B030D-6E8A-4147-A177-3AD203B41FA5}">
                      <a16:colId xmlns:a16="http://schemas.microsoft.com/office/drawing/2014/main" val="2643315595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37561452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3802787239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930771560"/>
                    </a:ext>
                  </a:extLst>
                </a:gridCol>
              </a:tblGrid>
              <a:tr h="1366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치수 항목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-200Cell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0Cell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변화량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3689347"/>
                  </a:ext>
                </a:extLst>
              </a:tr>
              <a:tr h="1366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L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507.24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507.24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1363476"/>
                  </a:ext>
                </a:extLst>
              </a:tr>
              <a:tr h="13784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CT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2.024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0.492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-1.532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2031388"/>
                  </a:ext>
                </a:extLst>
              </a:tr>
              <a:tr h="1366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CW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505.254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506.762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+1.508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0302501"/>
                  </a:ext>
                </a:extLst>
              </a:tr>
              <a:tr h="1366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UCW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22.53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22.53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7688641"/>
                  </a:ext>
                </a:extLst>
              </a:tr>
            </a:tbl>
          </a:graphicData>
        </a:graphic>
      </p:graphicFrame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046E5514-6A9A-7594-A90B-3B8F4BF23D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62383"/>
              </p:ext>
            </p:extLst>
          </p:nvPr>
        </p:nvGraphicFramePr>
        <p:xfrm>
          <a:off x="5639481" y="2282938"/>
          <a:ext cx="2957400" cy="58674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val="2643315595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37561452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3802787239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930771560"/>
                    </a:ext>
                  </a:extLst>
                </a:gridCol>
              </a:tblGrid>
              <a:tr h="1366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치수 항목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-200Cell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0Cell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변화량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3689347"/>
                  </a:ext>
                </a:extLst>
              </a:tr>
              <a:tr h="1366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AC_C2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3.097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1.112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-1.985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1363476"/>
                  </a:ext>
                </a:extLst>
              </a:tr>
              <a:tr h="13784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AC_A2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2.706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3.109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+0.403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2031388"/>
                  </a:ext>
                </a:extLst>
              </a:tr>
              <a:tr h="1366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AC_C2+AC_A2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5.803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4.221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-1.582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0302501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AF177FDF-FA19-8079-DA3E-CEA75CE959F0}"/>
              </a:ext>
            </a:extLst>
          </p:cNvPr>
          <p:cNvSpPr txBox="1"/>
          <p:nvPr/>
        </p:nvSpPr>
        <p:spPr>
          <a:xfrm>
            <a:off x="1634205" y="2054954"/>
            <a:ext cx="120424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b="1">
                <a:latin typeface="+mn-ea"/>
              </a:rPr>
              <a:t>[</a:t>
            </a:r>
            <a:r>
              <a:rPr lang="ko-KR" altLang="en-US" sz="900" b="1">
                <a:latin typeface="+mn-ea"/>
              </a:rPr>
              <a:t>노칭</a:t>
            </a:r>
            <a:r>
              <a:rPr lang="en-US" altLang="ko-KR" sz="900" b="1">
                <a:latin typeface="+mn-ea"/>
              </a:rPr>
              <a:t>(</a:t>
            </a:r>
            <a:r>
              <a:rPr lang="ko-KR" altLang="en-US" sz="900" b="1">
                <a:latin typeface="+mn-ea"/>
              </a:rPr>
              <a:t>양극</a:t>
            </a:r>
            <a:r>
              <a:rPr lang="en-US" altLang="ko-KR" sz="900" b="1">
                <a:latin typeface="+mn-ea"/>
              </a:rPr>
              <a:t>) - </a:t>
            </a:r>
            <a:r>
              <a:rPr lang="ko-KR" altLang="en-US" sz="900" b="1">
                <a:latin typeface="+mn-ea"/>
              </a:rPr>
              <a:t>치수</a:t>
            </a:r>
            <a:r>
              <a:rPr lang="en-US" altLang="ko-KR" sz="900" b="1">
                <a:latin typeface="+mn-ea"/>
              </a:rPr>
              <a:t>]</a:t>
            </a:r>
            <a:endParaRPr lang="ko-KR" altLang="en-US" sz="900" b="1">
              <a:latin typeface="+mn-ea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BF47773-5DDE-0DBB-AF54-3B87444F78A5}"/>
              </a:ext>
            </a:extLst>
          </p:cNvPr>
          <p:cNvSpPr txBox="1"/>
          <p:nvPr/>
        </p:nvSpPr>
        <p:spPr>
          <a:xfrm>
            <a:off x="5639481" y="2054954"/>
            <a:ext cx="88039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b="1">
                <a:latin typeface="+mn-ea"/>
              </a:rPr>
              <a:t>[</a:t>
            </a:r>
            <a:r>
              <a:rPr lang="ko-KR" altLang="en-US" sz="900" b="1">
                <a:latin typeface="+mn-ea"/>
              </a:rPr>
              <a:t>라미 </a:t>
            </a:r>
            <a:r>
              <a:rPr lang="en-US" altLang="ko-KR" sz="900" b="1">
                <a:latin typeface="+mn-ea"/>
              </a:rPr>
              <a:t>- </a:t>
            </a:r>
            <a:r>
              <a:rPr lang="ko-KR" altLang="en-US" sz="900" b="1">
                <a:latin typeface="+mn-ea"/>
              </a:rPr>
              <a:t>치수</a:t>
            </a:r>
            <a:r>
              <a:rPr lang="en-US" altLang="ko-KR" sz="900" b="1">
                <a:latin typeface="+mn-ea"/>
              </a:rPr>
              <a:t>]</a:t>
            </a:r>
            <a:endParaRPr lang="ko-KR" altLang="en-US" sz="900" b="1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1517644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575253"/>
              </p:ext>
            </p:extLst>
          </p:nvPr>
        </p:nvGraphicFramePr>
        <p:xfrm>
          <a:off x="119275" y="872919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6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80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NFF</a:t>
                      </a:r>
                      <a:b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검사정보</a:t>
                      </a:r>
                      <a:b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무결성 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Task</a:t>
                      </a:r>
                      <a:endParaRPr lang="ko-KR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MP2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(W30)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핵심 내용은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6/15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일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CRW Cell ID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결측 건에 대한 재발방지대책으로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API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작동을 상시 확인하는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bit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신호 적용 및 테스트 예정입니다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 (~7/29)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[’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년 원통형 대상의 검사정보 무결성 목표</a:t>
                      </a:r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 사항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b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원통형 주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회 정기 회의체를 통한 실적현황 확인 및 개선방안 도출 진행하고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→ NG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확인률의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자수에 해당되는 셀 수량이 극도로 적어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NFF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무결성 리포트 상에서 기존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%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표기했던 것이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ppm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으로 변경됐습니다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→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6/9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 품질경영센터장님과 소형부문 검사정보 무결성 회의 진행하였습니다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현재 지표 집계 건 중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와인더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비중이 높아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와인더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관련 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지표 집계 현상 및 조치사항 리뷰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①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분리막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Count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관련 실물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Data shift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정합성 밀림 방지 로직 적용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(0.05%)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② 자동보정 관련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JSON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파일 검사항목의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키값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누락 조치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(2.91%)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개선방안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1)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‘ELF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미함침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검사기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’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NG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확인률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건 이력 확인 결과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Align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부에서 기구 동작 시 설비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Data Shift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될 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일부 셀이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Data Shift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전에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선입되어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Data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가 누락되는 것을 원인으로 추정했습니다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 Data Shift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시점에 셀이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선입되지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않도록 설비 제어 변경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생산기술팀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, ~7/26)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2) CRW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용접 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리폼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J/R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코어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분리막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검사기에 대해 검사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재부팅 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API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자동 실행되지 않아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Cell ID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결측 지표로 집계되었습니다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.(6/15)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    검사 프로그램이 종료되지 않은 상태로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재부팅 진행하는 경우 재부팅이 정상적으로 진행되지 않아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API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미작동한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것으로 확인되었으며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(6/26),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검사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재부팅 가이드를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검사 작업자께 전달하였습니다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해당 건 재발 방지 대책으로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LG CNS,46cellQA,46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검사기술팀과 협의하여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ail Narrow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    API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에서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DTC PLC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로 일정 초마다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bit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신호를 전달하여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API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작동을 상시 확인하는 방법을 적용하고자 합니다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 DTC PLC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에서 일정 카운트의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    bit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신호를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API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로부터 받지 못하는 경우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설비 알람을 발생하는 컨셉입니다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SWP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라인 부동 간 테스트 진행 및 적용 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(~7/29)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ail Narrow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    MP2,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선행검증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, AZ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라인 수평전개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개발비는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삼익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THK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만 집행 예정이며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견적 산정해서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46cellQA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에 전달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3) ‘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ail Narrow"/>
                          <a:ea typeface="+mn-ea"/>
                        </a:rPr>
                        <a:t>CCW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ail Narrow"/>
                          <a:ea typeface="+mn-ea"/>
                        </a:rPr>
                        <a:t>원자재 </a:t>
                      </a:r>
                      <a:r>
                        <a:rPr lang="ko-KR" altLang="en-US" sz="1000" err="1">
                          <a:solidFill>
                            <a:srgbClr val="000000"/>
                          </a:solidFill>
                          <a:latin typeface="Arail Narrow"/>
                          <a:ea typeface="+mn-ea"/>
                        </a:rPr>
                        <a:t>집전판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ail Narrow"/>
                          <a:ea typeface="+mn-ea"/>
                        </a:rPr>
                        <a:t> 검사기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’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의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전극 가루로 인한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CCW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양극 </a:t>
                      </a:r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집전판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캐리어의 바코드 </a:t>
                      </a:r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미인식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발생하여 캐리어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집전판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ID–J/R ID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미매칭되어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Cell ID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결측 집계되었습니다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부동 간 </a:t>
                      </a:r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집전판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캐리어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BCR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점검 및 생산기술팀에서 캐리어 클리닝 진행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했습니다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 (7/5)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이후 일부 전극가루로 인한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미인식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케이스가 있어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생산일정을 고려하여 클리닝 작업 진행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. (~7/26)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  <a:cs typeface="+mn-cs"/>
                        </a:rPr>
                        <a:t> 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26.12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박소영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김준범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38623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박소영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7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/22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1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18649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NFF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검사정보 무결성 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Task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95C4C1-2D09-439E-9891-5BFFA36A6118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23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0CF1A3-6C36-AFD5-FF54-CDBDD36012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495189"/>
              </p:ext>
            </p:extLst>
          </p:nvPr>
        </p:nvGraphicFramePr>
        <p:xfrm>
          <a:off x="1382735" y="1611028"/>
          <a:ext cx="6896879" cy="1421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8856">
                  <a:extLst>
                    <a:ext uri="{9D8B030D-6E8A-4147-A177-3AD203B41FA5}">
                      <a16:colId xmlns:a16="http://schemas.microsoft.com/office/drawing/2014/main" val="1655641043"/>
                    </a:ext>
                  </a:extLst>
                </a:gridCol>
                <a:gridCol w="553012">
                  <a:extLst>
                    <a:ext uri="{9D8B030D-6E8A-4147-A177-3AD203B41FA5}">
                      <a16:colId xmlns:a16="http://schemas.microsoft.com/office/drawing/2014/main" val="1542450983"/>
                    </a:ext>
                  </a:extLst>
                </a:gridCol>
                <a:gridCol w="604009">
                  <a:extLst>
                    <a:ext uri="{9D8B030D-6E8A-4147-A177-3AD203B41FA5}">
                      <a16:colId xmlns:a16="http://schemas.microsoft.com/office/drawing/2014/main" val="3872894791"/>
                    </a:ext>
                  </a:extLst>
                </a:gridCol>
                <a:gridCol w="604009">
                  <a:extLst>
                    <a:ext uri="{9D8B030D-6E8A-4147-A177-3AD203B41FA5}">
                      <a16:colId xmlns:a16="http://schemas.microsoft.com/office/drawing/2014/main" val="1368345255"/>
                    </a:ext>
                  </a:extLst>
                </a:gridCol>
                <a:gridCol w="604009">
                  <a:extLst>
                    <a:ext uri="{9D8B030D-6E8A-4147-A177-3AD203B41FA5}">
                      <a16:colId xmlns:a16="http://schemas.microsoft.com/office/drawing/2014/main" val="3240491677"/>
                    </a:ext>
                  </a:extLst>
                </a:gridCol>
                <a:gridCol w="604009">
                  <a:extLst>
                    <a:ext uri="{9D8B030D-6E8A-4147-A177-3AD203B41FA5}">
                      <a16:colId xmlns:a16="http://schemas.microsoft.com/office/drawing/2014/main" val="366490425"/>
                    </a:ext>
                  </a:extLst>
                </a:gridCol>
                <a:gridCol w="710354">
                  <a:extLst>
                    <a:ext uri="{9D8B030D-6E8A-4147-A177-3AD203B41FA5}">
                      <a16:colId xmlns:a16="http://schemas.microsoft.com/office/drawing/2014/main" val="1404534389"/>
                    </a:ext>
                  </a:extLst>
                </a:gridCol>
                <a:gridCol w="816207">
                  <a:extLst>
                    <a:ext uri="{9D8B030D-6E8A-4147-A177-3AD203B41FA5}">
                      <a16:colId xmlns:a16="http://schemas.microsoft.com/office/drawing/2014/main" val="1043195939"/>
                    </a:ext>
                  </a:extLst>
                </a:gridCol>
                <a:gridCol w="816207">
                  <a:extLst>
                    <a:ext uri="{9D8B030D-6E8A-4147-A177-3AD203B41FA5}">
                      <a16:colId xmlns:a16="http://schemas.microsoft.com/office/drawing/2014/main" val="3027108605"/>
                    </a:ext>
                  </a:extLst>
                </a:gridCol>
                <a:gridCol w="816207">
                  <a:extLst>
                    <a:ext uri="{9D8B030D-6E8A-4147-A177-3AD203B41FA5}">
                      <a16:colId xmlns:a16="http://schemas.microsoft.com/office/drawing/2014/main" val="418759658"/>
                    </a:ext>
                  </a:extLst>
                </a:gridCol>
              </a:tblGrid>
              <a:tr h="0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구분 </a:t>
                      </a:r>
                    </a:p>
                  </a:txBody>
                  <a:tcPr marL="36000" marR="36000" marT="18000" marB="180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자동차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/ESS</a:t>
                      </a:r>
                    </a:p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’25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년 목표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‘26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년 현황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‘26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년 목표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36000" marT="18000" marB="18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74716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36000" marT="18000" marB="18000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6/2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리포트 기준</a:t>
                      </a:r>
                    </a:p>
                  </a:txBody>
                  <a:tcPr marL="36000" marR="36000" marT="18000" marB="18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1Q</a:t>
                      </a:r>
                    </a:p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(85%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개선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2Q</a:t>
                      </a:r>
                    </a:p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(90%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개선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3Q</a:t>
                      </a:r>
                    </a:p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(95%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개선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4Q</a:t>
                      </a:r>
                    </a:p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자동차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/ESS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동일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8776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와인더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조립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워싱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Total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3375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NG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확인률</a:t>
                      </a:r>
                    </a:p>
                  </a:txBody>
                  <a:tcPr marL="36000" marR="36000" marT="18000" marB="180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0.1%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20 ppm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13 ppm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 ppm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33 ppm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5.9%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4.0%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2.0%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0.1%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03998"/>
                  </a:ext>
                </a:extLst>
              </a:tr>
              <a:tr h="7896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Cell ID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결측률 </a:t>
                      </a:r>
                    </a:p>
                  </a:txBody>
                  <a:tcPr marL="36000" marR="36000" marT="18000" marB="180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2.0%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3,528ppm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1,833ppm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2ppm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2,245ppm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2.7%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2.5%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2.2%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2.0%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502608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rgbClr val="006600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미연동 없음</a:t>
                      </a:r>
                      <a:r>
                        <a:rPr lang="en-US" altLang="ko-KR" sz="800" b="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ko-KR" altLang="en-US" sz="800" b="0">
                        <a:solidFill>
                          <a:srgbClr val="006600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0" err="1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미연동</a:t>
                      </a:r>
                      <a:r>
                        <a:rPr lang="ko-KR" altLang="en-US" sz="800" b="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 없음</a:t>
                      </a:r>
                      <a:r>
                        <a:rPr lang="en-US" altLang="ko-KR" sz="800" b="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ko-KR" altLang="en-US" sz="800" b="0">
                        <a:solidFill>
                          <a:srgbClr val="006600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rgbClr val="006600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04455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결측률 </a:t>
                      </a:r>
                    </a:p>
                  </a:txBody>
                  <a:tcPr marL="36000" marR="36000" marT="18000" marB="180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4.75%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4.49%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4486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이미지 결측률 </a:t>
                      </a:r>
                    </a:p>
                  </a:txBody>
                  <a:tcPr marL="36000" marR="36000" marT="18000" marB="180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11.79%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11.2%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0.8%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82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Lot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No.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결측률 </a:t>
                      </a:r>
                    </a:p>
                  </a:txBody>
                  <a:tcPr marL="36000" marR="36000" marT="18000" marB="18000" anchor="ctr"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2.5%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2.3%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2.2%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≤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2.0%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925856"/>
                  </a:ext>
                </a:extLst>
              </a:tr>
            </a:tbl>
          </a:graphicData>
        </a:graphic>
      </p:graphicFrame>
      <p:pic>
        <p:nvPicPr>
          <p:cNvPr id="15" name="그림 14">
            <a:extLst>
              <a:ext uri="{FF2B5EF4-FFF2-40B4-BE49-F238E27FC236}">
                <a16:creationId xmlns:a16="http://schemas.microsoft.com/office/drawing/2014/main" id="{3FC7295B-D44F-5922-A226-318E37104F4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7488"/>
          <a:stretch/>
        </p:blipFill>
        <p:spPr>
          <a:xfrm>
            <a:off x="1296267" y="6990305"/>
            <a:ext cx="4881251" cy="107714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90A46D2-9D59-8AD5-F250-3C2B488926CD}"/>
              </a:ext>
            </a:extLst>
          </p:cNvPr>
          <p:cNvSpPr txBox="1"/>
          <p:nvPr/>
        </p:nvSpPr>
        <p:spPr>
          <a:xfrm>
            <a:off x="6133014" y="6944103"/>
            <a:ext cx="248841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* </a:t>
            </a:r>
            <a:r>
              <a:rPr lang="ko-KR" altLang="en-US" sz="800" b="0" i="0" u="none" strike="noStrike" kern="1200" baseline="0" noProof="0" err="1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재투입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 프로세스 </a:t>
            </a:r>
            <a:b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  (1) NG 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배출된 캐리어에서 </a:t>
            </a:r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J/R 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제거 금지</a:t>
            </a:r>
            <a:endParaRPr lang="en-US" altLang="ko-KR" sz="800" b="0" i="0" u="none" strike="noStrike" kern="1200" baseline="0" noProof="0">
              <a:solidFill>
                <a:srgbClr val="006600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ko-KR" sz="800">
                <a:solidFill>
                  <a:srgbClr val="006600"/>
                </a:solidFill>
              </a:rPr>
              <a:t> 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 </a:t>
            </a:r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(2) </a:t>
            </a:r>
            <a:r>
              <a:rPr lang="ko-KR" altLang="en-US" sz="800" b="0" i="0" u="none" strike="noStrike" kern="1200" baseline="0" noProof="0" err="1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재투입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 시 반드시 </a:t>
            </a:r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NG 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배출한 설비의 </a:t>
            </a:r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BCR 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전단에 투입</a:t>
            </a:r>
            <a:endParaRPr lang="en-US" altLang="ko-KR" sz="800" b="0" i="0" u="none" strike="noStrike" kern="1200" baseline="0" noProof="0">
              <a:solidFill>
                <a:srgbClr val="006600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ko-KR" sz="800">
                <a:solidFill>
                  <a:srgbClr val="006600"/>
                </a:solidFill>
              </a:rPr>
              <a:t> 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 </a:t>
            </a:r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(3) NG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 배출 수량 </a:t>
            </a:r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100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개 전 </a:t>
            </a:r>
            <a:r>
              <a:rPr lang="ko-KR" altLang="en-US" sz="800" b="0" i="0" u="none" strike="noStrike" kern="1200" baseline="0" noProof="0" err="1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재투입</a:t>
            </a:r>
            <a:endParaRPr lang="ko-KR" altLang="en-US" sz="800">
              <a:solidFill>
                <a:srgbClr val="00660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DAB16A3-7F1F-75B6-E4DB-F294C21F6248}"/>
              </a:ext>
            </a:extLst>
          </p:cNvPr>
          <p:cNvSpPr txBox="1"/>
          <p:nvPr/>
        </p:nvSpPr>
        <p:spPr>
          <a:xfrm>
            <a:off x="6254750" y="3019537"/>
            <a:ext cx="22685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*</a:t>
            </a:r>
            <a:r>
              <a:rPr lang="ko-KR" altLang="en-US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괄호 안 수치는 </a:t>
            </a:r>
            <a:r>
              <a:rPr lang="ko-KR" altLang="en-US" sz="800" err="1">
                <a:solidFill>
                  <a:srgbClr val="006600"/>
                </a:solidFill>
              </a:rPr>
              <a:t>미연동</a:t>
            </a:r>
            <a:r>
              <a:rPr lang="ko-KR" altLang="en-US" sz="800">
                <a:solidFill>
                  <a:srgbClr val="006600"/>
                </a:solidFill>
              </a:rPr>
              <a:t> 검사기 제외한 지표입니다</a:t>
            </a:r>
            <a:r>
              <a:rPr lang="en-US" altLang="ko-KR" sz="800">
                <a:solidFill>
                  <a:srgbClr val="006600"/>
                </a:solidFill>
              </a:rPr>
              <a:t>.</a:t>
            </a:r>
            <a:endParaRPr lang="ko-KR" altLang="en-US" sz="800">
              <a:solidFill>
                <a:srgbClr val="006600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283DE3B-6871-76CE-66E1-D7B8252EC26F}"/>
              </a:ext>
            </a:extLst>
          </p:cNvPr>
          <p:cNvSpPr txBox="1"/>
          <p:nvPr/>
        </p:nvSpPr>
        <p:spPr>
          <a:xfrm>
            <a:off x="6690781" y="3296152"/>
            <a:ext cx="108902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0" i="0" u="none" strike="noStrike" kern="1200" baseline="0" noProof="0">
                <a:solidFill>
                  <a:srgbClr val="006600"/>
                </a:solidFill>
                <a:effectLst/>
                <a:latin typeface="+mn-lt"/>
                <a:ea typeface="+mn-ea"/>
                <a:cs typeface="+mn-cs"/>
              </a:rPr>
              <a:t>*ppm : Parts per million</a:t>
            </a:r>
            <a:endParaRPr lang="ko-KR" altLang="en-US" sz="80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446568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2594289"/>
              </p:ext>
            </p:extLst>
          </p:nvPr>
        </p:nvGraphicFramePr>
        <p:xfrm>
          <a:off x="184153" y="867967"/>
          <a:ext cx="9719707" cy="5703238"/>
        </p:xfrm>
        <a:graphic>
          <a:graphicData uri="http://schemas.openxmlformats.org/drawingml/2006/table">
            <a:tbl>
              <a:tblPr/>
              <a:tblGrid>
                <a:gridCol w="573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946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LAMI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수율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자동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분석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AI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모듈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1" lang="ko-KR" altLang="en-US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(W30)</a:t>
                      </a:r>
                      <a:r>
                        <a:rPr kumimoji="1" lang="ko-KR" altLang="en-US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는 제조</a:t>
                      </a:r>
                      <a:r>
                        <a:rPr kumimoji="1" lang="en-US" altLang="ko-KR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DX</a:t>
                      </a:r>
                      <a:r>
                        <a:rPr kumimoji="1" lang="ko-KR" altLang="en-US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그룹 내 </a:t>
                      </a:r>
                      <a:r>
                        <a:rPr kumimoji="1" lang="en-US" altLang="ko-KR" sz="1000" b="0" i="0" u="none" strike="noStrike" kern="0" baseline="0" noProof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VoE</a:t>
                      </a:r>
                      <a:r>
                        <a:rPr kumimoji="1" lang="en-US" altLang="ko-KR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기반 보완</a:t>
                      </a:r>
                      <a:r>
                        <a:rPr kumimoji="1" lang="en-US" altLang="ko-KR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(7/20) </a:t>
                      </a:r>
                      <a:r>
                        <a:rPr kumimoji="1" lang="ko-KR" altLang="en-US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후</a:t>
                      </a:r>
                      <a:r>
                        <a:rPr kumimoji="1" lang="en-US" altLang="ko-KR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ESWA </a:t>
                      </a:r>
                      <a:r>
                        <a:rPr kumimoji="1" lang="ko-KR" altLang="en-US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대상 </a:t>
                      </a:r>
                      <a:r>
                        <a:rPr kumimoji="1" lang="en-US" altLang="ko-KR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차 설명회</a:t>
                      </a:r>
                      <a:r>
                        <a:rPr kumimoji="1" lang="en-US" altLang="ko-KR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(7/22) </a:t>
                      </a:r>
                      <a:r>
                        <a:rPr kumimoji="1" lang="ko-KR" altLang="en-US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후 배포 중 입니다</a:t>
                      </a:r>
                      <a:r>
                        <a:rPr kumimoji="1" lang="en-US" altLang="ko-KR" sz="1000" b="0" i="0" u="none" strike="noStrike" kern="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.(7/23~)</a:t>
                      </a:r>
                      <a:endParaRPr kumimoji="1" lang="en-US" altLang="ko-KR" sz="1000" b="0" i="0" u="none" strike="noStrike" kern="0" baseline="0" noProof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1" lang="en-US" altLang="ko-KR" sz="1000" b="0" i="0" u="none" strike="noStrike" kern="0" baseline="0" noProof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kern="0" baseline="0" noProof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 </a:t>
                      </a:r>
                      <a:r>
                        <a:rPr lang="ko-KR" altLang="en-US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컨셉 </a:t>
                      </a: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1)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공정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설비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Data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분석을 통한 라미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수율 자동분석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+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라인별 튜닝없이 사용 가능한 범용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AI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모듈 개발</a:t>
                      </a:r>
                      <a:b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2)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Daily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수율 자동분석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Report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및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LLM ChatBot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제공을 통한 질의응답 기능</a:t>
                      </a:r>
                      <a:endParaRPr kumimoji="1" lang="en-US" altLang="ko-KR" sz="1000" kern="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진행 사항 </a:t>
                      </a: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1)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Core XAI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엔진 개발 현황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: Core XAI Engine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개발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완료 후 원인 분석 정확도 고도화 업무 중입니다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.(~7/31)</a:t>
                      </a:r>
                      <a:endParaRPr kumimoji="1" lang="en-US" altLang="ko-KR" sz="800" kern="0" noProof="1"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endParaRPr kumimoji="1" lang="en-US" altLang="ko-KR" sz="300" kern="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- </a:t>
                      </a:r>
                      <a:r>
                        <a:rPr kumimoji="1" lang="ko-KR" altLang="en-US" sz="10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예측 모델 성능 보완</a:t>
                      </a:r>
                      <a:r>
                        <a:rPr kumimoji="1" lang="en-US" altLang="ko-KR" sz="8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(LLM </a:t>
                      </a:r>
                      <a:r>
                        <a:rPr kumimoji="1" lang="ko-KR" altLang="en-US" sz="8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자연어 변환 오류</a:t>
                      </a:r>
                      <a:r>
                        <a:rPr kumimoji="1" lang="en-US" altLang="ko-KR" sz="8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kumimoji="1" lang="ko-KR" altLang="en-US" sz="8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위치 불량 원인 인자 선정 및 인과관계 설명 오류</a:t>
                      </a:r>
                      <a:r>
                        <a:rPr kumimoji="1" lang="en-US" altLang="ko-KR" sz="8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  <a:r>
                        <a:rPr kumimoji="1" lang="ko-KR" altLang="en-US" sz="10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후 성능 검수</a:t>
                      </a:r>
                      <a:r>
                        <a:rPr kumimoji="1" lang="en-US" altLang="ko-KR" sz="9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(6/24, 6/30)</a:t>
                      </a:r>
                      <a:r>
                        <a:rPr kumimoji="1" lang="ko-KR" altLang="en-US" sz="10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진행하였습니다</a:t>
                      </a:r>
                      <a:r>
                        <a:rPr kumimoji="1" lang="en-US" altLang="ko-KR" sz="100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    </a:t>
                      </a:r>
                      <a:r>
                        <a:rPr kumimoji="1" lang="ko-KR" altLang="en-US" sz="10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① 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제조빅데이터분석팀의 실제 분석 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Action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을 반영하여 제품의 전체 치수 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Data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를 토대로 불량 형상</a:t>
                      </a:r>
                      <a:r>
                        <a:rPr kumimoji="1" lang="en-US" altLang="ko-KR" sz="8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(ex. </a:t>
                      </a:r>
                      <a:r>
                        <a:rPr kumimoji="1" lang="ko-KR" altLang="en-US" sz="8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양극 회전</a:t>
                      </a:r>
                      <a:r>
                        <a:rPr kumimoji="1" lang="en-US" altLang="ko-KR" sz="8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kumimoji="1" lang="ko-KR" altLang="en-US" sz="8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전진 등</a:t>
                      </a:r>
                      <a:r>
                        <a:rPr kumimoji="1" lang="en-US" altLang="ko-KR" sz="8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을 예측하고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,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          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해당 치수 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Data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가 왜 그러한 형상을 유발하게 되었는지에 대해 설비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/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공정 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기반으로 원인 설명하는 방향으로 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XAI 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모델 개발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/</a:t>
                      </a:r>
                      <a:r>
                        <a:rPr kumimoji="1" lang="ko-KR" altLang="en-US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학습하였습니다</a:t>
                      </a:r>
                      <a:r>
                        <a:rPr kumimoji="1" lang="en-US" altLang="ko-KR" sz="10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  <a:br>
                        <a:rPr kumimoji="1" lang="en-US" altLang="ko-KR" sz="8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② 불량 원인에 대해 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B-LEX,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제조빅데이터분석팀 분석 자료 기반 권고 조치 사항 생성되게끔 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LLM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고도화 화였습니다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(6/30)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  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FDC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팀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조립자동보정팀 개선 사례 문서 추가 후 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Report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내 권고 조치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및 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Chat Bot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질의 응답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가능함 확인하였습니다</a:t>
                      </a:r>
                      <a:r>
                        <a:rPr kumimoji="1" lang="en-US" altLang="ko-KR" sz="1000" kern="120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(7/15)</a:t>
                      </a:r>
                    </a:p>
                    <a:p>
                      <a:br>
                        <a:rPr kumimoji="1" lang="en-US" altLang="ko-KR" sz="3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- 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최종 검수는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6/1 ~ 6/10 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내 임의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5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개 일자 수율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Report 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내 위치 불량 분석 결과 및 챗봇 기능 평가를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6/24, 6/30 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총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차례에 걸쳐 진행하였습니다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검수 간 보완 내용에 대해서는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차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7/7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까지 보완하겠으며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2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차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7/31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까지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Report UI 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및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X,Y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축 원인 분석 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Solution </a:t>
                      </a:r>
                      <a:r>
                        <a:rPr kumimoji="1" lang="ko-KR" altLang="en-US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반영 예정입니다</a:t>
                      </a:r>
                      <a:r>
                        <a:rPr kumimoji="1" lang="en-US" altLang="ko-KR" sz="100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b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300" b="0" i="0" u="none" strike="noStrike" kern="0" baseline="0" noProof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① 이벤트성 불량에 대해서는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MES Loss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조치 이력을 생성하게끔 반영하였습니다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(7/14)</a:t>
                      </a:r>
                      <a:b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② 라미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X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축 불량 관련 설비 신호 신규 수집 항목 중심으로 분석 및  반영 중입니다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(~7/23) (*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합치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Tab Pitch,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양극 피딩 속도 보상량 등 기반 분석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 :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당일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Top 3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불량 유형과는 별개로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X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축 정지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재가동 불량 유형에 포함된 제품 전체를 분석하여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Report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내 반영 예정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(~7/23)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입니다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③ 라미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Y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축 불량 관련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EPC Actuator Data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산포 기반 불량 유형 분류 및 권고 조치 매칭 반영 중입니다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(~7/31)</a:t>
                      </a:r>
                      <a:br>
                        <a:rPr kumimoji="1" lang="en-US" altLang="ko-KR" sz="1000" b="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br>
                        <a:rPr kumimoji="1" lang="en-US" altLang="ko-KR" sz="300" b="0" kern="0" noProof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- DAVINCI ESWA 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내 신규 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VM 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서버 셋업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(GPU 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설치 포함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완료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(6/3)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및 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Data Pipe Line 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구축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(7/3)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후 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Core XAI Engine 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이관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및 운영 중입니다</a:t>
                      </a:r>
                      <a:r>
                        <a:rPr kumimoji="1" lang="en-US" altLang="ko-KR" sz="1000" kern="1200" spc="-20" baseline="0" noProof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(7/6) </a:t>
                      </a:r>
                    </a:p>
                    <a:p>
                      <a:endParaRPr kumimoji="1" lang="en-US" altLang="ko-KR" sz="500" b="0" i="0" u="none" strike="noStrike" kern="0" baseline="0" noProof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2)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향후 계획</a:t>
                      </a:r>
                      <a:endParaRPr kumimoji="1" lang="en-US" altLang="ko-KR" sz="1000" b="0" i="0" u="none" strike="noStrike" kern="0" baseline="0" noProof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- Beta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버전 배포 계획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제조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DX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그룹 내 배포 完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(7/13~)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▶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차 보완 完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(7/20)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▶ </a:t>
                      </a:r>
                      <a:r>
                        <a:rPr kumimoji="1" lang="en-US" altLang="ko-KR" sz="1000" b="1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ESWA </a:t>
                      </a:r>
                      <a:r>
                        <a:rPr kumimoji="1" lang="ko-KR" altLang="en-US" sz="1000" b="1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배포</a:t>
                      </a:r>
                      <a:r>
                        <a:rPr kumimoji="1" lang="en-US" altLang="ko-KR" sz="1000" b="1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(7/23~)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▶ 사용성 평가 등 기반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차 보완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(~7/31)</a:t>
                      </a:r>
                      <a:b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: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제조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DX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그룹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제조빅데이터분석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1,2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팀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조립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FDC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팀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조립자동보정팀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자동보정선행개발팀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向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내 배포 후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VoE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청취하며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차 개선 완료 하였습니다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(7/20)</a:t>
                      </a:r>
                    </a:p>
                    <a:p>
                      <a:b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br>
                        <a:rPr kumimoji="1" lang="en-US" altLang="ko-KR" sz="3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-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수평전개 계획</a:t>
                      </a:r>
                      <a:b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: ESWA 10, 13, 14, 20, 21, 22, 23, 24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대상 수평전개 업무 중입니다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.(~7/31)</a:t>
                      </a:r>
                      <a:b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: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현재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(W30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주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ESWA 10, 13, 14, 20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대상 수율 분석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Report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발행 중이며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</a:t>
                      </a:r>
                      <a:b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  21, 22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(W31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주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▶ 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23, 24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(W32</a:t>
                      </a:r>
                      <a:r>
                        <a:rPr kumimoji="1" lang="ko-KR" altLang="en-US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주</a:t>
                      </a:r>
                      <a:r>
                        <a:rPr kumimoji="1" lang="en-US" altLang="ko-KR" sz="8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순으로 전개 예정입니다</a:t>
                      </a:r>
                      <a: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                             </a:t>
                      </a:r>
                      <a:br>
                        <a:rPr kumimoji="1" lang="en-US" altLang="ko-KR" sz="1000" b="0" i="0" u="none" strike="noStrike" kern="0" baseline="0" noProof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1000" b="0" i="0" u="none" strike="noStrike" kern="0" baseline="0" noProof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26.07</a:t>
                      </a:r>
                      <a:endParaRPr lang="ko-KR" alt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박영헌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조현우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이성규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S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3052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LAMI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수율 자동 분석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XAI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모듈 개발</a:t>
            </a:r>
          </a:p>
        </p:txBody>
      </p:sp>
      <p:sp>
        <p:nvSpPr>
          <p:cNvPr id="32" name="내용 개체 틀 20">
            <a:extLst>
              <a:ext uri="{FF2B5EF4-FFF2-40B4-BE49-F238E27FC236}">
                <a16:creationId xmlns:a16="http://schemas.microsoft.com/office/drawing/2014/main" id="{1419F9ED-001D-4BF3-9CD7-97EC1EF76E49}"/>
              </a:ext>
            </a:extLst>
          </p:cNvPr>
          <p:cNvSpPr txBox="1">
            <a:spLocks/>
          </p:cNvSpPr>
          <p:nvPr/>
        </p:nvSpPr>
        <p:spPr>
          <a:xfrm>
            <a:off x="9038623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박영헌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72F316-602B-48D7-851D-262E403B6AD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7/22 16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3212AB3-D028-18C6-50E3-185D16AC9600}"/>
              </a:ext>
            </a:extLst>
          </p:cNvPr>
          <p:cNvGraphicFramePr>
            <a:graphicFrameLocks noGrp="1"/>
          </p:cNvGraphicFramePr>
          <p:nvPr/>
        </p:nvGraphicFramePr>
        <p:xfrm>
          <a:off x="1397584" y="1319095"/>
          <a:ext cx="7110831" cy="477225"/>
        </p:xfrm>
        <a:graphic>
          <a:graphicData uri="http://schemas.openxmlformats.org/drawingml/2006/table">
            <a:tbl>
              <a:tblPr/>
              <a:tblGrid>
                <a:gridCol w="101583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</a:t>
                      </a:r>
                      <a:r>
                        <a:rPr lang="en-US" altLang="ko-KR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계약 체결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XAI </a:t>
                      </a:r>
                      <a:r>
                        <a:rPr lang="ko-KR" altLang="en-US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endParaRPr lang="en-US" sz="10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중간 검수</a:t>
                      </a:r>
                      <a:endParaRPr lang="en-US" sz="10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검수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보완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81A3D16D-3A08-23D0-3126-16F1EB82E8FE}"/>
              </a:ext>
            </a:extLst>
          </p:cNvPr>
          <p:cNvSpPr/>
          <p:nvPr/>
        </p:nvSpPr>
        <p:spPr>
          <a:xfrm>
            <a:off x="7487810" y="1475757"/>
            <a:ext cx="1020605" cy="320563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6" name="이등변 삼각형 5">
            <a:extLst>
              <a:ext uri="{FF2B5EF4-FFF2-40B4-BE49-F238E27FC236}">
                <a16:creationId xmlns:a16="http://schemas.microsoft.com/office/drawing/2014/main" id="{1D26A3BC-F086-6872-DA4D-3CA7F618991E}"/>
              </a:ext>
            </a:extLst>
          </p:cNvPr>
          <p:cNvSpPr/>
          <p:nvPr/>
        </p:nvSpPr>
        <p:spPr>
          <a:xfrm flipV="1">
            <a:off x="7435416" y="1364257"/>
            <a:ext cx="116276" cy="100238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8" name="이등변 삼각형 7">
            <a:extLst>
              <a:ext uri="{FF2B5EF4-FFF2-40B4-BE49-F238E27FC236}">
                <a16:creationId xmlns:a16="http://schemas.microsoft.com/office/drawing/2014/main" id="{96B354F3-7DBD-83D0-AE62-4D66DB110521}"/>
              </a:ext>
            </a:extLst>
          </p:cNvPr>
          <p:cNvSpPr/>
          <p:nvPr/>
        </p:nvSpPr>
        <p:spPr>
          <a:xfrm flipV="1">
            <a:off x="7982349" y="1364257"/>
            <a:ext cx="116276" cy="100238"/>
          </a:xfrm>
          <a:prstGeom prst="triangl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7FD12FA-7C8B-8926-866C-FF402D6A98AE}"/>
              </a:ext>
            </a:extLst>
          </p:cNvPr>
          <p:cNvSpPr txBox="1"/>
          <p:nvPr/>
        </p:nvSpPr>
        <p:spPr>
          <a:xfrm>
            <a:off x="8048999" y="1266278"/>
            <a:ext cx="94128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WA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사용 평가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보완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D7847A8-8BAF-5DB7-15FF-5313819D9683}"/>
              </a:ext>
            </a:extLst>
          </p:cNvPr>
          <p:cNvSpPr txBox="1"/>
          <p:nvPr/>
        </p:nvSpPr>
        <p:spPr>
          <a:xfrm>
            <a:off x="6493163" y="5484000"/>
            <a:ext cx="23391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 UI, </a:t>
            </a:r>
            <a:r>
              <a:rPr kumimoji="1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분석 내용 중 검사기 </a:t>
            </a:r>
            <a:r>
              <a:rPr kumimoji="1" lang="ko-KR" altLang="en-US" sz="800" b="0" i="0" u="none" strike="noStrike" kern="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과검</a:t>
            </a:r>
            <a:r>
              <a:rPr kumimoji="1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관련 오류 개선 등</a:t>
            </a:r>
          </a:p>
        </p:txBody>
      </p:sp>
    </p:spTree>
    <p:extLst>
      <p:ext uri="{BB962C8B-B14F-4D97-AF65-F5344CB8AC3E}">
        <p14:creationId xmlns:p14="http://schemas.microsoft.com/office/powerpoint/2010/main" val="376783767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4277315"/>
              </p:ext>
            </p:extLst>
          </p:nvPr>
        </p:nvGraphicFramePr>
        <p:xfrm>
          <a:off x="184153" y="867967"/>
          <a:ext cx="9719707" cy="5703238"/>
        </p:xfrm>
        <a:graphic>
          <a:graphicData uri="http://schemas.openxmlformats.org/drawingml/2006/table">
            <a:tbl>
              <a:tblPr/>
              <a:tblGrid>
                <a:gridCol w="573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946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노칭양극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라미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연결 정합성 향상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(W30)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총 투자 필요 금액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3.6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억으로 검토 완료하였으며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및 설비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팀과 예산 확보 방안 논의 중입니다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컨셉</a:t>
                      </a:r>
                      <a:r>
                        <a:rPr lang="en-US" altLang="ko-KR" sz="9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▪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As-is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: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라미 </a:t>
                      </a:r>
                      <a:r>
                        <a:rPr lang="ko-KR" altLang="en-US" sz="900" kern="0" spc="-50" err="1">
                          <a:solidFill>
                            <a:schemeClr val="tx1"/>
                          </a:solidFill>
                          <a:latin typeface="+mn-lt"/>
                        </a:rPr>
                        <a:t>모노셀에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 양극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Data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매칭 시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설비 양극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unwinder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재료교체 신호 활용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    ※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 구조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양극까지 생성된 오버레이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롤맵을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라미공정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Monocell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                     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양극 투입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재료교체 시작점부터 데이터 연결하도록 구성되어 있음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en-US" altLang="ko-KR" sz="900" kern="0" spc="-5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</a:br>
                      <a:endParaRPr lang="en-US" altLang="ko-KR" sz="900" kern="0" spc="-5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①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Mono Cell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의 음극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Cell ID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와 양극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의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Roll Map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맵핑의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Key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값이 재료교체시점 신호로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재료교체 시점 수집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Scan time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 따라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정합성 편차가 존재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② 양극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UW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에서 재료교체 후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BCR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까지 도달 전 전극 단선 혹은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event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발생 시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의 음극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Cell ID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 맵핑이 전체적으로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Shift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되어 정합성 저해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▪ 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To-be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: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재료교체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Bit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가 아닌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, EDC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시스템을 활용하여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“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양극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Lot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의 </a:t>
                      </a:r>
                      <a:r>
                        <a:rPr lang="ko-KR" altLang="en-US" sz="900" kern="0" spc="-50" err="1">
                          <a:solidFill>
                            <a:schemeClr val="tx1"/>
                          </a:solidFill>
                          <a:latin typeface="+mn-lt"/>
                        </a:rPr>
                        <a:t>롤맵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 기준점과 음극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Lot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의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Cell ID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의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DTC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에서 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Mapping”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lt"/>
                        </a:rPr>
                        <a:t>하여 수집하는 방식으로  개선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블록도</a:t>
                      </a:r>
                      <a:r>
                        <a:rPr lang="en-US" altLang="ko-KR" sz="9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26.07</a:t>
                      </a:r>
                      <a:endParaRPr lang="ko-KR" alt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05426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롤맵 정합성 향상 기술개발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노칭 양극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라미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Data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연결 정합성 향상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(1/3)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2" name="내용 개체 틀 20">
            <a:extLst>
              <a:ext uri="{FF2B5EF4-FFF2-40B4-BE49-F238E27FC236}">
                <a16:creationId xmlns:a16="http://schemas.microsoft.com/office/drawing/2014/main" id="{1419F9ED-001D-4BF3-9CD7-97EC1EF76E49}"/>
              </a:ext>
            </a:extLst>
          </p:cNvPr>
          <p:cNvSpPr txBox="1">
            <a:spLocks/>
          </p:cNvSpPr>
          <p:nvPr/>
        </p:nvSpPr>
        <p:spPr>
          <a:xfrm>
            <a:off x="9011598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72F316-602B-48D7-851D-262E403B6AD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: 7/22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시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6DB7DA-52D9-100B-3653-F4E7162206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1864910"/>
              </p:ext>
            </p:extLst>
          </p:nvPr>
        </p:nvGraphicFramePr>
        <p:xfrm>
          <a:off x="1397584" y="1316958"/>
          <a:ext cx="6221971" cy="431505"/>
        </p:xfrm>
        <a:graphic>
          <a:graphicData uri="http://schemas.openxmlformats.org/drawingml/2006/table">
            <a:tbl>
              <a:tblPr/>
              <a:tblGrid>
                <a:gridCol w="88885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88885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8885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88853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88885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8885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8885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68061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검토</a:t>
                      </a: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투자비 검토</a:t>
                      </a: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로직 개발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 셋업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검증</a:t>
                      </a: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확산 전개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 2/6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’26.3/31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‘26.4/30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6/10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~‘26.6.10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‘26.6/30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~8/31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2546C4A2-09C6-8276-AA56-06E8B09F2F91}"/>
              </a:ext>
            </a:extLst>
          </p:cNvPr>
          <p:cNvGrpSpPr/>
          <p:nvPr/>
        </p:nvGrpSpPr>
        <p:grpSpPr>
          <a:xfrm>
            <a:off x="1645155" y="2541682"/>
            <a:ext cx="3656514" cy="275409"/>
            <a:chOff x="1580501" y="2741106"/>
            <a:chExt cx="3240360" cy="418080"/>
          </a:xfrm>
        </p:grpSpPr>
        <p:sp>
          <p:nvSpPr>
            <p:cNvPr id="29" name="사각형: 둥근 모서리 28">
              <a:extLst>
                <a:ext uri="{FF2B5EF4-FFF2-40B4-BE49-F238E27FC236}">
                  <a16:creationId xmlns:a16="http://schemas.microsoft.com/office/drawing/2014/main" id="{179B047D-AB60-CED4-9CAA-7E3CE4FC07AD}"/>
                </a:ext>
              </a:extLst>
            </p:cNvPr>
            <p:cNvSpPr/>
            <p:nvPr/>
          </p:nvSpPr>
          <p:spPr bwMode="auto">
            <a:xfrm>
              <a:off x="1580501" y="2741106"/>
              <a:ext cx="815725" cy="418080"/>
            </a:xfrm>
            <a:prstGeom prst="roundRect">
              <a:avLst/>
            </a:prstGeom>
            <a:solidFill>
              <a:schemeClr val="bg1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 latinLnBrk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UW </a:t>
              </a:r>
              <a:r>
                <a:rPr kumimoji="1" lang="ko-KR" altLang="en-US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</a:t>
              </a:r>
              <a:endParaRPr kumimoji="1" lang="en-US" altLang="ko-KR" sz="700" kern="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fontAlgn="base" latinLnBrk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Lot </a:t>
              </a:r>
              <a:r>
                <a:rPr kumimoji="1" lang="ko-KR" altLang="en-US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교체</a:t>
              </a:r>
            </a:p>
          </p:txBody>
        </p:sp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872BB83D-5D38-81D7-0CF6-30602DAE7B8C}"/>
                </a:ext>
              </a:extLst>
            </p:cNvPr>
            <p:cNvSpPr/>
            <p:nvPr/>
          </p:nvSpPr>
          <p:spPr bwMode="auto">
            <a:xfrm>
              <a:off x="2735722" y="2741106"/>
              <a:ext cx="815725" cy="418080"/>
            </a:xfrm>
            <a:prstGeom prst="roundRect">
              <a:avLst/>
            </a:prstGeom>
            <a:solidFill>
              <a:schemeClr val="bg1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 latinLnBrk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거리</a:t>
              </a:r>
              <a:endParaRPr kumimoji="1" lang="en-US" altLang="ko-KR" sz="700" kern="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fontAlgn="base" latinLnBrk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Tracking</a:t>
              </a:r>
            </a:p>
          </p:txBody>
        </p:sp>
        <p:sp>
          <p:nvSpPr>
            <p:cNvPr id="34" name="사각형: 둥근 모서리 33">
              <a:extLst>
                <a:ext uri="{FF2B5EF4-FFF2-40B4-BE49-F238E27FC236}">
                  <a16:creationId xmlns:a16="http://schemas.microsoft.com/office/drawing/2014/main" id="{36D896DA-338B-9D9B-2FCD-8C5792B5F758}"/>
                </a:ext>
              </a:extLst>
            </p:cNvPr>
            <p:cNvSpPr/>
            <p:nvPr/>
          </p:nvSpPr>
          <p:spPr bwMode="auto">
            <a:xfrm>
              <a:off x="3890944" y="2741106"/>
              <a:ext cx="929917" cy="418080"/>
            </a:xfrm>
            <a:prstGeom prst="roundRect">
              <a:avLst/>
            </a:prstGeom>
            <a:solidFill>
              <a:schemeClr val="bg1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 latinLnBrk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BCR </a:t>
              </a:r>
              <a:r>
                <a:rPr kumimoji="1" lang="ko-KR" altLang="en-US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위치 도달</a:t>
              </a:r>
              <a:r>
                <a:rPr kumimoji="1" lang="en-US" altLang="ko-KR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1" lang="ko-KR" altLang="en-US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시점</a:t>
              </a:r>
              <a:r>
                <a:rPr kumimoji="1" lang="en-US" altLang="ko-KR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1" lang="ko-KR" altLang="en-US" sz="700" kern="0" err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모노셀에</a:t>
              </a:r>
              <a:r>
                <a:rPr kumimoji="1" lang="ko-KR" altLang="en-US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endParaRPr kumimoji="1" lang="en-US" altLang="ko-KR" sz="700" kern="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 fontAlgn="base" latinLnBrk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</a:t>
              </a:r>
              <a:r>
                <a:rPr kumimoji="1" lang="en-US" altLang="ko-KR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Data</a:t>
              </a:r>
              <a:r>
                <a:rPr kumimoji="1" lang="ko-KR" altLang="en-US" sz="700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맵핑</a:t>
              </a:r>
              <a:endParaRPr kumimoji="1" lang="en-US" altLang="ko-KR" sz="700" kern="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35" name="직선 화살표 연결선 34">
              <a:extLst>
                <a:ext uri="{FF2B5EF4-FFF2-40B4-BE49-F238E27FC236}">
                  <a16:creationId xmlns:a16="http://schemas.microsoft.com/office/drawing/2014/main" id="{5BE265B8-5D19-E60C-622C-8C031D5C4760}"/>
                </a:ext>
              </a:extLst>
            </p:cNvPr>
            <p:cNvCxnSpPr>
              <a:stCxn id="29" idx="3"/>
              <a:endCxn id="33" idx="1"/>
            </p:cNvCxnSpPr>
            <p:nvPr/>
          </p:nvCxnSpPr>
          <p:spPr bwMode="auto">
            <a:xfrm>
              <a:off x="2396226" y="2950146"/>
              <a:ext cx="339496" cy="0"/>
            </a:xfrm>
            <a:prstGeom prst="straightConnector1">
              <a:avLst/>
            </a:prstGeom>
            <a:ln>
              <a:headEnd type="none" w="med" len="med"/>
              <a:tailEnd type="triangle" w="med" len="med"/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</p:cxnSp>
        <p:cxnSp>
          <p:nvCxnSpPr>
            <p:cNvPr id="36" name="직선 화살표 연결선 35">
              <a:extLst>
                <a:ext uri="{FF2B5EF4-FFF2-40B4-BE49-F238E27FC236}">
                  <a16:creationId xmlns:a16="http://schemas.microsoft.com/office/drawing/2014/main" id="{040657A0-4205-140C-F44D-649773CFBA40}"/>
                </a:ext>
              </a:extLst>
            </p:cNvPr>
            <p:cNvCxnSpPr>
              <a:cxnSpLocks/>
              <a:stCxn id="33" idx="3"/>
              <a:endCxn id="34" idx="1"/>
            </p:cNvCxnSpPr>
            <p:nvPr/>
          </p:nvCxnSpPr>
          <p:spPr bwMode="auto">
            <a:xfrm>
              <a:off x="3551447" y="2950146"/>
              <a:ext cx="339497" cy="0"/>
            </a:xfrm>
            <a:prstGeom prst="straightConnector1">
              <a:avLst/>
            </a:prstGeom>
            <a:ln>
              <a:headEnd type="none" w="med" len="med"/>
              <a:tailEnd type="triangle" w="med" len="med"/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</p:cxn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C2480A58-8FAC-9E62-E23B-C8AFBD5A4BC0}"/>
              </a:ext>
            </a:extLst>
          </p:cNvPr>
          <p:cNvGrpSpPr/>
          <p:nvPr/>
        </p:nvGrpSpPr>
        <p:grpSpPr>
          <a:xfrm>
            <a:off x="5715137" y="1955620"/>
            <a:ext cx="4052849" cy="1858662"/>
            <a:chOff x="526973" y="3112063"/>
            <a:chExt cx="7465703" cy="2298099"/>
          </a:xfrm>
        </p:grpSpPr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8A7606F7-994C-865A-507E-A0FC70F22627}"/>
                </a:ext>
              </a:extLst>
            </p:cNvPr>
            <p:cNvCxnSpPr>
              <a:stCxn id="42" idx="0"/>
            </p:cNvCxnSpPr>
            <p:nvPr/>
          </p:nvCxnSpPr>
          <p:spPr bwMode="auto">
            <a:xfrm>
              <a:off x="969265" y="3122173"/>
              <a:ext cx="2049461" cy="0"/>
            </a:xfrm>
            <a:prstGeom prst="line">
              <a:avLst/>
            </a:prstGeom>
            <a:noFill/>
            <a:ln w="19050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FA2F35AD-6B56-B631-5AC3-5C1653FEDC4B}"/>
                </a:ext>
              </a:extLst>
            </p:cNvPr>
            <p:cNvSpPr/>
            <p:nvPr/>
          </p:nvSpPr>
          <p:spPr>
            <a:xfrm>
              <a:off x="719279" y="3122173"/>
              <a:ext cx="499973" cy="4917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000000"/>
              </a:solidFill>
              <a:prstDash val="solid"/>
            </a:ln>
          </p:spPr>
          <p:txBody>
            <a:bodyPr lIns="0" tIns="0" rIns="0" bIns="0" rtlCol="0" anchor="ctr">
              <a:noAutofit/>
            </a:bodyPr>
            <a:lstStyle/>
            <a:p>
              <a:pPr algn="ctr" fontAlgn="b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7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UW</a:t>
              </a:r>
            </a:p>
            <a:p>
              <a:pPr algn="ctr" fontAlgn="b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7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kumimoji="0" lang="ko-KR" altLang="en-US" sz="7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</a:t>
              </a:r>
              <a:r>
                <a:rPr kumimoji="0" lang="en-US" altLang="ko-KR" sz="7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</a:p>
          </p:txBody>
        </p: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B7C28EDA-BFCA-AF9E-4F1B-033EE0B9C752}"/>
                </a:ext>
              </a:extLst>
            </p:cNvPr>
            <p:cNvCxnSpPr>
              <a:stCxn id="45" idx="0"/>
            </p:cNvCxnSpPr>
            <p:nvPr/>
          </p:nvCxnSpPr>
          <p:spPr bwMode="auto">
            <a:xfrm>
              <a:off x="969265" y="4563865"/>
              <a:ext cx="6059028" cy="0"/>
            </a:xfrm>
            <a:prstGeom prst="line">
              <a:avLst/>
            </a:prstGeom>
            <a:noFill/>
            <a:ln w="19050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A5D0415-9900-9310-8710-EAA6213FDEF5}"/>
                </a:ext>
              </a:extLst>
            </p:cNvPr>
            <p:cNvSpPr/>
            <p:nvPr/>
          </p:nvSpPr>
          <p:spPr>
            <a:xfrm>
              <a:off x="719279" y="4563865"/>
              <a:ext cx="499973" cy="491709"/>
            </a:xfrm>
            <a:prstGeom prst="ellipse">
              <a:avLst/>
            </a:prstGeom>
            <a:solidFill>
              <a:srgbClr val="FFC000"/>
            </a:solidFill>
            <a:ln w="12700">
              <a:solidFill>
                <a:srgbClr val="000000"/>
              </a:solidFill>
              <a:prstDash val="solid"/>
            </a:ln>
          </p:spPr>
          <p:txBody>
            <a:bodyPr lIns="0" tIns="0" rIns="0" bIns="0" rtlCol="0" anchor="ctr">
              <a:noAutofit/>
            </a:bodyPr>
            <a:lstStyle/>
            <a:p>
              <a:pPr algn="ctr" fontAlgn="b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7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UW</a:t>
              </a:r>
            </a:p>
            <a:p>
              <a:pPr algn="ctr" fontAlgn="b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7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kumimoji="0" lang="ko-KR" altLang="en-US" sz="7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</a:t>
              </a:r>
              <a:r>
                <a:rPr kumimoji="0" lang="en-US" altLang="ko-KR" sz="7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</a:p>
          </p:txBody>
        </p: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0615377A-A1DD-D59F-54F7-C21CFC6F3BD7}"/>
                </a:ext>
              </a:extLst>
            </p:cNvPr>
            <p:cNvCxnSpPr/>
            <p:nvPr/>
          </p:nvCxnSpPr>
          <p:spPr bwMode="auto">
            <a:xfrm>
              <a:off x="3018726" y="3112063"/>
              <a:ext cx="1372327" cy="1459262"/>
            </a:xfrm>
            <a:prstGeom prst="line">
              <a:avLst/>
            </a:prstGeom>
            <a:noFill/>
            <a:ln w="19050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" name="이등변 삼각형 46">
              <a:extLst>
                <a:ext uri="{FF2B5EF4-FFF2-40B4-BE49-F238E27FC236}">
                  <a16:creationId xmlns:a16="http://schemas.microsoft.com/office/drawing/2014/main" id="{5680A033-6ED3-19D9-4191-FA5F9012AB06}"/>
                </a:ext>
              </a:extLst>
            </p:cNvPr>
            <p:cNvSpPr/>
            <p:nvPr/>
          </p:nvSpPr>
          <p:spPr bwMode="auto">
            <a:xfrm rot="2973969" flipV="1">
              <a:off x="3728659" y="3660381"/>
              <a:ext cx="236747" cy="229381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36000" tIns="10800" rIns="36000" bIns="108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defTabSz="957263" latinLnBrk="0">
                <a:spcBef>
                  <a:spcPct val="20000"/>
                </a:spcBef>
                <a:buFont typeface="Wingdings" pitchFamily="2" charset="2"/>
                <a:buNone/>
              </a:pPr>
              <a:endPara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9BEFBE4A-7779-4A08-4550-0BF8AD189A28}"/>
                </a:ext>
              </a:extLst>
            </p:cNvPr>
            <p:cNvSpPr txBox="1"/>
            <p:nvPr/>
          </p:nvSpPr>
          <p:spPr>
            <a:xfrm>
              <a:off x="3850287" y="3577725"/>
              <a:ext cx="1769520" cy="1916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>
              <a:defPPr>
                <a:defRPr lang="ko-KR"/>
              </a:defPPr>
              <a:lvl1pPr>
                <a:defRPr sz="1000" b="0">
                  <a:solidFill>
                    <a:srgbClr val="00B05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>
                <a:lnSpc>
                  <a:spcPct val="50000"/>
                </a:lnSpc>
              </a:pPr>
              <a:r>
                <a:rPr lang="ko-KR" altLang="en-US" sz="700">
                  <a:solidFill>
                    <a:srgbClr val="000000"/>
                  </a:solidFill>
                </a:rPr>
                <a:t>전극 </a:t>
              </a:r>
              <a:r>
                <a:rPr lang="en-US" altLang="ko-KR" sz="700">
                  <a:solidFill>
                    <a:srgbClr val="000000"/>
                  </a:solidFill>
                </a:rPr>
                <a:t>Cutter</a:t>
              </a:r>
            </a:p>
          </p:txBody>
        </p:sp>
        <p:sp>
          <p:nvSpPr>
            <p:cNvPr id="49" name="모서리가 둥근 직사각형 54">
              <a:extLst>
                <a:ext uri="{FF2B5EF4-FFF2-40B4-BE49-F238E27FC236}">
                  <a16:creationId xmlns:a16="http://schemas.microsoft.com/office/drawing/2014/main" id="{5C3B1136-D2C3-DAC7-A0EA-01636DD6E7FD}"/>
                </a:ext>
              </a:extLst>
            </p:cNvPr>
            <p:cNvSpPr/>
            <p:nvPr/>
          </p:nvSpPr>
          <p:spPr>
            <a:xfrm>
              <a:off x="1237965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31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0" name="모서리가 둥근 직사각형 55">
              <a:extLst>
                <a:ext uri="{FF2B5EF4-FFF2-40B4-BE49-F238E27FC236}">
                  <a16:creationId xmlns:a16="http://schemas.microsoft.com/office/drawing/2014/main" id="{7B3500EF-0A62-4601-8F0B-6D6CF21113DA}"/>
                </a:ext>
              </a:extLst>
            </p:cNvPr>
            <p:cNvSpPr/>
            <p:nvPr/>
          </p:nvSpPr>
          <p:spPr>
            <a:xfrm>
              <a:off x="1393541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30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1" name="모서리가 둥근 직사각형 56">
              <a:extLst>
                <a:ext uri="{FF2B5EF4-FFF2-40B4-BE49-F238E27FC236}">
                  <a16:creationId xmlns:a16="http://schemas.microsoft.com/office/drawing/2014/main" id="{31FDB7A9-E0D6-D66C-1307-4326C3B6DB01}"/>
                </a:ext>
              </a:extLst>
            </p:cNvPr>
            <p:cNvSpPr/>
            <p:nvPr/>
          </p:nvSpPr>
          <p:spPr>
            <a:xfrm>
              <a:off x="1549115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29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2" name="모서리가 둥근 직사각형 57">
              <a:extLst>
                <a:ext uri="{FF2B5EF4-FFF2-40B4-BE49-F238E27FC236}">
                  <a16:creationId xmlns:a16="http://schemas.microsoft.com/office/drawing/2014/main" id="{3B7C8FA5-BC88-30CC-C51F-CEFBBB8C97AA}"/>
                </a:ext>
              </a:extLst>
            </p:cNvPr>
            <p:cNvSpPr/>
            <p:nvPr/>
          </p:nvSpPr>
          <p:spPr>
            <a:xfrm>
              <a:off x="1704690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28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3" name="모서리가 둥근 직사각형 58">
              <a:extLst>
                <a:ext uri="{FF2B5EF4-FFF2-40B4-BE49-F238E27FC236}">
                  <a16:creationId xmlns:a16="http://schemas.microsoft.com/office/drawing/2014/main" id="{D5A1B765-8A77-2547-96FF-8295100CDEDE}"/>
                </a:ext>
              </a:extLst>
            </p:cNvPr>
            <p:cNvSpPr/>
            <p:nvPr/>
          </p:nvSpPr>
          <p:spPr>
            <a:xfrm>
              <a:off x="1860266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27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4" name="모서리가 둥근 직사각형 59">
              <a:extLst>
                <a:ext uri="{FF2B5EF4-FFF2-40B4-BE49-F238E27FC236}">
                  <a16:creationId xmlns:a16="http://schemas.microsoft.com/office/drawing/2014/main" id="{B51541EB-3AFD-44DE-EA3D-B3511D7C4A9C}"/>
                </a:ext>
              </a:extLst>
            </p:cNvPr>
            <p:cNvSpPr/>
            <p:nvPr/>
          </p:nvSpPr>
          <p:spPr>
            <a:xfrm>
              <a:off x="2015840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26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5" name="모서리가 둥근 직사각형 60">
              <a:extLst>
                <a:ext uri="{FF2B5EF4-FFF2-40B4-BE49-F238E27FC236}">
                  <a16:creationId xmlns:a16="http://schemas.microsoft.com/office/drawing/2014/main" id="{4F6E5DE1-595A-EA7D-A389-BB47249186F8}"/>
                </a:ext>
              </a:extLst>
            </p:cNvPr>
            <p:cNvSpPr/>
            <p:nvPr/>
          </p:nvSpPr>
          <p:spPr>
            <a:xfrm>
              <a:off x="2171416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25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6" name="모서리가 둥근 직사각형 61">
              <a:extLst>
                <a:ext uri="{FF2B5EF4-FFF2-40B4-BE49-F238E27FC236}">
                  <a16:creationId xmlns:a16="http://schemas.microsoft.com/office/drawing/2014/main" id="{2C5D6007-1D1D-363D-0232-F4CFE49041CE}"/>
                </a:ext>
              </a:extLst>
            </p:cNvPr>
            <p:cNvSpPr/>
            <p:nvPr/>
          </p:nvSpPr>
          <p:spPr>
            <a:xfrm>
              <a:off x="2326990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24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7" name="모서리가 둥근 직사각형 62">
              <a:extLst>
                <a:ext uri="{FF2B5EF4-FFF2-40B4-BE49-F238E27FC236}">
                  <a16:creationId xmlns:a16="http://schemas.microsoft.com/office/drawing/2014/main" id="{40A675F7-499A-56AE-3EC4-06B60302258B}"/>
                </a:ext>
              </a:extLst>
            </p:cNvPr>
            <p:cNvSpPr/>
            <p:nvPr/>
          </p:nvSpPr>
          <p:spPr>
            <a:xfrm>
              <a:off x="2482566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23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8" name="모서리가 둥근 직사각형 63">
              <a:extLst>
                <a:ext uri="{FF2B5EF4-FFF2-40B4-BE49-F238E27FC236}">
                  <a16:creationId xmlns:a16="http://schemas.microsoft.com/office/drawing/2014/main" id="{F0C41646-7BBC-7691-088D-C08F5100E476}"/>
                </a:ext>
              </a:extLst>
            </p:cNvPr>
            <p:cNvSpPr/>
            <p:nvPr/>
          </p:nvSpPr>
          <p:spPr>
            <a:xfrm>
              <a:off x="2638141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22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9" name="모서리가 둥근 직사각형 64">
              <a:extLst>
                <a:ext uri="{FF2B5EF4-FFF2-40B4-BE49-F238E27FC236}">
                  <a16:creationId xmlns:a16="http://schemas.microsoft.com/office/drawing/2014/main" id="{334DE2C0-5481-135F-7F11-1FE8DBCFB6E8}"/>
                </a:ext>
              </a:extLst>
            </p:cNvPr>
            <p:cNvSpPr/>
            <p:nvPr/>
          </p:nvSpPr>
          <p:spPr>
            <a:xfrm>
              <a:off x="2793715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21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0" name="모서리가 둥근 직사각형 65">
              <a:extLst>
                <a:ext uri="{FF2B5EF4-FFF2-40B4-BE49-F238E27FC236}">
                  <a16:creationId xmlns:a16="http://schemas.microsoft.com/office/drawing/2014/main" id="{63D421FF-D0D4-B07C-16E8-35C1AA1FAFB9}"/>
                </a:ext>
              </a:extLst>
            </p:cNvPr>
            <p:cNvSpPr/>
            <p:nvPr/>
          </p:nvSpPr>
          <p:spPr>
            <a:xfrm>
              <a:off x="2949291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20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1" name="모서리가 둥근 직사각형 66">
              <a:extLst>
                <a:ext uri="{FF2B5EF4-FFF2-40B4-BE49-F238E27FC236}">
                  <a16:creationId xmlns:a16="http://schemas.microsoft.com/office/drawing/2014/main" id="{1AE6DCE8-61F0-B379-CF7A-498F72CF49C3}"/>
                </a:ext>
              </a:extLst>
            </p:cNvPr>
            <p:cNvSpPr/>
            <p:nvPr/>
          </p:nvSpPr>
          <p:spPr>
            <a:xfrm>
              <a:off x="3104865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19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2" name="모서리가 둥근 직사각형 67">
              <a:extLst>
                <a:ext uri="{FF2B5EF4-FFF2-40B4-BE49-F238E27FC236}">
                  <a16:creationId xmlns:a16="http://schemas.microsoft.com/office/drawing/2014/main" id="{D65B184B-5CDF-8406-9C59-BF83A90A5A51}"/>
                </a:ext>
              </a:extLst>
            </p:cNvPr>
            <p:cNvSpPr/>
            <p:nvPr/>
          </p:nvSpPr>
          <p:spPr>
            <a:xfrm>
              <a:off x="3260441" y="4473992"/>
              <a:ext cx="110388" cy="193547"/>
            </a:xfrm>
            <a:prstGeom prst="roundRect">
              <a:avLst/>
            </a:prstGeom>
            <a:solidFill>
              <a:srgbClr val="FF0000"/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18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63" name="모서리가 둥근 직사각형 68">
              <a:extLst>
                <a:ext uri="{FF2B5EF4-FFF2-40B4-BE49-F238E27FC236}">
                  <a16:creationId xmlns:a16="http://schemas.microsoft.com/office/drawing/2014/main" id="{0055DA0C-4032-6679-B743-8EC21483FD5B}"/>
                </a:ext>
              </a:extLst>
            </p:cNvPr>
            <p:cNvSpPr/>
            <p:nvPr/>
          </p:nvSpPr>
          <p:spPr>
            <a:xfrm>
              <a:off x="3416016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17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2" name="모서리가 둥근 직사각형 69">
              <a:extLst>
                <a:ext uri="{FF2B5EF4-FFF2-40B4-BE49-F238E27FC236}">
                  <a16:creationId xmlns:a16="http://schemas.microsoft.com/office/drawing/2014/main" id="{8B7DF493-8043-C99D-FE8A-661D11275B73}"/>
                </a:ext>
              </a:extLst>
            </p:cNvPr>
            <p:cNvSpPr/>
            <p:nvPr/>
          </p:nvSpPr>
          <p:spPr>
            <a:xfrm>
              <a:off x="3571590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16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3" name="모서리가 둥근 직사각형 70">
              <a:extLst>
                <a:ext uri="{FF2B5EF4-FFF2-40B4-BE49-F238E27FC236}">
                  <a16:creationId xmlns:a16="http://schemas.microsoft.com/office/drawing/2014/main" id="{066956A8-13C6-2B8F-F096-C3D128E09F8C}"/>
                </a:ext>
              </a:extLst>
            </p:cNvPr>
            <p:cNvSpPr/>
            <p:nvPr/>
          </p:nvSpPr>
          <p:spPr>
            <a:xfrm>
              <a:off x="3727166" y="4473992"/>
              <a:ext cx="110388" cy="193547"/>
            </a:xfrm>
            <a:prstGeom prst="roundRect">
              <a:avLst/>
            </a:prstGeom>
            <a:solidFill>
              <a:srgbClr val="FF0000"/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15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4" name="모서리가 둥근 직사각형 71">
              <a:extLst>
                <a:ext uri="{FF2B5EF4-FFF2-40B4-BE49-F238E27FC236}">
                  <a16:creationId xmlns:a16="http://schemas.microsoft.com/office/drawing/2014/main" id="{8DFC251B-73D9-7698-5D7D-F3A8D51BE3F6}"/>
                </a:ext>
              </a:extLst>
            </p:cNvPr>
            <p:cNvSpPr/>
            <p:nvPr/>
          </p:nvSpPr>
          <p:spPr>
            <a:xfrm>
              <a:off x="3882740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14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5" name="모서리가 둥근 직사각형 72">
              <a:extLst>
                <a:ext uri="{FF2B5EF4-FFF2-40B4-BE49-F238E27FC236}">
                  <a16:creationId xmlns:a16="http://schemas.microsoft.com/office/drawing/2014/main" id="{B89338F0-3387-F8B6-8F56-3154ACB4F660}"/>
                </a:ext>
              </a:extLst>
            </p:cNvPr>
            <p:cNvSpPr/>
            <p:nvPr/>
          </p:nvSpPr>
          <p:spPr>
            <a:xfrm>
              <a:off x="4038316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13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6" name="모서리가 둥근 직사각형 73">
              <a:extLst>
                <a:ext uri="{FF2B5EF4-FFF2-40B4-BE49-F238E27FC236}">
                  <a16:creationId xmlns:a16="http://schemas.microsoft.com/office/drawing/2014/main" id="{C2271C42-3776-0B8E-1AE1-E2CB220806D9}"/>
                </a:ext>
              </a:extLst>
            </p:cNvPr>
            <p:cNvSpPr/>
            <p:nvPr/>
          </p:nvSpPr>
          <p:spPr>
            <a:xfrm>
              <a:off x="4193891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12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7" name="모서리가 둥근 직사각형 74">
              <a:extLst>
                <a:ext uri="{FF2B5EF4-FFF2-40B4-BE49-F238E27FC236}">
                  <a16:creationId xmlns:a16="http://schemas.microsoft.com/office/drawing/2014/main" id="{E61959A4-2D4F-3F79-4FE4-AB33288DC34C}"/>
                </a:ext>
              </a:extLst>
            </p:cNvPr>
            <p:cNvSpPr/>
            <p:nvPr/>
          </p:nvSpPr>
          <p:spPr>
            <a:xfrm>
              <a:off x="4349465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11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8" name="모서리가 둥근 직사각형 75">
              <a:extLst>
                <a:ext uri="{FF2B5EF4-FFF2-40B4-BE49-F238E27FC236}">
                  <a16:creationId xmlns:a16="http://schemas.microsoft.com/office/drawing/2014/main" id="{9DA251B5-144E-8C11-9636-1867F717C656}"/>
                </a:ext>
              </a:extLst>
            </p:cNvPr>
            <p:cNvSpPr/>
            <p:nvPr/>
          </p:nvSpPr>
          <p:spPr>
            <a:xfrm>
              <a:off x="4505041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10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99" name="모서리가 둥근 직사각형 76">
              <a:extLst>
                <a:ext uri="{FF2B5EF4-FFF2-40B4-BE49-F238E27FC236}">
                  <a16:creationId xmlns:a16="http://schemas.microsoft.com/office/drawing/2014/main" id="{DA85C822-1948-F880-A015-D77443CCDBBC}"/>
                </a:ext>
              </a:extLst>
            </p:cNvPr>
            <p:cNvSpPr/>
            <p:nvPr/>
          </p:nvSpPr>
          <p:spPr>
            <a:xfrm>
              <a:off x="4660615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9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00" name="모서리가 둥근 직사각형 77">
              <a:extLst>
                <a:ext uri="{FF2B5EF4-FFF2-40B4-BE49-F238E27FC236}">
                  <a16:creationId xmlns:a16="http://schemas.microsoft.com/office/drawing/2014/main" id="{AAF58079-997D-510D-30DA-719DF9E7D50C}"/>
                </a:ext>
              </a:extLst>
            </p:cNvPr>
            <p:cNvSpPr/>
            <p:nvPr/>
          </p:nvSpPr>
          <p:spPr>
            <a:xfrm>
              <a:off x="4816191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8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01" name="모서리가 둥근 직사각형 78">
              <a:extLst>
                <a:ext uri="{FF2B5EF4-FFF2-40B4-BE49-F238E27FC236}">
                  <a16:creationId xmlns:a16="http://schemas.microsoft.com/office/drawing/2014/main" id="{9F95B810-FF8F-2F6A-9D7C-582DB0A0723A}"/>
                </a:ext>
              </a:extLst>
            </p:cNvPr>
            <p:cNvSpPr/>
            <p:nvPr/>
          </p:nvSpPr>
          <p:spPr>
            <a:xfrm>
              <a:off x="4971766" y="4473992"/>
              <a:ext cx="110388" cy="193547"/>
            </a:xfrm>
            <a:prstGeom prst="roundRect">
              <a:avLst/>
            </a:prstGeom>
            <a:solidFill>
              <a:srgbClr val="FF0000"/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7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02" name="모서리가 둥근 직사각형 79">
              <a:extLst>
                <a:ext uri="{FF2B5EF4-FFF2-40B4-BE49-F238E27FC236}">
                  <a16:creationId xmlns:a16="http://schemas.microsoft.com/office/drawing/2014/main" id="{2C562F35-7F03-586A-89B9-10B9C21C9228}"/>
                </a:ext>
              </a:extLst>
            </p:cNvPr>
            <p:cNvSpPr/>
            <p:nvPr/>
          </p:nvSpPr>
          <p:spPr>
            <a:xfrm>
              <a:off x="5127340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6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03" name="모서리가 둥근 직사각형 80">
              <a:extLst>
                <a:ext uri="{FF2B5EF4-FFF2-40B4-BE49-F238E27FC236}">
                  <a16:creationId xmlns:a16="http://schemas.microsoft.com/office/drawing/2014/main" id="{12FBF1C6-8753-A6B6-4744-C1FEC6AA2341}"/>
                </a:ext>
              </a:extLst>
            </p:cNvPr>
            <p:cNvSpPr/>
            <p:nvPr/>
          </p:nvSpPr>
          <p:spPr>
            <a:xfrm>
              <a:off x="5282916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5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04" name="모서리가 둥근 직사각형 81">
              <a:extLst>
                <a:ext uri="{FF2B5EF4-FFF2-40B4-BE49-F238E27FC236}">
                  <a16:creationId xmlns:a16="http://schemas.microsoft.com/office/drawing/2014/main" id="{2935F4B8-5C42-BF5B-DD71-A81C652D7000}"/>
                </a:ext>
              </a:extLst>
            </p:cNvPr>
            <p:cNvSpPr/>
            <p:nvPr/>
          </p:nvSpPr>
          <p:spPr>
            <a:xfrm>
              <a:off x="5438490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4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05" name="모서리가 둥근 직사각형 82">
              <a:extLst>
                <a:ext uri="{FF2B5EF4-FFF2-40B4-BE49-F238E27FC236}">
                  <a16:creationId xmlns:a16="http://schemas.microsoft.com/office/drawing/2014/main" id="{E3B83B70-158A-D573-41B8-7EA8CC6CD12D}"/>
                </a:ext>
              </a:extLst>
            </p:cNvPr>
            <p:cNvSpPr/>
            <p:nvPr/>
          </p:nvSpPr>
          <p:spPr>
            <a:xfrm>
              <a:off x="5594066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06" name="모서리가 둥근 직사각형 83">
              <a:extLst>
                <a:ext uri="{FF2B5EF4-FFF2-40B4-BE49-F238E27FC236}">
                  <a16:creationId xmlns:a16="http://schemas.microsoft.com/office/drawing/2014/main" id="{5E90E0C1-77CA-F08A-1667-71700D309F87}"/>
                </a:ext>
              </a:extLst>
            </p:cNvPr>
            <p:cNvSpPr/>
            <p:nvPr/>
          </p:nvSpPr>
          <p:spPr>
            <a:xfrm>
              <a:off x="5749641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2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07" name="모서리가 둥근 직사각형 84">
              <a:extLst>
                <a:ext uri="{FF2B5EF4-FFF2-40B4-BE49-F238E27FC236}">
                  <a16:creationId xmlns:a16="http://schemas.microsoft.com/office/drawing/2014/main" id="{3C1C0B46-385D-56D2-4875-44DAC7C87409}"/>
                </a:ext>
              </a:extLst>
            </p:cNvPr>
            <p:cNvSpPr/>
            <p:nvPr/>
          </p:nvSpPr>
          <p:spPr>
            <a:xfrm>
              <a:off x="5905215" y="4473992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318A5706-3D3E-FBAC-FCAB-1BEFAAAB352B}"/>
                </a:ext>
              </a:extLst>
            </p:cNvPr>
            <p:cNvCxnSpPr/>
            <p:nvPr/>
          </p:nvCxnSpPr>
          <p:spPr bwMode="auto">
            <a:xfrm>
              <a:off x="958051" y="3640470"/>
              <a:ext cx="0" cy="819917"/>
            </a:xfrm>
            <a:prstGeom prst="line">
              <a:avLst/>
            </a:prstGeom>
            <a:noFill/>
            <a:ln w="9525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AA290655-CCD4-E1C1-FC71-3C0ED7889B2A}"/>
                </a:ext>
              </a:extLst>
            </p:cNvPr>
            <p:cNvSpPr txBox="1"/>
            <p:nvPr/>
          </p:nvSpPr>
          <p:spPr>
            <a:xfrm>
              <a:off x="1661653" y="3815350"/>
              <a:ext cx="2008545" cy="2940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>
                  <a:solidFill>
                    <a:srgbClr val="00B05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바코드 </a:t>
              </a:r>
              <a:r>
                <a:rPr lang="en-US" altLang="ko-KR" sz="700">
                  <a:solidFill>
                    <a:srgbClr val="00B05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Reader </a:t>
              </a:r>
              <a:r>
                <a:rPr lang="ko-KR" altLang="en-US" sz="700">
                  <a:solidFill>
                    <a:srgbClr val="00B05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기준 </a:t>
              </a:r>
              <a:r>
                <a:rPr lang="en-US" altLang="ko-KR" sz="700">
                  <a:solidFill>
                    <a:srgbClr val="00B05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Offset</a:t>
              </a:r>
              <a:endParaRPr lang="ko-KR" altLang="en-US" sz="700" err="1">
                <a:solidFill>
                  <a:srgbClr val="00B05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27E2FB82-7879-0B87-A87E-56A19C7E71CA}"/>
                </a:ext>
              </a:extLst>
            </p:cNvPr>
            <p:cNvSpPr txBox="1"/>
            <p:nvPr/>
          </p:nvSpPr>
          <p:spPr>
            <a:xfrm>
              <a:off x="5958959" y="4867378"/>
              <a:ext cx="1710304" cy="54278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900">
                  <a:solidFill>
                    <a:srgbClr val="FF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음극과 양극의</a:t>
              </a:r>
              <a:endParaRPr lang="en-US" altLang="ko-KR" sz="9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/>
              <a:r>
                <a:rPr lang="ko-KR" altLang="en-US" sz="900">
                  <a:solidFill>
                    <a:srgbClr val="FF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재료교체 동기화</a:t>
              </a:r>
              <a:endParaRPr lang="en-US" altLang="ko-KR" sz="9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ACA599AC-D417-96FE-056D-CC2A601C01D9}"/>
                </a:ext>
              </a:extLst>
            </p:cNvPr>
            <p:cNvCxnSpPr>
              <a:cxnSpLocks/>
              <a:stCxn id="212" idx="0"/>
            </p:cNvCxnSpPr>
            <p:nvPr/>
          </p:nvCxnSpPr>
          <p:spPr bwMode="auto">
            <a:xfrm flipV="1">
              <a:off x="6112809" y="3201017"/>
              <a:ext cx="0" cy="1271917"/>
            </a:xfrm>
            <a:prstGeom prst="lin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12" name="모서리가 둥근 직사각형 103">
              <a:extLst>
                <a:ext uri="{FF2B5EF4-FFF2-40B4-BE49-F238E27FC236}">
                  <a16:creationId xmlns:a16="http://schemas.microsoft.com/office/drawing/2014/main" id="{E8699F82-AD3F-98F9-33F3-0D2E1F3D0A5C}"/>
                </a:ext>
              </a:extLst>
            </p:cNvPr>
            <p:cNvSpPr/>
            <p:nvPr/>
          </p:nvSpPr>
          <p:spPr>
            <a:xfrm>
              <a:off x="6057615" y="4472934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6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</a:t>
              </a:r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13" name="모서리가 둥근 직사각형 104">
              <a:extLst>
                <a:ext uri="{FF2B5EF4-FFF2-40B4-BE49-F238E27FC236}">
                  <a16:creationId xmlns:a16="http://schemas.microsoft.com/office/drawing/2014/main" id="{C2036528-2E79-BEBE-025F-23515AB09B13}"/>
                </a:ext>
              </a:extLst>
            </p:cNvPr>
            <p:cNvSpPr/>
            <p:nvPr/>
          </p:nvSpPr>
          <p:spPr>
            <a:xfrm>
              <a:off x="5915333" y="5036298"/>
              <a:ext cx="190266" cy="162018"/>
            </a:xfrm>
            <a:prstGeom prst="roundRect">
              <a:avLst/>
            </a:prstGeom>
            <a:solidFill>
              <a:srgbClr val="7030A0"/>
            </a:solidFill>
            <a:ln>
              <a:solidFill>
                <a:schemeClr val="bg1"/>
              </a:solidFill>
            </a:ln>
          </p:spPr>
          <p:txBody>
            <a:bodyPr lIns="0" tIns="0" rIns="0" bIns="0" rtlCol="0" anchor="ctr">
              <a:noAutofit/>
            </a:bodyPr>
            <a:lstStyle/>
            <a:p>
              <a:pPr algn="ctr" fontAlgn="b"/>
              <a:r>
                <a:rPr lang="en-US" altLang="ko-KR" sz="600">
                  <a:solidFill>
                    <a:schemeClr val="bg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0</a:t>
              </a:r>
              <a:endParaRPr lang="ko-KR" altLang="en-US" sz="60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84A7B8E1-21C9-1272-CB97-ECB754654FBE}"/>
                </a:ext>
              </a:extLst>
            </p:cNvPr>
            <p:cNvCxnSpPr>
              <a:stCxn id="213" idx="0"/>
              <a:endCxn id="212" idx="2"/>
            </p:cNvCxnSpPr>
            <p:nvPr/>
          </p:nvCxnSpPr>
          <p:spPr bwMode="auto">
            <a:xfrm flipV="1">
              <a:off x="6010466" y="4666481"/>
              <a:ext cx="102343" cy="369817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15" name="모서리가 둥근 직사각형 106">
              <a:extLst>
                <a:ext uri="{FF2B5EF4-FFF2-40B4-BE49-F238E27FC236}">
                  <a16:creationId xmlns:a16="http://schemas.microsoft.com/office/drawing/2014/main" id="{F52F8D42-B820-E1EB-BE4C-9787590EC5A1}"/>
                </a:ext>
              </a:extLst>
            </p:cNvPr>
            <p:cNvSpPr/>
            <p:nvPr/>
          </p:nvSpPr>
          <p:spPr>
            <a:xfrm>
              <a:off x="943169" y="4410703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33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16" name="모서리가 둥근 직사각형 107">
              <a:extLst>
                <a:ext uri="{FF2B5EF4-FFF2-40B4-BE49-F238E27FC236}">
                  <a16:creationId xmlns:a16="http://schemas.microsoft.com/office/drawing/2014/main" id="{B1BFBD79-33DB-524A-92FB-1C570B67BB6C}"/>
                </a:ext>
              </a:extLst>
            </p:cNvPr>
            <p:cNvSpPr/>
            <p:nvPr/>
          </p:nvSpPr>
          <p:spPr>
            <a:xfrm>
              <a:off x="1076519" y="4476109"/>
              <a:ext cx="110388" cy="193547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4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32</a:t>
              </a:r>
              <a:endParaRPr lang="ko-KR" altLang="en-US" sz="4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17" name="모서리가 둥근 직사각형 109">
              <a:extLst>
                <a:ext uri="{FF2B5EF4-FFF2-40B4-BE49-F238E27FC236}">
                  <a16:creationId xmlns:a16="http://schemas.microsoft.com/office/drawing/2014/main" id="{7E44FBCE-35AF-E490-7487-1D94BAAC87AF}"/>
                </a:ext>
              </a:extLst>
            </p:cNvPr>
            <p:cNvSpPr/>
            <p:nvPr/>
          </p:nvSpPr>
          <p:spPr>
            <a:xfrm>
              <a:off x="6215436" y="4473441"/>
              <a:ext cx="110388" cy="193547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  <a:prstDash val="sysDash"/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n</a:t>
              </a:r>
              <a:endParaRPr lang="ko-KR" altLang="en-US" sz="2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18" name="모서리가 둥근 직사각형 110">
              <a:extLst>
                <a:ext uri="{FF2B5EF4-FFF2-40B4-BE49-F238E27FC236}">
                  <a16:creationId xmlns:a16="http://schemas.microsoft.com/office/drawing/2014/main" id="{4BF6961C-8175-35A9-55E2-1166C9A76F50}"/>
                </a:ext>
              </a:extLst>
            </p:cNvPr>
            <p:cNvSpPr/>
            <p:nvPr/>
          </p:nvSpPr>
          <p:spPr>
            <a:xfrm>
              <a:off x="6371012" y="4473441"/>
              <a:ext cx="110388" cy="193547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  <a:prstDash val="sysDash"/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n-1</a:t>
              </a:r>
              <a:endParaRPr lang="ko-KR" altLang="en-US" sz="2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19" name="모서리가 둥근 직사각형 111">
              <a:extLst>
                <a:ext uri="{FF2B5EF4-FFF2-40B4-BE49-F238E27FC236}">
                  <a16:creationId xmlns:a16="http://schemas.microsoft.com/office/drawing/2014/main" id="{D6A94302-4EBB-DEF5-E873-4339256E4EF8}"/>
                </a:ext>
              </a:extLst>
            </p:cNvPr>
            <p:cNvSpPr/>
            <p:nvPr/>
          </p:nvSpPr>
          <p:spPr>
            <a:xfrm>
              <a:off x="6526586" y="4473441"/>
              <a:ext cx="110388" cy="193547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  <a:prstDash val="sysDash"/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n-2</a:t>
              </a:r>
              <a:endParaRPr lang="ko-KR" altLang="en-US" sz="2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0" name="모서리가 둥근 직사각형 112">
              <a:extLst>
                <a:ext uri="{FF2B5EF4-FFF2-40B4-BE49-F238E27FC236}">
                  <a16:creationId xmlns:a16="http://schemas.microsoft.com/office/drawing/2014/main" id="{DCA4E184-BA83-2118-B8A8-687DB6B4000E}"/>
                </a:ext>
              </a:extLst>
            </p:cNvPr>
            <p:cNvSpPr/>
            <p:nvPr/>
          </p:nvSpPr>
          <p:spPr>
            <a:xfrm>
              <a:off x="6697528" y="4474551"/>
              <a:ext cx="110388" cy="193547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  <a:prstDash val="sysDash"/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n-3</a:t>
              </a:r>
              <a:endParaRPr lang="ko-KR" altLang="en-US" sz="2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1" name="모서리가 둥근 직사각형 113">
              <a:extLst>
                <a:ext uri="{FF2B5EF4-FFF2-40B4-BE49-F238E27FC236}">
                  <a16:creationId xmlns:a16="http://schemas.microsoft.com/office/drawing/2014/main" id="{4FA61B02-D7AB-E8D7-1EA8-51412A237C4B}"/>
                </a:ext>
              </a:extLst>
            </p:cNvPr>
            <p:cNvSpPr/>
            <p:nvPr/>
          </p:nvSpPr>
          <p:spPr>
            <a:xfrm>
              <a:off x="6853104" y="4474551"/>
              <a:ext cx="110388" cy="193547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  <a:prstDash val="sysDash"/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n-4</a:t>
              </a:r>
              <a:endParaRPr lang="ko-KR" altLang="en-US" sz="2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2" name="모서리가 둥근 직사각형 114">
              <a:extLst>
                <a:ext uri="{FF2B5EF4-FFF2-40B4-BE49-F238E27FC236}">
                  <a16:creationId xmlns:a16="http://schemas.microsoft.com/office/drawing/2014/main" id="{0EFD6073-3FC1-7663-C0B5-A7B82EC6B204}"/>
                </a:ext>
              </a:extLst>
            </p:cNvPr>
            <p:cNvSpPr/>
            <p:nvPr/>
          </p:nvSpPr>
          <p:spPr>
            <a:xfrm>
              <a:off x="7008678" y="4474551"/>
              <a:ext cx="110388" cy="193547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  <a:prstDash val="sysDash"/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n-5</a:t>
              </a:r>
              <a:endParaRPr lang="ko-KR" altLang="en-US" sz="2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3" name="타원 222">
              <a:extLst>
                <a:ext uri="{FF2B5EF4-FFF2-40B4-BE49-F238E27FC236}">
                  <a16:creationId xmlns:a16="http://schemas.microsoft.com/office/drawing/2014/main" id="{B6914D6C-455B-F3C5-7E32-A3BD7CEAE0FF}"/>
                </a:ext>
              </a:extLst>
            </p:cNvPr>
            <p:cNvSpPr/>
            <p:nvPr/>
          </p:nvSpPr>
          <p:spPr>
            <a:xfrm>
              <a:off x="5895098" y="3911154"/>
              <a:ext cx="441136" cy="312299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>
                  <a:lumMod val="85000"/>
                  <a:lumOff val="15000"/>
                </a:schemeClr>
              </a:solidFill>
              <a:prstDash val="sysDash"/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7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BCR</a:t>
              </a:r>
              <a:endPara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8B82A59F-3AB4-2B4C-2120-43D5CBF07102}"/>
                </a:ext>
              </a:extLst>
            </p:cNvPr>
            <p:cNvCxnSpPr/>
            <p:nvPr/>
          </p:nvCxnSpPr>
          <p:spPr bwMode="auto">
            <a:xfrm flipV="1">
              <a:off x="6755941" y="4222550"/>
              <a:ext cx="0" cy="251641"/>
            </a:xfrm>
            <a:prstGeom prst="line">
              <a:avLst/>
            </a:prstGeom>
            <a:noFill/>
            <a:ln w="19050" cap="flat" cmpd="sng" algn="ctr">
              <a:solidFill>
                <a:srgbClr val="7030A0"/>
              </a:solidFill>
              <a:prstDash val="sysDot"/>
              <a:round/>
              <a:headEnd type="none" w="med" len="med"/>
              <a:tailEnd type="none" w="med" len="med"/>
            </a:ln>
            <a:effectLst/>
          </p:spPr>
        </p:cxnSp>
        <p:pic>
          <p:nvPicPr>
            <p:cNvPr id="225" name="Picture 2" descr="C:\Users\lg\AppData\Local\Microsoft\Windows\Temporary Internet Files\Content.IE5\S1DFLWMZ\camera-378370_960_720[1].png">
              <a:extLst>
                <a:ext uri="{FF2B5EF4-FFF2-40B4-BE49-F238E27FC236}">
                  <a16:creationId xmlns:a16="http://schemas.microsoft.com/office/drawing/2014/main" id="{378DC7AB-069A-E2EF-4449-BADF8C5555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harpenSoften amount="-50000"/>
                      </a14:imgEffect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565722" y="3996545"/>
              <a:ext cx="359799" cy="185621"/>
            </a:xfrm>
            <a:prstGeom prst="rect">
              <a:avLst/>
            </a:prstGeom>
            <a:solidFill>
              <a:schemeClr val="bg1"/>
            </a:solidFill>
          </p:spPr>
        </p:pic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87318144-0B44-9ED0-014F-214766FF021A}"/>
                </a:ext>
              </a:extLst>
            </p:cNvPr>
            <p:cNvSpPr txBox="1"/>
            <p:nvPr/>
          </p:nvSpPr>
          <p:spPr>
            <a:xfrm>
              <a:off x="6307812" y="3795727"/>
              <a:ext cx="849512" cy="2027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>
              <a:defPPr>
                <a:defRPr lang="ko-KR"/>
              </a:defPPr>
              <a:lvl1pPr>
                <a:defRPr sz="1000" b="0">
                  <a:solidFill>
                    <a:srgbClr val="00B05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algn="ctr">
                <a:lnSpc>
                  <a:spcPct val="50000"/>
                </a:lnSpc>
              </a:pPr>
              <a:r>
                <a:rPr lang="ko-KR" altLang="en-US" sz="800">
                  <a:solidFill>
                    <a:srgbClr val="000000"/>
                  </a:solidFill>
                </a:rPr>
                <a:t>비전</a:t>
              </a:r>
              <a:endParaRPr lang="en-US" altLang="ko-KR" sz="800">
                <a:solidFill>
                  <a:srgbClr val="000000"/>
                </a:solidFill>
              </a:endParaRPr>
            </a:p>
          </p:txBody>
        </p:sp>
        <p:sp>
          <p:nvSpPr>
            <p:cNvPr id="227" name="TextBox 350">
              <a:extLst>
                <a:ext uri="{FF2B5EF4-FFF2-40B4-BE49-F238E27FC236}">
                  <a16:creationId xmlns:a16="http://schemas.microsoft.com/office/drawing/2014/main" id="{98D514DC-CDC5-B1C4-8D29-6AAC1891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973" y="5064652"/>
              <a:ext cx="915980" cy="247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algn="ctr" eaLnBrk="1" hangingPunct="1"/>
              <a:r>
                <a:rPr lang="en-US" altLang="ko-KR" sz="70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Unwinder</a:t>
              </a:r>
              <a:endParaRPr lang="ko-KR" altLang="en-US" sz="7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A061B2EE-D5BC-8435-A4B2-3D09927DC1EB}"/>
                </a:ext>
              </a:extLst>
            </p:cNvPr>
            <p:cNvSpPr txBox="1"/>
            <p:nvPr/>
          </p:nvSpPr>
          <p:spPr>
            <a:xfrm>
              <a:off x="7103271" y="4437474"/>
              <a:ext cx="889405" cy="3618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{</a:t>
              </a:r>
              <a:r>
                <a:rPr lang="ko-KR" altLang="en-US" sz="10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생략</a:t>
              </a:r>
              <a:r>
                <a:rPr lang="en-US" altLang="ko-KR" sz="100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}</a:t>
              </a:r>
              <a:endPara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29" name="이등변 삼각형 228">
              <a:extLst>
                <a:ext uri="{FF2B5EF4-FFF2-40B4-BE49-F238E27FC236}">
                  <a16:creationId xmlns:a16="http://schemas.microsoft.com/office/drawing/2014/main" id="{646C96D9-812E-9B20-CF3D-021100871C69}"/>
                </a:ext>
              </a:extLst>
            </p:cNvPr>
            <p:cNvSpPr/>
            <p:nvPr/>
          </p:nvSpPr>
          <p:spPr>
            <a:xfrm>
              <a:off x="5504441" y="4661654"/>
              <a:ext cx="151405" cy="185343"/>
            </a:xfrm>
            <a:prstGeom prst="triangle">
              <a:avLst/>
            </a:prstGeom>
            <a:solidFill>
              <a:schemeClr val="accent2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>
              <a:noAutofit/>
            </a:bodyPr>
            <a:lstStyle/>
            <a:p>
              <a:pPr algn="ctr"/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30" name="이등변 삼각형 229">
              <a:extLst>
                <a:ext uri="{FF2B5EF4-FFF2-40B4-BE49-F238E27FC236}">
                  <a16:creationId xmlns:a16="http://schemas.microsoft.com/office/drawing/2014/main" id="{BA09192D-6E9B-EFF0-0555-657FE74AC305}"/>
                </a:ext>
              </a:extLst>
            </p:cNvPr>
            <p:cNvSpPr/>
            <p:nvPr/>
          </p:nvSpPr>
          <p:spPr>
            <a:xfrm flipV="1">
              <a:off x="5497019" y="4267427"/>
              <a:ext cx="151405" cy="185343"/>
            </a:xfrm>
            <a:prstGeom prst="triangle">
              <a:avLst/>
            </a:prstGeom>
            <a:solidFill>
              <a:schemeClr val="accent2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>
              <a:noAutofit/>
            </a:bodyPr>
            <a:lstStyle/>
            <a:p>
              <a:pPr algn="ctr"/>
              <a:endParaRPr lang="ko-KR" altLang="en-US" sz="6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D456526A-785C-1B96-2F8B-AD265F1FE4A6}"/>
                </a:ext>
              </a:extLst>
            </p:cNvPr>
            <p:cNvSpPr txBox="1"/>
            <p:nvPr/>
          </p:nvSpPr>
          <p:spPr>
            <a:xfrm>
              <a:off x="5040771" y="4064213"/>
              <a:ext cx="1036681" cy="24735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>
              <a:defPPr>
                <a:defRPr lang="ko-KR"/>
              </a:defPPr>
              <a:lvl1pPr>
                <a:lnSpc>
                  <a:spcPct val="50000"/>
                </a:lnSpc>
                <a:defRPr sz="700" b="0">
                  <a:solidFill>
                    <a:srgbClr val="0000FF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algn="ctr">
                <a:lnSpc>
                  <a:spcPct val="100000"/>
                </a:lnSpc>
              </a:pPr>
              <a:r>
                <a:rPr lang="en-US" altLang="ko-KR">
                  <a:solidFill>
                    <a:srgbClr val="000000"/>
                  </a:solidFill>
                </a:rPr>
                <a:t>Final Cut</a:t>
              </a:r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7458CA7-FED7-7837-67D6-D08C4692E6E3}"/>
                </a:ext>
              </a:extLst>
            </p:cNvPr>
            <p:cNvSpPr txBox="1"/>
            <p:nvPr/>
          </p:nvSpPr>
          <p:spPr>
            <a:xfrm>
              <a:off x="3989177" y="3255622"/>
              <a:ext cx="724044" cy="2940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altLang="ko-KR" sz="700">
                  <a:solidFill>
                    <a:schemeClr val="tx1">
                      <a:lumMod val="95000"/>
                      <a:lumOff val="5000"/>
                    </a:schemeClr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700">
                  <a:solidFill>
                    <a:schemeClr val="tx1">
                      <a:lumMod val="95000"/>
                      <a:lumOff val="5000"/>
                    </a:schemeClr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양극</a:t>
              </a:r>
              <a:r>
                <a:rPr lang="en-US" altLang="ko-KR" sz="700">
                  <a:solidFill>
                    <a:schemeClr val="tx1">
                      <a:lumMod val="95000"/>
                      <a:lumOff val="5000"/>
                    </a:schemeClr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700">
                <a:solidFill>
                  <a:schemeClr val="tx1">
                    <a:lumMod val="95000"/>
                    <a:lumOff val="5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33" name="이등변 삼각형 232">
              <a:extLst>
                <a:ext uri="{FF2B5EF4-FFF2-40B4-BE49-F238E27FC236}">
                  <a16:creationId xmlns:a16="http://schemas.microsoft.com/office/drawing/2014/main" id="{237BECBF-DC40-7D87-C286-E230FCA6F1BC}"/>
                </a:ext>
              </a:extLst>
            </p:cNvPr>
            <p:cNvSpPr/>
            <p:nvPr/>
          </p:nvSpPr>
          <p:spPr bwMode="auto">
            <a:xfrm rot="10800000" flipV="1">
              <a:off x="3672082" y="4694352"/>
              <a:ext cx="236747" cy="229381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36000" tIns="10800" rIns="36000" bIns="108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defTabSz="957263" latinLnBrk="0">
                <a:spcBef>
                  <a:spcPct val="20000"/>
                </a:spcBef>
                <a:buFont typeface="Wingdings" pitchFamily="2" charset="2"/>
                <a:buNone/>
              </a:pPr>
              <a:endPara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9EA78F78-3838-5417-10CF-4C298F944D18}"/>
                </a:ext>
              </a:extLst>
            </p:cNvPr>
            <p:cNvSpPr txBox="1"/>
            <p:nvPr/>
          </p:nvSpPr>
          <p:spPr>
            <a:xfrm>
              <a:off x="3786118" y="4790463"/>
              <a:ext cx="1231222" cy="1916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>
              <a:defPPr>
                <a:defRPr lang="ko-KR"/>
              </a:defPPr>
              <a:lvl1pPr>
                <a:defRPr sz="1000" b="0">
                  <a:solidFill>
                    <a:srgbClr val="00B05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>
                <a:lnSpc>
                  <a:spcPct val="50000"/>
                </a:lnSpc>
              </a:pPr>
              <a:r>
                <a:rPr lang="ko-KR" altLang="en-US" sz="700">
                  <a:solidFill>
                    <a:srgbClr val="000000"/>
                  </a:solidFill>
                </a:rPr>
                <a:t>전극 </a:t>
              </a:r>
              <a:r>
                <a:rPr lang="en-US" altLang="ko-KR" sz="700">
                  <a:solidFill>
                    <a:srgbClr val="000000"/>
                  </a:solidFill>
                </a:rPr>
                <a:t>Cutter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C2B33E21-4161-F651-636C-A11AC44F4EBD}"/>
                </a:ext>
              </a:extLst>
            </p:cNvPr>
            <p:cNvSpPr txBox="1"/>
            <p:nvPr/>
          </p:nvSpPr>
          <p:spPr>
            <a:xfrm>
              <a:off x="3565890" y="4916686"/>
              <a:ext cx="724044" cy="2940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altLang="ko-KR" sz="700">
                  <a:solidFill>
                    <a:schemeClr val="tx1">
                      <a:lumMod val="95000"/>
                      <a:lumOff val="5000"/>
                    </a:schemeClr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lang="ko-KR" altLang="en-US" sz="700">
                  <a:solidFill>
                    <a:schemeClr val="tx1">
                      <a:lumMod val="95000"/>
                      <a:lumOff val="5000"/>
                    </a:schemeClr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음극</a:t>
              </a:r>
              <a:r>
                <a:rPr lang="en-US" altLang="ko-KR" sz="700">
                  <a:solidFill>
                    <a:schemeClr val="tx1">
                      <a:lumMod val="95000"/>
                      <a:lumOff val="5000"/>
                    </a:schemeClr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  <a:endParaRPr lang="ko-KR" altLang="en-US" sz="700">
                <a:solidFill>
                  <a:schemeClr val="tx1">
                    <a:lumMod val="95000"/>
                    <a:lumOff val="5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cxnSp>
          <p:nvCxnSpPr>
            <p:cNvPr id="236" name="직선 화살표 연결선 235">
              <a:extLst>
                <a:ext uri="{FF2B5EF4-FFF2-40B4-BE49-F238E27FC236}">
                  <a16:creationId xmlns:a16="http://schemas.microsoft.com/office/drawing/2014/main" id="{815AF920-3E37-C22C-E58D-A038F998FC9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44739" y="4078797"/>
              <a:ext cx="5033971" cy="0"/>
            </a:xfrm>
            <a:prstGeom prst="straightConnector1">
              <a:avLst/>
            </a:prstGeom>
            <a:noFill/>
            <a:ln w="3175" cap="flat" cmpd="sng" algn="ctr">
              <a:solidFill>
                <a:srgbClr val="00B050"/>
              </a:solidFill>
              <a:prstDash val="solid"/>
              <a:round/>
              <a:headEnd type="triangle" w="med" len="med"/>
              <a:tailEnd type="none" w="med" len="med"/>
            </a:ln>
            <a:effectLst/>
          </p:spPr>
        </p:cxn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11614A81-E2EF-0CC0-A4A0-7768810E5656}"/>
              </a:ext>
            </a:extLst>
          </p:cNvPr>
          <p:cNvSpPr txBox="1"/>
          <p:nvPr/>
        </p:nvSpPr>
        <p:spPr>
          <a:xfrm>
            <a:off x="7236653" y="3518420"/>
            <a:ext cx="116378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/>
              <a:t>&lt;</a:t>
            </a:r>
            <a:r>
              <a:rPr lang="ko-KR" altLang="en-US" sz="1050"/>
              <a:t>라미 </a:t>
            </a:r>
            <a:r>
              <a:rPr lang="en-US" altLang="ko-KR" sz="1050"/>
              <a:t>Layout&gt;</a:t>
            </a:r>
            <a:endParaRPr lang="ko-KR" altLang="en-US" sz="1050"/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8891CFC-476F-C0A9-DB52-2E1EE313606C}"/>
              </a:ext>
            </a:extLst>
          </p:cNvPr>
          <p:cNvGrpSpPr/>
          <p:nvPr/>
        </p:nvGrpSpPr>
        <p:grpSpPr>
          <a:xfrm>
            <a:off x="1389494" y="4179586"/>
            <a:ext cx="5134274" cy="2380038"/>
            <a:chOff x="142585" y="63714"/>
            <a:chExt cx="5624927" cy="3342549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8812F09-D5B8-71B2-E706-5982B36F2882}"/>
                </a:ext>
              </a:extLst>
            </p:cNvPr>
            <p:cNvSpPr txBox="1"/>
            <p:nvPr/>
          </p:nvSpPr>
          <p:spPr>
            <a:xfrm>
              <a:off x="142585" y="309338"/>
              <a:ext cx="574717" cy="27671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</a:rPr>
                <a:t>양극</a:t>
              </a:r>
              <a:r>
                <a:rPr lang="en-US" altLang="ko-KR" sz="800" b="1">
                  <a:solidFill>
                    <a:schemeClr val="bg1"/>
                  </a:solidFill>
                </a:rPr>
                <a:t> </a:t>
              </a:r>
              <a:r>
                <a:rPr lang="ko-KR" altLang="en-US" sz="800" b="1">
                  <a:solidFill>
                    <a:schemeClr val="bg1"/>
                  </a:solidFill>
                </a:rPr>
                <a:t>노칭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2C3B296-47F1-51C8-B7C7-57CCCBD83422}"/>
                </a:ext>
              </a:extLst>
            </p:cNvPr>
            <p:cNvSpPr txBox="1"/>
            <p:nvPr/>
          </p:nvSpPr>
          <p:spPr>
            <a:xfrm>
              <a:off x="150821" y="1844903"/>
              <a:ext cx="574717" cy="27671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</a:rPr>
                <a:t>라미</a:t>
              </a:r>
            </a:p>
          </p:txBody>
        </p: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13A07D7A-C751-B788-33CF-544C3AC5C17B}"/>
                </a:ext>
              </a:extLst>
            </p:cNvPr>
            <p:cNvCxnSpPr>
              <a:cxnSpLocks/>
            </p:cNvCxnSpPr>
            <p:nvPr/>
          </p:nvCxnSpPr>
          <p:spPr>
            <a:xfrm>
              <a:off x="142585" y="340658"/>
              <a:ext cx="507895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DC92FFF3-8748-C980-7EDB-5B196B1BE3E3}"/>
                </a:ext>
              </a:extLst>
            </p:cNvPr>
            <p:cNvCxnSpPr>
              <a:cxnSpLocks/>
            </p:cNvCxnSpPr>
            <p:nvPr/>
          </p:nvCxnSpPr>
          <p:spPr>
            <a:xfrm>
              <a:off x="142585" y="340658"/>
              <a:ext cx="0" cy="306560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417113B-4342-16A7-F0BE-7EA931B78759}"/>
                </a:ext>
              </a:extLst>
            </p:cNvPr>
            <p:cNvSpPr txBox="1"/>
            <p:nvPr/>
          </p:nvSpPr>
          <p:spPr>
            <a:xfrm>
              <a:off x="230579" y="63714"/>
              <a:ext cx="2482013" cy="246171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lIns="18000" tIns="18000" rIns="18000" bIns="18000" rtlCol="0" anchor="ctr">
              <a:noAutofit/>
            </a:bodyPr>
            <a:lstStyle>
              <a:defPPr>
                <a:defRPr lang="ko-KR"/>
              </a:defPPr>
              <a:lvl1pPr lvl="0" defTabSz="457200" latinLnBrk="0">
                <a:buFont typeface="Wingdings" panose="05000000000000000000" pitchFamily="2" charset="2"/>
                <a:buChar char="§"/>
                <a:defRPr sz="900" b="1">
                  <a:solidFill>
                    <a:prstClr val="black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marL="0" marR="0" lvl="0" indent="0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파란글씨 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: </a:t>
              </a: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신규 데이터   </a:t>
              </a: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   </a:t>
              </a:r>
              <a:r>
                <a:rPr lang="ko-KR" altLang="en-US" sz="700" b="0">
                  <a:solidFill>
                    <a:srgbClr val="FF0000"/>
                  </a:solidFill>
                </a:rPr>
                <a:t>붉은색 글씨 </a:t>
              </a:r>
              <a:r>
                <a:rPr lang="en-US" altLang="ko-KR" sz="700" b="0">
                  <a:solidFill>
                    <a:srgbClr val="FF0000"/>
                  </a:solidFill>
                </a:rPr>
                <a:t>: </a:t>
              </a:r>
              <a:r>
                <a:rPr lang="ko-KR" altLang="en-US" sz="700" b="0">
                  <a:solidFill>
                    <a:srgbClr val="FF0000"/>
                  </a:solidFill>
                </a:rPr>
                <a:t>설명번호</a:t>
              </a:r>
              <a:endPara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E08B2D7-C98B-E147-FCD3-40ECE1AE7A5F}"/>
                </a:ext>
              </a:extLst>
            </p:cNvPr>
            <p:cNvSpPr txBox="1"/>
            <p:nvPr/>
          </p:nvSpPr>
          <p:spPr>
            <a:xfrm>
              <a:off x="1038970" y="2867493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DTC</a:t>
              </a:r>
              <a:endParaRPr lang="ko-KR" altLang="en-US" sz="8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B1EF6AA-C3E2-C9C8-3EA6-61427D37DC0D}"/>
                </a:ext>
              </a:extLst>
            </p:cNvPr>
            <p:cNvSpPr txBox="1"/>
            <p:nvPr/>
          </p:nvSpPr>
          <p:spPr>
            <a:xfrm>
              <a:off x="2686773" y="2867493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ECS</a:t>
              </a:r>
              <a:endParaRPr lang="ko-KR" altLang="en-US" sz="8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5FF3182-D7A2-DF7A-D2B1-85949EA25F80}"/>
                </a:ext>
              </a:extLst>
            </p:cNvPr>
            <p:cNvSpPr txBox="1"/>
            <p:nvPr/>
          </p:nvSpPr>
          <p:spPr>
            <a:xfrm>
              <a:off x="4334076" y="2867493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EDC</a:t>
              </a:r>
              <a:endParaRPr lang="ko-KR" altLang="en-US" sz="800"/>
            </a:p>
          </p:txBody>
        </p:sp>
        <p:cxnSp>
          <p:nvCxnSpPr>
            <p:cNvPr id="26" name="직선 화살표 연결선 25">
              <a:extLst>
                <a:ext uri="{FF2B5EF4-FFF2-40B4-BE49-F238E27FC236}">
                  <a16:creationId xmlns:a16="http://schemas.microsoft.com/office/drawing/2014/main" id="{86BFF34B-8FA2-6427-4112-7CD360281B87}"/>
                </a:ext>
              </a:extLst>
            </p:cNvPr>
            <p:cNvCxnSpPr>
              <a:cxnSpLocks/>
              <a:stCxn id="23" idx="3"/>
              <a:endCxn id="24" idx="1"/>
            </p:cNvCxnSpPr>
            <p:nvPr/>
          </p:nvCxnSpPr>
          <p:spPr>
            <a:xfrm>
              <a:off x="1575421" y="3001938"/>
              <a:ext cx="1111352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화살표 연결선 26">
              <a:extLst>
                <a:ext uri="{FF2B5EF4-FFF2-40B4-BE49-F238E27FC236}">
                  <a16:creationId xmlns:a16="http://schemas.microsoft.com/office/drawing/2014/main" id="{1A97E8FD-8E1C-E40C-EA08-3C05782C22DD}"/>
                </a:ext>
              </a:extLst>
            </p:cNvPr>
            <p:cNvCxnSpPr>
              <a:cxnSpLocks/>
              <a:stCxn id="24" idx="3"/>
              <a:endCxn id="25" idx="1"/>
            </p:cNvCxnSpPr>
            <p:nvPr/>
          </p:nvCxnSpPr>
          <p:spPr>
            <a:xfrm>
              <a:off x="3223224" y="3001938"/>
              <a:ext cx="1110852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A5B4656-9D48-8EFF-52E4-A1A5A69245A3}"/>
                </a:ext>
              </a:extLst>
            </p:cNvPr>
            <p:cNvSpPr txBox="1"/>
            <p:nvPr/>
          </p:nvSpPr>
          <p:spPr>
            <a:xfrm>
              <a:off x="4334076" y="2166210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SPC</a:t>
              </a:r>
              <a:endParaRPr lang="ko-KR" altLang="en-US" sz="800"/>
            </a:p>
          </p:txBody>
        </p:sp>
        <p:cxnSp>
          <p:nvCxnSpPr>
            <p:cNvPr id="237" name="직선 화살표 연결선 236">
              <a:extLst>
                <a:ext uri="{FF2B5EF4-FFF2-40B4-BE49-F238E27FC236}">
                  <a16:creationId xmlns:a16="http://schemas.microsoft.com/office/drawing/2014/main" id="{453C5DAC-1DE5-E1C7-68F0-C937483C8A0B}"/>
                </a:ext>
              </a:extLst>
            </p:cNvPr>
            <p:cNvCxnSpPr>
              <a:cxnSpLocks/>
              <a:stCxn id="25" idx="0"/>
              <a:endCxn id="28" idx="2"/>
            </p:cNvCxnSpPr>
            <p:nvPr/>
          </p:nvCxnSpPr>
          <p:spPr>
            <a:xfrm flipV="1">
              <a:off x="4602302" y="2435100"/>
              <a:ext cx="0" cy="432393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9E4D7A5E-846B-09FE-B106-CAD530766FF2}"/>
                </a:ext>
              </a:extLst>
            </p:cNvPr>
            <p:cNvSpPr txBox="1"/>
            <p:nvPr/>
          </p:nvSpPr>
          <p:spPr>
            <a:xfrm>
              <a:off x="2205151" y="2166210"/>
              <a:ext cx="839298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NG</a:t>
              </a:r>
              <a:r>
                <a:rPr lang="ko-KR" altLang="en-US" sz="800"/>
                <a:t>마킹 비전</a:t>
              </a:r>
            </a:p>
          </p:txBody>
        </p:sp>
        <p:cxnSp>
          <p:nvCxnSpPr>
            <p:cNvPr id="239" name="연결선: 꺾임 238">
              <a:extLst>
                <a:ext uri="{FF2B5EF4-FFF2-40B4-BE49-F238E27FC236}">
                  <a16:creationId xmlns:a16="http://schemas.microsoft.com/office/drawing/2014/main" id="{180871FB-BD06-0EE0-031B-0EED9AEEEE51}"/>
                </a:ext>
              </a:extLst>
            </p:cNvPr>
            <p:cNvCxnSpPr>
              <a:cxnSpLocks/>
              <a:stCxn id="23" idx="0"/>
              <a:endCxn id="238" idx="1"/>
            </p:cNvCxnSpPr>
            <p:nvPr/>
          </p:nvCxnSpPr>
          <p:spPr>
            <a:xfrm rot="5400000" flipH="1" flipV="1">
              <a:off x="1472754" y="2135096"/>
              <a:ext cx="566838" cy="897955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화살표 연결선 239">
              <a:extLst>
                <a:ext uri="{FF2B5EF4-FFF2-40B4-BE49-F238E27FC236}">
                  <a16:creationId xmlns:a16="http://schemas.microsoft.com/office/drawing/2014/main" id="{363EA5FF-36E4-914C-C682-1925BDD4D771}"/>
                </a:ext>
              </a:extLst>
            </p:cNvPr>
            <p:cNvCxnSpPr>
              <a:cxnSpLocks/>
              <a:stCxn id="238" idx="3"/>
              <a:endCxn id="28" idx="1"/>
            </p:cNvCxnSpPr>
            <p:nvPr/>
          </p:nvCxnSpPr>
          <p:spPr>
            <a:xfrm>
              <a:off x="3044449" y="2300655"/>
              <a:ext cx="1289627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1777373D-C0BC-7203-878B-237E7B6C2BAF}"/>
                </a:ext>
              </a:extLst>
            </p:cNvPr>
            <p:cNvSpPr txBox="1"/>
            <p:nvPr/>
          </p:nvSpPr>
          <p:spPr bwMode="auto">
            <a:xfrm>
              <a:off x="1262607" y="1912128"/>
              <a:ext cx="965290" cy="4369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양극 엔코더 정보</a:t>
              </a:r>
              <a:endParaRPr lang="en-US" altLang="ko-KR" sz="7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cxnSp>
          <p:nvCxnSpPr>
            <p:cNvPr id="242" name="연결선: 꺾임 241">
              <a:extLst>
                <a:ext uri="{FF2B5EF4-FFF2-40B4-BE49-F238E27FC236}">
                  <a16:creationId xmlns:a16="http://schemas.microsoft.com/office/drawing/2014/main" id="{3B8411B4-D71D-1F8D-5FE2-5B54265F5ABB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919938" y="1992494"/>
              <a:ext cx="432393" cy="1317604"/>
            </a:xfrm>
            <a:prstGeom prst="bentConnector3">
              <a:avLst>
                <a:gd name="adj1" fmla="val 72807"/>
              </a:avLst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B37DF1E-5CE7-45C2-873A-5B1DD6C29FB8}"/>
                </a:ext>
              </a:extLst>
            </p:cNvPr>
            <p:cNvSpPr txBox="1"/>
            <p:nvPr/>
          </p:nvSpPr>
          <p:spPr bwMode="auto">
            <a:xfrm>
              <a:off x="1548565" y="2439237"/>
              <a:ext cx="1125124" cy="35362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양극 엔코더 정보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endParaRPr lang="en-US" altLang="ko-KR" sz="7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D41527A5-FDD9-2A53-DFBE-DBB37B40FDEF}"/>
                </a:ext>
              </a:extLst>
            </p:cNvPr>
            <p:cNvSpPr txBox="1"/>
            <p:nvPr/>
          </p:nvSpPr>
          <p:spPr bwMode="auto">
            <a:xfrm>
              <a:off x="1512580" y="3013634"/>
              <a:ext cx="1161107" cy="35362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endParaRPr lang="en-US" altLang="ko-KR" sz="7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D60EC14B-F51E-0626-EC33-30CF3A55A63B}"/>
                </a:ext>
              </a:extLst>
            </p:cNvPr>
            <p:cNvSpPr txBox="1"/>
            <p:nvPr/>
          </p:nvSpPr>
          <p:spPr bwMode="auto">
            <a:xfrm>
              <a:off x="3186198" y="3013634"/>
              <a:ext cx="1161107" cy="35362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endParaRPr lang="en-US" altLang="ko-KR" sz="7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301113F7-8D02-2D7E-D907-29724FD2F86B}"/>
                </a:ext>
              </a:extLst>
            </p:cNvPr>
            <p:cNvSpPr txBox="1"/>
            <p:nvPr/>
          </p:nvSpPr>
          <p:spPr bwMode="auto">
            <a:xfrm>
              <a:off x="3170441" y="2050418"/>
              <a:ext cx="965290" cy="2500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 </a:t>
              </a:r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검사 데이터</a:t>
              </a:r>
              <a:endParaRPr lang="en-US" altLang="ko-KR" sz="7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80936752-F28F-AB80-CD06-7688F373237E}"/>
                </a:ext>
              </a:extLst>
            </p:cNvPr>
            <p:cNvCxnSpPr>
              <a:cxnSpLocks/>
            </p:cNvCxnSpPr>
            <p:nvPr/>
          </p:nvCxnSpPr>
          <p:spPr>
            <a:xfrm>
              <a:off x="142585" y="1888389"/>
              <a:ext cx="507425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C2F69342-E251-19DA-8EB2-74EF30798F8A}"/>
                </a:ext>
              </a:extLst>
            </p:cNvPr>
            <p:cNvSpPr txBox="1"/>
            <p:nvPr/>
          </p:nvSpPr>
          <p:spPr>
            <a:xfrm>
              <a:off x="3539233" y="1888141"/>
              <a:ext cx="300057" cy="37386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①</a:t>
              </a:r>
              <a:endParaRPr lang="ko-KR" altLang="en-US" sz="1400"/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9AADF1C8-6E8C-9FA2-4ED6-E9FA458437F8}"/>
                </a:ext>
              </a:extLst>
            </p:cNvPr>
            <p:cNvSpPr txBox="1"/>
            <p:nvPr/>
          </p:nvSpPr>
          <p:spPr>
            <a:xfrm>
              <a:off x="1477332" y="2419309"/>
              <a:ext cx="255283" cy="37386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②</a:t>
              </a:r>
              <a:endParaRPr lang="ko-KR" altLang="en-US" sz="1400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3AC33221-914F-DC53-D22D-5DDABE1E0858}"/>
                </a:ext>
              </a:extLst>
            </p:cNvPr>
            <p:cNvSpPr txBox="1"/>
            <p:nvPr/>
          </p:nvSpPr>
          <p:spPr>
            <a:xfrm>
              <a:off x="1038969" y="1327738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DTC</a:t>
              </a:r>
              <a:endParaRPr lang="ko-KR" altLang="en-US" sz="8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00A2DA8F-8D16-E736-954E-82239A1C776C}"/>
                </a:ext>
              </a:extLst>
            </p:cNvPr>
            <p:cNvSpPr txBox="1"/>
            <p:nvPr/>
          </p:nvSpPr>
          <p:spPr>
            <a:xfrm>
              <a:off x="2686772" y="1327738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ECS</a:t>
              </a:r>
              <a:endParaRPr lang="ko-KR" altLang="en-US" sz="800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4175FC70-B20B-2CC3-B22A-A0F5A62A95C7}"/>
                </a:ext>
              </a:extLst>
            </p:cNvPr>
            <p:cNvSpPr txBox="1"/>
            <p:nvPr/>
          </p:nvSpPr>
          <p:spPr>
            <a:xfrm>
              <a:off x="4334075" y="1327738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EDC</a:t>
              </a:r>
              <a:endParaRPr lang="ko-KR" altLang="en-US" sz="800"/>
            </a:p>
          </p:txBody>
        </p:sp>
        <p:cxnSp>
          <p:nvCxnSpPr>
            <p:cNvPr id="264" name="직선 화살표 연결선 263">
              <a:extLst>
                <a:ext uri="{FF2B5EF4-FFF2-40B4-BE49-F238E27FC236}">
                  <a16:creationId xmlns:a16="http://schemas.microsoft.com/office/drawing/2014/main" id="{2773C056-0F0C-FD3F-AA75-D9E64716DAEF}"/>
                </a:ext>
              </a:extLst>
            </p:cNvPr>
            <p:cNvCxnSpPr>
              <a:cxnSpLocks/>
              <a:stCxn id="256" idx="3"/>
              <a:endCxn id="258" idx="1"/>
            </p:cNvCxnSpPr>
            <p:nvPr/>
          </p:nvCxnSpPr>
          <p:spPr>
            <a:xfrm>
              <a:off x="1575420" y="1462183"/>
              <a:ext cx="1111352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직선 화살표 연결선 264">
              <a:extLst>
                <a:ext uri="{FF2B5EF4-FFF2-40B4-BE49-F238E27FC236}">
                  <a16:creationId xmlns:a16="http://schemas.microsoft.com/office/drawing/2014/main" id="{D59FDF29-02A2-2079-FE86-A77D02726C95}"/>
                </a:ext>
              </a:extLst>
            </p:cNvPr>
            <p:cNvCxnSpPr>
              <a:cxnSpLocks/>
              <a:stCxn id="258" idx="3"/>
              <a:endCxn id="259" idx="1"/>
            </p:cNvCxnSpPr>
            <p:nvPr/>
          </p:nvCxnSpPr>
          <p:spPr>
            <a:xfrm>
              <a:off x="3223223" y="1462183"/>
              <a:ext cx="1110852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5089F9A3-D316-60AA-9E4D-B47FFBE206A7}"/>
                </a:ext>
              </a:extLst>
            </p:cNvPr>
            <p:cNvSpPr txBox="1"/>
            <p:nvPr/>
          </p:nvSpPr>
          <p:spPr>
            <a:xfrm>
              <a:off x="4334075" y="626455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SPC</a:t>
              </a:r>
              <a:endParaRPr lang="ko-KR" altLang="en-US" sz="800"/>
            </a:p>
          </p:txBody>
        </p:sp>
        <p:cxnSp>
          <p:nvCxnSpPr>
            <p:cNvPr id="270" name="직선 화살표 연결선 269">
              <a:extLst>
                <a:ext uri="{FF2B5EF4-FFF2-40B4-BE49-F238E27FC236}">
                  <a16:creationId xmlns:a16="http://schemas.microsoft.com/office/drawing/2014/main" id="{52A0A86D-874B-EE76-904C-08611A954D5F}"/>
                </a:ext>
              </a:extLst>
            </p:cNvPr>
            <p:cNvCxnSpPr>
              <a:cxnSpLocks/>
              <a:stCxn id="259" idx="0"/>
              <a:endCxn id="269" idx="2"/>
            </p:cNvCxnSpPr>
            <p:nvPr/>
          </p:nvCxnSpPr>
          <p:spPr>
            <a:xfrm flipV="1">
              <a:off x="4602301" y="895345"/>
              <a:ext cx="0" cy="432393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CD206C28-15B8-4730-5E85-1AA6A488C896}"/>
                </a:ext>
              </a:extLst>
            </p:cNvPr>
            <p:cNvSpPr txBox="1"/>
            <p:nvPr/>
          </p:nvSpPr>
          <p:spPr>
            <a:xfrm>
              <a:off x="2205150" y="626455"/>
              <a:ext cx="839298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ko-KR" altLang="en-US" sz="800"/>
                <a:t>노칭 통합비전</a:t>
              </a:r>
            </a:p>
          </p:txBody>
        </p:sp>
        <p:cxnSp>
          <p:nvCxnSpPr>
            <p:cNvPr id="280" name="연결선: 꺾임 279">
              <a:extLst>
                <a:ext uri="{FF2B5EF4-FFF2-40B4-BE49-F238E27FC236}">
                  <a16:creationId xmlns:a16="http://schemas.microsoft.com/office/drawing/2014/main" id="{9B239B20-6600-D004-2DE4-BF42F7808D96}"/>
                </a:ext>
              </a:extLst>
            </p:cNvPr>
            <p:cNvCxnSpPr>
              <a:cxnSpLocks/>
              <a:stCxn id="256" idx="0"/>
              <a:endCxn id="277" idx="1"/>
            </p:cNvCxnSpPr>
            <p:nvPr/>
          </p:nvCxnSpPr>
          <p:spPr>
            <a:xfrm rot="5400000" flipH="1" flipV="1">
              <a:off x="1472753" y="595341"/>
              <a:ext cx="566838" cy="897955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화살표 연결선 280">
              <a:extLst>
                <a:ext uri="{FF2B5EF4-FFF2-40B4-BE49-F238E27FC236}">
                  <a16:creationId xmlns:a16="http://schemas.microsoft.com/office/drawing/2014/main" id="{74175E12-812D-E513-5F23-52A5CE15CEC2}"/>
                </a:ext>
              </a:extLst>
            </p:cNvPr>
            <p:cNvCxnSpPr>
              <a:cxnSpLocks/>
              <a:stCxn id="277" idx="3"/>
              <a:endCxn id="269" idx="1"/>
            </p:cNvCxnSpPr>
            <p:nvPr/>
          </p:nvCxnSpPr>
          <p:spPr>
            <a:xfrm>
              <a:off x="3044448" y="760900"/>
              <a:ext cx="1289627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1E79C0B3-2A7E-D761-A388-B1D6A9A54070}"/>
                </a:ext>
              </a:extLst>
            </p:cNvPr>
            <p:cNvSpPr txBox="1"/>
            <p:nvPr/>
          </p:nvSpPr>
          <p:spPr bwMode="auto">
            <a:xfrm>
              <a:off x="1262606" y="372374"/>
              <a:ext cx="965290" cy="4369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가상 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양극 엔코더 정보</a:t>
              </a:r>
              <a:endParaRPr lang="en-US" altLang="ko-KR" sz="7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cxnSp>
          <p:nvCxnSpPr>
            <p:cNvPr id="284" name="연결선: 꺾임 283">
              <a:extLst>
                <a:ext uri="{FF2B5EF4-FFF2-40B4-BE49-F238E27FC236}">
                  <a16:creationId xmlns:a16="http://schemas.microsoft.com/office/drawing/2014/main" id="{94E10042-AAF9-FB03-BD08-80851F92B006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919937" y="452739"/>
              <a:ext cx="432393" cy="1317604"/>
            </a:xfrm>
            <a:prstGeom prst="bentConnector3">
              <a:avLst>
                <a:gd name="adj1" fmla="val 72807"/>
              </a:avLst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F9BD790F-3927-636B-F88E-A43C2185A6E3}"/>
                </a:ext>
              </a:extLst>
            </p:cNvPr>
            <p:cNvSpPr txBox="1"/>
            <p:nvPr/>
          </p:nvSpPr>
          <p:spPr bwMode="auto">
            <a:xfrm>
              <a:off x="1548564" y="899483"/>
              <a:ext cx="1125124" cy="35362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양극 엔코더 정보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endParaRPr lang="en-US" altLang="ko-KR" sz="7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E34F42CC-44E2-0FC0-EA68-3A88D47AFA74}"/>
                </a:ext>
              </a:extLst>
            </p:cNvPr>
            <p:cNvSpPr txBox="1"/>
            <p:nvPr/>
          </p:nvSpPr>
          <p:spPr bwMode="auto">
            <a:xfrm>
              <a:off x="1512579" y="1473878"/>
              <a:ext cx="1161107" cy="35362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가상 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endParaRPr lang="en-US" altLang="ko-KR" sz="7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405D8E5A-A418-DADF-5050-FDC4C223FE21}"/>
                </a:ext>
              </a:extLst>
            </p:cNvPr>
            <p:cNvSpPr txBox="1"/>
            <p:nvPr/>
          </p:nvSpPr>
          <p:spPr bwMode="auto">
            <a:xfrm>
              <a:off x="3186197" y="1473878"/>
              <a:ext cx="1161107" cy="35362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가상 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endParaRPr lang="en-US" altLang="ko-KR" sz="7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E8250178-1B76-D1CD-AB6A-1DB16C2418BB}"/>
                </a:ext>
              </a:extLst>
            </p:cNvPr>
            <p:cNvSpPr txBox="1"/>
            <p:nvPr/>
          </p:nvSpPr>
          <p:spPr bwMode="auto">
            <a:xfrm>
              <a:off x="3106947" y="510664"/>
              <a:ext cx="1092276" cy="2500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가상 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 </a:t>
              </a:r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검사 데이터</a:t>
              </a:r>
              <a:endParaRPr lang="en-US" altLang="ko-KR" sz="7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3E71A7C5-2C1C-87A7-208A-299522E86520}"/>
                </a:ext>
              </a:extLst>
            </p:cNvPr>
            <p:cNvSpPr txBox="1"/>
            <p:nvPr/>
          </p:nvSpPr>
          <p:spPr>
            <a:xfrm>
              <a:off x="3539232" y="348385"/>
              <a:ext cx="300057" cy="37386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①</a:t>
              </a:r>
              <a:endParaRPr lang="ko-KR" altLang="en-US" sz="14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EABCD4-4035-7E9A-5F3E-ED75ED1B83BE}"/>
                </a:ext>
              </a:extLst>
            </p:cNvPr>
            <p:cNvSpPr txBox="1"/>
            <p:nvPr/>
          </p:nvSpPr>
          <p:spPr>
            <a:xfrm>
              <a:off x="1477331" y="879554"/>
              <a:ext cx="255283" cy="37386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②</a:t>
              </a:r>
              <a:endParaRPr lang="ko-KR" altLang="en-US" sz="1400"/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E419ECA-2CB2-DD4A-E5AC-1B0996C8D4D3}"/>
                </a:ext>
              </a:extLst>
            </p:cNvPr>
            <p:cNvSpPr txBox="1"/>
            <p:nvPr/>
          </p:nvSpPr>
          <p:spPr>
            <a:xfrm>
              <a:off x="213561" y="2867493"/>
              <a:ext cx="536451" cy="26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800"/>
                <a:t>BCR</a:t>
              </a:r>
              <a:endParaRPr lang="ko-KR" altLang="en-US" sz="800"/>
            </a:p>
          </p:txBody>
        </p:sp>
        <p:cxnSp>
          <p:nvCxnSpPr>
            <p:cNvPr id="293" name="직선 화살표 연결선 292">
              <a:extLst>
                <a:ext uri="{FF2B5EF4-FFF2-40B4-BE49-F238E27FC236}">
                  <a16:creationId xmlns:a16="http://schemas.microsoft.com/office/drawing/2014/main" id="{47BDE570-05DA-28F0-402C-00A9A83A6871}"/>
                </a:ext>
              </a:extLst>
            </p:cNvPr>
            <p:cNvCxnSpPr>
              <a:cxnSpLocks/>
              <a:stCxn id="292" idx="3"/>
              <a:endCxn id="23" idx="1"/>
            </p:cNvCxnSpPr>
            <p:nvPr/>
          </p:nvCxnSpPr>
          <p:spPr>
            <a:xfrm>
              <a:off x="750012" y="3001938"/>
              <a:ext cx="288958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C51301C2-1931-9B05-5CCF-0C58061D3E09}"/>
                </a:ext>
              </a:extLst>
            </p:cNvPr>
            <p:cNvSpPr txBox="1"/>
            <p:nvPr/>
          </p:nvSpPr>
          <p:spPr bwMode="auto">
            <a:xfrm>
              <a:off x="317771" y="2749205"/>
              <a:ext cx="1161108" cy="2500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</a:t>
              </a:r>
              <a:endParaRPr lang="en-US" altLang="ko-KR" sz="7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cxnSp>
          <p:nvCxnSpPr>
            <p:cNvPr id="295" name="직선 연결선 294">
              <a:extLst>
                <a:ext uri="{FF2B5EF4-FFF2-40B4-BE49-F238E27FC236}">
                  <a16:creationId xmlns:a16="http://schemas.microsoft.com/office/drawing/2014/main" id="{9E76BC42-BE88-A1DF-17DD-D85CC7A08AAA}"/>
                </a:ext>
              </a:extLst>
            </p:cNvPr>
            <p:cNvCxnSpPr>
              <a:cxnSpLocks/>
            </p:cNvCxnSpPr>
            <p:nvPr/>
          </p:nvCxnSpPr>
          <p:spPr>
            <a:xfrm>
              <a:off x="142585" y="3406263"/>
              <a:ext cx="507425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직선 연결선 296">
              <a:extLst>
                <a:ext uri="{FF2B5EF4-FFF2-40B4-BE49-F238E27FC236}">
                  <a16:creationId xmlns:a16="http://schemas.microsoft.com/office/drawing/2014/main" id="{BD709A11-7CFB-50FE-352D-76A2F1803D9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16842" y="339734"/>
              <a:ext cx="0" cy="306652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B0FC7C5F-4888-AB6E-5243-3B6B385F916D}"/>
                </a:ext>
              </a:extLst>
            </p:cNvPr>
            <p:cNvSpPr txBox="1"/>
            <p:nvPr/>
          </p:nvSpPr>
          <p:spPr bwMode="auto">
            <a:xfrm>
              <a:off x="4640552" y="2465622"/>
              <a:ext cx="1126960" cy="353623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endParaRPr lang="en-US" altLang="ko-KR" sz="7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9510AA35-7635-9512-04E9-7E2140387966}"/>
                </a:ext>
              </a:extLst>
            </p:cNvPr>
            <p:cNvSpPr txBox="1"/>
            <p:nvPr/>
          </p:nvSpPr>
          <p:spPr bwMode="auto">
            <a:xfrm>
              <a:off x="4640550" y="938097"/>
              <a:ext cx="1126960" cy="353623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가상 셀</a:t>
              </a:r>
              <a: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ID,</a:t>
              </a:r>
              <a:br>
                <a:rPr lang="en-US" altLang="ko-KR" sz="7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endParaRPr lang="en-US" altLang="ko-KR" sz="7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932E742C-8F1E-C7D7-5E18-193B445954DE}"/>
                </a:ext>
              </a:extLst>
            </p:cNvPr>
            <p:cNvSpPr txBox="1"/>
            <p:nvPr/>
          </p:nvSpPr>
          <p:spPr>
            <a:xfrm>
              <a:off x="4858707" y="2428835"/>
              <a:ext cx="255283" cy="37386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③</a:t>
              </a:r>
              <a:endParaRPr lang="ko-KR" altLang="en-US" sz="1400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054AF50D-2008-0339-7494-B76F19F5757A}"/>
                </a:ext>
              </a:extLst>
            </p:cNvPr>
            <p:cNvSpPr txBox="1"/>
            <p:nvPr/>
          </p:nvSpPr>
          <p:spPr>
            <a:xfrm>
              <a:off x="4744407" y="895309"/>
              <a:ext cx="255283" cy="37386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③</a:t>
              </a:r>
              <a:endParaRPr lang="ko-KR" altLang="en-US" sz="1400"/>
            </a:p>
          </p:txBody>
        </p:sp>
      </p:grpSp>
      <p:sp>
        <p:nvSpPr>
          <p:cNvPr id="302" name="TextBox 301">
            <a:extLst>
              <a:ext uri="{FF2B5EF4-FFF2-40B4-BE49-F238E27FC236}">
                <a16:creationId xmlns:a16="http://schemas.microsoft.com/office/drawing/2014/main" id="{6DF386F3-E1A6-A760-A0BA-CAB8878D95ED}"/>
              </a:ext>
            </a:extLst>
          </p:cNvPr>
          <p:cNvSpPr txBox="1"/>
          <p:nvPr/>
        </p:nvSpPr>
        <p:spPr>
          <a:xfrm>
            <a:off x="6431760" y="4261120"/>
            <a:ext cx="3173794" cy="1477328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ko-KR" altLang="en-US" sz="1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     </a:t>
            </a:r>
            <a:r>
              <a:rPr lang="ko-KR" altLang="en-US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①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 </a:t>
            </a:r>
            <a:r>
              <a:rPr lang="ko-KR" altLang="en-US" sz="800" i="0">
                <a:effectLst/>
                <a:ea typeface="LG스마트체 Regular" panose="020B0600000101010101" pitchFamily="50" charset="-127"/>
              </a:rPr>
              <a:t>가상</a:t>
            </a:r>
            <a:r>
              <a:rPr lang="en-US" altLang="ko-KR" sz="800" i="0">
                <a:effectLst/>
                <a:ea typeface="LG스마트체 Regular" panose="020B0600000101010101" pitchFamily="50" charset="-127"/>
              </a:rPr>
              <a:t>ID </a:t>
            </a:r>
            <a:r>
              <a:rPr lang="ko-KR" altLang="en-US" sz="800" i="0">
                <a:effectLst/>
                <a:ea typeface="LG스마트체 Regular" panose="020B0600000101010101" pitchFamily="50" charset="-127"/>
              </a:rPr>
              <a:t>또는 셀</a:t>
            </a:r>
            <a:r>
              <a:rPr lang="en-US" altLang="ko-KR" sz="800" i="0">
                <a:effectLst/>
                <a:ea typeface="LG스마트체 Regular" panose="020B0600000101010101" pitchFamily="50" charset="-127"/>
              </a:rPr>
              <a:t>ID, </a:t>
            </a:r>
            <a:r>
              <a:rPr lang="ko-KR" altLang="en-US" sz="800" i="0">
                <a:effectLst/>
                <a:ea typeface="LG스마트체 Regular" panose="020B0600000101010101" pitchFamily="50" charset="-127"/>
              </a:rPr>
              <a:t>검사 데이터 가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 </a:t>
            </a:r>
            <a: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SPC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로 수집됨</a:t>
            </a:r>
            <a:endParaRPr lang="en-US" altLang="ko-KR" sz="100" i="0">
              <a:solidFill>
                <a:srgbClr val="000000"/>
              </a:solidFill>
              <a:effectLst/>
              <a:ea typeface="LG스마트체 Regular" panose="020B0600000101010101" pitchFamily="50" charset="-127"/>
            </a:endParaRPr>
          </a:p>
          <a:p>
            <a:endParaRPr lang="en-US" altLang="ko-KR" sz="100" i="0">
              <a:solidFill>
                <a:srgbClr val="FF0000"/>
              </a:solidFill>
              <a:effectLst/>
              <a:ea typeface="LG스마트체 Regular" panose="020B0600000101010101" pitchFamily="50" charset="-127"/>
            </a:endParaRPr>
          </a:p>
          <a:p>
            <a:r>
              <a:rPr lang="en-US" altLang="ko-KR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*</a:t>
            </a:r>
            <a:r>
              <a:rPr lang="ko-KR" altLang="en-US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②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 가상</a:t>
            </a:r>
            <a: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ID 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또는 셀</a:t>
            </a:r>
            <a: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ID, 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롤맵 양극 기준점 정보</a:t>
            </a:r>
            <a: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,</a:t>
            </a:r>
            <a:b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</a:br>
            <a: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                                      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양극 </a:t>
            </a:r>
            <a:r>
              <a:rPr lang="ko-KR" altLang="en-US" sz="800" i="0" err="1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엔코더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정보 가       </a:t>
            </a:r>
            <a: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DTC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로 수집됨</a:t>
            </a:r>
            <a:br>
              <a:rPr lang="en-US" altLang="ko-KR" sz="1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</a:br>
            <a:br>
              <a:rPr lang="en-US" altLang="ko-KR" sz="1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</a:br>
            <a:r>
              <a:rPr lang="en-US" altLang="ko-KR" sz="1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    </a:t>
            </a:r>
            <a:r>
              <a:rPr lang="ko-KR" altLang="en-US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③  </a:t>
            </a:r>
            <a:r>
              <a:rPr lang="ko-KR" altLang="en-US" sz="800">
                <a:ea typeface="LG스마트체 Regular" panose="020B0600000101010101" pitchFamily="50" charset="-127"/>
              </a:rPr>
              <a:t>가상</a:t>
            </a:r>
            <a:r>
              <a:rPr lang="en-US" altLang="ko-KR" sz="800">
                <a:ea typeface="LG스마트체 Regular" panose="020B0600000101010101" pitchFamily="50" charset="-127"/>
              </a:rPr>
              <a:t>ID </a:t>
            </a:r>
            <a:r>
              <a:rPr lang="ko-KR" altLang="en-US" sz="800">
                <a:ea typeface="LG스마트체 Regular" panose="020B0600000101010101" pitchFamily="50" charset="-127"/>
              </a:rPr>
              <a:t>또는 셀</a:t>
            </a:r>
            <a:r>
              <a:rPr lang="en-US" altLang="ko-KR" sz="800">
                <a:ea typeface="LG스마트체 Regular" panose="020B0600000101010101" pitchFamily="50" charset="-127"/>
              </a:rPr>
              <a:t>ID, 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롤맵 양극 기준점 정보 가  </a:t>
            </a:r>
            <a: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SPC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로 수집됨</a:t>
            </a:r>
            <a:b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</a:br>
            <a:br>
              <a:rPr lang="en-US" altLang="ko-KR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</a:br>
            <a:r>
              <a:rPr lang="en-US" altLang="ko-KR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*</a:t>
            </a:r>
            <a:r>
              <a:rPr lang="ko-KR" altLang="en-US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②</a:t>
            </a:r>
            <a:r>
              <a:rPr lang="ko-KR" altLang="en-US" sz="800">
                <a:ea typeface="LG스마트체 Regular" panose="020B0600000101010101" pitchFamily="50" charset="-127"/>
              </a:rPr>
              <a:t>번 관련 상세설명</a:t>
            </a:r>
            <a:endParaRPr lang="en-US" altLang="ko-KR" sz="800">
              <a:ea typeface="LG스마트체 Regular" panose="020B0600000101010101" pitchFamily="50" charset="-127"/>
            </a:endParaRPr>
          </a:p>
          <a:p>
            <a:r>
              <a:rPr lang="en-US" altLang="ko-KR" sz="800" b="1">
                <a:solidFill>
                  <a:srgbClr val="FF0000"/>
                </a:solidFill>
                <a:ea typeface="LG스마트체 Regular" panose="020B0600000101010101" pitchFamily="50" charset="-127"/>
              </a:rPr>
              <a:t>    </a:t>
            </a:r>
            <a:r>
              <a:rPr lang="en-US" altLang="ko-KR" sz="800" b="1">
                <a:ea typeface="LG스마트체 Regular" panose="020B0600000101010101" pitchFamily="50" charset="-127"/>
              </a:rPr>
              <a:t>- </a:t>
            </a:r>
            <a:r>
              <a:rPr lang="en-US" altLang="ko-KR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DTC       :  </a:t>
            </a:r>
            <a:r>
              <a:rPr lang="ko-KR" altLang="en-US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셀</a:t>
            </a:r>
            <a:r>
              <a:rPr lang="en-US" altLang="ko-KR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ID , </a:t>
            </a:r>
            <a:r>
              <a:rPr lang="ko-KR" altLang="en-US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양극 </a:t>
            </a:r>
            <a:r>
              <a:rPr lang="ko-KR" altLang="en-US" sz="800" b="1" i="0" err="1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엔코더</a:t>
            </a:r>
            <a:r>
              <a:rPr lang="ko-KR" altLang="en-US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정보 를  갖고  있고  검사기로 정보 전송</a:t>
            </a:r>
            <a:br>
              <a:rPr lang="en-US" altLang="ko-KR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</a:br>
            <a:r>
              <a:rPr lang="en-US" altLang="ko-KR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</a:t>
            </a:r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  - 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검사기   </a:t>
            </a:r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:  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롤맵 양극 기준점 정보  를  </a:t>
            </a:r>
            <a:r>
              <a:rPr lang="ko-KR" altLang="en-US" sz="800" b="1" err="1">
                <a:solidFill>
                  <a:srgbClr val="000000"/>
                </a:solidFill>
                <a:ea typeface="LG스마트체 Regular" panose="020B0600000101010101" pitchFamily="50" charset="-127"/>
              </a:rPr>
              <a:t>리딩함</a:t>
            </a:r>
            <a:endParaRPr lang="en-US" altLang="ko-KR" sz="800" b="1">
              <a:solidFill>
                <a:srgbClr val="000000"/>
              </a:solidFill>
              <a:ea typeface="LG스마트체 Regular" panose="020B0600000101010101" pitchFamily="50" charset="-127"/>
            </a:endParaRPr>
          </a:p>
          <a:p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   - 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검사기   </a:t>
            </a:r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:  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DTC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로   양극 </a:t>
            </a:r>
            <a:r>
              <a:rPr lang="ko-KR" altLang="en-US" sz="800" b="1" err="1">
                <a:solidFill>
                  <a:srgbClr val="000000"/>
                </a:solidFill>
                <a:ea typeface="LG스마트체 Regular" panose="020B0600000101010101" pitchFamily="50" charset="-127"/>
              </a:rPr>
              <a:t>엔코더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정보 와  롤맵 양극 기준점 정보 를  전송</a:t>
            </a:r>
            <a:endParaRPr lang="en-US" altLang="ko-KR" sz="800" b="1">
              <a:solidFill>
                <a:srgbClr val="000000"/>
              </a:solidFill>
              <a:ea typeface="LG스마트체 Regular" panose="020B0600000101010101" pitchFamily="50" charset="-127"/>
            </a:endParaRPr>
          </a:p>
          <a:p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   - DTC       :   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양극 </a:t>
            </a:r>
            <a:r>
              <a:rPr lang="ko-KR" altLang="en-US" sz="800" b="1" err="1">
                <a:solidFill>
                  <a:srgbClr val="000000"/>
                </a:solidFill>
                <a:ea typeface="LG스마트체 Regular" panose="020B0600000101010101" pitchFamily="50" charset="-127"/>
              </a:rPr>
              <a:t>엔코더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정보 를  </a:t>
            </a:r>
            <a:r>
              <a:rPr lang="ko-KR" altLang="en-US" sz="800" b="1" err="1">
                <a:solidFill>
                  <a:srgbClr val="000000"/>
                </a:solidFill>
                <a:ea typeface="LG스마트체 Regular" panose="020B0600000101010101" pitchFamily="50" charset="-127"/>
              </a:rPr>
              <a:t>키값으로</a:t>
            </a:r>
            <a:b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</a:br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                      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셀</a:t>
            </a:r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ID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와 롤맵 양극 기준점 정보 를  매칭</a:t>
            </a:r>
            <a:r>
              <a: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800" b="1">
                <a:solidFill>
                  <a:srgbClr val="000000"/>
                </a:solidFill>
                <a:ea typeface="LG스마트체 Regular" panose="020B0600000101010101" pitchFamily="50" charset="-127"/>
              </a:rPr>
              <a:t>확보함</a:t>
            </a:r>
            <a:endParaRPr lang="ko-KR" altLang="en-US" sz="800" b="1" i="0">
              <a:solidFill>
                <a:srgbClr val="000000"/>
              </a:solidFill>
              <a:effectLst/>
              <a:ea typeface="LG스마트체 Regular" panose="020B0600000101010101" pitchFamily="50" charset="-127"/>
            </a:endParaRP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AED7E547-D4C3-51C6-0F36-50BA39AE7FF4}"/>
              </a:ext>
            </a:extLst>
          </p:cNvPr>
          <p:cNvSpPr txBox="1"/>
          <p:nvPr/>
        </p:nvSpPr>
        <p:spPr>
          <a:xfrm>
            <a:off x="6431760" y="4078917"/>
            <a:ext cx="963727" cy="15946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txBody>
          <a:bodyPr wrap="square" lIns="18000" tIns="18000" rIns="18000" bIns="18000" rtlCol="0" anchor="ctr" anchorCtr="0">
            <a:spAutoFit/>
          </a:bodyPr>
          <a:lstStyle/>
          <a:p>
            <a:pPr algn="ctr"/>
            <a:r>
              <a:rPr lang="ko-KR" altLang="en-US" sz="800" b="1">
                <a:solidFill>
                  <a:schemeClr val="bg1"/>
                </a:solidFill>
              </a:rPr>
              <a:t>좌측 블록도 설명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D8E1CD9D-3B4F-2107-C426-F93E43E8F224}"/>
              </a:ext>
            </a:extLst>
          </p:cNvPr>
          <p:cNvSpPr txBox="1"/>
          <p:nvPr/>
        </p:nvSpPr>
        <p:spPr>
          <a:xfrm>
            <a:off x="6505529" y="5803219"/>
            <a:ext cx="648000" cy="15946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txBody>
          <a:bodyPr wrap="square" lIns="18000" tIns="18000" rIns="18000" bIns="18000" rtlCol="0" anchor="ctr" anchorCtr="0">
            <a:spAutoFit/>
          </a:bodyPr>
          <a:lstStyle/>
          <a:p>
            <a:pPr algn="ctr"/>
            <a:r>
              <a:rPr lang="ko-KR" altLang="en-US" sz="800" b="1">
                <a:solidFill>
                  <a:schemeClr val="bg1"/>
                </a:solidFill>
              </a:rPr>
              <a:t>요약 설명</a:t>
            </a:r>
          </a:p>
        </p:txBody>
      </p: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F77C4AAE-66A2-8C98-F5C6-9EE1800AE2F2}"/>
              </a:ext>
            </a:extLst>
          </p:cNvPr>
          <p:cNvGrpSpPr/>
          <p:nvPr/>
        </p:nvGrpSpPr>
        <p:grpSpPr>
          <a:xfrm>
            <a:off x="6472592" y="5987754"/>
            <a:ext cx="3173794" cy="707886"/>
            <a:chOff x="6472592" y="5987754"/>
            <a:chExt cx="3173794" cy="707886"/>
          </a:xfrm>
        </p:grpSpPr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994B5675-47D7-954F-495E-D2B7040F0C83}"/>
                </a:ext>
              </a:extLst>
            </p:cNvPr>
            <p:cNvSpPr txBox="1"/>
            <p:nvPr/>
          </p:nvSpPr>
          <p:spPr>
            <a:xfrm>
              <a:off x="6472592" y="5987754"/>
              <a:ext cx="3173794" cy="70788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>
              <a:spAutoFit/>
            </a:bodyPr>
            <a:lstStyle/>
            <a:p>
              <a:endParaRPr lang="en-US" altLang="ko-KR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endParaRPr>
            </a:p>
            <a:p>
              <a:endPara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endParaRPr>
            </a:p>
            <a:p>
              <a:endParaRPr lang="en-US" altLang="ko-KR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endParaRPr>
            </a:p>
            <a:p>
              <a:endParaRPr lang="en-US" altLang="ko-KR" sz="800" b="1">
                <a:solidFill>
                  <a:srgbClr val="000000"/>
                </a:solidFill>
                <a:ea typeface="LG스마트체 Regular" panose="020B0600000101010101" pitchFamily="50" charset="-127"/>
              </a:endParaRPr>
            </a:p>
            <a:p>
              <a:endParaRPr lang="en-US" altLang="ko-KR" sz="800" b="1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1EEED94B-7275-3AF7-308D-58E5C25D26E5}"/>
                </a:ext>
              </a:extLst>
            </p:cNvPr>
            <p:cNvSpPr txBox="1"/>
            <p:nvPr/>
          </p:nvSpPr>
          <p:spPr bwMode="auto">
            <a:xfrm>
              <a:off x="6513424" y="6017766"/>
              <a:ext cx="3092130" cy="159462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r>
                <a:rPr lang="ko-KR" altLang="en-US" sz="8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와 셀</a:t>
              </a:r>
              <a:r>
                <a:rPr lang="en-US" altLang="ko-KR" sz="8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</a:t>
              </a:r>
              <a:r>
                <a:rPr lang="ko-KR" altLang="en-US" sz="8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가 매칭됨으로써</a:t>
              </a:r>
              <a:r>
                <a:rPr lang="en-US" altLang="ko-KR" sz="8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, </a:t>
              </a:r>
              <a:r>
                <a:rPr lang="ko-KR" altLang="en-US" sz="8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</a:t>
              </a:r>
              <a:r>
                <a:rPr lang="en-US" altLang="ko-KR" sz="8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~</a:t>
              </a:r>
              <a:r>
                <a:rPr lang="ko-KR" altLang="en-US" sz="8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셀추적이 연결됨</a:t>
              </a:r>
              <a:endPara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BAF682E5-0E46-2EA5-B444-3C306140C4CB}"/>
                </a:ext>
              </a:extLst>
            </p:cNvPr>
            <p:cNvSpPr txBox="1"/>
            <p:nvPr/>
          </p:nvSpPr>
          <p:spPr bwMode="auto">
            <a:xfrm>
              <a:off x="6505530" y="6177228"/>
              <a:ext cx="3092130" cy="467239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t" anchorCtr="0">
              <a:spAutoFit/>
            </a:bodyPr>
            <a:lstStyle/>
            <a:p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기존에는       라미 양극 </a:t>
              </a:r>
              <a:r>
                <a:rPr lang="ko-KR" altLang="en-US" sz="700" err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언와인더의</a:t>
              </a:r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 재료교체 비트신호를 </a:t>
              </a:r>
              <a:r>
                <a:rPr lang="ko-KR" altLang="en-US" sz="700" err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트래킹하여</a:t>
              </a:r>
              <a:br>
                <a:rPr lang="en-US" altLang="ko-KR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en-US" altLang="ko-KR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                    </a:t>
              </a:r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첫번째 롤맵 양극 기준점 정보를 셀</a:t>
              </a:r>
              <a:r>
                <a:rPr lang="en-US" altLang="ko-KR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</a:t>
              </a:r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에 매칭하였으나</a:t>
              </a:r>
              <a:br>
                <a:rPr lang="en-US" altLang="ko-KR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br>
                <a:rPr lang="en-US" altLang="ko-KR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변경 후에는   비전 인식한 </a:t>
              </a:r>
              <a:r>
                <a:rPr lang="ko-KR" altLang="en-US" sz="7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양극 기준점 정보</a:t>
              </a:r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를 </a:t>
              </a:r>
              <a:r>
                <a:rPr lang="en-US" altLang="ko-KR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DTC</a:t>
              </a:r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가 셀</a:t>
              </a:r>
              <a:r>
                <a:rPr lang="en-US" altLang="ko-KR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ID</a:t>
              </a:r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와 매칭</a:t>
              </a:r>
              <a:r>
                <a:rPr lang="en-US" altLang="ko-KR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/</a:t>
              </a:r>
              <a:r>
                <a:rPr lang="ko-KR" altLang="en-US" sz="700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수집 함</a:t>
              </a:r>
              <a:endParaRPr lang="en-US" altLang="ko-KR" sz="7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94F206A-F7C0-8EF0-0668-F8C34A38BD9D}"/>
              </a:ext>
            </a:extLst>
          </p:cNvPr>
          <p:cNvGrpSpPr/>
          <p:nvPr/>
        </p:nvGrpSpPr>
        <p:grpSpPr>
          <a:xfrm>
            <a:off x="6641245" y="1288995"/>
            <a:ext cx="978310" cy="460690"/>
            <a:chOff x="4869079" y="1394270"/>
            <a:chExt cx="978310" cy="460690"/>
          </a:xfrm>
        </p:grpSpPr>
        <p:sp>
          <p:nvSpPr>
            <p:cNvPr id="3" name="이등변 삼각형 2">
              <a:extLst>
                <a:ext uri="{FF2B5EF4-FFF2-40B4-BE49-F238E27FC236}">
                  <a16:creationId xmlns:a16="http://schemas.microsoft.com/office/drawing/2014/main" id="{80207398-491A-C122-96D7-AEA4C2E73090}"/>
                </a:ext>
              </a:extLst>
            </p:cNvPr>
            <p:cNvSpPr/>
            <p:nvPr/>
          </p:nvSpPr>
          <p:spPr>
            <a:xfrm rot="10800000">
              <a:off x="4869079" y="1394270"/>
              <a:ext cx="140410" cy="122505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ADDE2E85-48DE-C5D3-39E6-F5C538F9CBC8}"/>
                </a:ext>
              </a:extLst>
            </p:cNvPr>
            <p:cNvSpPr/>
            <p:nvPr/>
          </p:nvSpPr>
          <p:spPr>
            <a:xfrm>
              <a:off x="4953000" y="1523648"/>
              <a:ext cx="894389" cy="331312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0596645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4535603"/>
              </p:ext>
            </p:extLst>
          </p:nvPr>
        </p:nvGraphicFramePr>
        <p:xfrm>
          <a:off x="184153" y="867967"/>
          <a:ext cx="9719707" cy="5703238"/>
        </p:xfrm>
        <a:graphic>
          <a:graphicData uri="http://schemas.openxmlformats.org/drawingml/2006/table">
            <a:tbl>
              <a:tblPr/>
              <a:tblGrid>
                <a:gridCol w="573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946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노칭양극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라미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연결 정합성 향상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▪ 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Pilot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검증을 위한 설비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시스템 투자 비용 대표호기 기준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노칭 양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라미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산출 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① 설비(DTC 로직 추가) :  0.18억원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② 시스템(ECS.EDC(SPC)) : 0.15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억원 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대표호기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SPC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추가 공수 누락되어 산정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0.26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억원 검토완료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(3/13)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▶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ESWA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대표 검증 호기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노칭 양극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#13-1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호기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라미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#13-2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호기로 선정 하였습니다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. (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선정 사유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: E77A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물동 많음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롤맵 양극 데이터 정합성 검증 완료 호기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▶ 설비 투자비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(0.18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억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및 시스템 투자비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(0.26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억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비용 이관 완료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(4/14)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하였습니다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시스템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6/10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정기 배포 완료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, PLC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작업은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6/16(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화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작업 완료하였습니다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0" spc="-50" noProof="1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0" spc="-50" noProof="1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0" spc="-50" noProof="1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0" spc="-50" noProof="1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0" spc="-50" noProof="1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0" spc="-50" noProof="1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▶ 대표 호기 검증 결과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(6/23)</a:t>
                      </a: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 1)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노칭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양극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라미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CELL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연계 기준점 데이터 정상 수집 확인하였습니다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. (+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라미와 노칭 각 기준점과 매칭된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CELL ID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의 이미지 확인 → 기준점 마킹 확인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 2)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노칭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양극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 –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라미 간 기준점 정보 활용한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CELL ID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매칭 후 데이터 확인 결과</a:t>
                      </a: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노칭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양극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 –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라미 동일 기준점 사이 구간 내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CELL ID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개수 비교 시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오차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± 1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탭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이내로 정상적임을 확인하였습니다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. (18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LOT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확인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또한 기존 롤맵 좌표 매칭 방식과 비교하였을 때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롤맵 좌표 매칭 방식에서는 평균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13TAB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오차 발생하고 있었음을 확인하였습니다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26.07</a:t>
                      </a:r>
                      <a:endParaRPr lang="ko-KR" alt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05426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롤맵 정합성 향상 기술개발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노칭 양극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라미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Data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연결 정합성 향상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(2/3)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2" name="내용 개체 틀 20">
            <a:extLst>
              <a:ext uri="{FF2B5EF4-FFF2-40B4-BE49-F238E27FC236}">
                <a16:creationId xmlns:a16="http://schemas.microsoft.com/office/drawing/2014/main" id="{1419F9ED-001D-4BF3-9CD7-97EC1EF76E49}"/>
              </a:ext>
            </a:extLst>
          </p:cNvPr>
          <p:cNvSpPr txBox="1">
            <a:spLocks/>
          </p:cNvSpPr>
          <p:nvPr/>
        </p:nvSpPr>
        <p:spPr>
          <a:xfrm>
            <a:off x="9011598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72F316-602B-48D7-851D-262E403B6AD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: 7</a:t>
            </a:r>
            <a:r>
              <a:rPr lang="en-US" altLang="ko-KR" sz="1000">
                <a:solidFill>
                  <a:prstClr val="black"/>
                </a:solidFill>
                <a:latin typeface="Arial Narrow"/>
                <a:ea typeface="LG스마트체 Regular"/>
              </a:rPr>
              <a:t>/22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시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ED6DA90-C286-9C48-5C04-4936F3D918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254431"/>
              </p:ext>
            </p:extLst>
          </p:nvPr>
        </p:nvGraphicFramePr>
        <p:xfrm>
          <a:off x="1511806" y="2302079"/>
          <a:ext cx="4032000" cy="925048"/>
        </p:xfrm>
        <a:graphic>
          <a:graphicData uri="http://schemas.openxmlformats.org/drawingml/2006/table">
            <a:tbl>
              <a:tblPr/>
              <a:tblGrid>
                <a:gridCol w="576000">
                  <a:extLst>
                    <a:ext uri="{9D8B030D-6E8A-4147-A177-3AD203B41FA5}">
                      <a16:colId xmlns:a16="http://schemas.microsoft.com/office/drawing/2014/main" val="1916343230"/>
                    </a:ext>
                  </a:extLst>
                </a:gridCol>
                <a:gridCol w="2592000">
                  <a:extLst>
                    <a:ext uri="{9D8B030D-6E8A-4147-A177-3AD203B41FA5}">
                      <a16:colId xmlns:a16="http://schemas.microsoft.com/office/drawing/2014/main" val="365474273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320331700"/>
                    </a:ext>
                  </a:extLst>
                </a:gridCol>
              </a:tblGrid>
              <a:tr h="20356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</a:p>
                  </a:txBody>
                  <a:tcPr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722857"/>
                  </a:ext>
                </a:extLst>
              </a:tr>
              <a:tr h="28851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: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가상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Cell ID +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좌표 정보 전송 작업</a:t>
                      </a:r>
                      <a:endParaRPr lang="en-US" altLang="ko-KR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라미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Cell ID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보고 시 기준점 마킹 정보 추가 전송 작업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~6/5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6/16(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3707749"/>
                  </a:ext>
                </a:extLst>
              </a:tr>
              <a:tr h="160285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ECS/EDC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),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라미 공정 신규 데이터 수집 작업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~6/5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6/10(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2030089"/>
                  </a:ext>
                </a:extLst>
              </a:tr>
              <a:tr h="130619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SPC+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셀추적 데이터 조회 화면 내 신규 데이터 칼럼 추가 작업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~6/5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6/10(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7767361"/>
                  </a:ext>
                </a:extLst>
              </a:tr>
              <a:tr h="13061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–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라미 간 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CELL ID 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단위 매칭 로직 반영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~8/12(</a:t>
                      </a:r>
                      <a:r>
                        <a:rPr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목표</a:t>
                      </a:r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866889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9B1D172-F1EC-21BC-42D0-D6DDAB0A68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4166107"/>
              </p:ext>
            </p:extLst>
          </p:nvPr>
        </p:nvGraphicFramePr>
        <p:xfrm>
          <a:off x="1466600" y="4131687"/>
          <a:ext cx="4187833" cy="1592868"/>
        </p:xfrm>
        <a:graphic>
          <a:graphicData uri="http://schemas.openxmlformats.org/drawingml/2006/table">
            <a:tbl>
              <a:tblPr/>
              <a:tblGrid>
                <a:gridCol w="864993">
                  <a:extLst>
                    <a:ext uri="{9D8B030D-6E8A-4147-A177-3AD203B41FA5}">
                      <a16:colId xmlns:a16="http://schemas.microsoft.com/office/drawing/2014/main" val="3925788708"/>
                    </a:ext>
                  </a:extLst>
                </a:gridCol>
                <a:gridCol w="495789">
                  <a:extLst>
                    <a:ext uri="{9D8B030D-6E8A-4147-A177-3AD203B41FA5}">
                      <a16:colId xmlns:a16="http://schemas.microsoft.com/office/drawing/2014/main" val="81173648"/>
                    </a:ext>
                  </a:extLst>
                </a:gridCol>
                <a:gridCol w="1223649">
                  <a:extLst>
                    <a:ext uri="{9D8B030D-6E8A-4147-A177-3AD203B41FA5}">
                      <a16:colId xmlns:a16="http://schemas.microsoft.com/office/drawing/2014/main" val="3512103009"/>
                    </a:ext>
                  </a:extLst>
                </a:gridCol>
                <a:gridCol w="1223649">
                  <a:extLst>
                    <a:ext uri="{9D8B030D-6E8A-4147-A177-3AD203B41FA5}">
                      <a16:colId xmlns:a16="http://schemas.microsoft.com/office/drawing/2014/main" val="1556554708"/>
                    </a:ext>
                  </a:extLst>
                </a:gridCol>
                <a:gridCol w="379753">
                  <a:extLst>
                    <a:ext uri="{9D8B030D-6E8A-4147-A177-3AD203B41FA5}">
                      <a16:colId xmlns:a16="http://schemas.microsoft.com/office/drawing/2014/main" val="3612734144"/>
                    </a:ext>
                  </a:extLst>
                </a:gridCol>
              </a:tblGrid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 ID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기준점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CELL ID 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개수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 </a:t>
                      </a:r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CELL ID 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개수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DIFF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4360706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1311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1164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147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9871626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1072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1072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1721960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203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8492178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204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3969586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205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1072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034131"/>
                  </a:ext>
                </a:extLst>
              </a:tr>
              <a:tr h="132739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…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563471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224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3213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3213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9403747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227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1072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1072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5327586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228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121330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229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1071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4015317"/>
                  </a:ext>
                </a:extLst>
              </a:tr>
              <a:tr h="13273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RFFKD1NC12</a:t>
                      </a:r>
                    </a:p>
                  </a:txBody>
                  <a:tcPr marL="7912" marR="7912" marT="791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230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2503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2486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17</a:t>
                      </a:r>
                    </a:p>
                  </a:txBody>
                  <a:tcPr marL="7912" marR="7912" marT="791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638783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14F897C0-C7A7-88B8-F9DA-FB64D8CE916A}"/>
              </a:ext>
            </a:extLst>
          </p:cNvPr>
          <p:cNvSpPr txBox="1"/>
          <p:nvPr/>
        </p:nvSpPr>
        <p:spPr>
          <a:xfrm>
            <a:off x="5619407" y="4230514"/>
            <a:ext cx="388654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0000"/>
                </a:solidFill>
                <a:latin typeface="+mn-ea"/>
              </a:rPr>
              <a:t>→ 전극 </a:t>
            </a:r>
            <a:r>
              <a:rPr lang="ko-KR" altLang="en-US" sz="800" err="1">
                <a:solidFill>
                  <a:srgbClr val="000000"/>
                </a:solidFill>
                <a:latin typeface="+mn-ea"/>
              </a:rPr>
              <a:t>코어부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~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기준점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202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사이에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노칭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(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양극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)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가상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CELL ID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개수는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1311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, </a:t>
            </a:r>
            <a:br>
              <a:rPr lang="en-US" altLang="ko-KR" sz="800">
                <a:solidFill>
                  <a:srgbClr val="000000"/>
                </a:solidFill>
                <a:latin typeface="+mn-ea"/>
              </a:rPr>
            </a:br>
            <a:r>
              <a:rPr lang="en-US" altLang="ko-KR" sz="800">
                <a:solidFill>
                  <a:srgbClr val="000000"/>
                </a:solidFill>
                <a:latin typeface="+mn-ea"/>
              </a:rPr>
              <a:t>    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라미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CELL ID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개수는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1164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개로 노칭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→ 라미 사이에서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147TAB LOSS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발생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9FEACD1-1AC0-E849-C55B-BFE3A57B6F28}"/>
              </a:ext>
            </a:extLst>
          </p:cNvPr>
          <p:cNvSpPr txBox="1"/>
          <p:nvPr/>
        </p:nvSpPr>
        <p:spPr>
          <a:xfrm>
            <a:off x="5619407" y="5555278"/>
            <a:ext cx="388654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0000"/>
                </a:solidFill>
                <a:latin typeface="+mn-ea"/>
              </a:rPr>
              <a:t>→ 기준점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230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~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 전극 </a:t>
            </a:r>
            <a:r>
              <a:rPr lang="ko-KR" altLang="en-US" sz="800" err="1">
                <a:solidFill>
                  <a:srgbClr val="000000"/>
                </a:solidFill>
                <a:latin typeface="+mn-ea"/>
              </a:rPr>
              <a:t>최외곽부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사이에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노칭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(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양극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)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가상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CELL ID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개수는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2503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, </a:t>
            </a:r>
            <a:br>
              <a:rPr lang="en-US" altLang="ko-KR" sz="800">
                <a:solidFill>
                  <a:srgbClr val="000000"/>
                </a:solidFill>
                <a:latin typeface="+mn-ea"/>
              </a:rPr>
            </a:br>
            <a:r>
              <a:rPr lang="en-US" altLang="ko-KR" sz="800">
                <a:solidFill>
                  <a:srgbClr val="000000"/>
                </a:solidFill>
                <a:latin typeface="+mn-ea"/>
              </a:rPr>
              <a:t>    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라미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CELL ID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개수는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2486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개로 노칭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→ 라미 사이에서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17TAB LOSS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발생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9EEB6A3-E526-A8A7-D5B3-0AE1BE17E348}"/>
              </a:ext>
            </a:extLst>
          </p:cNvPr>
          <p:cNvSpPr txBox="1"/>
          <p:nvPr/>
        </p:nvSpPr>
        <p:spPr>
          <a:xfrm>
            <a:off x="5619407" y="4752518"/>
            <a:ext cx="388654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0000"/>
                </a:solidFill>
                <a:latin typeface="+mn-ea"/>
              </a:rPr>
              <a:t>→ 기준점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205 ~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기준점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206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사이에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노칭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(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양극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)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가상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CELL ID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개수는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1071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라미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CELL ID 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개수는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1072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개로 최대 오차 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±1 TAB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 이내로 정상 수준임을 확인</a:t>
            </a:r>
          </a:p>
        </p:txBody>
      </p:sp>
    </p:spTree>
    <p:extLst>
      <p:ext uri="{BB962C8B-B14F-4D97-AF65-F5344CB8AC3E}">
        <p14:creationId xmlns:p14="http://schemas.microsoft.com/office/powerpoint/2010/main" val="113652240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771529"/>
              </p:ext>
            </p:extLst>
          </p:nvPr>
        </p:nvGraphicFramePr>
        <p:xfrm>
          <a:off x="184153" y="867967"/>
          <a:ext cx="9719707" cy="5703238"/>
        </p:xfrm>
        <a:graphic>
          <a:graphicData uri="http://schemas.openxmlformats.org/drawingml/2006/table">
            <a:tbl>
              <a:tblPr/>
              <a:tblGrid>
                <a:gridCol w="573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946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노칭양극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라미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연결 정합성 향상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▶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SPC+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기능 개발 및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ECS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기준점 수집 확산 전개</a:t>
                      </a: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1) SPC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+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기능 개발</a:t>
                      </a:r>
                      <a:b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노칭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양극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–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라미 간 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CELL ID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매칭 로직을 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SPC+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에서 작동하기 위한 공정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팀과 사양 미팅 진행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(7/3)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하였으며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2.0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억 예가로 산정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(7/22)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되었습니다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→ 설비 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팀 예산 부족하여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WA </a:t>
                      </a:r>
                      <a:r>
                        <a:rPr lang="ko-KR" altLang="en-US" sz="9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 예산과 합쳐서 투자 가능한 방향으로 검토 진행 중입니다</a:t>
                      </a:r>
                      <a:r>
                        <a:rPr lang="en-US" altLang="ko-KR" sz="900" kern="0" spc="-50" noProof="1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2) ECS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기준점 수집 확산 전개</a:t>
                      </a: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   ESWA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조립 노칭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양극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) 38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라미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87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대 전체 호기 대상으로 양극 가상 셀 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수집 및 기준점 수집 작업 위한 예산 검토 완료하였습니다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투자 예산은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, ESWA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법인에서 기본품의 집행하여 투자비 확보 하는 것으로 협의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(7/13) </a:t>
                      </a:r>
                      <a:r>
                        <a:rPr lang="ko-KR" altLang="en-US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lang="en-US" altLang="ko-KR" sz="900" kern="0" spc="-50" noProof="1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 noProof="1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26.07</a:t>
                      </a:r>
                      <a:endParaRPr lang="ko-KR" alt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05426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롤맵 정합성 향상 기술개발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노칭 양극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라미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Data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연결 정합성 향상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(2/3)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2" name="내용 개체 틀 20">
            <a:extLst>
              <a:ext uri="{FF2B5EF4-FFF2-40B4-BE49-F238E27FC236}">
                <a16:creationId xmlns:a16="http://schemas.microsoft.com/office/drawing/2014/main" id="{1419F9ED-001D-4BF3-9CD7-97EC1EF76E49}"/>
              </a:ext>
            </a:extLst>
          </p:cNvPr>
          <p:cNvSpPr txBox="1">
            <a:spLocks/>
          </p:cNvSpPr>
          <p:nvPr/>
        </p:nvSpPr>
        <p:spPr>
          <a:xfrm>
            <a:off x="9011598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한기덕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72F316-602B-48D7-851D-262E403B6AD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: 7</a:t>
            </a:r>
            <a:r>
              <a:rPr lang="en-US" altLang="ko-KR" sz="1000">
                <a:solidFill>
                  <a:prstClr val="black"/>
                </a:solidFill>
                <a:latin typeface="Arial Narrow"/>
                <a:ea typeface="LG스마트체 Regular"/>
              </a:rPr>
              <a:t>/22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</a:rPr>
              <a:t>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F42AA24-389E-9AE0-B5CE-8B904C2F20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1659068"/>
              </p:ext>
            </p:extLst>
          </p:nvPr>
        </p:nvGraphicFramePr>
        <p:xfrm>
          <a:off x="1549596" y="2524159"/>
          <a:ext cx="4021842" cy="1614450"/>
        </p:xfrm>
        <a:graphic>
          <a:graphicData uri="http://schemas.openxmlformats.org/drawingml/2006/table">
            <a:tbl>
              <a:tblPr/>
              <a:tblGrid>
                <a:gridCol w="613385">
                  <a:extLst>
                    <a:ext uri="{9D8B030D-6E8A-4147-A177-3AD203B41FA5}">
                      <a16:colId xmlns:a16="http://schemas.microsoft.com/office/drawing/2014/main" val="3333030810"/>
                    </a:ext>
                  </a:extLst>
                </a:gridCol>
                <a:gridCol w="613385">
                  <a:extLst>
                    <a:ext uri="{9D8B030D-6E8A-4147-A177-3AD203B41FA5}">
                      <a16:colId xmlns:a16="http://schemas.microsoft.com/office/drawing/2014/main" val="1422133556"/>
                    </a:ext>
                  </a:extLst>
                </a:gridCol>
                <a:gridCol w="1703846">
                  <a:extLst>
                    <a:ext uri="{9D8B030D-6E8A-4147-A177-3AD203B41FA5}">
                      <a16:colId xmlns:a16="http://schemas.microsoft.com/office/drawing/2014/main" val="3364027646"/>
                    </a:ext>
                  </a:extLst>
                </a:gridCol>
                <a:gridCol w="1091226">
                  <a:extLst>
                    <a:ext uri="{9D8B030D-6E8A-4147-A177-3AD203B41FA5}">
                      <a16:colId xmlns:a16="http://schemas.microsoft.com/office/drawing/2014/main" val="1734958231"/>
                    </a:ext>
                  </a:extLst>
                </a:gridCol>
              </a:tblGrid>
              <a:tr h="13912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검토가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119326"/>
                  </a:ext>
                </a:extLst>
              </a:tr>
              <a:tr h="119922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PLC)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삼익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THK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21,670,000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4334163"/>
                  </a:ext>
                </a:extLst>
              </a:tr>
              <a:tr h="119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77,275,000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899145"/>
                  </a:ext>
                </a:extLst>
              </a:tr>
              <a:tr h="119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24,365,000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2235672"/>
                  </a:ext>
                </a:extLst>
              </a:tr>
              <a:tr h="119922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123,310,000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2940754"/>
                  </a:ext>
                </a:extLst>
              </a:tr>
              <a:tr h="119922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시스템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ECS)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(Long) 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16,766,000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346055"/>
                  </a:ext>
                </a:extLst>
              </a:tr>
              <a:tr h="1476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(Normal) 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20,831,000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1115038"/>
                  </a:ext>
                </a:extLst>
              </a:tr>
              <a:tr h="119922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37,597,000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6377487"/>
                  </a:ext>
                </a:extLst>
              </a:tr>
              <a:tr h="119922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시스템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(SPC+)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</a:t>
                      </a:r>
                    </a:p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Site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199,606,000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8427423"/>
                  </a:ext>
                </a:extLst>
              </a:tr>
              <a:tr h="119922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199,606,000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7316912"/>
                  </a:ext>
                </a:extLst>
              </a:tr>
              <a:tr h="119922"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Total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rtl="0" fontAlgn="b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360,513,000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58260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170015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3802451"/>
              </p:ext>
            </p:extLst>
          </p:nvPr>
        </p:nvGraphicFramePr>
        <p:xfrm>
          <a:off x="184153" y="867967"/>
          <a:ext cx="9719707" cy="5703238"/>
        </p:xfrm>
        <a:graphic>
          <a:graphicData uri="http://schemas.openxmlformats.org/drawingml/2006/table">
            <a:tbl>
              <a:tblPr/>
              <a:tblGrid>
                <a:gridCol w="573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946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기준점 활용 엔코더 보정</a:t>
                      </a: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기능 개발</a:t>
                      </a:r>
                      <a:endParaRPr lang="en-US" altLang="ko-KR" sz="900" b="1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MILS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(W30)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특이사항 없습니다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■ 주요 일정</a:t>
                      </a: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컨셉</a:t>
                      </a: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■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검토 배경 및 문제점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(As-Is)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-.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전극 셋업 시 실물 전극 기반으로 </a:t>
                      </a:r>
                      <a:r>
                        <a:rPr lang="ko-KR" altLang="en-US" sz="900" kern="0" spc="-5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엔코더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길이 정합성을 맞추고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이후 정합성이 저하될 때마다 </a:t>
                      </a:r>
                      <a:r>
                        <a:rPr lang="ko-KR" altLang="en-US" sz="900" kern="0" spc="-5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엔코더</a:t>
                      </a:r>
                      <a:r>
                        <a:rPr lang="ko-KR" altLang="en-US" sz="900" kern="0" spc="-5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분해능을 조정함</a:t>
                      </a:r>
                      <a:r>
                        <a:rPr lang="en-US" altLang="ko-KR" sz="900" kern="0" spc="-5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→ 롤프레스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슬리터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설비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엔코더의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경우 접촉식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엔코더를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사용하고 접촉식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엔코더는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장기간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올롤에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접촉하여 주행하므로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엔코더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구동롤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마모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접촉면 슬립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엔코더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축 틀어짐 등의 길이 정합성을 저해하는 문제가 발생할 수 있음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■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개선 목표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(To-Be)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-.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롤맵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기준점 기반으로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엔코더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분해능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보정값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자동 계산</a:t>
                      </a: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-.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엔코더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분해능 </a:t>
                      </a:r>
                      <a:r>
                        <a:rPr kumimoji="0" lang="ko-KR" altLang="en-US" sz="9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보정값을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시스템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기반 월별 자동 배포하고 설비에 적용</a:t>
                      </a:r>
                      <a:r>
                        <a:rPr kumimoji="0" lang="en-US" altLang="ko-KR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■ </a:t>
                      </a:r>
                      <a:r>
                        <a:rPr kumimoji="0" lang="ko-KR" altLang="en-US" sz="9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블록도</a:t>
                      </a: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 spc="-5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 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26.11</a:t>
                      </a:r>
                      <a:endParaRPr lang="ko-KR" alt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007781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롤맵 정합성 향상 기술개발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기준점 활용 </a:t>
            </a:r>
            <a:r>
              <a:rPr lang="ko-KR" altLang="en-US" sz="1400" b="1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엔코더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 보정 기능 개발 건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2" name="내용 개체 틀 20">
            <a:extLst>
              <a:ext uri="{FF2B5EF4-FFF2-40B4-BE49-F238E27FC236}">
                <a16:creationId xmlns:a16="http://schemas.microsoft.com/office/drawing/2014/main" id="{1419F9ED-001D-4BF3-9CD7-97EC1EF76E49}"/>
              </a:ext>
            </a:extLst>
          </p:cNvPr>
          <p:cNvSpPr txBox="1">
            <a:spLocks/>
          </p:cNvSpPr>
          <p:nvPr/>
        </p:nvSpPr>
        <p:spPr>
          <a:xfrm>
            <a:off x="9011598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윤성렬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72F316-602B-48D7-851D-262E403B6AD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7/22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C5CF277-63DD-4226-AA84-F3CCE1D2DD90}"/>
              </a:ext>
            </a:extLst>
          </p:cNvPr>
          <p:cNvSpPr txBox="1"/>
          <p:nvPr/>
        </p:nvSpPr>
        <p:spPr>
          <a:xfrm>
            <a:off x="175313" y="1460853"/>
            <a:ext cx="890427" cy="754053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6/30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7/30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6DB7DA-52D9-100B-3653-F4E7162206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7059027"/>
              </p:ext>
            </p:extLst>
          </p:nvPr>
        </p:nvGraphicFramePr>
        <p:xfrm>
          <a:off x="1397584" y="1740091"/>
          <a:ext cx="7110831" cy="431505"/>
        </p:xfrm>
        <a:graphic>
          <a:graphicData uri="http://schemas.openxmlformats.org/drawingml/2006/table">
            <a:tbl>
              <a:tblPr/>
              <a:tblGrid>
                <a:gridCol w="101583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33370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3337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로직 개발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 셋업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검증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3337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 2/4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’26.4/15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‘26.5/30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‘26.7/30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‘26.9/30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‘26.11/15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641C2B49-5F01-4640-B435-21BAB814D7DB}"/>
              </a:ext>
            </a:extLst>
          </p:cNvPr>
          <p:cNvSpPr txBox="1"/>
          <p:nvPr/>
        </p:nvSpPr>
        <p:spPr>
          <a:xfrm>
            <a:off x="6634979" y="4282980"/>
            <a:ext cx="2935742" cy="112338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ko-KR" altLang="en-US" sz="2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     </a:t>
            </a:r>
            <a:r>
              <a:rPr lang="ko-KR" altLang="en-US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①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 </a:t>
            </a:r>
            <a:r>
              <a:rPr lang="ko-KR" altLang="en-US" sz="800" i="0">
                <a:effectLst/>
                <a:ea typeface="LG스마트체 Regular" panose="020B0600000101010101" pitchFamily="50" charset="-127"/>
              </a:rPr>
              <a:t>기준점 정보를 </a:t>
            </a:r>
            <a:r>
              <a:rPr lang="en-US" altLang="ko-KR" sz="800" i="0">
                <a:effectLst/>
                <a:ea typeface="LG스마트체 Regular" panose="020B0600000101010101" pitchFamily="50" charset="-127"/>
              </a:rPr>
              <a:t>MES</a:t>
            </a:r>
            <a:r>
              <a:rPr lang="ko-KR" altLang="en-US" sz="800" i="0">
                <a:effectLst/>
                <a:ea typeface="LG스마트체 Regular" panose="020B0600000101010101" pitchFamily="50" charset="-127"/>
              </a:rPr>
              <a:t>가 수집함</a:t>
            </a:r>
            <a:endParaRPr lang="en-US" altLang="ko-KR" sz="800" i="0">
              <a:effectLst/>
              <a:ea typeface="LG스마트체 Regular" panose="020B0600000101010101" pitchFamily="50" charset="-127"/>
            </a:endParaRPr>
          </a:p>
          <a:p>
            <a:r>
              <a:rPr lang="en-US" altLang="ko-KR" sz="800">
                <a:ea typeface="LG스마트체 Regular" panose="020B0600000101010101" pitchFamily="50" charset="-127"/>
              </a:rPr>
              <a:t>       </a:t>
            </a:r>
            <a:r>
              <a:rPr lang="en-US" altLang="ko-KR" sz="800" i="0">
                <a:effectLst/>
                <a:ea typeface="LG스마트체 Regular" panose="020B0600000101010101" pitchFamily="50" charset="-127"/>
              </a:rPr>
              <a:t>(</a:t>
            </a:r>
            <a:r>
              <a:rPr lang="ko-KR" altLang="en-US" sz="800" i="0" err="1">
                <a:effectLst/>
                <a:ea typeface="LG스마트체 Regular" panose="020B0600000101010101" pitchFamily="50" charset="-127"/>
              </a:rPr>
              <a:t>노칭</a:t>
            </a:r>
            <a:r>
              <a:rPr lang="ko-KR" altLang="en-US" sz="800" err="1">
                <a:ea typeface="LG스마트체 Regular" panose="020B0600000101010101" pitchFamily="50" charset="-127"/>
              </a:rPr>
              <a:t>에서</a:t>
            </a:r>
            <a:r>
              <a:rPr lang="ko-KR" altLang="en-US" sz="800">
                <a:ea typeface="LG스마트체 Regular" panose="020B0600000101010101" pitchFamily="50" charset="-127"/>
              </a:rPr>
              <a:t> 롤맵 기준점 기반 실시간 </a:t>
            </a:r>
            <a:r>
              <a:rPr lang="ko-KR" altLang="en-US" sz="800" err="1">
                <a:ea typeface="LG스마트체 Regular" panose="020B0600000101010101" pitchFamily="50" charset="-127"/>
              </a:rPr>
              <a:t>엔코더</a:t>
            </a:r>
            <a:r>
              <a:rPr lang="ko-KR" altLang="en-US" sz="800">
                <a:ea typeface="LG스마트체 Regular" panose="020B0600000101010101" pitchFamily="50" charset="-127"/>
              </a:rPr>
              <a:t> 보정 기능 사용</a:t>
            </a:r>
            <a:r>
              <a:rPr lang="en-US" altLang="ko-KR" sz="800" i="0">
                <a:effectLst/>
                <a:ea typeface="LG스마트체 Regular" panose="020B0600000101010101" pitchFamily="50" charset="-127"/>
              </a:rPr>
              <a:t>)</a:t>
            </a:r>
            <a:endParaRPr lang="en-US" altLang="ko-KR" sz="100" i="0">
              <a:solidFill>
                <a:srgbClr val="000000"/>
              </a:solidFill>
              <a:effectLst/>
              <a:ea typeface="LG스마트체 Regular" panose="020B0600000101010101" pitchFamily="50" charset="-127"/>
            </a:endParaRPr>
          </a:p>
          <a:p>
            <a:endParaRPr lang="en-US" altLang="ko-KR" sz="100" i="0">
              <a:solidFill>
                <a:srgbClr val="FF0000"/>
              </a:solidFill>
              <a:effectLst/>
              <a:ea typeface="LG스마트체 Regular" panose="020B0600000101010101" pitchFamily="50" charset="-127"/>
            </a:endParaRPr>
          </a:p>
          <a:p>
            <a:r>
              <a:rPr lang="en-US" altLang="ko-KR" sz="800">
                <a:solidFill>
                  <a:srgbClr val="FF0000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②</a:t>
            </a:r>
            <a:r>
              <a:rPr lang="ko-KR" altLang="en-US" sz="8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 보정 분해능을 계산함</a:t>
            </a:r>
            <a:br>
              <a:rPr lang="en-US" altLang="ko-KR" sz="1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</a:br>
            <a:br>
              <a:rPr lang="en-US" altLang="ko-KR" sz="1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</a:br>
            <a:r>
              <a:rPr lang="en-US" altLang="ko-KR" sz="100" i="0">
                <a:solidFill>
                  <a:srgbClr val="000000"/>
                </a:solidFill>
                <a:effectLst/>
                <a:ea typeface="LG스마트체 Regular" panose="020B0600000101010101" pitchFamily="50" charset="-127"/>
              </a:rPr>
              <a:t>         </a:t>
            </a:r>
            <a:r>
              <a:rPr lang="ko-KR" altLang="en-US" sz="800" i="0">
                <a:solidFill>
                  <a:srgbClr val="FF0000"/>
                </a:solidFill>
                <a:effectLst/>
                <a:ea typeface="LG스마트체 Regular" panose="020B0600000101010101" pitchFamily="50" charset="-127"/>
              </a:rPr>
              <a:t>③  </a:t>
            </a:r>
            <a:r>
              <a:rPr lang="ko-KR" altLang="en-US" sz="8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엔코더</a:t>
            </a:r>
            <a:r>
              <a:rPr lang="ko-KR" altLang="en-US" sz="800">
                <a:solidFill>
                  <a:srgbClr val="000000"/>
                </a:solidFill>
                <a:ea typeface="LG스마트체 Regular" panose="020B0600000101010101" pitchFamily="50" charset="-127"/>
              </a:rPr>
              <a:t> 보정 값</a:t>
            </a:r>
            <a:r>
              <a:rPr lang="ko-KR" altLang="en-US" sz="800">
                <a:ea typeface="LG스마트체 Regular" panose="020B0600000101010101" pitchFamily="50" charset="-127"/>
              </a:rPr>
              <a:t>을 계산</a:t>
            </a:r>
            <a:r>
              <a:rPr lang="en-US" altLang="ko-KR" sz="800"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solidFill>
                  <a:srgbClr val="000000"/>
                </a:solidFill>
                <a:ea typeface="LG스마트체 Regular" panose="020B0600000101010101" pitchFamily="50" charset="-127"/>
              </a:rPr>
              <a:t>아래 예시 설명</a:t>
            </a:r>
            <a:r>
              <a:rPr lang="en-US" altLang="ko-KR" sz="800">
                <a:ea typeface="LG스마트체 Regular" panose="020B0600000101010101" pitchFamily="50" charset="-127"/>
              </a:rPr>
              <a:t>) </a:t>
            </a:r>
            <a:r>
              <a:rPr lang="ko-KR" altLang="en-US" sz="800">
                <a:ea typeface="LG스마트체 Regular" panose="020B0600000101010101" pitchFamily="50" charset="-127"/>
              </a:rPr>
              <a:t>계산 후 엔지니어가 확인</a:t>
            </a:r>
            <a:br>
              <a:rPr lang="en-US" altLang="ko-KR" sz="800">
                <a:ea typeface="LG스마트체 Regular" panose="020B0600000101010101" pitchFamily="50" charset="-127"/>
              </a:rPr>
            </a:br>
            <a:r>
              <a:rPr lang="en-US" altLang="ko-KR" sz="800">
                <a:ea typeface="LG스마트체 Regular" panose="020B0600000101010101" pitchFamily="50" charset="-127"/>
              </a:rPr>
              <a:t>    - </a:t>
            </a:r>
            <a:r>
              <a:rPr lang="ko-KR" altLang="en-US" sz="800">
                <a:ea typeface="LG스마트체 Regular" panose="020B0600000101010101" pitchFamily="50" charset="-127"/>
              </a:rPr>
              <a:t>기준거리 산출 </a:t>
            </a:r>
            <a:r>
              <a:rPr lang="en-US" altLang="ko-KR" sz="800"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ea typeface="LG스마트체 Regular" panose="020B0600000101010101" pitchFamily="50" charset="-127"/>
              </a:rPr>
              <a:t>노칭 처음</a:t>
            </a:r>
            <a:r>
              <a:rPr lang="en-US" altLang="ko-KR" sz="800">
                <a:ea typeface="LG스마트체 Regular" panose="020B0600000101010101" pitchFamily="50" charset="-127"/>
              </a:rPr>
              <a:t>~</a:t>
            </a:r>
            <a:r>
              <a:rPr lang="ko-KR" altLang="en-US" sz="800">
                <a:ea typeface="LG스마트체 Regular" panose="020B0600000101010101" pitchFamily="50" charset="-127"/>
              </a:rPr>
              <a:t>끝 기준점 </a:t>
            </a:r>
            <a:r>
              <a:rPr lang="en-US" altLang="ko-KR" sz="800">
                <a:ea typeface="LG스마트체 Regular" panose="020B0600000101010101" pitchFamily="50" charset="-127"/>
              </a:rPr>
              <a:t>Tab Count </a:t>
            </a:r>
            <a:r>
              <a:rPr lang="ko-KR" altLang="en-US" sz="800">
                <a:ea typeface="LG스마트체 Regular" panose="020B0600000101010101" pitchFamily="50" charset="-127"/>
              </a:rPr>
              <a:t>차</a:t>
            </a:r>
            <a:r>
              <a:rPr lang="en-US" altLang="ko-KR" sz="800">
                <a:ea typeface="LG스마트체 Regular" panose="020B0600000101010101" pitchFamily="50" charset="-127"/>
              </a:rPr>
              <a:t> x Tab </a:t>
            </a:r>
            <a:r>
              <a:rPr lang="ko-KR" altLang="en-US" sz="800">
                <a:ea typeface="LG스마트체 Regular" panose="020B0600000101010101" pitchFamily="50" charset="-127"/>
              </a:rPr>
              <a:t>피치</a:t>
            </a:r>
            <a:endParaRPr lang="en-US" altLang="ko-KR" sz="800">
              <a:ea typeface="LG스마트체 Regular" panose="020B0600000101010101" pitchFamily="50" charset="-127"/>
            </a:endParaRPr>
          </a:p>
          <a:p>
            <a:r>
              <a:rPr lang="en-US" altLang="ko-KR" sz="800">
                <a:ea typeface="LG스마트체 Regular" panose="020B0600000101010101" pitchFamily="50" charset="-127"/>
              </a:rPr>
              <a:t>    - </a:t>
            </a:r>
            <a:r>
              <a:rPr lang="ko-KR" altLang="en-US" sz="800">
                <a:ea typeface="LG스마트체 Regular" panose="020B0600000101010101" pitchFamily="50" charset="-127"/>
              </a:rPr>
              <a:t>보정 대상 거리 </a:t>
            </a:r>
            <a:r>
              <a:rPr lang="en-US" altLang="ko-KR" sz="800"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ea typeface="LG스마트체 Regular" panose="020B0600000101010101" pitchFamily="50" charset="-127"/>
              </a:rPr>
              <a:t>슬리터 처음</a:t>
            </a:r>
            <a:r>
              <a:rPr lang="en-US" altLang="ko-KR" sz="800">
                <a:ea typeface="LG스마트체 Regular" panose="020B0600000101010101" pitchFamily="50" charset="-127"/>
              </a:rPr>
              <a:t>~</a:t>
            </a:r>
            <a:r>
              <a:rPr lang="ko-KR" altLang="en-US" sz="800">
                <a:ea typeface="LG스마트체 Regular" panose="020B0600000101010101" pitchFamily="50" charset="-127"/>
              </a:rPr>
              <a:t>끝 기준점의 </a:t>
            </a:r>
            <a:r>
              <a:rPr lang="ko-KR" altLang="en-US" sz="800" err="1">
                <a:ea typeface="LG스마트체 Regular" panose="020B0600000101010101" pitchFamily="50" charset="-127"/>
              </a:rPr>
              <a:t>엔코더</a:t>
            </a:r>
            <a:r>
              <a:rPr lang="ko-KR" altLang="en-US" sz="800">
                <a:ea typeface="LG스마트체 Regular" panose="020B0600000101010101" pitchFamily="50" charset="-127"/>
              </a:rPr>
              <a:t> 거리</a:t>
            </a:r>
            <a:br>
              <a:rPr lang="en-US" altLang="ko-KR" sz="800">
                <a:ea typeface="LG스마트체 Regular" panose="020B0600000101010101" pitchFamily="50" charset="-127"/>
              </a:rPr>
            </a:br>
            <a:r>
              <a:rPr lang="en-US" altLang="ko-KR" sz="800">
                <a:ea typeface="LG스마트체 Regular" panose="020B0600000101010101" pitchFamily="50" charset="-127"/>
              </a:rPr>
              <a:t>    - </a:t>
            </a:r>
            <a:r>
              <a:rPr lang="ko-KR" altLang="en-US" sz="800" err="1">
                <a:ea typeface="LG스마트체 Regular" panose="020B0600000101010101" pitchFamily="50" charset="-127"/>
              </a:rPr>
              <a:t>보정값</a:t>
            </a:r>
            <a:r>
              <a:rPr lang="ko-KR" altLang="en-US" sz="800">
                <a:ea typeface="LG스마트체 Regular" panose="020B0600000101010101" pitchFamily="50" charset="-127"/>
              </a:rPr>
              <a:t> 산출 </a:t>
            </a:r>
            <a:r>
              <a:rPr lang="en-US" altLang="ko-KR" sz="800">
                <a:ea typeface="LG스마트체 Regular" panose="020B0600000101010101" pitchFamily="50" charset="-127"/>
              </a:rPr>
              <a:t>: </a:t>
            </a:r>
            <a:r>
              <a:rPr lang="ko-KR" altLang="en-US" sz="800" err="1">
                <a:ea typeface="LG스마트체 Regular" panose="020B0600000101010101" pitchFamily="50" charset="-127"/>
              </a:rPr>
              <a:t>보정값</a:t>
            </a:r>
            <a:r>
              <a:rPr lang="ko-KR" altLang="en-US" sz="800"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ea typeface="LG스마트체 Regular" panose="020B0600000101010101" pitchFamily="50" charset="-127"/>
              </a:rPr>
              <a:t>= </a:t>
            </a:r>
            <a:r>
              <a:rPr lang="ko-KR" altLang="en-US" sz="800">
                <a:ea typeface="LG스마트체 Regular" panose="020B0600000101010101" pitchFamily="50" charset="-127"/>
              </a:rPr>
              <a:t>기준거리 </a:t>
            </a:r>
            <a:r>
              <a:rPr lang="en-US" altLang="ko-KR" sz="800">
                <a:ea typeface="LG스마트체 Regular" panose="020B0600000101010101" pitchFamily="50" charset="-127"/>
              </a:rPr>
              <a:t>÷ </a:t>
            </a:r>
            <a:r>
              <a:rPr lang="ko-KR" altLang="en-US" sz="800">
                <a:ea typeface="LG스마트체 Regular" panose="020B0600000101010101" pitchFamily="50" charset="-127"/>
              </a:rPr>
              <a:t>보정 대상 거리</a:t>
            </a:r>
            <a:br>
              <a:rPr kumimoji="0" lang="en-US" altLang="ko-KR" sz="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</a:br>
            <a:br>
              <a:rPr kumimoji="0" lang="en-US" altLang="ko-KR" sz="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   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④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주기별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엔코더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보정 수정</a:t>
            </a:r>
            <a:endParaRPr lang="ko-KR" altLang="en-US" sz="800" b="1" i="0">
              <a:effectLst/>
              <a:ea typeface="LG스마트체 Regular" panose="020B0600000101010101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D022FCF-7615-86D6-58F2-7C9BA1D84971}"/>
              </a:ext>
            </a:extLst>
          </p:cNvPr>
          <p:cNvSpPr txBox="1"/>
          <p:nvPr/>
        </p:nvSpPr>
        <p:spPr>
          <a:xfrm>
            <a:off x="6720847" y="4085389"/>
            <a:ext cx="963727" cy="19024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txBody>
          <a:bodyPr wrap="square" lIns="18000" tIns="18000" rIns="18000" bIns="18000" rtlCol="0" anchor="ctr" anchorCtr="0">
            <a:spAutoFit/>
          </a:bodyPr>
          <a:lstStyle/>
          <a:p>
            <a:pPr algn="ctr"/>
            <a:r>
              <a:rPr lang="ko-KR" altLang="en-US" sz="1000" b="1">
                <a:solidFill>
                  <a:schemeClr val="bg1"/>
                </a:solidFill>
              </a:rPr>
              <a:t>좌측 블록도 설명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14A20A6-329B-EB7B-FADC-444CF42F2273}"/>
              </a:ext>
            </a:extLst>
          </p:cNvPr>
          <p:cNvSpPr txBox="1"/>
          <p:nvPr/>
        </p:nvSpPr>
        <p:spPr>
          <a:xfrm>
            <a:off x="4360188" y="4780961"/>
            <a:ext cx="1617169" cy="159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 rtlCol="0" anchor="ctr" anchorCtr="0">
            <a:spAutoFit/>
          </a:bodyPr>
          <a:lstStyle>
            <a:defPPr>
              <a:defRPr lang="ko-KR"/>
            </a:defPPr>
            <a:lvl1pPr algn="ctr">
              <a:defRPr sz="9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ko-KR" altLang="en-US" sz="800" b="1">
                <a:solidFill>
                  <a:srgbClr val="000000"/>
                </a:solidFill>
              </a:rPr>
              <a:t>주기별 </a:t>
            </a:r>
            <a:r>
              <a:rPr lang="ko-KR" altLang="en-US" sz="800" b="1" err="1">
                <a:solidFill>
                  <a:srgbClr val="000000"/>
                </a:solidFill>
              </a:rPr>
              <a:t>엔코더</a:t>
            </a:r>
            <a:r>
              <a:rPr lang="ko-KR" altLang="en-US" sz="800" b="1">
                <a:solidFill>
                  <a:srgbClr val="000000"/>
                </a:solidFill>
              </a:rPr>
              <a:t> 보정 값 수동 수정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2E52208-F15A-6DAA-6EF6-2579B22BC674}"/>
              </a:ext>
            </a:extLst>
          </p:cNvPr>
          <p:cNvGrpSpPr/>
          <p:nvPr/>
        </p:nvGrpSpPr>
        <p:grpSpPr>
          <a:xfrm>
            <a:off x="1435055" y="4109734"/>
            <a:ext cx="5170120" cy="1211520"/>
            <a:chOff x="3658009" y="3250968"/>
            <a:chExt cx="5170120" cy="1549172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9826F0E-1E65-498B-6F91-47457B8D0A4C}"/>
                </a:ext>
              </a:extLst>
            </p:cNvPr>
            <p:cNvSpPr txBox="1"/>
            <p:nvPr/>
          </p:nvSpPr>
          <p:spPr>
            <a:xfrm>
              <a:off x="4550733" y="3585269"/>
              <a:ext cx="1186656" cy="2039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>
              <a:defPPr>
                <a:defRPr lang="ko-KR"/>
              </a:defPPr>
              <a:lvl1pPr algn="ctr">
                <a:defRPr sz="9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defRPr>
              </a:lvl1pPr>
            </a:lstStyle>
            <a:p>
              <a:r>
                <a:rPr lang="ko-KR" altLang="en-US" sz="800" err="1"/>
                <a:t>롤맵</a:t>
              </a:r>
              <a:r>
                <a:rPr lang="ko-KR" altLang="en-US" sz="800"/>
                <a:t> 기준점 및 좌표 정보</a:t>
              </a:r>
              <a:endParaRPr lang="ko-KR" altLang="en-US" sz="800" b="1">
                <a:solidFill>
                  <a:srgbClr val="000000"/>
                </a:solidFill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D7DEEC6-7032-7173-FDE8-A41C5C6F7484}"/>
                </a:ext>
              </a:extLst>
            </p:cNvPr>
            <p:cNvSpPr/>
            <p:nvPr/>
          </p:nvSpPr>
          <p:spPr>
            <a:xfrm>
              <a:off x="3734209" y="3671687"/>
              <a:ext cx="694462" cy="39153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>
                <a:lnSpc>
                  <a:spcPct val="110000"/>
                </a:lnSpc>
              </a:pPr>
              <a:r>
                <a:rPr lang="ko-KR" altLang="en-US" sz="900"/>
                <a:t>노칭</a:t>
              </a:r>
              <a:br>
                <a:rPr lang="en-US" altLang="ko-KR" sz="900"/>
              </a:br>
              <a:r>
                <a:rPr lang="en-US" altLang="ko-KR" sz="800">
                  <a:solidFill>
                    <a:srgbClr val="006600"/>
                  </a:solidFill>
                </a:rPr>
                <a:t>*</a:t>
              </a:r>
              <a:r>
                <a:rPr lang="ko-KR" altLang="en-US" sz="800">
                  <a:solidFill>
                    <a:srgbClr val="006600"/>
                  </a:solidFill>
                </a:rPr>
                <a:t>기준이 됨</a:t>
              </a:r>
              <a:endParaRPr lang="en-US" altLang="ko-KR" sz="900">
                <a:solidFill>
                  <a:srgbClr val="006600"/>
                </a:solidFill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F863654-ED16-74F9-410C-78A059EBFB9E}"/>
                </a:ext>
              </a:extLst>
            </p:cNvPr>
            <p:cNvSpPr/>
            <p:nvPr/>
          </p:nvSpPr>
          <p:spPr>
            <a:xfrm>
              <a:off x="5859452" y="3671687"/>
              <a:ext cx="542144" cy="103168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en-US" altLang="ko-KR" sz="900"/>
                <a:t>SPC</a:t>
              </a:r>
            </a:p>
            <a:p>
              <a:pPr algn="ctr"/>
              <a:r>
                <a:rPr lang="ko-KR" altLang="en-US" sz="900">
                  <a:solidFill>
                    <a:srgbClr val="FF0000"/>
                  </a:solidFill>
                </a:rPr>
                <a:t>②</a:t>
              </a:r>
              <a:r>
                <a:rPr lang="ko-KR" altLang="en-US" sz="900"/>
                <a:t> 보정분해능 계산</a:t>
              </a:r>
              <a:endParaRPr lang="en-US" altLang="ko-KR" sz="900"/>
            </a:p>
          </p:txBody>
        </p:sp>
        <p:cxnSp>
          <p:nvCxnSpPr>
            <p:cNvPr id="12" name="직선 화살표 연결선 11">
              <a:extLst>
                <a:ext uri="{FF2B5EF4-FFF2-40B4-BE49-F238E27FC236}">
                  <a16:creationId xmlns:a16="http://schemas.microsoft.com/office/drawing/2014/main" id="{D5744789-5802-C638-3187-5F0D2EC87D0D}"/>
                </a:ext>
              </a:extLst>
            </p:cNvPr>
            <p:cNvCxnSpPr>
              <a:cxnSpLocks/>
              <a:stCxn id="7" idx="3"/>
            </p:cNvCxnSpPr>
            <p:nvPr/>
          </p:nvCxnSpPr>
          <p:spPr>
            <a:xfrm flipV="1">
              <a:off x="4428671" y="3854147"/>
              <a:ext cx="1430781" cy="13306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55BE62F1-182C-3103-8A2B-FF08B1C75508}"/>
                </a:ext>
              </a:extLst>
            </p:cNvPr>
            <p:cNvSpPr/>
            <p:nvPr/>
          </p:nvSpPr>
          <p:spPr>
            <a:xfrm>
              <a:off x="7987052" y="4327903"/>
              <a:ext cx="542144" cy="38719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/>
              <a:r>
                <a:rPr lang="ko-KR" altLang="en-US" sz="900"/>
                <a:t>엔지니어</a:t>
              </a:r>
              <a:endParaRPr lang="en-US" altLang="ko-KR" sz="900"/>
            </a:p>
          </p:txBody>
        </p:sp>
        <p:cxnSp>
          <p:nvCxnSpPr>
            <p:cNvPr id="19" name="직선 화살표 연결선 18">
              <a:extLst>
                <a:ext uri="{FF2B5EF4-FFF2-40B4-BE49-F238E27FC236}">
                  <a16:creationId xmlns:a16="http://schemas.microsoft.com/office/drawing/2014/main" id="{BA0506A6-3F05-279F-1F57-51D658D5633E}"/>
                </a:ext>
              </a:extLst>
            </p:cNvPr>
            <p:cNvCxnSpPr>
              <a:cxnSpLocks/>
              <a:endCxn id="18" idx="1"/>
            </p:cNvCxnSpPr>
            <p:nvPr/>
          </p:nvCxnSpPr>
          <p:spPr>
            <a:xfrm>
              <a:off x="6401596" y="4521502"/>
              <a:ext cx="1585456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B7C11FD-C9E1-779B-D951-535739521EDD}"/>
                </a:ext>
              </a:extLst>
            </p:cNvPr>
            <p:cNvSpPr txBox="1"/>
            <p:nvPr/>
          </p:nvSpPr>
          <p:spPr>
            <a:xfrm>
              <a:off x="6534162" y="4563649"/>
              <a:ext cx="1392480" cy="2039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>
              <a:defPPr>
                <a:defRPr lang="ko-KR"/>
              </a:defPPr>
              <a:lvl1pPr algn="ctr">
                <a:defRPr sz="9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defRPr>
              </a:lvl1pPr>
            </a:lstStyle>
            <a:p>
              <a:r>
                <a:rPr lang="ko-KR" altLang="en-US" sz="800" b="1" err="1">
                  <a:solidFill>
                    <a:srgbClr val="000000"/>
                  </a:solidFill>
                </a:rPr>
                <a:t>엔코더</a:t>
              </a:r>
              <a:r>
                <a:rPr lang="en-US" altLang="ko-KR" sz="800" b="1">
                  <a:solidFill>
                    <a:srgbClr val="000000"/>
                  </a:solidFill>
                </a:rPr>
                <a:t> </a:t>
              </a:r>
              <a:r>
                <a:rPr lang="ko-KR" altLang="en-US" sz="800" b="1">
                  <a:solidFill>
                    <a:srgbClr val="000000"/>
                  </a:solidFill>
                </a:rPr>
                <a:t>보정 값  확인</a:t>
              </a: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9D162B89-2252-46CC-F52B-AA25DAE23ED6}"/>
                </a:ext>
              </a:extLst>
            </p:cNvPr>
            <p:cNvSpPr/>
            <p:nvPr/>
          </p:nvSpPr>
          <p:spPr>
            <a:xfrm>
              <a:off x="7763232" y="3671687"/>
              <a:ext cx="989784" cy="39153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pPr algn="ctr">
                <a:lnSpc>
                  <a:spcPct val="110000"/>
                </a:lnSpc>
              </a:pPr>
              <a:r>
                <a:rPr lang="ko-KR" altLang="en-US" sz="900"/>
                <a:t>롤프레스</a:t>
              </a:r>
              <a:r>
                <a:rPr lang="en-US" altLang="ko-KR" sz="900"/>
                <a:t>, </a:t>
              </a:r>
              <a:r>
                <a:rPr lang="ko-KR" altLang="en-US" sz="900"/>
                <a:t>슬리터</a:t>
              </a:r>
              <a:br>
                <a:rPr lang="en-US" altLang="ko-KR" sz="900"/>
              </a:br>
              <a:r>
                <a:rPr lang="en-US" altLang="ko-KR" sz="800">
                  <a:solidFill>
                    <a:srgbClr val="006600"/>
                  </a:solidFill>
                </a:rPr>
                <a:t>*</a:t>
              </a:r>
              <a:r>
                <a:rPr lang="ko-KR" altLang="en-US" sz="800">
                  <a:solidFill>
                    <a:srgbClr val="006600"/>
                  </a:solidFill>
                </a:rPr>
                <a:t>보정 대상임</a:t>
              </a:r>
              <a:endParaRPr lang="en-US" altLang="ko-KR" sz="900">
                <a:solidFill>
                  <a:srgbClr val="006600"/>
                </a:solidFill>
              </a:endParaRPr>
            </a:p>
          </p:txBody>
        </p:sp>
        <p:cxnSp>
          <p:nvCxnSpPr>
            <p:cNvPr id="22" name="직선 화살표 연결선 21">
              <a:extLst>
                <a:ext uri="{FF2B5EF4-FFF2-40B4-BE49-F238E27FC236}">
                  <a16:creationId xmlns:a16="http://schemas.microsoft.com/office/drawing/2014/main" id="{9758A57E-CD5A-8C70-3BA4-B2AD6494F3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246363" y="4071262"/>
              <a:ext cx="0" cy="25664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화살표 연결선 22">
              <a:extLst>
                <a:ext uri="{FF2B5EF4-FFF2-40B4-BE49-F238E27FC236}">
                  <a16:creationId xmlns:a16="http://schemas.microsoft.com/office/drawing/2014/main" id="{635D7680-74DE-A1B6-B542-76CAE9AFFECE}"/>
                </a:ext>
              </a:extLst>
            </p:cNvPr>
            <p:cNvCxnSpPr>
              <a:cxnSpLocks/>
              <a:stCxn id="21" idx="1"/>
            </p:cNvCxnSpPr>
            <p:nvPr/>
          </p:nvCxnSpPr>
          <p:spPr>
            <a:xfrm flipH="1" flipV="1">
              <a:off x="6403355" y="3854147"/>
              <a:ext cx="1359877" cy="13306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1ED0935-1609-8D1B-C953-B56C036BB345}"/>
                </a:ext>
              </a:extLst>
            </p:cNvPr>
            <p:cNvSpPr txBox="1"/>
            <p:nvPr/>
          </p:nvSpPr>
          <p:spPr>
            <a:xfrm>
              <a:off x="6706100" y="3665546"/>
              <a:ext cx="924140" cy="2039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>
              <a:defPPr>
                <a:defRPr lang="ko-KR"/>
              </a:defPPr>
              <a:lvl1pPr algn="ctr">
                <a:defRPr sz="9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defRPr>
              </a:lvl1pPr>
            </a:lstStyle>
            <a:p>
              <a:r>
                <a:rPr lang="ko-KR" altLang="en-US" sz="800"/>
                <a:t>롤맵 데이터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391E380-6066-AC5C-694A-639D60E71458}"/>
                </a:ext>
              </a:extLst>
            </p:cNvPr>
            <p:cNvSpPr txBox="1"/>
            <p:nvPr/>
          </p:nvSpPr>
          <p:spPr>
            <a:xfrm>
              <a:off x="4422537" y="3472293"/>
              <a:ext cx="300057" cy="295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①</a:t>
              </a:r>
              <a:endParaRPr lang="ko-KR" altLang="en-US" sz="1600"/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B3861D74-7A57-6072-3E0F-7C9ADA306DA7}"/>
                </a:ext>
              </a:extLst>
            </p:cNvPr>
            <p:cNvSpPr/>
            <p:nvPr/>
          </p:nvSpPr>
          <p:spPr>
            <a:xfrm>
              <a:off x="3658009" y="3484419"/>
              <a:ext cx="5170120" cy="1302204"/>
            </a:xfrm>
            <a:prstGeom prst="rect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E3688FB-3B8F-57BC-5F50-947AE1530C13}"/>
                </a:ext>
              </a:extLst>
            </p:cNvPr>
            <p:cNvSpPr txBox="1"/>
            <p:nvPr/>
          </p:nvSpPr>
          <p:spPr>
            <a:xfrm>
              <a:off x="3661975" y="3250968"/>
              <a:ext cx="2482013" cy="246171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lIns="18000" tIns="18000" rIns="18000" bIns="18000" rtlCol="0" anchor="ctr">
              <a:noAutofit/>
            </a:bodyPr>
            <a:lstStyle>
              <a:defPPr>
                <a:defRPr lang="ko-KR"/>
              </a:defPPr>
              <a:lvl1pPr lvl="0" defTabSz="457200" latinLnBrk="0">
                <a:buFont typeface="Wingdings" panose="05000000000000000000" pitchFamily="2" charset="2"/>
                <a:buChar char="§"/>
                <a:defRPr sz="900" b="1">
                  <a:solidFill>
                    <a:prstClr val="black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defRPr>
              </a:lvl1pPr>
            </a:lstStyle>
            <a:p>
              <a:pPr marL="0" marR="0" lvl="0" indent="0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파란글씨 </a:t>
              </a: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: </a:t>
              </a:r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신규 데이터   </a:t>
              </a: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   </a:t>
              </a:r>
              <a:r>
                <a:rPr lang="ko-KR" altLang="en-US" sz="800" b="0">
                  <a:solidFill>
                    <a:srgbClr val="FF0000"/>
                  </a:solidFill>
                </a:rPr>
                <a:t>붉은색 글씨 </a:t>
              </a:r>
              <a:r>
                <a:rPr lang="en-US" altLang="ko-KR" sz="800" b="0">
                  <a:solidFill>
                    <a:srgbClr val="FF0000"/>
                  </a:solidFill>
                </a:rPr>
                <a:t>: </a:t>
              </a:r>
              <a:r>
                <a:rPr lang="ko-KR" altLang="en-US" sz="800" b="0">
                  <a:solidFill>
                    <a:srgbClr val="FF0000"/>
                  </a:solidFill>
                </a:rPr>
                <a:t>설명번호</a:t>
              </a:r>
              <a:endParaRPr kumimoji="0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8C1FC537-F13D-2D56-6DF1-E9109922464D}"/>
                </a:ext>
              </a:extLst>
            </p:cNvPr>
            <p:cNvSpPr txBox="1"/>
            <p:nvPr/>
          </p:nvSpPr>
          <p:spPr>
            <a:xfrm>
              <a:off x="6426721" y="4504976"/>
              <a:ext cx="300057" cy="295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③</a:t>
              </a:r>
              <a:endParaRPr lang="ko-KR" altLang="en-US" sz="1600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723971A-8103-C832-4B34-591D70EF26A1}"/>
                </a:ext>
              </a:extLst>
            </p:cNvPr>
            <p:cNvSpPr txBox="1"/>
            <p:nvPr/>
          </p:nvSpPr>
          <p:spPr>
            <a:xfrm>
              <a:off x="7994331" y="4073639"/>
              <a:ext cx="300057" cy="295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/>
                  <a:ea typeface="LG스마트체 Regular" panose="020B0600000101010101" pitchFamily="50" charset="-127"/>
                  <a:cs typeface="+mn-cs"/>
                </a:rPr>
                <a:t>④</a:t>
              </a:r>
              <a:endParaRPr lang="ko-KR" altLang="en-US" sz="1600"/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49A09A69-6E59-93C4-3EBD-8278691E177A}"/>
              </a:ext>
            </a:extLst>
          </p:cNvPr>
          <p:cNvGrpSpPr/>
          <p:nvPr/>
        </p:nvGrpSpPr>
        <p:grpSpPr>
          <a:xfrm>
            <a:off x="1456775" y="5340249"/>
            <a:ext cx="8324260" cy="1300744"/>
            <a:chOff x="1501492" y="4988610"/>
            <a:chExt cx="9781431" cy="1382123"/>
          </a:xfrm>
        </p:grpSpPr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ACD9A0C5-67A8-D61E-C127-F8E42BEF8FDA}"/>
                </a:ext>
              </a:extLst>
            </p:cNvPr>
            <p:cNvGrpSpPr/>
            <p:nvPr/>
          </p:nvGrpSpPr>
          <p:grpSpPr>
            <a:xfrm>
              <a:off x="1501492" y="5223193"/>
              <a:ext cx="3833473" cy="1074019"/>
              <a:chOff x="267444" y="5360033"/>
              <a:chExt cx="3833473" cy="1074019"/>
            </a:xfrm>
          </p:grpSpPr>
          <p:sp>
            <p:nvSpPr>
              <p:cNvPr id="43" name="직사각형 42">
                <a:extLst>
                  <a:ext uri="{FF2B5EF4-FFF2-40B4-BE49-F238E27FC236}">
                    <a16:creationId xmlns:a16="http://schemas.microsoft.com/office/drawing/2014/main" id="{6177BACE-2220-C63F-9BB2-FF361DD015F2}"/>
                  </a:ext>
                </a:extLst>
              </p:cNvPr>
              <p:cNvSpPr/>
              <p:nvPr/>
            </p:nvSpPr>
            <p:spPr>
              <a:xfrm>
                <a:off x="1038969" y="5579681"/>
                <a:ext cx="3009900" cy="2537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45" name="직사각형 44">
                <a:extLst>
                  <a:ext uri="{FF2B5EF4-FFF2-40B4-BE49-F238E27FC236}">
                    <a16:creationId xmlns:a16="http://schemas.microsoft.com/office/drawing/2014/main" id="{9B5AF2F7-BF02-8219-0A50-E256A810B9FC}"/>
                  </a:ext>
                </a:extLst>
              </p:cNvPr>
              <p:cNvSpPr/>
              <p:nvPr/>
            </p:nvSpPr>
            <p:spPr>
              <a:xfrm>
                <a:off x="1100994" y="5484358"/>
                <a:ext cx="236370" cy="9532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793FC656-CD6D-7E0D-47AD-14FC9ADB3E95}"/>
                  </a:ext>
                </a:extLst>
              </p:cNvPr>
              <p:cNvSpPr/>
              <p:nvPr/>
            </p:nvSpPr>
            <p:spPr>
              <a:xfrm>
                <a:off x="1491519" y="5484358"/>
                <a:ext cx="236370" cy="9532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F21ECE50-C224-C31C-903A-503761C66309}"/>
                  </a:ext>
                </a:extLst>
              </p:cNvPr>
              <p:cNvSpPr/>
              <p:nvPr/>
            </p:nvSpPr>
            <p:spPr>
              <a:xfrm>
                <a:off x="1882044" y="5484358"/>
                <a:ext cx="236370" cy="9532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293B5298-EDFE-B6AE-F020-0ED75D6247B4}"/>
                  </a:ext>
                </a:extLst>
              </p:cNvPr>
              <p:cNvSpPr/>
              <p:nvPr/>
            </p:nvSpPr>
            <p:spPr>
              <a:xfrm>
                <a:off x="1604820" y="5360033"/>
                <a:ext cx="1900125" cy="1555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ctr"/>
                <a:r>
                  <a:rPr lang="en-US" altLang="ko-KR" sz="1100" b="1">
                    <a:solidFill>
                      <a:schemeClr val="tx1"/>
                    </a:solidFill>
                  </a:rPr>
                  <a:t>. . . . . . . .</a:t>
                </a:r>
                <a:endParaRPr lang="ko-KR" altLang="en-US" sz="1100" b="1">
                  <a:solidFill>
                    <a:schemeClr val="tx1"/>
                  </a:solidFill>
                </a:endParaRPr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0072CFC9-31C6-7E6F-6A3E-C751A9E4507F}"/>
                  </a:ext>
                </a:extLst>
              </p:cNvPr>
              <p:cNvSpPr/>
              <p:nvPr/>
            </p:nvSpPr>
            <p:spPr>
              <a:xfrm>
                <a:off x="2958369" y="5484358"/>
                <a:ext cx="236370" cy="9532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B1F8D3EE-2D7D-ABBC-7C20-2EF05C8DBCC8}"/>
                  </a:ext>
                </a:extLst>
              </p:cNvPr>
              <p:cNvSpPr/>
              <p:nvPr/>
            </p:nvSpPr>
            <p:spPr>
              <a:xfrm>
                <a:off x="3348894" y="5484358"/>
                <a:ext cx="236370" cy="9532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F6273427-73DA-9980-EDF4-ABD8A5FBD07E}"/>
                  </a:ext>
                </a:extLst>
              </p:cNvPr>
              <p:cNvSpPr/>
              <p:nvPr/>
            </p:nvSpPr>
            <p:spPr>
              <a:xfrm>
                <a:off x="3739419" y="5484358"/>
                <a:ext cx="236370" cy="9532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FB076521-0804-2925-B90A-6F970159A278}"/>
                  </a:ext>
                </a:extLst>
              </p:cNvPr>
              <p:cNvCxnSpPr/>
              <p:nvPr/>
            </p:nvCxnSpPr>
            <p:spPr>
              <a:xfrm>
                <a:off x="1215301" y="5423618"/>
                <a:ext cx="0" cy="505101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CE71DCB2-5AF7-EC31-C0E4-4220C78F58DE}"/>
                  </a:ext>
                </a:extLst>
              </p:cNvPr>
              <p:cNvSpPr txBox="1"/>
              <p:nvPr/>
            </p:nvSpPr>
            <p:spPr>
              <a:xfrm>
                <a:off x="267444" y="5955666"/>
                <a:ext cx="6455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pPr algn="r"/>
                <a:r>
                  <a:rPr lang="ko-KR" altLang="en-US" sz="700" b="1"/>
                  <a:t>롤맵 기준점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DCA89F41-7D1F-8EF1-4F0A-4EC56589DFD2}"/>
                  </a:ext>
                </a:extLst>
              </p:cNvPr>
              <p:cNvSpPr txBox="1"/>
              <p:nvPr/>
            </p:nvSpPr>
            <p:spPr>
              <a:xfrm>
                <a:off x="991343" y="5967239"/>
                <a:ext cx="4711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A101</a:t>
                </a:r>
                <a:endParaRPr lang="ko-KR" altLang="en-US" sz="700" b="1"/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4EFDF09-4A4A-8AA9-C7F6-72165D9EA098}"/>
                  </a:ext>
                </a:extLst>
              </p:cNvPr>
              <p:cNvSpPr txBox="1"/>
              <p:nvPr/>
            </p:nvSpPr>
            <p:spPr>
              <a:xfrm>
                <a:off x="3629769" y="5967239"/>
                <a:ext cx="4711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A115</a:t>
                </a:r>
                <a:endParaRPr lang="ko-KR" altLang="en-US" sz="700" b="1"/>
              </a:p>
            </p:txBody>
          </p: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C803B2C9-DB03-43C5-3A74-2E45A6BBA628}"/>
                  </a:ext>
                </a:extLst>
              </p:cNvPr>
              <p:cNvCxnSpPr/>
              <p:nvPr/>
            </p:nvCxnSpPr>
            <p:spPr>
              <a:xfrm>
                <a:off x="3853726" y="5423618"/>
                <a:ext cx="0" cy="505101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49967E0-9750-B2C9-2C4F-36F78B1ADB01}"/>
                  </a:ext>
                </a:extLst>
              </p:cNvPr>
              <p:cNvSpPr txBox="1"/>
              <p:nvPr/>
            </p:nvSpPr>
            <p:spPr>
              <a:xfrm>
                <a:off x="353167" y="6155691"/>
                <a:ext cx="559822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pPr algn="r"/>
                <a:r>
                  <a:rPr lang="ko-KR" altLang="en-US" sz="700" b="1"/>
                  <a:t>탭 카운트</a:t>
                </a:r>
              </a:p>
            </p:txBody>
          </p:sp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E35144C6-DE0C-5711-756E-1D472168B40F}"/>
                  </a:ext>
                </a:extLst>
              </p:cNvPr>
              <p:cNvSpPr txBox="1"/>
              <p:nvPr/>
            </p:nvSpPr>
            <p:spPr>
              <a:xfrm>
                <a:off x="991343" y="6157739"/>
                <a:ext cx="4711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2,000</a:t>
                </a:r>
                <a:endParaRPr lang="ko-KR" altLang="en-US" sz="700" b="1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C178AF3-2EE2-A9DF-B188-48CC3118B26B}"/>
                  </a:ext>
                </a:extLst>
              </p:cNvPr>
              <p:cNvSpPr txBox="1"/>
              <p:nvPr/>
            </p:nvSpPr>
            <p:spPr>
              <a:xfrm>
                <a:off x="3629769" y="6157739"/>
                <a:ext cx="4711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22,000</a:t>
                </a:r>
                <a:endParaRPr lang="ko-KR" altLang="en-US" sz="700" b="1"/>
              </a:p>
            </p:txBody>
          </p:sp>
          <p:cxnSp>
            <p:nvCxnSpPr>
              <p:cNvPr id="63" name="직선 화살표 연결선 62">
                <a:extLst>
                  <a:ext uri="{FF2B5EF4-FFF2-40B4-BE49-F238E27FC236}">
                    <a16:creationId xmlns:a16="http://schemas.microsoft.com/office/drawing/2014/main" id="{AEE42758-57C3-972F-9431-C3859CA29675}"/>
                  </a:ext>
                </a:extLst>
              </p:cNvPr>
              <p:cNvCxnSpPr>
                <a:stCxn id="61" idx="3"/>
                <a:endCxn id="62" idx="1"/>
              </p:cNvCxnSpPr>
              <p:nvPr/>
            </p:nvCxnSpPr>
            <p:spPr>
              <a:xfrm>
                <a:off x="1462492" y="6229776"/>
                <a:ext cx="2167277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D1934DFA-A449-8F63-F34A-596485DA0EC6}"/>
                  </a:ext>
                </a:extLst>
              </p:cNvPr>
              <p:cNvSpPr txBox="1"/>
              <p:nvPr/>
            </p:nvSpPr>
            <p:spPr>
              <a:xfrm>
                <a:off x="1617463" y="6061380"/>
                <a:ext cx="1840856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ko-KR" altLang="en-US" sz="700" b="1"/>
                  <a:t> </a:t>
                </a:r>
                <a:r>
                  <a:rPr lang="en-US" altLang="ko-KR" sz="700" b="1"/>
                  <a:t>( 22,000 – 2,000) x Pitch 100 mm</a:t>
                </a:r>
                <a:endParaRPr lang="ko-KR" altLang="en-US" sz="700" b="1"/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5ECA28A1-8A00-218E-6352-407E5CA6E17F}"/>
                  </a:ext>
                </a:extLst>
              </p:cNvPr>
              <p:cNvSpPr txBox="1"/>
              <p:nvPr/>
            </p:nvSpPr>
            <p:spPr>
              <a:xfrm>
                <a:off x="1626988" y="6289979"/>
                <a:ext cx="1840856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A101 ~ A115 = 2,000 m</a:t>
                </a:r>
                <a:endParaRPr lang="ko-KR" altLang="en-US" sz="700" b="1"/>
              </a:p>
            </p:txBody>
          </p:sp>
        </p:grpSp>
        <p:grpSp>
          <p:nvGrpSpPr>
            <p:cNvPr id="196" name="그룹 195">
              <a:extLst>
                <a:ext uri="{FF2B5EF4-FFF2-40B4-BE49-F238E27FC236}">
                  <a16:creationId xmlns:a16="http://schemas.microsoft.com/office/drawing/2014/main" id="{241A4369-6A69-4ACE-2F0C-F2875DE3E9F6}"/>
                </a:ext>
              </a:extLst>
            </p:cNvPr>
            <p:cNvGrpSpPr/>
            <p:nvPr/>
          </p:nvGrpSpPr>
          <p:grpSpPr>
            <a:xfrm>
              <a:off x="5548632" y="5288985"/>
              <a:ext cx="4080632" cy="1010434"/>
              <a:chOff x="4933950" y="5130312"/>
              <a:chExt cx="4080632" cy="1010434"/>
            </a:xfrm>
          </p:grpSpPr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D5392D0C-2DEB-2D0E-A923-3E97BD5018E8}"/>
                  </a:ext>
                </a:extLst>
              </p:cNvPr>
              <p:cNvSpPr/>
              <p:nvPr/>
            </p:nvSpPr>
            <p:spPr>
              <a:xfrm>
                <a:off x="6014658" y="5191052"/>
                <a:ext cx="2862641" cy="123897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2DEB7E35-CD09-3BA5-AA4D-6AAEF0364295}"/>
                  </a:ext>
                </a:extLst>
              </p:cNvPr>
              <p:cNvSpPr/>
              <p:nvPr/>
            </p:nvSpPr>
            <p:spPr>
              <a:xfrm>
                <a:off x="5952634" y="5286375"/>
                <a:ext cx="3009900" cy="2537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/>
              </a:p>
            </p:txBody>
          </p:sp>
          <p:cxnSp>
            <p:nvCxnSpPr>
              <p:cNvPr id="199" name="직선 연결선 198">
                <a:extLst>
                  <a:ext uri="{FF2B5EF4-FFF2-40B4-BE49-F238E27FC236}">
                    <a16:creationId xmlns:a16="http://schemas.microsoft.com/office/drawing/2014/main" id="{43CD6703-A171-9017-F5BD-8D8985D40417}"/>
                  </a:ext>
                </a:extLst>
              </p:cNvPr>
              <p:cNvCxnSpPr/>
              <p:nvPr/>
            </p:nvCxnSpPr>
            <p:spPr>
              <a:xfrm>
                <a:off x="6128966" y="5130312"/>
                <a:ext cx="0" cy="505101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54075618-D8A5-309C-888A-8DB252AF8814}"/>
                  </a:ext>
                </a:extLst>
              </p:cNvPr>
              <p:cNvSpPr txBox="1"/>
              <p:nvPr/>
            </p:nvSpPr>
            <p:spPr>
              <a:xfrm>
                <a:off x="5172075" y="5676648"/>
                <a:ext cx="654582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pPr algn="r"/>
                <a:r>
                  <a:rPr lang="ko-KR" altLang="en-US" sz="700" b="1"/>
                  <a:t>롤맵 기준점</a:t>
                </a:r>
              </a:p>
            </p:txBody>
          </p:sp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575CE252-3A83-5ADF-7F10-69DA0B19B2CD}"/>
                  </a:ext>
                </a:extLst>
              </p:cNvPr>
              <p:cNvSpPr txBox="1"/>
              <p:nvPr/>
            </p:nvSpPr>
            <p:spPr>
              <a:xfrm>
                <a:off x="5905009" y="5673933"/>
                <a:ext cx="4711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A101</a:t>
                </a:r>
                <a:endParaRPr lang="ko-KR" altLang="en-US" sz="700" b="1"/>
              </a:p>
            </p:txBody>
          </p:sp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7D709410-CD7C-694D-B3A4-B05C69930ED5}"/>
                  </a:ext>
                </a:extLst>
              </p:cNvPr>
              <p:cNvSpPr txBox="1"/>
              <p:nvPr/>
            </p:nvSpPr>
            <p:spPr>
              <a:xfrm>
                <a:off x="8543434" y="5673933"/>
                <a:ext cx="4711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A115</a:t>
                </a:r>
                <a:endParaRPr lang="ko-KR" altLang="en-US" sz="700" b="1"/>
              </a:p>
            </p:txBody>
          </p:sp>
          <p:cxnSp>
            <p:nvCxnSpPr>
              <p:cNvPr id="203" name="직선 연결선 202">
                <a:extLst>
                  <a:ext uri="{FF2B5EF4-FFF2-40B4-BE49-F238E27FC236}">
                    <a16:creationId xmlns:a16="http://schemas.microsoft.com/office/drawing/2014/main" id="{75A9E721-2F00-AC9D-FEE6-D144F77F3AFA}"/>
                  </a:ext>
                </a:extLst>
              </p:cNvPr>
              <p:cNvCxnSpPr/>
              <p:nvPr/>
            </p:nvCxnSpPr>
            <p:spPr>
              <a:xfrm>
                <a:off x="8767391" y="5130312"/>
                <a:ext cx="0" cy="505101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E7D934C3-0BE3-76FC-C7FE-5D5A33164E0C}"/>
                  </a:ext>
                </a:extLst>
              </p:cNvPr>
              <p:cNvSpPr txBox="1"/>
              <p:nvPr/>
            </p:nvSpPr>
            <p:spPr>
              <a:xfrm>
                <a:off x="4933950" y="5867148"/>
                <a:ext cx="892707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pPr algn="r"/>
                <a:r>
                  <a:rPr lang="ko-KR" altLang="en-US" sz="700" b="1" err="1"/>
                  <a:t>엔코더</a:t>
                </a:r>
                <a:r>
                  <a:rPr lang="en-US" altLang="ko-KR" sz="700" b="1"/>
                  <a:t> (</a:t>
                </a:r>
                <a:r>
                  <a:rPr lang="ko-KR" altLang="en-US" sz="700" b="1"/>
                  <a:t>좌표 거리</a:t>
                </a:r>
                <a:r>
                  <a:rPr lang="en-US" altLang="ko-KR" sz="700" b="1"/>
                  <a:t>)</a:t>
                </a:r>
                <a:endParaRPr lang="ko-KR" altLang="en-US" sz="700" b="1"/>
              </a:p>
            </p:txBody>
          </p:sp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41D2A8CF-1478-4DFA-06D7-970A31FF92E4}"/>
                  </a:ext>
                </a:extLst>
              </p:cNvPr>
              <p:cNvSpPr txBox="1"/>
              <p:nvPr/>
            </p:nvSpPr>
            <p:spPr>
              <a:xfrm>
                <a:off x="5905009" y="5864433"/>
                <a:ext cx="4711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100 m</a:t>
                </a:r>
                <a:endParaRPr lang="ko-KR" altLang="en-US" sz="700" b="1"/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442CB286-FECB-604E-EBAE-F9DCCD5CA564}"/>
                  </a:ext>
                </a:extLst>
              </p:cNvPr>
              <p:cNvSpPr txBox="1"/>
              <p:nvPr/>
            </p:nvSpPr>
            <p:spPr>
              <a:xfrm>
                <a:off x="8543434" y="5864434"/>
                <a:ext cx="471148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2,200 m</a:t>
                </a:r>
                <a:endParaRPr lang="ko-KR" altLang="en-US" sz="700" b="1"/>
              </a:p>
            </p:txBody>
          </p:sp>
          <p:cxnSp>
            <p:nvCxnSpPr>
              <p:cNvPr id="207" name="직선 화살표 연결선 206">
                <a:extLst>
                  <a:ext uri="{FF2B5EF4-FFF2-40B4-BE49-F238E27FC236}">
                    <a16:creationId xmlns:a16="http://schemas.microsoft.com/office/drawing/2014/main" id="{D5507812-81DC-4D6F-C987-EC50C1580040}"/>
                  </a:ext>
                </a:extLst>
              </p:cNvPr>
              <p:cNvCxnSpPr>
                <a:stCxn id="205" idx="3"/>
                <a:endCxn id="206" idx="1"/>
              </p:cNvCxnSpPr>
              <p:nvPr/>
            </p:nvCxnSpPr>
            <p:spPr>
              <a:xfrm>
                <a:off x="6376157" y="5936470"/>
                <a:ext cx="2167277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022DD986-1791-E151-790C-0C760810590E}"/>
                  </a:ext>
                </a:extLst>
              </p:cNvPr>
              <p:cNvSpPr txBox="1"/>
              <p:nvPr/>
            </p:nvSpPr>
            <p:spPr>
              <a:xfrm>
                <a:off x="6540653" y="5996673"/>
                <a:ext cx="1840856" cy="1440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18000" tIns="18000" rIns="18000" bIns="18000" rtlCol="0" anchor="ctr" anchorCtr="0">
                <a:spAutoFit/>
              </a:bodyPr>
              <a:lstStyle>
                <a:defPPr>
                  <a:defRPr lang="ko-KR"/>
                </a:defPPr>
                <a:lvl1pPr algn="ctr">
                  <a:defRPr sz="900"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pitchFamily="34" charset="0"/>
                  </a:defRPr>
                </a:lvl1pPr>
              </a:lstStyle>
              <a:p>
                <a:r>
                  <a:rPr lang="en-US" altLang="ko-KR" sz="700" b="1"/>
                  <a:t>A101 ~ A115 = 2,100 m</a:t>
                </a:r>
                <a:endParaRPr lang="ko-KR" altLang="en-US" sz="700" b="1"/>
              </a:p>
            </p:txBody>
          </p:sp>
        </p:grp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48229391-05EF-C73C-9789-18F86B2146ED}"/>
                </a:ext>
              </a:extLst>
            </p:cNvPr>
            <p:cNvSpPr txBox="1"/>
            <p:nvPr/>
          </p:nvSpPr>
          <p:spPr>
            <a:xfrm>
              <a:off x="1550325" y="5014071"/>
              <a:ext cx="963727" cy="159462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</a:rPr>
                <a:t>노칭</a:t>
              </a:r>
              <a:r>
                <a:rPr lang="en-US" altLang="ko-KR" sz="800" b="1">
                  <a:solidFill>
                    <a:schemeClr val="bg1"/>
                  </a:solidFill>
                </a:rPr>
                <a:t> (</a:t>
              </a:r>
              <a:r>
                <a:rPr lang="ko-KR" altLang="en-US" sz="800" b="1">
                  <a:solidFill>
                    <a:schemeClr val="bg1"/>
                  </a:solidFill>
                </a:rPr>
                <a:t>기준거리</a:t>
              </a:r>
              <a:r>
                <a:rPr lang="en-US" altLang="ko-KR" sz="800" b="1">
                  <a:solidFill>
                    <a:schemeClr val="bg1"/>
                  </a:solidFill>
                </a:rPr>
                <a:t>)</a:t>
              </a:r>
              <a:endParaRPr lang="ko-KR" altLang="en-US" sz="800" b="1">
                <a:solidFill>
                  <a:schemeClr val="bg1"/>
                </a:solidFill>
              </a:endParaRP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2B98435A-5C87-9D7E-F28C-954E4DA43EB4}"/>
                </a:ext>
              </a:extLst>
            </p:cNvPr>
            <p:cNvSpPr txBox="1"/>
            <p:nvPr/>
          </p:nvSpPr>
          <p:spPr bwMode="auto">
            <a:xfrm>
              <a:off x="2561059" y="4988610"/>
              <a:ext cx="2063890" cy="169438"/>
            </a:xfrm>
            <a:prstGeom prst="rect">
              <a:avLst/>
            </a:prstGeom>
            <a:solidFill>
              <a:srgbClr val="FFFF00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기준점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A101~A115 = 2,000m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C783B0C8-9D9D-9980-F1FA-13544589363C}"/>
                </a:ext>
              </a:extLst>
            </p:cNvPr>
            <p:cNvSpPr txBox="1"/>
            <p:nvPr/>
          </p:nvSpPr>
          <p:spPr>
            <a:xfrm>
              <a:off x="5593255" y="5013935"/>
              <a:ext cx="1080000" cy="159462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</a:rPr>
                <a:t>슬리터 </a:t>
              </a:r>
              <a:r>
                <a:rPr lang="en-US" altLang="ko-KR" sz="800" b="1">
                  <a:solidFill>
                    <a:schemeClr val="bg1"/>
                  </a:solidFill>
                </a:rPr>
                <a:t> (</a:t>
              </a:r>
              <a:r>
                <a:rPr lang="ko-KR" altLang="en-US" sz="800" b="1">
                  <a:solidFill>
                    <a:schemeClr val="bg1"/>
                  </a:solidFill>
                </a:rPr>
                <a:t>보정 대상</a:t>
              </a:r>
              <a:r>
                <a:rPr lang="en-US" altLang="ko-KR" sz="800" b="1">
                  <a:solidFill>
                    <a:schemeClr val="bg1"/>
                  </a:solidFill>
                </a:rPr>
                <a:t>)</a:t>
              </a:r>
              <a:endParaRPr lang="ko-KR" altLang="en-US" sz="800" b="1">
                <a:solidFill>
                  <a:schemeClr val="bg1"/>
                </a:solidFill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9B91EAE1-DCC4-55A7-6BBB-D237691DBB0B}"/>
                </a:ext>
              </a:extLst>
            </p:cNvPr>
            <p:cNvSpPr txBox="1"/>
            <p:nvPr/>
          </p:nvSpPr>
          <p:spPr bwMode="auto">
            <a:xfrm>
              <a:off x="6739593" y="5007581"/>
              <a:ext cx="2063890" cy="169438"/>
            </a:xfrm>
            <a:prstGeom prst="rect">
              <a:avLst/>
            </a:prstGeom>
            <a:solidFill>
              <a:srgbClr val="FFFF00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롤맵 기준점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A101~A115 = 2,100m</a:t>
              </a:r>
            </a:p>
          </p:txBody>
        </p:sp>
        <p:sp>
          <p:nvSpPr>
            <p:cNvPr id="213" name="화살표: 오른쪽 212">
              <a:extLst>
                <a:ext uri="{FF2B5EF4-FFF2-40B4-BE49-F238E27FC236}">
                  <a16:creationId xmlns:a16="http://schemas.microsoft.com/office/drawing/2014/main" id="{DB7AE088-9B8C-7471-146D-DC898C027BE1}"/>
                </a:ext>
              </a:extLst>
            </p:cNvPr>
            <p:cNvSpPr/>
            <p:nvPr/>
          </p:nvSpPr>
          <p:spPr>
            <a:xfrm>
              <a:off x="9606523" y="4997180"/>
              <a:ext cx="266700" cy="171269"/>
            </a:xfrm>
            <a:prstGeom prst="rightArrow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8CFF713-1989-ADCC-EE77-0F9BD6F97AD8}"/>
                </a:ext>
              </a:extLst>
            </p:cNvPr>
            <p:cNvSpPr txBox="1"/>
            <p:nvPr/>
          </p:nvSpPr>
          <p:spPr>
            <a:xfrm>
              <a:off x="10057384" y="5012568"/>
              <a:ext cx="1152000" cy="159462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square" lIns="18000" tIns="18000" rIns="18000" bIns="18000" rtlCol="0" anchor="ctr" anchorCtr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</a:rPr>
                <a:t>슬리터</a:t>
              </a:r>
              <a:r>
                <a:rPr lang="en-US" altLang="ko-KR" sz="800" b="1">
                  <a:solidFill>
                    <a:schemeClr val="bg1"/>
                  </a:solidFill>
                </a:rPr>
                <a:t> </a:t>
              </a:r>
              <a:r>
                <a:rPr lang="ko-KR" altLang="en-US" sz="800" b="1">
                  <a:solidFill>
                    <a:schemeClr val="bg1"/>
                  </a:solidFill>
                </a:rPr>
                <a:t>보정값 산출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F45FF66-3868-1639-E497-AA97DD7B5015}"/>
                </a:ext>
              </a:extLst>
            </p:cNvPr>
            <p:cNvSpPr txBox="1"/>
            <p:nvPr/>
          </p:nvSpPr>
          <p:spPr bwMode="auto">
            <a:xfrm>
              <a:off x="10057122" y="5225780"/>
              <a:ext cx="1152525" cy="590349"/>
            </a:xfrm>
            <a:prstGeom prst="rect">
              <a:avLst/>
            </a:prstGeom>
            <a:solidFill>
              <a:srgbClr val="FFFF00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ctr" anchorCtr="0">
              <a:noAutofit/>
            </a:bodyPr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0.95238 =</a:t>
              </a:r>
              <a:br>
                <a:rPr lang="en-US" altLang="ko-KR" sz="2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br>
                <a:rPr lang="en-US" altLang="ko-KR" sz="2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노칭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2,000 m ÷</a:t>
              </a:r>
              <a:br>
                <a:rPr lang="en-US" altLang="ko-KR" sz="2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endParaRPr lang="en-US" altLang="ko-KR" sz="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 </a:t>
              </a:r>
              <a:r>
                <a:rPr lang="ko-KR" altLang="en-US" sz="800" err="1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슬리터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 2,100 m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EF93BAC5-D4C4-309A-1983-2B949E2C0F5E}"/>
                </a:ext>
              </a:extLst>
            </p:cNvPr>
            <p:cNvSpPr txBox="1"/>
            <p:nvPr/>
          </p:nvSpPr>
          <p:spPr bwMode="auto">
            <a:xfrm>
              <a:off x="10051838" y="5826550"/>
              <a:ext cx="1231085" cy="5441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 rtlCol="0" anchor="t" anchorCtr="0">
              <a:spAutoFit/>
            </a:bodyPr>
            <a:lstStyle/>
            <a:p>
              <a:r>
                <a:rPr lang="ko-KR" altLang="en-US" sz="7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보정값이 배포</a:t>
              </a:r>
              <a:r>
                <a:rPr lang="en-US" altLang="ko-KR" sz="7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/</a:t>
              </a:r>
              <a:r>
                <a:rPr lang="ko-KR" altLang="en-US" sz="7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적용되면</a:t>
              </a:r>
              <a:br>
                <a:rPr lang="en-US" altLang="ko-KR" sz="3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br>
                <a:rPr lang="en-US" altLang="ko-KR" sz="3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ko-KR" altLang="en-US" sz="7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슬리터는</a:t>
              </a:r>
              <a:br>
                <a:rPr lang="en-US" altLang="ko-KR" sz="2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br>
                <a:rPr lang="en-US" altLang="ko-KR" sz="2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en-US" altLang="ko-KR" sz="7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2,100 m x 0.95238 </a:t>
              </a:r>
              <a:r>
                <a:rPr lang="ko-KR" altLang="en-US" sz="7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로</a:t>
              </a:r>
              <a:br>
                <a:rPr lang="en-US" altLang="ko-KR" sz="2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</a:br>
              <a:r>
                <a:rPr lang="en-US" altLang="ko-KR" sz="7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2,000 m  </a:t>
              </a:r>
              <a:r>
                <a:rPr lang="ko-KR" altLang="en-US" sz="700" b="1">
                  <a:solidFill>
                    <a:srgbClr val="0066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결과로 보정됨</a:t>
              </a:r>
              <a:endParaRPr lang="en-US" altLang="ko-KR" sz="700" b="1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939754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393731"/>
              </p:ext>
            </p:extLst>
          </p:nvPr>
        </p:nvGraphicFramePr>
        <p:xfrm>
          <a:off x="184153" y="867966"/>
          <a:ext cx="9719707" cy="5990033"/>
        </p:xfrm>
        <a:graphic>
          <a:graphicData uri="http://schemas.openxmlformats.org/drawingml/2006/table">
            <a:tbl>
              <a:tblPr/>
              <a:tblGrid>
                <a:gridCol w="573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8589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7144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기준점 활용 엔코더 보정</a:t>
                      </a: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기능 개발</a:t>
                      </a:r>
                      <a:endParaRPr lang="en-US" altLang="ko-KR" sz="900" b="1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MILS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(W30)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특이사항 없습니다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■ </a:t>
                      </a: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사항</a:t>
                      </a:r>
                      <a:endParaRPr kumimoji="0" lang="en-US" altLang="ko-KR" sz="10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① 엔코더 보정 분해능 산정 기준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 :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노칭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첫 기준점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마지막 기준점의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Tab Count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* Tab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Pitch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를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기준값으로 롤프레스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슬리터 첫 기준점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마지막 기준점의 좌표차를 비교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kern="0" spc="-50" noProof="1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② 기준값 및 엔코더 보정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LOT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모수 산정 기준 검토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 : 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설비 별 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LOT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생산 수량 대비 보정 분해능 검토 결과 생산 수량이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 LOT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미만일 때 보정 엔코더 분해능이 튐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    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달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또는 분기 별 엔코더 분해능 보정 시 해당 설비에서 생산한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LOT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이상일 때만 엔코더 분해능 보정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kern="0" spc="-50" noProof="1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③ 엔코더 보정 로직 검토</a:t>
                      </a:r>
                      <a:endParaRPr lang="en-US" altLang="ko-KR" sz="1000" b="0" i="0" u="none" strike="noStrike" kern="0" spc="-5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-.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모든 기준점을 사용하여 계산한 보정값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기준점을 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 찍을 때 모든 기준점 사이의 보정값 평균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과</a:t>
                      </a:r>
                      <a:endParaRPr lang="en-US" altLang="ko-KR" sz="1000" b="0" i="0" u="none" strike="noStrike" kern="0" spc="-5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  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처음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끝 기준점만을 사용한 보정값을 비교했을 때 처음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끝 기준점만을 사용한 경우 특이치가 적었음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  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→ 첫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기준점과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끝 기준점만 비교하여 보정 엔코더 분해능 계산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0" spc="-5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④ 사양 구체화</a:t>
                      </a:r>
                      <a:endParaRPr lang="en-US" altLang="ko-KR" sz="1000" b="0" i="0" u="none" strike="noStrike" kern="0" spc="-5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-.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RMS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를 통해 설비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PLC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로 분해능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보정값을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자동 전달하기 위해 담당자들과 협의가 필요하여 지속 논의 중이고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1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차적으로 계산된 분해능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보정값이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특정 값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이상일 경우 메신저로 알람을 띄우고 엔지니어가 수동으로 보정하는 방향으로 검토 중입니다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⑤ 투자 진행</a:t>
                      </a:r>
                      <a:endParaRPr lang="en-US" altLang="ko-KR" sz="1000" b="0" i="0" u="none" strike="noStrike" kern="0" spc="-5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-.  SPC+ IT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투자 심의 완료</a:t>
                      </a:r>
                      <a:r>
                        <a:rPr lang="en-US" altLang="ko-KR" sz="1000" b="0" i="0" u="none" strike="noStrike" kern="0" spc="-50" baseline="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(4/23).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0" spc="-50" baseline="0" noProof="1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0" spc="-50" baseline="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⑥ 법인 공유회</a:t>
                      </a:r>
                      <a:endParaRPr lang="en-US" altLang="ko-KR" sz="1000" b="0" i="0" u="none" strike="noStrike" kern="0" spc="-50" baseline="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0" spc="-50" baseline="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-.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HD, MIL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제조역량강화에 내용 공유하였고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(5/15),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금주 중 화상 설명회 진행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.(5/26)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-. MILS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법인 생산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및 설비팀과 제어 수정 및 기능 적용 일정 협의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(6/12)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하였고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7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월 중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SPC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 개발 완료되면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데이터 정합성 모니터링 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8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월 중 대표호기에서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Test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Test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 설비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엔코더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분해능을 자동 보정하는 기능은 사용하지 않고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일정 수치 이상 분해능이 벗어난 호기에 대해서 엔지니어에게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카톡과 메신저로 알람을 전달하는 방향으로 진행할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⑦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MILS ’25.4 ~ ’26.5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월 생산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LOT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대상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엔코더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분해능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보정값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확인 결과 설비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모델 별 편차를 보임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※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엔코더가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완벽히 맞는 경우 분해능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보정값은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으로 계산됨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⑧ 기능 배포 및 설비 사양 반영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-. SPC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 배포 하였고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(7/8),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법인 설비팀에 요청하여 설비 사양 반영 중입니다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.(7/21~)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 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26.11</a:t>
                      </a:r>
                      <a:endParaRPr lang="ko-KR" alt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한기덕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04945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롤맵 정합성 향상 기술개발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기준점 활용 </a:t>
            </a:r>
            <a:r>
              <a:rPr lang="ko-KR" altLang="en-US" sz="1400" b="1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엔코더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 보정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기능 개발 건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2" name="내용 개체 틀 20">
            <a:extLst>
              <a:ext uri="{FF2B5EF4-FFF2-40B4-BE49-F238E27FC236}">
                <a16:creationId xmlns:a16="http://schemas.microsoft.com/office/drawing/2014/main" id="{1419F9ED-001D-4BF3-9CD7-97EC1EF76E49}"/>
              </a:ext>
            </a:extLst>
          </p:cNvPr>
          <p:cNvSpPr txBox="1">
            <a:spLocks/>
          </p:cNvSpPr>
          <p:nvPr/>
        </p:nvSpPr>
        <p:spPr>
          <a:xfrm>
            <a:off x="9011598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윤성렬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72F316-602B-48D7-851D-262E403B6AD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7/22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58BEE7-7D93-E839-AC48-D5EE6F815E1C}"/>
              </a:ext>
            </a:extLst>
          </p:cNvPr>
          <p:cNvSpPr txBox="1"/>
          <p:nvPr/>
        </p:nvSpPr>
        <p:spPr>
          <a:xfrm>
            <a:off x="175313" y="1460853"/>
            <a:ext cx="890427" cy="754053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6/30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7/30</a:t>
            </a:r>
          </a:p>
        </p:txBody>
      </p:sp>
    </p:spTree>
    <p:extLst>
      <p:ext uri="{BB962C8B-B14F-4D97-AF65-F5344CB8AC3E}">
        <p14:creationId xmlns:p14="http://schemas.microsoft.com/office/powerpoint/2010/main" val="376253012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2266783"/>
              </p:ext>
            </p:extLst>
          </p:nvPr>
        </p:nvGraphicFramePr>
        <p:xfrm>
          <a:off x="184153" y="867966"/>
          <a:ext cx="9623912" cy="5990033"/>
        </p:xfrm>
        <a:graphic>
          <a:graphicData uri="http://schemas.openxmlformats.org/drawingml/2006/table">
            <a:tbl>
              <a:tblPr/>
              <a:tblGrid>
                <a:gridCol w="5734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8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08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34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5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585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롤프레스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비전 다발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불량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Outfeed Scrap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롤맵 연동 </a:t>
                      </a: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MILS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(W30)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롤프레스 음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양극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호기 대상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W29(7/12 ~ 7/18)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기준 절감액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20,540(\)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입니다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■ 주요 일정</a:t>
                      </a:r>
                      <a:endParaRPr lang="en-US" altLang="ko-KR" sz="10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■ 배경</a:t>
                      </a:r>
                      <a:endParaRPr lang="en-US" altLang="ko-KR" sz="10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1)</a:t>
                      </a:r>
                      <a:r>
                        <a:rPr lang="ko-KR" altLang="en-US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MILS </a:t>
                      </a:r>
                      <a:r>
                        <a:rPr lang="ko-KR" altLang="en-US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롤프레스 공정 비전 불량은 </a:t>
                      </a:r>
                      <a:r>
                        <a:rPr lang="ko-KR" altLang="en-US" sz="1000" kern="0" spc="-5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노칭에서</a:t>
                      </a:r>
                      <a:r>
                        <a:rPr lang="ko-KR" altLang="en-US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NG</a:t>
                      </a:r>
                      <a:r>
                        <a:rPr lang="ko-KR" altLang="en-US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마킹하고 라미에서 불량 셀 폐기함</a:t>
                      </a:r>
                      <a:r>
                        <a:rPr lang="en-US" altLang="ko-KR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endParaRPr kumimoji="0" lang="en-US" altLang="ko-KR" sz="1000" b="0" i="0" u="none" strike="noStrike" kern="0" cap="none" spc="-5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→ 롤프레스 불량 전극을 라미 셀 단위로 폐기하여 음</a:t>
                      </a:r>
                      <a:r>
                        <a:rPr lang="en-US" altLang="ko-KR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양극 양품 전극까지 폐기됨</a:t>
                      </a:r>
                      <a:r>
                        <a:rPr lang="en-US" altLang="ko-KR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■ 개발 목표 및 기대 효과</a:t>
                      </a:r>
                      <a:endParaRPr lang="en-US" altLang="ko-KR" sz="10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-. </a:t>
                      </a:r>
                      <a:r>
                        <a:rPr lang="ko-KR" altLang="en-US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롤프레스 </a:t>
                      </a:r>
                      <a:r>
                        <a:rPr lang="ko-KR" altLang="en-US" sz="1000" b="0" i="0" u="none" strike="noStrike" kern="1200" spc="-5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자공정</a:t>
                      </a:r>
                      <a:r>
                        <a:rPr lang="ko-KR" altLang="en-US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비전 다발 불량에 대해 </a:t>
                      </a:r>
                      <a:r>
                        <a:rPr lang="en-US" altLang="ko-KR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RW 2</a:t>
                      </a:r>
                      <a:r>
                        <a:rPr lang="ko-KR" altLang="en-US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차 </a:t>
                      </a:r>
                      <a:r>
                        <a:rPr lang="en-US" altLang="ko-KR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Scrap </a:t>
                      </a:r>
                      <a:r>
                        <a:rPr lang="ko-KR" altLang="en-US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포트 활용하여 폐기하고자 함</a:t>
                      </a:r>
                      <a:r>
                        <a:rPr lang="en-US" altLang="ko-KR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→ </a:t>
                      </a:r>
                      <a:r>
                        <a:rPr lang="ko-KR" altLang="en-US" sz="1000" b="0" i="0" u="none" strike="noStrike" kern="0" spc="-5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모노셀</a:t>
                      </a:r>
                      <a:r>
                        <a:rPr lang="ko-KR" altLang="en-US" sz="1000" b="0" i="0" u="none" strike="noStrike" kern="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중 양</a:t>
                      </a:r>
                      <a:r>
                        <a:rPr lang="en-US" altLang="ko-KR" sz="1000" b="0" i="0" u="none" strike="noStrike" kern="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음극 불량 셀을 미 투입함으로써 양품 전극 폐기 비용 절감</a:t>
                      </a:r>
                      <a:r>
                        <a:rPr lang="en-US" altLang="ko-KR" sz="1000" b="0" i="0" u="none" strike="noStrike" kern="0" spc="-5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ko-KR" altLang="en-US" sz="1000" b="0" i="0" u="none" strike="noStrike" kern="0" cap="none" spc="-5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라미공정</a:t>
                      </a: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E79C C-Sample </a:t>
                      </a: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롤프레스 비전 불량 기인 배출 </a:t>
                      </a: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Cell </a:t>
                      </a: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평균 </a:t>
                      </a: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120 Cells/Day</a:t>
                      </a: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로 계산했을 때 연 </a:t>
                      </a: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억원 절감 예상됨</a:t>
                      </a: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316529" rtl="0" eaLnBrk="1" fontAlgn="auto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※</a:t>
                      </a: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셀 당 가격은 법인 원재료 구매 담당자 제공한 기준으로 계산함</a:t>
                      </a: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0" cap="none" spc="-5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■ 진행 현황</a:t>
                      </a: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1)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초기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컨셉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사양 검토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(2/6)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-.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롤프레스 자공정 불량은 두께와 비전 불량으로 구성되고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2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개의 불량이 동시 발생 시 제어 로직 상 우선순위 선정 필요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→ 후공정 폐기 불가한 두께 불량에 대해 최우선으로 폐기함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2)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Test (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完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음극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4/10,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양극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4/20)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-.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두께 및 검사 불량에 대해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Outfeed Scrap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 연동하여 현장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Test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완료했고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불량 폐기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End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지점이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RW Splicing Die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에 정지 후 정량 폐기하는 것</a:t>
                      </a:r>
                      <a:endParaRPr lang="en-US" altLang="ko-KR" sz="1000" kern="0" spc="-50" noProof="1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확인했습니다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3) </a:t>
                      </a:r>
                      <a:r>
                        <a:rPr lang="ko-KR" altLang="en-US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양산 적용 </a:t>
                      </a: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(5/28~)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lang="en-US" altLang="ko-KR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kern="0" spc="-50" noProof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음</a:t>
                      </a: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양극 </a:t>
                      </a: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호기에 적용 후 생산된 </a:t>
                      </a: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LOT </a:t>
                      </a:r>
                      <a:r>
                        <a:rPr lang="ko-KR" altLang="en-US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 비전 연속불량 발생한 모든 </a:t>
                      </a: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LOT</a:t>
                      </a:r>
                      <a:r>
                        <a:rPr lang="ko-KR" altLang="en-US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은 과검으로 실폐기 </a:t>
                      </a: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Case</a:t>
                      </a:r>
                      <a:r>
                        <a:rPr lang="ko-KR" altLang="en-US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가 발생하지 않아 지속 모니터링 중입니다</a:t>
                      </a: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4) </a:t>
                      </a:r>
                      <a:r>
                        <a:rPr lang="ko-KR" altLang="en-US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시나리오 보완</a:t>
                      </a:r>
                      <a:endParaRPr lang="en-US" altLang="ko-KR" sz="1000" kern="0" spc="-50" noProof="1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0" spc="-50" noProof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-. 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UW LOT Cutting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시점 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RW LOT Cutting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시점 사이에 검사 구간 불량 발생하는 특이 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Case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에 대한 시나리오 보완하였고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해당 구간에서 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Outfeed Scrap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기능은 사용하지 않는 것으로 협의하였습니다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(6/17)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5)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효과 산출</a:t>
                      </a:r>
                      <a:endParaRPr lang="en-US" altLang="ko-KR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윤성렬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추적솔루션개발팀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F4785B18-E187-F96A-6E7D-D8FD3CDE9FC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82636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롤프레스 비전 다발 불량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Outfeed Scrap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롤맵 연동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8" name="내용 개체 틀 20">
            <a:extLst>
              <a:ext uri="{FF2B5EF4-FFF2-40B4-BE49-F238E27FC236}">
                <a16:creationId xmlns:a16="http://schemas.microsoft.com/office/drawing/2014/main" id="{BC10AAA1-336E-8940-ED05-5E6F6FE3362D}"/>
              </a:ext>
            </a:extLst>
          </p:cNvPr>
          <p:cNvSpPr txBox="1">
            <a:spLocks/>
          </p:cNvSpPr>
          <p:nvPr/>
        </p:nvSpPr>
        <p:spPr>
          <a:xfrm>
            <a:off x="9011598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윤성렬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2932BAF-C9D9-52CD-DE0E-3795080B5229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 Regular"/>
              </a:rPr>
              <a:t>7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/22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7569B663-D8DD-4FB3-CD1E-85373CF7DF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0477480"/>
              </p:ext>
            </p:extLst>
          </p:nvPr>
        </p:nvGraphicFramePr>
        <p:xfrm>
          <a:off x="1514834" y="1694076"/>
          <a:ext cx="6876331" cy="477225"/>
        </p:xfrm>
        <a:graphic>
          <a:graphicData uri="http://schemas.openxmlformats.org/drawingml/2006/table">
            <a:tbl>
              <a:tblPr/>
              <a:tblGrid>
                <a:gridCol w="98233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98233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98233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982333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98233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98233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98233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68061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확정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로직 개발</a:t>
                      </a: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 셋업</a:t>
                      </a: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양산 검증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효과 파악</a:t>
                      </a: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680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 2/6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’26.2/12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‘26.4/13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‘26.4/15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‘26.5/20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‘26.7/20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D4C50E63-A8FD-9A99-FA06-074BB20957A3}"/>
              </a:ext>
            </a:extLst>
          </p:cNvPr>
          <p:cNvSpPr txBox="1"/>
          <p:nvPr/>
        </p:nvSpPr>
        <p:spPr>
          <a:xfrm>
            <a:off x="175313" y="1460853"/>
            <a:ext cx="890427" cy="754053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6/30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7/30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1B7BB873-9519-D343-60B1-12AB53C111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545709"/>
              </p:ext>
            </p:extLst>
          </p:nvPr>
        </p:nvGraphicFramePr>
        <p:xfrm>
          <a:off x="1579486" y="6139239"/>
          <a:ext cx="7028802" cy="586740"/>
        </p:xfrm>
        <a:graphic>
          <a:graphicData uri="http://schemas.openxmlformats.org/drawingml/2006/table">
            <a:tbl>
              <a:tblPr/>
              <a:tblGrid>
                <a:gridCol w="638982">
                  <a:extLst>
                    <a:ext uri="{9D8B030D-6E8A-4147-A177-3AD203B41FA5}">
                      <a16:colId xmlns:a16="http://schemas.microsoft.com/office/drawing/2014/main" val="564075914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1590155472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4237514057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781641714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3274680781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2518545932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1396120159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2028502622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94675566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3338754400"/>
                    </a:ext>
                  </a:extLst>
                </a:gridCol>
                <a:gridCol w="638982">
                  <a:extLst>
                    <a:ext uri="{9D8B030D-6E8A-4147-A177-3AD203B41FA5}">
                      <a16:colId xmlns:a16="http://schemas.microsoft.com/office/drawing/2014/main" val="3750058256"/>
                    </a:ext>
                  </a:extLst>
                </a:gridCol>
              </a:tblGrid>
              <a:tr h="6067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Week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W25 (6/14 ~ 6/20)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W26 (6/21 ~ 6/27)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W27(6/28 ~ 7/4)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W28(7/5 ~ 7/11)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W29(7/12 ~ 7/18)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1402594"/>
                  </a:ext>
                </a:extLst>
              </a:tr>
              <a:tr h="6067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극성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음극셀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9279284"/>
                  </a:ext>
                </a:extLst>
              </a:tr>
              <a:tr h="6067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셀수량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161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  <a:r>
                        <a:rPr lang="en-US" altLang="ko-KR" sz="900" b="0" i="0" u="none" strike="noStrike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</a:t>
                      </a:r>
                      <a:endParaRPr lang="ko-KR" altLang="en-US" sz="900" b="0" i="0" u="none" strike="noStrike">
                        <a:solidFill>
                          <a:srgbClr val="1414FE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</a:t>
                      </a:r>
                      <a:r>
                        <a:rPr lang="ko-KR" altLang="en-US" sz="900" b="0" i="0" u="none" strike="noStrike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2009003"/>
                  </a:ext>
                </a:extLst>
              </a:tr>
              <a:tr h="6067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절감액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E6F5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356,369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227,994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208,358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51,350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₩</a:t>
                      </a:r>
                      <a:r>
                        <a:rPr lang="en-US" altLang="ko-KR" sz="900" b="0" i="0" u="none" strike="noStrike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20,540</a:t>
                      </a:r>
                      <a:r>
                        <a:rPr lang="ko-KR" altLang="en-US" sz="900" b="0" i="0" u="none" strike="noStrike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28866028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4883141-CFE2-6C41-A148-6DF975EF610D}"/>
              </a:ext>
            </a:extLst>
          </p:cNvPr>
          <p:cNvSpPr txBox="1"/>
          <p:nvPr/>
        </p:nvSpPr>
        <p:spPr>
          <a:xfrm>
            <a:off x="10003621" y="6264314"/>
            <a:ext cx="53451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※ 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절감액 기준 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: </a:t>
            </a:r>
            <a:endParaRPr lang="ko-KR" altLang="en-US" sz="800" b="0" i="0">
              <a:solidFill>
                <a:srgbClr val="00B050"/>
              </a:solidFill>
              <a:effectLst/>
              <a:latin typeface="Noto Sans KR" panose="020B0200000000000000" pitchFamily="50" charset="-127"/>
              <a:ea typeface="Noto Sans KR" panose="020B0200000000000000" pitchFamily="50" charset="-127"/>
            </a:endParaRPr>
          </a:p>
          <a:p>
            <a:pPr algn="l"/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음극 전극을 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Outfeed Scrap 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했으면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, 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음극 </a:t>
            </a:r>
            <a:r>
              <a:rPr lang="ko-KR" altLang="en-US" sz="800" b="0" i="0" err="1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셀수량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 * 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(</a:t>
            </a:r>
            <a:r>
              <a:rPr lang="ko-KR" altLang="en-US" sz="800" b="0" i="0" err="1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라미셀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 단가 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- 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노칭 </a:t>
            </a:r>
            <a:r>
              <a:rPr lang="ko-KR" altLang="en-US" sz="800" b="0" i="0" err="1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음극셀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 단가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) 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→ 양극 폐기 전극이 감소했으므로</a:t>
            </a:r>
            <a:endParaRPr lang="ko-KR" altLang="en-US" sz="800" b="0" i="0">
              <a:solidFill>
                <a:srgbClr val="00B050"/>
              </a:solidFill>
              <a:effectLst/>
              <a:latin typeface="Noto Sans KR" panose="020B0200000000000000" pitchFamily="50" charset="-127"/>
              <a:ea typeface="Noto Sans KR" panose="020B0200000000000000" pitchFamily="50" charset="-127"/>
            </a:endParaRPr>
          </a:p>
          <a:p>
            <a:pPr algn="l"/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양극 전극을 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Outfeed Scrap 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했으면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, 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양극 </a:t>
            </a:r>
            <a:r>
              <a:rPr lang="ko-KR" altLang="en-US" sz="800" b="0" i="0" err="1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셀수량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 * 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(</a:t>
            </a:r>
            <a:r>
              <a:rPr lang="ko-KR" altLang="en-US" sz="800" b="0" i="0" err="1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라미셀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 단가 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- 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노칭 </a:t>
            </a:r>
            <a:r>
              <a:rPr lang="ko-KR" altLang="en-US" sz="800" b="0" i="0" err="1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양극셀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 단가</a:t>
            </a:r>
            <a:r>
              <a:rPr lang="en-US" altLang="ko-KR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) </a:t>
            </a:r>
            <a:r>
              <a:rPr lang="ko-KR" altLang="en-US" sz="800" b="0" i="0">
                <a:solidFill>
                  <a:srgbClr val="00B050"/>
                </a:solidFill>
                <a:effectLst/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→ 음극 폐기 전극이 감소했으므로</a:t>
            </a:r>
            <a:endParaRPr lang="ko-KR" altLang="en-US" sz="800" b="0" i="0">
              <a:solidFill>
                <a:srgbClr val="00B050"/>
              </a:solidFill>
              <a:effectLst/>
              <a:latin typeface="Noto Sans KR" panose="020B0200000000000000" pitchFamily="50" charset="-127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675249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D4B74F-6619-0D7E-DF0E-59E081EBDD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제목 1">
            <a:extLst>
              <a:ext uri="{FF2B5EF4-FFF2-40B4-BE49-F238E27FC236}">
                <a16:creationId xmlns:a16="http://schemas.microsoft.com/office/drawing/2014/main" id="{C04B5236-AB94-ADB6-578F-22DE2730451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555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추적솔루션개발팀</a:t>
            </a:r>
          </a:p>
        </p:txBody>
      </p:sp>
      <p:sp>
        <p:nvSpPr>
          <p:cNvPr id="22" name="내용 개체 틀 20">
            <a:extLst>
              <a:ext uri="{FF2B5EF4-FFF2-40B4-BE49-F238E27FC236}">
                <a16:creationId xmlns:a16="http://schemas.microsoft.com/office/drawing/2014/main" id="{AC978154-7EE4-B3E4-7273-C27C017546C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05756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</a:t>
            </a:r>
            <a:r>
              <a:rPr lang="ko-KR" altLang="en-US" sz="1400" b="1">
                <a:solidFill>
                  <a:srgbClr val="000000"/>
                </a:solidFill>
                <a:latin typeface="Arial Narrow"/>
                <a:ea typeface="LG스마트체 Regular"/>
              </a:rPr>
              <a:t>각형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_ ESNP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 추적 구축</a:t>
            </a:r>
          </a:p>
        </p:txBody>
      </p:sp>
      <p:graphicFrame>
        <p:nvGraphicFramePr>
          <p:cNvPr id="23" name="표 1">
            <a:extLst>
              <a:ext uri="{FF2B5EF4-FFF2-40B4-BE49-F238E27FC236}">
                <a16:creationId xmlns:a16="http://schemas.microsoft.com/office/drawing/2014/main" id="{C3629C63-9BFE-5CD2-3665-DEC79D9C52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259190"/>
              </p:ext>
            </p:extLst>
          </p:nvPr>
        </p:nvGraphicFramePr>
        <p:xfrm>
          <a:off x="125335" y="848953"/>
          <a:ext cx="9744836" cy="5728649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92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완료  </a:t>
                      </a:r>
                      <a:endParaRPr lang="ko-KR" altLang="en-US" sz="1000" b="1" i="0" u="none" strike="noStrike" baseline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42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ESNP</a:t>
                      </a:r>
                      <a:br>
                        <a:rPr lang="en-US" altLang="ko-KR" sz="10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셀 추적 </a:t>
                      </a:r>
                      <a:br>
                        <a:rPr lang="en-US" altLang="ko-KR" sz="10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구축</a:t>
                      </a:r>
                      <a:endParaRPr lang="en-US" altLang="ko-KR" sz="105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각형</a:t>
                      </a:r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’27.07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이성규</a:t>
                      </a:r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  <a:endParaRPr lang="ko-KR" altLang="en-US" sz="105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김승필</a:t>
                      </a:r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  <a:br>
                        <a:rPr lang="en-US" altLang="ko-KR" sz="105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김준범</a:t>
                      </a:r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290D19FA-7BB4-92F5-9817-AEE6D76297EA}"/>
              </a:ext>
            </a:extLst>
          </p:cNvPr>
          <p:cNvSpPr/>
          <p:nvPr/>
        </p:nvSpPr>
        <p:spPr>
          <a:xfrm>
            <a:off x="1386744" y="1072914"/>
            <a:ext cx="7327990" cy="55105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(W30)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그룹장님 보고 완료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(7/20)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입니다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라인별 </a:t>
            </a:r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일정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배경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중국 각형 현지화 법인인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ESNP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를 설립되었고 각형 라인 증설 예정입니다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 구성은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NTC 4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Cutter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&amp;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AZS 12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PKG 1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 입니다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고객사는 미정으로 생산 모델은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27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상용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100%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28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상용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/ESS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각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50%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29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ESS 100%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 예정입니다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 사항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셀 추적 투자는 </a:t>
            </a:r>
            <a:r>
              <a:rPr lang="ko-KR" altLang="en-US" sz="10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비딩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삼익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THK,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대곤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Corp.)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으로 진행 예정입니다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 ESNP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법인장님 투자심의 완료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(7/2)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하였고 법인 내 행정처리 진행중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(~7/31)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있습니다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1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차 견적 요청 품의 완료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(6/26)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→ 투자심의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완료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(7/2)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TBE, ERRC, 2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차 견적요청 품의 완료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(7/13)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집행 품의 예정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(~7/27) </a:t>
            </a:r>
            <a:b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업체 선정 및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PO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발행 예정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(~7/31)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※ CSO</a:t>
            </a:r>
            <a:r>
              <a:rPr lang="ko-KR" altLang="en-US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님 투자 보고 이후</a:t>
            </a: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법인장님 투자심의 자료 기반 </a:t>
            </a: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ESNP</a:t>
            </a:r>
            <a:r>
              <a:rPr lang="ko-KR" altLang="en-US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 보고 예정임</a:t>
            </a: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집행품의 작성 예정입니다</a:t>
            </a: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.(~7/27)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 ESNP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검토 사항에 대해서 그룹장님께 보고 드렸습니다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.(7/20)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" name="내용 개체 틀 20">
            <a:extLst>
              <a:ext uri="{FF2B5EF4-FFF2-40B4-BE49-F238E27FC236}">
                <a16:creationId xmlns:a16="http://schemas.microsoft.com/office/drawing/2014/main" id="{60D76996-98FD-144B-919D-994BC2766D5B}"/>
              </a:ext>
            </a:extLst>
          </p:cNvPr>
          <p:cNvSpPr txBox="1">
            <a:spLocks/>
          </p:cNvSpPr>
          <p:nvPr/>
        </p:nvSpPr>
        <p:spPr>
          <a:xfrm>
            <a:off x="8967599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Arial Narrow"/>
                <a:ea typeface="LG스마트체 Regular"/>
              </a:rPr>
              <a:t>이성규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65D9878-1DAC-1A30-E2EB-BFBD2FB54951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7/21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5D7AC397-5499-04AF-CCEF-ADFED5726F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19604"/>
              </p:ext>
            </p:extLst>
          </p:nvPr>
        </p:nvGraphicFramePr>
        <p:xfrm>
          <a:off x="1534527" y="1652806"/>
          <a:ext cx="7032424" cy="431505"/>
        </p:xfrm>
        <a:graphic>
          <a:graphicData uri="http://schemas.openxmlformats.org/drawingml/2006/table">
            <a:tbl>
              <a:tblPr/>
              <a:tblGrid>
                <a:gridCol w="87905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4173545466"/>
                    </a:ext>
                  </a:extLst>
                </a:gridCol>
              </a:tblGrid>
              <a:tr h="119999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1999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집행품의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1999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‘26.05.08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’26.07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’26.08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’26.11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‘27.03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’27.07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‘27.08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8B473AF3-4F53-6081-2F5F-07B69F19D515}"/>
              </a:ext>
            </a:extLst>
          </p:cNvPr>
          <p:cNvSpPr/>
          <p:nvPr/>
        </p:nvSpPr>
        <p:spPr>
          <a:xfrm>
            <a:off x="3300296" y="1936393"/>
            <a:ext cx="874300" cy="16869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이등변 삼각형 12">
            <a:extLst>
              <a:ext uri="{FF2B5EF4-FFF2-40B4-BE49-F238E27FC236}">
                <a16:creationId xmlns:a16="http://schemas.microsoft.com/office/drawing/2014/main" id="{B514AA7B-AD65-4019-FEC6-057C09352D95}"/>
              </a:ext>
            </a:extLst>
          </p:cNvPr>
          <p:cNvSpPr/>
          <p:nvPr/>
        </p:nvSpPr>
        <p:spPr>
          <a:xfrm rot="10800000">
            <a:off x="3659055" y="1652267"/>
            <a:ext cx="140128" cy="53527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33A9335-2D69-1455-6744-A185E341C388}"/>
              </a:ext>
            </a:extLst>
          </p:cNvPr>
          <p:cNvSpPr/>
          <p:nvPr/>
        </p:nvSpPr>
        <p:spPr>
          <a:xfrm>
            <a:off x="1534527" y="2431911"/>
            <a:ext cx="7327990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추진 배경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중국 기업의 강점인 속도 및 광범위한 생태계 네트워크를 내재화 하여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Cost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경쟁력 강화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LG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검증된 품질 관리 역량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노하우를 접목하여 중국 사업 추진하고자 함</a:t>
            </a:r>
            <a:endParaRPr lang="en-US" altLang="ko-KR" sz="8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53CF63B-8A0F-9A4E-F6A1-872E43EC0F6C}"/>
              </a:ext>
            </a:extLst>
          </p:cNvPr>
          <p:cNvSpPr/>
          <p:nvPr/>
        </p:nvSpPr>
        <p:spPr>
          <a:xfrm>
            <a:off x="1534527" y="2893883"/>
            <a:ext cx="7327990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※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모델명 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상용</a:t>
            </a:r>
            <a:r>
              <a:rPr lang="en-US" altLang="ko-KR" sz="8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(LG-324Ah), ESS(LG-587Ah)</a:t>
            </a:r>
          </a:p>
        </p:txBody>
      </p:sp>
    </p:spTree>
    <p:extLst>
      <p:ext uri="{BB962C8B-B14F-4D97-AF65-F5344CB8AC3E}">
        <p14:creationId xmlns:p14="http://schemas.microsoft.com/office/powerpoint/2010/main" val="112645692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12A33E9D-2847-6C3A-5499-376E4B5180A4}"/>
              </a:ext>
            </a:extLst>
          </p:cNvPr>
          <p:cNvSpPr/>
          <p:nvPr/>
        </p:nvSpPr>
        <p:spPr>
          <a:xfrm flipH="1">
            <a:off x="10451414" y="2711263"/>
            <a:ext cx="626161" cy="555812"/>
          </a:xfrm>
          <a:prstGeom prst="rect">
            <a:avLst/>
          </a:prstGeom>
          <a:solidFill>
            <a:srgbClr val="FFFF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C3BBE40-7449-303A-D8D1-336D49270DB6}"/>
                  </a:ext>
                </a:extLst>
              </p:cNvPr>
              <p:cNvSpPr txBox="1"/>
              <p:nvPr/>
            </p:nvSpPr>
            <p:spPr>
              <a:xfrm>
                <a:off x="106668" y="487854"/>
                <a:ext cx="9799332" cy="658128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91440" tIns="45720" rIns="91440" bIns="45720" rtlCol="0" anchor="t">
                <a:spAutoFit/>
              </a:bodyPr>
              <a:lstStyle/>
              <a:p>
                <a:pPr marL="0" marR="0" lvl="0" indent="0" algn="l" defTabSz="914400" rtl="0" eaLnBrk="1" fontAlgn="auto" latinLnBrk="1" hangingPunct="1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[</a:t>
                </a:r>
                <a:r>
                  <a:rPr kumimoji="0" lang="ko-KR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출장</a:t>
                </a:r>
                <a:r>
                  <a:rPr kumimoji="0" lang="en-US" altLang="ko-KR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]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 ESWA 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셀 수율 개선을 위한 출장 대응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 중</a:t>
                </a:r>
                <a:b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</a:b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  -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(7/17~10/2) </a:t>
                </a:r>
                <a:r>
                  <a:rPr kumimoji="0" lang="ko-KR" altLang="en-US" sz="10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박위대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 님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(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전극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/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조립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/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활성화 개선 총괄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) (7/17~8/21) 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최재호 님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(NG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마킹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, 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공정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Loss) </a:t>
                </a:r>
                <a:r>
                  <a:rPr lang="ko-KR" altLang="en-US" sz="1000" err="1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이찬혁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 님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(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라미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/</a:t>
                </a:r>
                <a:r>
                  <a:rPr lang="ko-KR" altLang="en-US" sz="1000" err="1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스태킹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),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 </a:t>
                </a:r>
                <a:r>
                  <a:rPr lang="ko-KR" altLang="en-US" sz="1000" err="1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고광하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 님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(</a:t>
                </a:r>
                <a:r>
                  <a:rPr lang="ko-KR" altLang="en-US" sz="1000" err="1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스태킹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), (7/17~8/14) 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이희원 님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(</a:t>
                </a:r>
                <a:r>
                  <a:rPr lang="ko-KR" altLang="en-US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활성화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)</a:t>
                </a:r>
                <a:endPara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/>
                  <a:ea typeface="LG스마트체 Regular"/>
                </a:endParaRPr>
              </a:p>
              <a:p>
                <a:pPr marL="0" marR="0" lvl="0" indent="0" algn="l" defTabSz="914400" rtl="0" eaLnBrk="1" fontAlgn="auto" latinLnBrk="1" hangingPunct="1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                                                                                               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66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1" hangingPunct="1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</a:rPr>
                  <a:t>[</a:t>
                </a:r>
                <a:r>
                  <a:rPr kumimoji="0" lang="ko-KR" altLang="en-US" sz="1000" b="1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</a:rPr>
                  <a:t>셀수율</a:t>
                </a:r>
                <a:r>
                  <a:rPr kumimoji="0" lang="ko-KR" altLang="en-US" sz="1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</a:rPr>
                  <a:t> 개선</a:t>
                </a:r>
                <a:r>
                  <a:rPr kumimoji="0" lang="en-US" altLang="ko-KR" sz="1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</a:rPr>
                  <a:t>]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</a:rPr>
                  <a:t> 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7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월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(~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21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일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) 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자동차 연간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 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목표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97.2% 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실적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96.3% (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목표 대비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0.9%p), ESS 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목표 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96.2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% 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실적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93.8% (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▼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2.4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%p) 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입니다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</a:rPr>
                  <a:t>.</a:t>
                </a:r>
                <a:b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</a:b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7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월 누적 </a:t>
                </a:r>
                <a:r>
                  <a:rPr lang="ko-KR" altLang="en-US" sz="10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수율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변동 사유는 </a:t>
                </a:r>
                <a:r>
                  <a:rPr lang="ko-KR" altLang="en-US" sz="10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자동차는활성화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Q-grade / </a:t>
                </a:r>
                <a:r>
                  <a:rPr lang="ko-KR" altLang="en-US" sz="10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저전압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 </a:t>
                </a: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/ 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외관 기인 전월 대비 감소</a:t>
                </a: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, ESS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는 </a:t>
                </a: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JF2S 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생산 종료 기인 전월 대비 증가하였습니다</a:t>
                </a: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  <a:t>.</a:t>
                </a:r>
                <a:br>
                  <a:rPr lang="en-US" altLang="ko-KR" sz="100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</a:br>
                <a:br>
                  <a:rPr kumimoji="0" lang="en-US" altLang="ko-KR" sz="1000" kern="1200"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</a:b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[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조립 자동차 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/ ESS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– 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라미 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NG 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마킹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] </a:t>
                </a:r>
                <a:r>
                  <a:rPr lang="en-US" altLang="ko-KR" sz="1000" b="1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7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월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불량률 자동차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0.46% (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전 월 대비 ▲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0.05%p), ESS 0.45% (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▼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0.13%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p)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▶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Top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모델 및 유형 도출 후 인자 분석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/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개선 중 입니다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.</a:t>
                </a:r>
                <a:br>
                  <a:rPr lang="en-US" altLang="ko-KR" sz="1000" b="0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-. E77A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생산량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/ NG Marking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개선 가속화를 위한 법인 주관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TDR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협업 개선 활동을 진행을 하고 있습니다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양음극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재료교체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/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가감속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등속 불량 현황 분석 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Top 1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항목 분석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-. NG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마킹 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Top1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항목인 양극 재료교체 시 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Cutting Height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불량 분석 중 입니다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재료교체 구간에 대한 불량률을 기준으로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,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불량의 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60%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는 테이프 전후 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50Cell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영역에 집중되어 있습니다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해당 구간의</a:t>
                </a:r>
                <a:b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불량 개선을 위해 재료교체 시 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Cutting Height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데이터 패턴을 </a:t>
                </a:r>
                <a:r>
                  <a:rPr lang="ko-KR" altLang="en-US" sz="1000" kern="0" err="1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보고있으며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,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설비별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/</a:t>
                </a:r>
                <a:r>
                  <a:rPr lang="ko-KR" altLang="en-US" sz="1000" kern="0" err="1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공급부별로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특정한 방향성이 있음을 확인했습니다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법인과 논의 시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,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특정 방향으로 쏠리는 이유는 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UW </a:t>
                </a:r>
                <a:r>
                  <a:rPr lang="ko-KR" altLang="en-US" sz="1000" kern="0" err="1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공급부</a:t>
                </a:r>
                <a:b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Theta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축이 틀어지기 </a:t>
                </a:r>
                <a:r>
                  <a:rPr lang="ko-KR" altLang="en-US" sz="1000" kern="0" err="1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떄문에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,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단차가 없더라도 </a:t>
                </a:r>
                <a:r>
                  <a:rPr lang="ko-KR" altLang="en-US" sz="1000" kern="0" err="1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텐션차로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인한 쓸림이 발생할 수 있다는 의견이 있습니다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해당 현상을 </a:t>
                </a:r>
                <a:r>
                  <a:rPr lang="ko-KR" altLang="en-US" sz="1000" kern="0" err="1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정량화하여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Theta </a:t>
                </a:r>
                <a:r>
                  <a:rPr lang="ko-KR" altLang="en-US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축 조정 우선순위 확인하고자 합니다</a:t>
                </a:r>
                <a: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-. E77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생산 물량으로 인한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N&amp;D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설비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증속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검토 중이며 설비별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불량율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최소화 고려한 적정 최대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선속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검토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b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</a:b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[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조립 자동차 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/ ESS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– 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라미 위치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/SW/LSSS/Tab 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치수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]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7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월 위치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불량률 자동차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0.23% (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▼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0.01%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p)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ESS 0.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32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% (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▲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0.01%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p)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▶설비 이상 자동 진단 및 조치 추천 체계 구축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/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개선 중 입니다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.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</a:b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-.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기존 분석 사례를 바탕으로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X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축 합치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파이널 </a:t>
                </a:r>
                <a:r>
                  <a:rPr kumimoji="0" lang="ko-KR" altLang="en-US" sz="10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컷팅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등 유형 별로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라미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Vision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전체 대상 자동 분류 알고리즘 적용하여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검사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과검과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같이 유형 별 조치 추천 체계 구축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활용 개선하고 있습니다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(5/18~)</a:t>
                </a:r>
                <a:b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  Normal / Long / ESS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대상 수평 전개하였으며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조치 추천 체계 자동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메일링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적용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운영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법인 기술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설비 협업 조치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사례 확보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법인에서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레포트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고도화 </a:t>
                </a:r>
                <a:r>
                  <a:rPr lang="en-US" altLang="ko-KR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VoE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가 있어 지속 반영하고 있습니다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</a:t>
                </a:r>
                <a:b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 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또한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불량 발생 시점에 확인 필요한 검사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설비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Data trend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에 대해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Sameness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관점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Best vs. Worst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설비간 비교가 되도록 하여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설비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data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기반의 조치가 되도록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고도화하였습니다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Y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축 조치 추천 체계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알고리즘 개발 진행 중입니다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현재 작일 기준 진단을 하고 있으며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진단 설비의 검사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data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가 현 시점에서도 동일 경향을 보이는지 확인을 위해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JF1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대상으로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Logic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구성을 하고 있습니다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(~’26.8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월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)</a:t>
                </a: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-.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위치불량 조치추천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Report(D-1)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와 현재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(D-0)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불량이 지속 발생 중인지 확인하고자 하는 법인 니즈를 반영하여 </a:t>
                </a:r>
                <a:r>
                  <a:rPr lang="ko-KR" altLang="en-US" sz="1000" b="0" i="0" u="none" strike="noStrike" kern="120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라미네이션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 </a:t>
                </a: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FDC Data</a:t>
                </a:r>
                <a:r>
                  <a:rPr lang="ko-KR" altLang="en-US" sz="1000">
                    <a:solidFill>
                      <a:srgbClr val="000000"/>
                    </a:solidFill>
                    <a:ea typeface="LG스마트체 Regular"/>
                  </a:rPr>
                  <a:t>의 실시간 현황을 모니터링 할 수 있는 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시각화 대시보드 웹서버</a:t>
                </a:r>
                <a:b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</a:b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  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 초안 작성 완료하였으며</a:t>
                </a: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, </a:t>
                </a:r>
                <a:r>
                  <a:rPr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이미지 처리를 통해 산출되는 값에 대해서 정합성 개선 중입니다</a:t>
                </a:r>
                <a: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LG스마트체 Regular"/>
                    <a:cs typeface="+mn-cs"/>
                  </a:rPr>
                  <a:t>.</a:t>
                </a:r>
                <a:b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kern="0">
                    <a:latin typeface="Arial Narrow"/>
                    <a:ea typeface="LG스마트체 Regular"/>
                    <a:cs typeface="Arial"/>
                  </a:rPr>
                  <a:t>-. </a:t>
                </a:r>
                <a:r>
                  <a:rPr lang="ko-KR" altLang="en-US" sz="1000" kern="0">
                    <a:latin typeface="Arial Narrow"/>
                    <a:ea typeface="LG스마트체 Regular"/>
                    <a:cs typeface="Arial"/>
                  </a:rPr>
                  <a:t>추가로 </a:t>
                </a:r>
                <a:r>
                  <a:rPr lang="en-US" altLang="ko-KR" sz="1000" kern="0">
                    <a:latin typeface="Arial Narrow"/>
                    <a:ea typeface="LG스마트체 Regular"/>
                    <a:cs typeface="Arial"/>
                  </a:rPr>
                  <a:t>Y</a:t>
                </a:r>
                <a:r>
                  <a:rPr lang="ko-KR" altLang="en-US" sz="1000" kern="0">
                    <a:latin typeface="Arial Narrow"/>
                    <a:ea typeface="LG스마트체 Regular"/>
                    <a:cs typeface="Arial"/>
                  </a:rPr>
                  <a:t>축 </a:t>
                </a:r>
                <a:r>
                  <a:rPr lang="ko-KR" altLang="en-US" sz="1000" kern="0" err="1">
                    <a:latin typeface="Arial Narrow"/>
                    <a:ea typeface="LG스마트체 Regular"/>
                    <a:cs typeface="Arial"/>
                  </a:rPr>
                  <a:t>공급부</a:t>
                </a:r>
                <a:r>
                  <a:rPr lang="ko-KR" altLang="en-US" sz="1000" kern="0">
                    <a:latin typeface="Arial Narrow"/>
                    <a:ea typeface="LG스마트체 Regular"/>
                    <a:cs typeface="Arial"/>
                  </a:rPr>
                  <a:t> 간 </a:t>
                </a:r>
                <a:r>
                  <a:rPr lang="en-US" altLang="ko-KR" sz="1000" kern="0">
                    <a:latin typeface="Arial Narrow"/>
                    <a:ea typeface="LG스마트체 Regular"/>
                    <a:cs typeface="Arial"/>
                  </a:rPr>
                  <a:t>IP </a:t>
                </a:r>
                <a:r>
                  <a:rPr lang="ko-KR" altLang="en-US" sz="1000" kern="0">
                    <a:latin typeface="Arial Narrow"/>
                    <a:ea typeface="LG스마트체 Regular"/>
                    <a:cs typeface="Arial"/>
                  </a:rPr>
                  <a:t>편차 기인 재료교체 불량률 개선을 목적으로 단차를 </a:t>
                </a:r>
                <a:r>
                  <a:rPr lang="ko-KR" altLang="en-US" sz="1000" kern="0" err="1">
                    <a:latin typeface="Arial Narrow"/>
                    <a:ea typeface="LG스마트체 Regular"/>
                    <a:cs typeface="Arial"/>
                  </a:rPr>
                  <a:t>정량화하여</a:t>
                </a:r>
                <a:r>
                  <a:rPr lang="ko-KR" altLang="en-US" sz="1000" kern="0">
                    <a:latin typeface="Arial Narrow"/>
                    <a:ea typeface="LG스마트체 Regular"/>
                    <a:cs typeface="Arial"/>
                  </a:rPr>
                  <a:t> 해당 기준으로 </a:t>
                </a:r>
                <a:r>
                  <a:rPr lang="ko-KR" altLang="en-US" sz="1000" kern="0" err="1">
                    <a:latin typeface="Arial Narrow"/>
                    <a:ea typeface="LG스마트체 Regular"/>
                    <a:cs typeface="Arial"/>
                  </a:rPr>
                  <a:t>공급부</a:t>
                </a:r>
                <a:r>
                  <a:rPr lang="ko-KR" altLang="en-US" sz="1000" kern="0">
                    <a:latin typeface="Arial Narrow"/>
                    <a:ea typeface="LG스마트체 Regular"/>
                    <a:cs typeface="Arial"/>
                  </a:rPr>
                  <a:t> 셔틀 자동보정을 검토하려고 합니다</a:t>
                </a:r>
                <a:r>
                  <a:rPr lang="en-US" altLang="ko-KR" sz="1000" kern="0">
                    <a:latin typeface="Arial Narrow"/>
                    <a:ea typeface="LG스마트체 Regular"/>
                    <a:cs typeface="Arial"/>
                  </a:rPr>
                  <a:t>. (</a:t>
                </a:r>
                <a:r>
                  <a:rPr lang="ko-KR" altLang="en-US" sz="1000" kern="0">
                    <a:latin typeface="Arial Narrow"/>
                    <a:ea typeface="LG스마트체 Regular"/>
                    <a:cs typeface="Arial"/>
                  </a:rPr>
                  <a:t>법인제안 사항</a:t>
                </a:r>
                <a:r>
                  <a:rPr lang="en-US" altLang="ko-KR" sz="1000" kern="0">
                    <a:latin typeface="Arial Narrow"/>
                    <a:ea typeface="LG스마트체 Regular"/>
                    <a:cs typeface="Arial"/>
                  </a:rPr>
                  <a:t>, w./</a:t>
                </a:r>
                <a:r>
                  <a:rPr lang="ko-KR" altLang="en-US" sz="1000" kern="0">
                    <a:latin typeface="Arial Narrow"/>
                    <a:ea typeface="LG스마트체 Regular"/>
                    <a:cs typeface="Arial"/>
                  </a:rPr>
                  <a:t>조립자동보정팀</a:t>
                </a:r>
                <a:r>
                  <a:rPr lang="en-US" altLang="ko-KR" sz="1000" kern="0">
                    <a:latin typeface="Arial Narrow"/>
                    <a:ea typeface="LG스마트체 Regular"/>
                    <a:cs typeface="Arial"/>
                  </a:rPr>
                  <a:t>)</a:t>
                </a: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  Y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축 불량 대부분 재료 교체 시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공급부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단차 발생으로 판단됩니다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(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재료 교체 구간 단차와 불량 간 상관성 있습니다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* E77A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altLang="ko-KR" sz="1000" i="1" kern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ea typeface="LG스마트체 Regular"/>
                            <a:cs typeface="Arial"/>
                          </a:rPr>
                        </m:ctrlPr>
                      </m:sSupPr>
                      <m:e>
                        <m:r>
                          <a:rPr lang="en-US" altLang="ko-KR" sz="1000" b="0" i="1" kern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ea typeface="LG스마트체 Regular"/>
                            <a:cs typeface="Arial"/>
                          </a:rPr>
                          <m:t>𝑅</m:t>
                        </m:r>
                      </m:e>
                      <m:sup>
                        <m:r>
                          <a:rPr lang="en-US" altLang="ko-KR" sz="1000" b="0" i="1" kern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ea typeface="LG스마트체 Regular"/>
                            <a:cs typeface="Arial"/>
                          </a:rPr>
                          <m:t>2</m:t>
                        </m:r>
                      </m:sup>
                    </m:sSup>
                  </m:oMath>
                </a14:m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= 0.46), WA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설비기술팀과 비전에서 측정한 치수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Data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활용하여 </a:t>
                </a:r>
                <a:endParaRPr lang="en-US" altLang="ko-KR" sz="1000" kern="0">
                  <a:solidFill>
                    <a:srgbClr val="000000"/>
                  </a:solidFill>
                  <a:latin typeface="Arial Narrow"/>
                  <a:ea typeface="LG스마트체 Regular"/>
                  <a:cs typeface="Arial"/>
                </a:endParaRP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 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단차 수준 연계 및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서보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이동하는 컨셉으로 검토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비전에 별도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ROI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추가하여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공급부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전극 교체 별 단차량이 일정한지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확인시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일정하지가 않아서 추가 분석 진행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</a:t>
                </a: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latin typeface="Arial Narrow"/>
                    <a:ea typeface="LG스마트체 Regular"/>
                    <a:cs typeface="Arial"/>
                  </a:rPr>
                  <a:t>  </a:t>
                </a:r>
                <a:br>
                  <a:rPr lang="en-US" altLang="ko-KR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</a:rPr>
                </a:b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[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조립 자동차 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/ ESS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– </a:t>
                </a:r>
                <a:r>
                  <a:rPr kumimoji="0" lang="ko-KR" altLang="en-US" sz="1000" b="1" i="0" u="none" strike="noStrike" kern="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스택킹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모노세파 외관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]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7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월 불량률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자동차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0.38%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(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▼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0.03%p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)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, ESS 0.14%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(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▼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0.10%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p)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▶실시간 불량 모니터링 체계 추가 구축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/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개선 중 입니다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.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(5/1~) </a:t>
                </a:r>
                <a:br>
                  <a:rPr lang="en-US" altLang="ko-KR" sz="1000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lang="en-US" altLang="ko-KR" sz="1000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-. 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추가로 조치 추천 관점에서 주기성 발생시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조치 필요한 설비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parts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가 띄워지도록 적용하였고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모델 별 하드코딩 영역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(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셀 전장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전폭 설정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카메라 별 좌표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위치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설비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ID-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모델 매핑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)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을 자동화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(6/19)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</a:b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 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WA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법인 자체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BP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전파로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NB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폴딩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스택킹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전 라인 수평 전개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(6/22)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완료하였고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MI2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수평전개 완료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(6/24)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후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법인 공유 및 현장 대형 모니터 활용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display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적용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(6/26)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</a:t>
                </a: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-. Q-grade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개선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분석 활용 목적으로 패키징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웰딩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비전 대상으로 구축하였습니다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Long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모델 대상 구축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(7/16)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후 수평전개 완료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(7/21)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</a:b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-. MI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법인에 적용한 합치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가접롤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PV – SV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차이를 통한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Gap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기준 검토에 대해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E77A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대상 분석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(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온도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SV – PV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차이를 통해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가접롤의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Gap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간접 판단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)</a:t>
                </a: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   SV – PV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값 차이가 발생할 때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모노세파 외관 불량률의 상관성이 확인되며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불량 높은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14-3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호 대상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Gap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상향 조정하였으며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위치 불량은 소폭 증가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모노세파 외관은 감소하였습니다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 </a:t>
                </a:r>
                <a:br>
                  <a:rPr lang="en-US" altLang="ko-KR" sz="1000" kern="0"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endParaRPr lang="en-US" altLang="ko-KR" sz="1000" kern="0">
                  <a:latin typeface="Arial Narrow" panose="020B0606020202030204" pitchFamily="34" charset="0"/>
                  <a:ea typeface="LG스마트체 Regular" panose="020B0600000101010101" pitchFamily="50" charset="-127"/>
                  <a:cs typeface="Arial"/>
                </a:endParaRPr>
              </a:p>
              <a:p>
                <a:pPr>
                  <a:lnSpc>
                    <a:spcPts val="1100"/>
                  </a:lnSpc>
                  <a:defRPr/>
                </a:pP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[</a:t>
                </a:r>
                <a:r>
                  <a:rPr kumimoji="0" lang="ko-KR" altLang="en-US" sz="10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활성화 </a:t>
                </a:r>
                <a:r>
                  <a:rPr lang="ko-KR" altLang="en-US" sz="1000" b="1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자동차 </a:t>
                </a:r>
                <a:r>
                  <a:rPr lang="en-US" altLang="ko-KR" sz="1000" b="1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/ ESS – Q-grade</a:t>
                </a:r>
                <a:r>
                  <a:rPr kumimoji="0" lang="en-US" altLang="ko-KR" sz="10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]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7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월 불량률 자동차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1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차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0.34%(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▲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0.16%p), 2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차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0.18%(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▲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0.05%p), ESS 1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차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0.17%(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▼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0.22%p), 2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차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0.43%(-0.19%p)</a:t>
                </a: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-. E77A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대상으로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7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월 기준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Top3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유형은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STK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모노세파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–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장변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전극 데미지 유형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&gt; PKG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웰딩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양극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– Edge side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전극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데이미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유형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&gt; PKG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웰딩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음극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탭데미지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유형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  6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월과 비교 시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장변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전극 데미지 유형은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0.04%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→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0.14% Edge side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전극 데미지 유형은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0.01%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→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0.09%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로 두 가지 유형은 불량률이 증가하였고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탭 데미지 유형은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0.07%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→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0.02%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로 감소하였습니다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</a:t>
                </a: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불량률 변동 시점 확인하여 해당 시점에서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변경점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 등 발생 관점의 특이 사항 확인해보겠습니다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  <a:t>. </a:t>
                </a:r>
              </a:p>
              <a:p>
                <a:pPr>
                  <a:lnSpc>
                    <a:spcPts val="1100"/>
                  </a:lnSpc>
                  <a:defRPr/>
                </a:pPr>
                <a:endPara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  <a:p>
                <a:pPr>
                  <a:lnSpc>
                    <a:spcPts val="1100"/>
                  </a:lnSpc>
                  <a:defRPr/>
                </a:pPr>
                <a:r>
                  <a:rPr lang="en-US" altLang="ko-KR" sz="1000" b="1">
                    <a:latin typeface="Arial Narrow"/>
                    <a:ea typeface="LG스마트체 Regular"/>
                  </a:rPr>
                  <a:t>[</a:t>
                </a:r>
                <a:r>
                  <a:rPr lang="ko-KR" altLang="en-US" sz="1000" b="1">
                    <a:latin typeface="Arial Narrow"/>
                    <a:ea typeface="LG스마트체 Regular"/>
                  </a:rPr>
                  <a:t>활성화 자동차 </a:t>
                </a:r>
                <a:r>
                  <a:rPr lang="en-US" altLang="ko-KR" sz="1000" b="1">
                    <a:latin typeface="Arial Narrow"/>
                    <a:ea typeface="LG스마트체 Regular"/>
                  </a:rPr>
                  <a:t>/ ESS – </a:t>
                </a:r>
                <a:r>
                  <a:rPr lang="ko-KR" altLang="en-US" sz="1000" b="1" err="1">
                    <a:latin typeface="Arial Narrow"/>
                    <a:ea typeface="LG스마트체 Regular"/>
                  </a:rPr>
                  <a:t>저전압</a:t>
                </a:r>
                <a:r>
                  <a:rPr lang="ko-KR" altLang="en-US" sz="1000" b="1">
                    <a:latin typeface="Arial Narrow"/>
                    <a:ea typeface="LG스마트체 Regular"/>
                  </a:rPr>
                  <a:t> 관련</a:t>
                </a:r>
                <a:r>
                  <a:rPr lang="en-US" altLang="ko-KR" sz="1000" b="1">
                    <a:latin typeface="Arial Narrow"/>
                    <a:ea typeface="LG스마트체 Regular"/>
                  </a:rPr>
                  <a:t>]</a:t>
                </a:r>
                <a:r>
                  <a:rPr lang="en-US" altLang="ko-KR" sz="1000" b="1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 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7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월 불량률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자동차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0.41%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(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▲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0.24%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p)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ESS 0.43% (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▼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0.19%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p)</a:t>
                </a:r>
                <a:br>
                  <a:rPr lang="en-US" altLang="ko-KR" sz="1000" b="0" i="0" u="none" strike="noStrike" kern="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/>
                  </a:rPr>
                </a:b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-.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JF2S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모델 경향성 분석 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6/22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급증 경향 확인되어 매칭하여 분석하고 있습니다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STK 4-3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호에서 모노세파 외관 불량이 급증하였는데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E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등급도 함께 증가되어 비전 이미지 비교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분석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</a:t>
                </a:r>
                <a:endParaRPr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/>
                  <a:ea typeface="LG스마트체 Regular"/>
                  <a:cs typeface="Arial"/>
                </a:endParaRPr>
              </a:p>
              <a:p>
                <a:pPr>
                  <a:lnSpc>
                    <a:spcPts val="1100"/>
                  </a:lnSpc>
                  <a:defRPr/>
                </a:pPr>
                <a:endParaRPr lang="en-US" altLang="ko-KR" sz="1000">
                  <a:latin typeface="Arial Narrow" panose="020B0606020202030204" pitchFamily="34" charset="0"/>
                  <a:ea typeface="LG스마트체 Regular" panose="020B0600000101010101" pitchFamily="50" charset="-127"/>
                </a:endParaRPr>
              </a:p>
              <a:p>
                <a:pPr>
                  <a:lnSpc>
                    <a:spcPts val="1100"/>
                  </a:lnSpc>
                  <a:defRPr/>
                </a:pPr>
                <a:r>
                  <a:rPr kumimoji="0" lang="en-US" altLang="ko-KR" sz="1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</a:rPr>
                  <a:t>[</a:t>
                </a:r>
                <a:r>
                  <a:rPr kumimoji="0" lang="ko-KR" altLang="en-US" sz="1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</a:rPr>
                  <a:t>활성화 자동차 </a:t>
                </a:r>
                <a:r>
                  <a:rPr kumimoji="0" lang="en-US" altLang="ko-KR" sz="1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Arial Narrow"/>
                    <a:ea typeface="LG스마트체 Regular"/>
                  </a:rPr>
                  <a:t>/ Ess </a:t>
                </a:r>
                <a:r>
                  <a:rPr lang="en-US" altLang="ko-KR" sz="1000" b="1">
                    <a:latin typeface="Arial Narrow"/>
                    <a:ea typeface="LG스마트체 Regular"/>
                  </a:rPr>
                  <a:t>–</a:t>
                </a:r>
                <a:r>
                  <a:rPr lang="ko-KR" altLang="en-US" sz="1000" b="1">
                    <a:latin typeface="Arial Narrow"/>
                    <a:ea typeface="LG스마트체 Regular"/>
                  </a:rPr>
                  <a:t> </a:t>
                </a:r>
                <a:r>
                  <a:rPr lang="en-US" altLang="ko-KR" sz="1000" b="1">
                    <a:latin typeface="Arial Narrow"/>
                    <a:ea typeface="LG스마트체 Regular"/>
                  </a:rPr>
                  <a:t>EOL </a:t>
                </a:r>
                <a:r>
                  <a:rPr lang="ko-KR" altLang="en-US" sz="1000" b="1">
                    <a:latin typeface="Arial Narrow"/>
                    <a:ea typeface="LG스마트체 Regular"/>
                  </a:rPr>
                  <a:t>치수</a:t>
                </a:r>
                <a:r>
                  <a:rPr lang="en-US" altLang="ko-KR" sz="1000" b="1">
                    <a:latin typeface="Arial Narrow"/>
                    <a:ea typeface="LG스마트체 Regular"/>
                  </a:rPr>
                  <a:t>/</a:t>
                </a:r>
                <a:r>
                  <a:rPr lang="ko-KR" altLang="en-US" sz="1000" b="1">
                    <a:latin typeface="Arial Narrow"/>
                    <a:ea typeface="LG스마트체 Regular"/>
                  </a:rPr>
                  <a:t>외관</a:t>
                </a:r>
                <a:r>
                  <a:rPr lang="en-US" altLang="ko-KR" sz="1000" b="1">
                    <a:latin typeface="Arial Narrow"/>
                    <a:ea typeface="LG스마트체 Regular"/>
                  </a:rPr>
                  <a:t>] </a:t>
                </a:r>
                <a:r>
                  <a:rPr lang="en-US" altLang="ko-KR" sz="1000">
                    <a:solidFill>
                      <a:srgbClr val="000000"/>
                    </a:solidFill>
                    <a:latin typeface="Arial Narrow"/>
                    <a:ea typeface="LG스마트체 Regular"/>
                  </a:rPr>
                  <a:t>7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월 불량률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자동차 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0.43% (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▲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0.10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%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p)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, ESS 0.44% (</a:t>
                </a:r>
                <a:r>
                  <a:rPr kumimoji="0" lang="ko-KR" altLang="en-US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▼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0.11%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p)</a:t>
                </a:r>
                <a:r>
                  <a:rPr kumimoji="0" lang="en-US" altLang="ko-KR" sz="10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▶공정경로 분석 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+ Contact Map </a:t>
                </a:r>
                <a:r>
                  <a:rPr kumimoji="0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정보 추가하여</a:t>
                </a:r>
                <a:r>
                  <a:rPr kumimoji="0" lang="en-US" altLang="ko-KR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설비 이상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Parts 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</a:b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개선 활동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외관 유형은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DFS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이미지 및 파일명 활용하여 준실시간 모니터링 체계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Pilot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개발하였으나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파일명의 좌표와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SPC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좌표간 차이가 있거나 파일명 저장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Term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이 길어 효용성이 떨어지는 문제가 있습니다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해당 문제는 검사기 수정이 필요한 부분이 있어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이를 보완하기 위해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DFS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파일명 활용 방식이 아닌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Davinci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원천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Data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를 활용하는 방식으로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1hr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직전까지 볼 수 있도록 수정하였습니다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E77A, E161A, JF1, H5.5A(7/16)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대상으로 개발 완료하였고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 err="1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전공정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 기인 불량은 경로 추적을 통해 집중 발생 공정 및 개소를 확인할 수 있도록 고도화를 진행하였습니다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(E161, 7/16)</a:t>
                </a:r>
                <a:b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</a:b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법인 공유하여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,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법인에서 현장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Display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를 위한 모니터 셋팅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운영 중입니다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치수 유형은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ESS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및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E161A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모델에 대해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Top3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불량 조치 필요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To do list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구축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/ Daily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공유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외관과 동일하게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Davinci 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원천 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Data</a:t>
                </a:r>
                <a:r>
                  <a:rPr lang="ko-KR" altLang="en-US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를 활용하는 방식으로 준실시간 모니터링 체계 구축 중 입니다</a:t>
                </a:r>
                <a:r>
                  <a:rPr lang="en-US" altLang="ko-KR" sz="1000" kern="0">
                    <a:solidFill>
                      <a:srgbClr val="000000"/>
                    </a:solidFill>
                    <a:latin typeface="Arial Narrow"/>
                    <a:ea typeface="LG스마트체 Regular"/>
                    <a:cs typeface="Arial"/>
                  </a:rPr>
                  <a:t>. </a:t>
                </a: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C3BBE40-7449-303A-D8D1-336D49270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668" y="487854"/>
                <a:ext cx="9799332" cy="6581289"/>
              </a:xfrm>
              <a:prstGeom prst="rect">
                <a:avLst/>
              </a:prstGeom>
              <a:blipFill>
                <a:blip r:embed="rId3"/>
                <a:stretch>
                  <a:fillRect t="-185" b="-3768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제목 1"/>
          <p:cNvSpPr txBox="1">
            <a:spLocks/>
          </p:cNvSpPr>
          <p:nvPr/>
        </p:nvSpPr>
        <p:spPr>
          <a:xfrm>
            <a:off x="106668" y="113733"/>
            <a:ext cx="40110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ko-KR" altLang="en-US" sz="1800">
                <a:solidFill>
                  <a:schemeClr val="tx1"/>
                </a:solidFill>
                <a:latin typeface="+mj-lt"/>
                <a:ea typeface="+mn-ea"/>
              </a:rPr>
              <a:t>제조빅데이터분석</a:t>
            </a:r>
            <a:r>
              <a:rPr lang="en-US" altLang="ko-KR" sz="1800">
                <a:solidFill>
                  <a:schemeClr val="tx1"/>
                </a:solidFill>
                <a:latin typeface="+mj-lt"/>
                <a:ea typeface="+mn-ea"/>
              </a:rPr>
              <a:t>1</a:t>
            </a:r>
            <a:r>
              <a:rPr lang="ko-KR" altLang="en-US" sz="1800">
                <a:solidFill>
                  <a:schemeClr val="tx1"/>
                </a:solidFill>
                <a:latin typeface="+mj-lt"/>
                <a:ea typeface="+mn-ea"/>
              </a:rPr>
              <a:t>팀 금주 주요 내용 </a:t>
            </a:r>
            <a:r>
              <a:rPr lang="en-US" altLang="ko-KR" sz="1800">
                <a:solidFill>
                  <a:schemeClr val="tx1"/>
                </a:solidFill>
                <a:latin typeface="+mj-lt"/>
                <a:ea typeface="+mn-ea"/>
              </a:rPr>
              <a:t>(1/2)</a:t>
            </a:r>
            <a:endParaRPr lang="ko-KR" altLang="en-US" sz="1800">
              <a:solidFill>
                <a:schemeClr val="tx1"/>
              </a:solidFill>
              <a:latin typeface="+mj-lt"/>
              <a:ea typeface="+mn-ea"/>
            </a:endParaRPr>
          </a:p>
        </p:txBody>
      </p:sp>
      <p:sp>
        <p:nvSpPr>
          <p:cNvPr id="2" name="내용 개체 틀 20">
            <a:extLst>
              <a:ext uri="{FF2B5EF4-FFF2-40B4-BE49-F238E27FC236}">
                <a16:creationId xmlns:a16="http://schemas.microsoft.com/office/drawing/2014/main" id="{49E301A6-9A6B-D379-93CE-DF2478C01857}"/>
              </a:ext>
            </a:extLst>
          </p:cNvPr>
          <p:cNvSpPr txBox="1">
            <a:spLocks/>
          </p:cNvSpPr>
          <p:nvPr/>
        </p:nvSpPr>
        <p:spPr>
          <a:xfrm>
            <a:off x="7855115" y="94001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최이범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책임</a:t>
            </a:r>
            <a:r>
              <a:rPr lang="en-US" altLang="ko-KR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서동민 책임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0F77D9C-1101-3AB9-AE82-901AE6A76C0E}"/>
              </a:ext>
            </a:extLst>
          </p:cNvPr>
          <p:cNvSpPr txBox="1"/>
          <p:nvPr/>
        </p:nvSpPr>
        <p:spPr>
          <a:xfrm>
            <a:off x="7902430" y="263278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24726B6-7D48-9F9C-D7B1-06BC1A9A84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1324709"/>
              </p:ext>
            </p:extLst>
          </p:nvPr>
        </p:nvGraphicFramePr>
        <p:xfrm>
          <a:off x="7394228" y="850155"/>
          <a:ext cx="2163430" cy="47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9570">
                  <a:extLst>
                    <a:ext uri="{9D8B030D-6E8A-4147-A177-3AD203B41FA5}">
                      <a16:colId xmlns:a16="http://schemas.microsoft.com/office/drawing/2014/main" val="2806114634"/>
                    </a:ext>
                  </a:extLst>
                </a:gridCol>
                <a:gridCol w="251980">
                  <a:extLst>
                    <a:ext uri="{9D8B030D-6E8A-4147-A177-3AD203B41FA5}">
                      <a16:colId xmlns:a16="http://schemas.microsoft.com/office/drawing/2014/main" val="3334468651"/>
                    </a:ext>
                  </a:extLst>
                </a:gridCol>
                <a:gridCol w="251980">
                  <a:extLst>
                    <a:ext uri="{9D8B030D-6E8A-4147-A177-3AD203B41FA5}">
                      <a16:colId xmlns:a16="http://schemas.microsoft.com/office/drawing/2014/main" val="3506975690"/>
                    </a:ext>
                  </a:extLst>
                </a:gridCol>
                <a:gridCol w="251980">
                  <a:extLst>
                    <a:ext uri="{9D8B030D-6E8A-4147-A177-3AD203B41FA5}">
                      <a16:colId xmlns:a16="http://schemas.microsoft.com/office/drawing/2014/main" val="3231202440"/>
                    </a:ext>
                  </a:extLst>
                </a:gridCol>
                <a:gridCol w="251980">
                  <a:extLst>
                    <a:ext uri="{9D8B030D-6E8A-4147-A177-3AD203B41FA5}">
                      <a16:colId xmlns:a16="http://schemas.microsoft.com/office/drawing/2014/main" val="1305015625"/>
                    </a:ext>
                  </a:extLst>
                </a:gridCol>
                <a:gridCol w="251980">
                  <a:extLst>
                    <a:ext uri="{9D8B030D-6E8A-4147-A177-3AD203B41FA5}">
                      <a16:colId xmlns:a16="http://schemas.microsoft.com/office/drawing/2014/main" val="2319337279"/>
                    </a:ext>
                  </a:extLst>
                </a:gridCol>
                <a:gridCol w="251980">
                  <a:extLst>
                    <a:ext uri="{9D8B030D-6E8A-4147-A177-3AD203B41FA5}">
                      <a16:colId xmlns:a16="http://schemas.microsoft.com/office/drawing/2014/main" val="1774978500"/>
                    </a:ext>
                  </a:extLst>
                </a:gridCol>
                <a:gridCol w="251980">
                  <a:extLst>
                    <a:ext uri="{9D8B030D-6E8A-4147-A177-3AD203B41FA5}">
                      <a16:colId xmlns:a16="http://schemas.microsoft.com/office/drawing/2014/main" val="207472978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3600" marR="3600" marT="3600" marB="360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0461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자동차</a:t>
                      </a:r>
                    </a:p>
                  </a:txBody>
                  <a:tcPr marL="3600" marR="3600" marT="3600" marB="360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95.6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96.8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58845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ESS</a:t>
                      </a:r>
                      <a:endParaRPr kumimoji="0" lang="ko-KR" altLang="en-US" sz="10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" marR="3600" marT="3600" marB="360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90.8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92.8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94.8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4594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3831904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02CE0BA8-6AB4-36A3-D2FE-9D10264EF838}"/>
              </a:ext>
            </a:extLst>
          </p:cNvPr>
          <p:cNvSpPr/>
          <p:nvPr/>
        </p:nvSpPr>
        <p:spPr>
          <a:xfrm>
            <a:off x="10708370" y="1662383"/>
            <a:ext cx="740679" cy="871267"/>
          </a:xfrm>
          <a:prstGeom prst="rect">
            <a:avLst/>
          </a:prstGeom>
          <a:solidFill>
            <a:srgbClr val="FFFF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06668" y="132021"/>
            <a:ext cx="417622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ko-KR" altLang="en-US" sz="1800">
                <a:solidFill>
                  <a:schemeClr val="tx1"/>
                </a:solidFill>
                <a:latin typeface="+mj-lt"/>
                <a:ea typeface="+mn-ea"/>
              </a:rPr>
              <a:t>제조빅데이터분석</a:t>
            </a:r>
            <a:r>
              <a:rPr lang="en-US" altLang="ko-KR" sz="1800">
                <a:solidFill>
                  <a:schemeClr val="tx1"/>
                </a:solidFill>
                <a:latin typeface="+mj-lt"/>
                <a:ea typeface="+mn-ea"/>
              </a:rPr>
              <a:t>1</a:t>
            </a:r>
            <a:r>
              <a:rPr lang="ko-KR" altLang="en-US" sz="1800">
                <a:solidFill>
                  <a:schemeClr val="tx1"/>
                </a:solidFill>
                <a:latin typeface="+mj-lt"/>
                <a:ea typeface="+mn-ea"/>
              </a:rPr>
              <a:t>팀 금주 주요 내용 </a:t>
            </a:r>
            <a:r>
              <a:rPr lang="en-US" altLang="ko-KR" sz="1800">
                <a:solidFill>
                  <a:schemeClr val="tx1"/>
                </a:solidFill>
                <a:latin typeface="+mj-lt"/>
                <a:ea typeface="+mn-ea"/>
              </a:rPr>
              <a:t>(2/2)</a:t>
            </a:r>
            <a:endParaRPr lang="ko-KR" altLang="en-US" sz="1800">
              <a:solidFill>
                <a:schemeClr val="tx1"/>
              </a:solidFill>
              <a:latin typeface="+mj-lt"/>
              <a:ea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693D0C0-D94B-D08F-2AFD-BDB02EFF95BF}"/>
              </a:ext>
            </a:extLst>
          </p:cNvPr>
          <p:cNvSpPr txBox="1"/>
          <p:nvPr/>
        </p:nvSpPr>
        <p:spPr>
          <a:xfrm>
            <a:off x="76200" y="582044"/>
            <a:ext cx="9829799" cy="629916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rtlCol="0" anchor="t">
            <a:spAutoFit/>
          </a:bodyPr>
          <a:lstStyle/>
          <a:p>
            <a:pPr>
              <a:lnSpc>
                <a:spcPts val="1100"/>
              </a:lnSpc>
              <a:tabLst>
                <a:tab pos="3946525" algn="l"/>
              </a:tabLst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</a:rPr>
              <a:t>[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</a:rPr>
              <a:t>활성화 자동차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</a:rPr>
              <a:t>/ Ess Top</a:t>
            </a:r>
            <a:r>
              <a:rPr lang="ko-KR" altLang="en-US" sz="1000" b="1">
                <a:solidFill>
                  <a:srgbClr val="000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b="1">
                <a:solidFill>
                  <a:srgbClr val="000000"/>
                </a:solidFill>
                <a:latin typeface="Arial Narrow"/>
                <a:ea typeface="LG스마트체 Regular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b="1">
                <a:solidFill>
                  <a:srgbClr val="000000"/>
                </a:solidFill>
                <a:latin typeface="Arial Narrow"/>
                <a:ea typeface="LG스마트체 Regular"/>
              </a:rPr>
              <a:t>–</a:t>
            </a:r>
            <a:r>
              <a:rPr lang="ko-KR" altLang="en-US" sz="1000" b="1">
                <a:solidFill>
                  <a:srgbClr val="000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b="1">
                <a:solidFill>
                  <a:srgbClr val="000000"/>
                </a:solidFill>
                <a:latin typeface="Arial Narrow"/>
                <a:ea typeface="LG스마트체 Regular"/>
              </a:rPr>
              <a:t>EOL </a:t>
            </a:r>
            <a:r>
              <a:rPr lang="ko-KR" altLang="en-US" sz="1000" b="1">
                <a:solidFill>
                  <a:srgbClr val="000000"/>
                </a:solidFill>
                <a:latin typeface="Arial Narrow"/>
                <a:ea typeface="LG스마트체 Regular"/>
              </a:rPr>
              <a:t>절연저항</a:t>
            </a:r>
            <a:r>
              <a:rPr lang="en-US" altLang="ko-KR" sz="1000" b="1">
                <a:solidFill>
                  <a:srgbClr val="000000"/>
                </a:solidFill>
                <a:latin typeface="Arial Narrow"/>
                <a:ea typeface="LG스마트체 Regular"/>
              </a:rPr>
              <a:t>] 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7</a:t>
            </a:r>
            <a:r>
              <a:rPr kumimoji="0" lang="ko-KR" altLang="en-US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불량률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자동차 </a:t>
            </a:r>
            <a:r>
              <a:rPr kumimoji="0" lang="en-US" altLang="ko-KR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0.03% (</a:t>
            </a:r>
            <a:r>
              <a:rPr kumimoji="0" lang="ko-KR" altLang="en-US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▼</a:t>
            </a:r>
            <a:r>
              <a:rPr kumimoji="0" lang="en-US" altLang="ko-KR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0.02%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p)</a:t>
            </a:r>
            <a:r>
              <a:rPr kumimoji="0" lang="en-US" altLang="ko-KR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, ESS-0.08% (</a:t>
            </a:r>
            <a:r>
              <a:rPr kumimoji="0" lang="ko-KR" altLang="en-US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▼</a:t>
            </a:r>
            <a:r>
              <a:rPr kumimoji="0" lang="en-US" altLang="ko-KR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0.43%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p)</a:t>
            </a:r>
            <a:r>
              <a:rPr kumimoji="0" lang="en-US" altLang="ko-KR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▶공정경로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/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인자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분석을 통해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설비 이상 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Parts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개선 활동 중 입니다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.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-. JF1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기준 절연저항 불량이 증가하여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경로 </a:t>
            </a:r>
            <a:r>
              <a:rPr lang="ko-KR" altLang="en-US" sz="1000" kern="0" err="1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분석시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PKG 5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호 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2Lane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생산품 불량률이 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0.63%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로 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1Lane 0.07%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대비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높습니다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. (5/23~6/7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일 생산분 기준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)</a:t>
            </a:r>
            <a:b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   JF1 G07 Lot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음극 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Top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실링 교체 및 리드 필름 조정하여 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EOL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투입 시 불량률 모니터링 예정이며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, E77A </a:t>
            </a:r>
            <a:r>
              <a:rPr lang="ko-KR" altLang="en-US" sz="1000" kern="0" err="1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진공압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FDC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데이터 활용 챔버 </a:t>
            </a:r>
            <a:r>
              <a:rPr lang="ko-KR" altLang="en-US" sz="1000" kern="0" err="1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리크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 의심 개소 점검 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. </a:t>
            </a:r>
          </a:p>
          <a:p>
            <a:pPr>
              <a:lnSpc>
                <a:spcPts val="1100"/>
              </a:lnSpc>
              <a:tabLst>
                <a:tab pos="3946525" algn="l"/>
              </a:tabLst>
              <a:defRPr/>
            </a:pP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-.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절연저항 경로 분석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치수 간 연관성 분석에 대해 분석 용이하도록 분석 체계 구축을 하고 있습니다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. (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진행 중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최종적으로 법인 조치 추천 확인 가능하도록 진행</a:t>
            </a:r>
            <a:r>
              <a:rPr lang="en-US" altLang="ko-KR" sz="1000" kern="0">
                <a:solidFill>
                  <a:srgbClr val="000000"/>
                </a:solidFill>
                <a:latin typeface="Arial Narrow"/>
                <a:ea typeface="LG스마트체 Regular"/>
                <a:cs typeface="Arial"/>
              </a:rPr>
              <a:t>) </a:t>
            </a:r>
            <a:b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b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[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 조기 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Ramp up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을 위한 불량 분석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조치 방안 도출 자동화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]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6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0.13%, 7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(~14)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0.10%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▼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0.03%p)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로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23%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감소하였습니다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전극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~</a:t>
            </a:r>
            <a:r>
              <a:rPr lang="ko-KR" altLang="en-US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라미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 생산 </a:t>
            </a:r>
            <a:r>
              <a:rPr lang="ko-KR" altLang="en-US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경로별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 최적 조합으로 선별 투입 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6/18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일 부터 진행 중이며 지속 </a:t>
            </a:r>
            <a:r>
              <a:rPr lang="ko-KR" altLang="en-US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모니터링토록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하겠습니다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WA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에서 개발한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X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축 불량 조치 진단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에 대해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HD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개발 완료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(7/7)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HD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법인에 공유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설명회 진행 예정입니다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(~7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[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검사기 </a:t>
            </a:r>
            <a:r>
              <a:rPr lang="ko-KR" altLang="en-US" sz="1000" b="1" kern="0" err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과검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유형 모니터링 체계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고도화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]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중간 진행 사항에 대해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CDO</a:t>
            </a:r>
            <a:r>
              <a:rPr lang="ko-KR" altLang="en-US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님께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보고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(7/22)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드렸으며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Comment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사항으로는 현장 적용을 위한 정합성 판단 사례 추가 확보 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</a:p>
          <a:p>
            <a:pPr>
              <a:lnSpc>
                <a:spcPts val="1100"/>
              </a:lnSpc>
              <a:tabLst>
                <a:tab pos="3946525" algn="l"/>
              </a:tabLst>
              <a:defRPr/>
            </a:pP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도출된 파라미터가 악화시키는 방향이 있었는지에 대한 질문을 주셨고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없다고 판단되면 현장에 적용해보는 것을 검토하자는 말씀 있었습니다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) </a:t>
            </a:r>
            <a:b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Rule base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기반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To-do list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의 정확도 향상과 최적 파라미터 도출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해당 최적 파라미터 기준으로 원격 조치까지 되도록 크게 두 단계로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 agent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개발하고 있습니다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  *.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검사기술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Eng’r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업무 효율화 목적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데이터조회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완료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&gt; </a:t>
            </a:r>
            <a:r>
              <a:rPr lang="ko-KR" altLang="en-US" sz="1000" kern="0" err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전처리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완료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&gt;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해석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완료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&gt;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요약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완료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&gt; </a:t>
            </a:r>
            <a:r>
              <a:rPr lang="ko-KR" altLang="en-US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파라미터도출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진행중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&gt;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근거생성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진행중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&gt;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조치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진행중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①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 agent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영역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조치 대상 및 파라 자동 도출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▷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7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완료 목표로 진행 중이며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조치 판단 결과를 수율 개선 업무에 활용하여 운영 예정   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</a:t>
            </a:r>
            <a:r>
              <a:rPr lang="ko-KR" altLang="en-US" sz="1000" kern="0" err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전처리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해석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요약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단계 완료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파라미터 도출 진행 중 입니다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Eng’r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 파라미터 조치를 위해서는 크게 전극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분리막 경계 확인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&gt;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파라미터 값 도출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&gt;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시뮬레이션 과정을 진행합니다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. VM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사양 업그레이드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(VRAM 12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44Gb)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하였고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정확도 향상을 위해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LLM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변경을 완료 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(Qwen3 8B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</a:t>
            </a:r>
            <a:r>
              <a:rPr lang="en-US" altLang="ko-KR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Qwen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3.6 35B 4int) LLM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모델 버전 및 크기 모두 개선되었습니다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</a:p>
          <a:p>
            <a:pPr>
              <a:lnSpc>
                <a:spcPts val="1100"/>
              </a:lnSpc>
              <a:tabLst>
                <a:tab pos="3946525" algn="l"/>
              </a:tabLst>
              <a:defRPr/>
            </a:pP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변경된 모델에 맞춰 프롬프트 최적화 작업을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7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내 완료할 예정입니다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(~7/29)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.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전극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분리막 경계 확인은 로직 개발 완료하였습니다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ML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클러스터링 활용 양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음극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분리막 경계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Detecting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되도록 하였고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경계면이 육안상 뚜렷한 유형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뿐만 아니라 이물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/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경계면 음영과 같은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이상 유형까지 고려하여 경계면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Detect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되도록 </a:t>
            </a:r>
            <a:r>
              <a:rPr lang="ko-KR" altLang="en-US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고도화하였습니다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ML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클러스터링 → 딥러닝 기반으로 전환하여 탐지 성능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시간 개선을 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(7/20)    *.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분석시간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초 →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0.2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초 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파라미터 값 도출 로직 개발 완료하였습니다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경계 확인 로직을 다중으로 진행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위치 별 산포 고려한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GV min / max, Threshold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값 도출되도록 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</a:p>
          <a:p>
            <a:pPr>
              <a:lnSpc>
                <a:spcPts val="1100"/>
              </a:lnSpc>
              <a:tabLst>
                <a:tab pos="3946525" algn="l"/>
              </a:tabLst>
              <a:defRPr/>
            </a:pP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딥러닝 모델을 바탕으로 파라미터 탐색 로직 고도화를 완료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(7/20)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하였으며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도출된 파라미터인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Min GV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와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Max GV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의 범위를 제한하는 조건을 통해 지나치게 데이터 기반으로만 판단되는 경향을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크게 감소시켰습니다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양극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음극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분리막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GV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중앙값 기준으로 설정하여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Min GV, Max GV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의 값을 적절한 구간 내 판별하도록 하였으며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파라미터 탐색 시간을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60%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개선하였습니다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(10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 →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3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파라미터 값 도출 사례 도출을 하였고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AI agent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에서 도출한 최적 </a:t>
            </a:r>
            <a:r>
              <a:rPr lang="ko-KR" altLang="en-US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파라미터값에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대해 검사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Eng’r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공유하여 정합성 검토 중 입니다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>
              <a:lnSpc>
                <a:spcPts val="1100"/>
              </a:lnSpc>
              <a:tabLst>
                <a:tab pos="3946525" algn="l"/>
              </a:tabLst>
              <a:defRPr/>
            </a:pP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정합성 검토 단계로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기존 </a:t>
            </a:r>
            <a:r>
              <a:rPr lang="ko-KR" altLang="en-US" sz="10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과검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발생한 사례를 바탕으로 검사 파라미터 탐색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Test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진행하였으며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오차 범위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3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픽셀 이내로 경계를 정확하게 탐지하는 성능을 확보하였습니다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타당성 확보를 위해 검사기술팀과 논의하며 진행하고 있으며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Eng’r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관점 허용 가능 범위라는 검사기술팀 의견이 있었습니다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②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RPA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영역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조치 원격 자동 수행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▷대표라인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8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내 적용 예정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AI agent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영역과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RPA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영역 간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공유 건 관련하여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제조운영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AX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전략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P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의 검사기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PC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관리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Agent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과제 내 해당 부분 고려하여 진행되도록 하고 있습니다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검사기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PC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관리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Agent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조립 공정 확산 시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중 예상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진행 될 수 있도록 제조운영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AX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전략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P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와 지속 확인하겠습니다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>
                <a:solidFill>
                  <a:srgbClr val="000000"/>
                </a:solidFill>
              </a:rPr>
              <a:t> . </a:t>
            </a:r>
            <a:r>
              <a:rPr lang="ko-KR" altLang="en-US" sz="1000">
                <a:solidFill>
                  <a:srgbClr val="000000"/>
                </a:solidFill>
              </a:rPr>
              <a:t>상기 </a:t>
            </a:r>
            <a:r>
              <a:rPr lang="en-US" altLang="ko-KR" sz="1000">
                <a:solidFill>
                  <a:srgbClr val="000000"/>
                </a:solidFill>
              </a:rPr>
              <a:t>AI agent </a:t>
            </a:r>
            <a:r>
              <a:rPr lang="ko-KR" altLang="en-US" sz="1000">
                <a:solidFill>
                  <a:srgbClr val="000000"/>
                </a:solidFill>
              </a:rPr>
              <a:t>영역과 </a:t>
            </a:r>
            <a:r>
              <a:rPr lang="en-US" altLang="ko-KR" sz="1000">
                <a:solidFill>
                  <a:srgbClr val="000000"/>
                </a:solidFill>
              </a:rPr>
              <a:t>RPA </a:t>
            </a:r>
            <a:r>
              <a:rPr lang="ko-KR" altLang="en-US" sz="1000">
                <a:solidFill>
                  <a:srgbClr val="000000"/>
                </a:solidFill>
              </a:rPr>
              <a:t>영역 간 </a:t>
            </a:r>
            <a:r>
              <a:rPr lang="en-US" altLang="ko-KR" sz="1000">
                <a:solidFill>
                  <a:srgbClr val="000000"/>
                </a:solidFill>
              </a:rPr>
              <a:t>Data </a:t>
            </a:r>
            <a:r>
              <a:rPr lang="ko-KR" altLang="en-US" sz="1000">
                <a:solidFill>
                  <a:srgbClr val="000000"/>
                </a:solidFill>
              </a:rPr>
              <a:t>공유를 검사기 별로 </a:t>
            </a:r>
            <a:r>
              <a:rPr lang="en-US" altLang="ko-KR" sz="1000">
                <a:solidFill>
                  <a:srgbClr val="000000"/>
                </a:solidFill>
              </a:rPr>
              <a:t>Solace </a:t>
            </a:r>
            <a:r>
              <a:rPr lang="ko-KR" altLang="en-US" sz="1000">
                <a:solidFill>
                  <a:srgbClr val="000000"/>
                </a:solidFill>
              </a:rPr>
              <a:t>통신 방식 적용이 필요하여</a:t>
            </a:r>
            <a:r>
              <a:rPr lang="en-US" altLang="ko-KR" sz="1000">
                <a:solidFill>
                  <a:srgbClr val="000000"/>
                </a:solidFill>
              </a:rPr>
              <a:t>,</a:t>
            </a:r>
            <a:r>
              <a:rPr lang="ko-KR" altLang="en-US" sz="1000">
                <a:solidFill>
                  <a:srgbClr val="000000"/>
                </a:solidFill>
              </a:rPr>
              <a:t> 해당 방향에 맞춰 </a:t>
            </a:r>
            <a:r>
              <a:rPr lang="en-US" altLang="ko-KR" sz="1000">
                <a:solidFill>
                  <a:srgbClr val="000000"/>
                </a:solidFill>
              </a:rPr>
              <a:t>RPA</a:t>
            </a:r>
            <a:r>
              <a:rPr lang="ko-KR" altLang="en-US" sz="1000">
                <a:solidFill>
                  <a:srgbClr val="000000"/>
                </a:solidFill>
              </a:rPr>
              <a:t>를 기존 </a:t>
            </a:r>
            <a:r>
              <a:rPr lang="en-US" altLang="ko-KR" sz="1000">
                <a:solidFill>
                  <a:srgbClr val="000000"/>
                </a:solidFill>
              </a:rPr>
              <a:t>NQVM </a:t>
            </a:r>
            <a:r>
              <a:rPr lang="ko-KR" altLang="en-US" sz="1000">
                <a:solidFill>
                  <a:srgbClr val="000000"/>
                </a:solidFill>
              </a:rPr>
              <a:t>중계서버 수행 → 검사기 </a:t>
            </a:r>
            <a:r>
              <a:rPr lang="en-US" altLang="ko-KR" sz="1000">
                <a:solidFill>
                  <a:srgbClr val="000000"/>
                </a:solidFill>
              </a:rPr>
              <a:t>PC </a:t>
            </a:r>
            <a:r>
              <a:rPr lang="ko-KR" altLang="en-US" sz="1000">
                <a:solidFill>
                  <a:srgbClr val="000000"/>
                </a:solidFill>
              </a:rPr>
              <a:t>별 수행으로 변경이 필요하여</a:t>
            </a:r>
            <a:br>
              <a:rPr lang="en-US" altLang="ko-KR" sz="1000">
                <a:solidFill>
                  <a:srgbClr val="000000"/>
                </a:solidFill>
              </a:rPr>
            </a:br>
            <a:r>
              <a:rPr lang="en-US" altLang="ko-KR" sz="1000">
                <a:solidFill>
                  <a:srgbClr val="000000"/>
                </a:solidFill>
              </a:rPr>
              <a:t>   </a:t>
            </a:r>
            <a:r>
              <a:rPr lang="ko-KR" altLang="en-US" sz="1000">
                <a:solidFill>
                  <a:srgbClr val="000000"/>
                </a:solidFill>
              </a:rPr>
              <a:t>코드 수정 중 입니다</a:t>
            </a:r>
            <a:r>
              <a:rPr lang="en-US" altLang="ko-KR" sz="1000">
                <a:solidFill>
                  <a:srgbClr val="000000"/>
                </a:solidFill>
              </a:rPr>
              <a:t>. </a:t>
            </a:r>
            <a:r>
              <a:rPr lang="ko-KR" altLang="en-US" sz="1000">
                <a:solidFill>
                  <a:srgbClr val="000000"/>
                </a:solidFill>
              </a:rPr>
              <a:t>검사기에서 </a:t>
            </a:r>
            <a:r>
              <a:rPr lang="en-US" altLang="ko-KR" sz="1000">
                <a:solidFill>
                  <a:srgbClr val="000000"/>
                </a:solidFill>
              </a:rPr>
              <a:t>RPA </a:t>
            </a:r>
            <a:r>
              <a:rPr lang="ko-KR" altLang="en-US" sz="1000">
                <a:solidFill>
                  <a:srgbClr val="000000"/>
                </a:solidFill>
              </a:rPr>
              <a:t>수행 중 작업자 등 </a:t>
            </a:r>
            <a:r>
              <a:rPr lang="en-US" altLang="ko-KR" sz="1000">
                <a:solidFill>
                  <a:srgbClr val="000000"/>
                </a:solidFill>
              </a:rPr>
              <a:t>PC </a:t>
            </a:r>
            <a:r>
              <a:rPr lang="ko-KR" altLang="en-US" sz="1000">
                <a:solidFill>
                  <a:srgbClr val="000000"/>
                </a:solidFill>
              </a:rPr>
              <a:t>조작 발생시 </a:t>
            </a:r>
            <a:r>
              <a:rPr lang="en-US" altLang="ko-KR" sz="1000">
                <a:solidFill>
                  <a:srgbClr val="000000"/>
                </a:solidFill>
              </a:rPr>
              <a:t>RPA </a:t>
            </a:r>
            <a:r>
              <a:rPr lang="ko-KR" altLang="en-US" sz="1000">
                <a:solidFill>
                  <a:srgbClr val="000000"/>
                </a:solidFill>
              </a:rPr>
              <a:t>오류 발생 가능성이 있어 검사기 </a:t>
            </a:r>
            <a:r>
              <a:rPr lang="en-US" altLang="ko-KR" sz="1000">
                <a:solidFill>
                  <a:srgbClr val="000000"/>
                </a:solidFill>
              </a:rPr>
              <a:t>PC</a:t>
            </a:r>
            <a:r>
              <a:rPr lang="ko-KR" altLang="en-US" sz="1000">
                <a:solidFill>
                  <a:srgbClr val="000000"/>
                </a:solidFill>
              </a:rPr>
              <a:t>에서 </a:t>
            </a:r>
            <a:r>
              <a:rPr lang="en-US" altLang="ko-KR" sz="1000">
                <a:solidFill>
                  <a:srgbClr val="000000"/>
                </a:solidFill>
              </a:rPr>
              <a:t>RPA </a:t>
            </a:r>
            <a:r>
              <a:rPr lang="ko-KR" altLang="en-US" sz="1000">
                <a:solidFill>
                  <a:srgbClr val="000000"/>
                </a:solidFill>
              </a:rPr>
              <a:t>프로그램 동작 상태 모니터링 기능을 개발 중입니다</a:t>
            </a:r>
            <a:r>
              <a:rPr lang="en-US" altLang="ko-KR" sz="1000">
                <a:solidFill>
                  <a:srgbClr val="000000"/>
                </a:solidFill>
              </a:rPr>
              <a:t>.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.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 프로그램 원격 접속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Agent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에서 조치 정보 생성시 자동 변경 코딩 완료하였습니다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동작 정합성 확인을 위한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Log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확보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/>
              <a:t>동작 안정성 확보 목적으로 실행 자동화 및 동작 </a:t>
            </a:r>
            <a:r>
              <a:rPr lang="ko-KR" altLang="en-US" sz="1000" err="1"/>
              <a:t>실패시</a:t>
            </a:r>
            <a:r>
              <a:rPr lang="ko-KR" altLang="en-US" sz="1000"/>
              <a:t> </a:t>
            </a:r>
            <a:r>
              <a:rPr lang="ko-KR" altLang="en-US" sz="1000" err="1"/>
              <a:t>롤백되도록</a:t>
            </a:r>
            <a:br>
              <a:rPr lang="en-US" altLang="ko-KR" sz="1000"/>
            </a:br>
            <a:r>
              <a:rPr lang="en-US" altLang="ko-KR" sz="1000"/>
              <a:t> </a:t>
            </a:r>
            <a:r>
              <a:rPr lang="ko-KR" altLang="en-US" sz="1000"/>
              <a:t>  코딩 완료</a:t>
            </a:r>
            <a:r>
              <a:rPr lang="en-US" altLang="ko-KR" sz="1000"/>
              <a:t>(5/29)</a:t>
            </a:r>
            <a:r>
              <a:rPr lang="ko-KR" altLang="en-US" sz="1000"/>
              <a:t> 하였습니다</a:t>
            </a:r>
            <a:r>
              <a:rPr lang="en-US" altLang="ko-KR" sz="1000"/>
              <a:t>. </a:t>
            </a:r>
            <a:r>
              <a:rPr lang="ko-KR" altLang="en-US" sz="1000"/>
              <a:t>파라미터 값 이력 확보를 목적으로 </a:t>
            </a:r>
            <a:r>
              <a:rPr lang="en-US" altLang="ko-KR" sz="1000"/>
              <a:t>RPA</a:t>
            </a:r>
            <a:r>
              <a:rPr lang="ko-KR" altLang="en-US" sz="1000"/>
              <a:t>가 변경하기 전의 파라미터 값을 저장하는 코딩</a:t>
            </a:r>
            <a:r>
              <a:rPr lang="en-US" altLang="ko-KR" sz="1000"/>
              <a:t> </a:t>
            </a:r>
            <a:r>
              <a:rPr lang="ko-KR" altLang="en-US" sz="1000"/>
              <a:t>완료</a:t>
            </a:r>
            <a:r>
              <a:rPr lang="en-US" altLang="ko-KR" sz="1000"/>
              <a:t>(6/12) </a:t>
            </a:r>
            <a:r>
              <a:rPr lang="ko-KR" altLang="en-US" sz="1000"/>
              <a:t>하였습니다</a:t>
            </a:r>
            <a:r>
              <a:rPr lang="en-US" altLang="ko-KR" sz="1000"/>
              <a:t>. </a:t>
            </a:r>
            <a:r>
              <a:rPr lang="en-US" altLang="ko-KR" sz="1000">
                <a:solidFill>
                  <a:srgbClr val="000000"/>
                </a:solidFill>
              </a:rPr>
              <a:t>Agent </a:t>
            </a:r>
            <a:r>
              <a:rPr lang="ko-KR" altLang="en-US" sz="1000">
                <a:solidFill>
                  <a:srgbClr val="000000"/>
                </a:solidFill>
              </a:rPr>
              <a:t>영역에서 검사기 영역으로 조정 필요사항에</a:t>
            </a:r>
            <a:br>
              <a:rPr lang="en-US" altLang="ko-KR" sz="1000">
                <a:solidFill>
                  <a:srgbClr val="000000"/>
                </a:solidFill>
              </a:rPr>
            </a:br>
            <a:r>
              <a:rPr lang="en-US" altLang="ko-KR" sz="1000">
                <a:solidFill>
                  <a:srgbClr val="000000"/>
                </a:solidFill>
              </a:rPr>
              <a:t>  </a:t>
            </a:r>
            <a:r>
              <a:rPr lang="ko-KR" altLang="en-US" sz="1000">
                <a:solidFill>
                  <a:srgbClr val="000000"/>
                </a:solidFill>
              </a:rPr>
              <a:t> 대한 정보가 넘어오면</a:t>
            </a:r>
            <a:r>
              <a:rPr lang="en-US" altLang="ko-KR" sz="1000">
                <a:solidFill>
                  <a:srgbClr val="000000"/>
                </a:solidFill>
              </a:rPr>
              <a:t>, </a:t>
            </a:r>
            <a:r>
              <a:rPr lang="ko-KR" altLang="en-US" sz="1000">
                <a:solidFill>
                  <a:srgbClr val="000000"/>
                </a:solidFill>
              </a:rPr>
              <a:t>해당 정보를 받고 수행할 수 있도록 </a:t>
            </a:r>
            <a:r>
              <a:rPr lang="en-US" altLang="ko-KR" sz="1000">
                <a:solidFill>
                  <a:srgbClr val="000000"/>
                </a:solidFill>
              </a:rPr>
              <a:t>exe </a:t>
            </a:r>
            <a:r>
              <a:rPr lang="ko-KR" altLang="en-US" sz="1000">
                <a:solidFill>
                  <a:srgbClr val="000000"/>
                </a:solidFill>
              </a:rPr>
              <a:t>파일로 변환하는 작업을 진행하였습니다</a:t>
            </a:r>
            <a:r>
              <a:rPr lang="en-US" altLang="ko-KR" sz="1000">
                <a:solidFill>
                  <a:srgbClr val="000000"/>
                </a:solidFill>
              </a:rPr>
              <a:t>.</a:t>
            </a:r>
            <a:br>
              <a:rPr lang="en-US" altLang="ko-KR" sz="1000">
                <a:solidFill>
                  <a:srgbClr val="000000"/>
                </a:solidFill>
              </a:rPr>
            </a:b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[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공정 개발 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Agent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위한 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분석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]</a:t>
            </a:r>
          </a:p>
          <a:p>
            <a:pPr>
              <a:lnSpc>
                <a:spcPts val="1100"/>
              </a:lnSpc>
              <a:tabLst>
                <a:tab pos="3946525" algn="l"/>
              </a:tabLst>
              <a:defRPr/>
            </a:pP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품질 및 설비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Parameter data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Input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으로 넣으면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Output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으로 최적 품질 조건 도출 가능한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Algorithm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을 개발하여 불량 </a:t>
            </a:r>
            <a:r>
              <a:rPr lang="ko-KR" altLang="en-US" sz="1000" kern="0" err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분석시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활용하고자 합니다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Algorithm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구축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진행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방향은 분석 대상 선정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(R/P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단선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→ 파라 변화 시점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detecting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및 변화시점 기준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Subgroup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생성 →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Subgroup(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즉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설비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Parameter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조건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별 성능 가시화 →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성능 항목 확장입니다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현재 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Subgroup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별 성능 가시화까지 진행하였습니다</a:t>
            </a: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기존에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R/P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단선 항목을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Y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로 선정하였으나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현재 불량률이 높은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NG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마킹 항목으로 변경하여 과제 진행하고자 합니다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NG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마킹 기준으로 기존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Logic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수정 보완 중 입니다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 항목을 설정하면 해당 항목의 불량률이 최저가 되는 인자 범위를 도출하는 로직 개발을 하였습니다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실제 데이터 기준으로 적용하여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NG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마킹 불량 분석 활용을 통해 사례 검토하겠습니다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007CBE29-D203-CE9F-DC45-04D76D50BA0C}"/>
              </a:ext>
            </a:extLst>
          </p:cNvPr>
          <p:cNvSpPr txBox="1">
            <a:spLocks/>
          </p:cNvSpPr>
          <p:nvPr/>
        </p:nvSpPr>
        <p:spPr>
          <a:xfrm>
            <a:off x="7855115" y="94001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최이범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책임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서동민 책임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1BB22A4-C131-F038-43E8-90CD40BA05B9}"/>
              </a:ext>
            </a:extLst>
          </p:cNvPr>
          <p:cNvSpPr txBox="1"/>
          <p:nvPr/>
        </p:nvSpPr>
        <p:spPr>
          <a:xfrm>
            <a:off x="7902430" y="263278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339301352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55115" y="418066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안태규 책임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이찬혁 사원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6863565"/>
              </p:ext>
            </p:extLst>
          </p:nvPr>
        </p:nvGraphicFramePr>
        <p:xfrm>
          <a:off x="125047" y="840841"/>
          <a:ext cx="9644176" cy="582500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54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36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19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대외 사항으로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6/23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법인 주관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CPO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님께 완료 보고 되었습니다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.</a:t>
                      </a: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목표</a:t>
                      </a:r>
                      <a:r>
                        <a:rPr kumimoji="1"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] </a:t>
                      </a: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- </a:t>
                      </a:r>
                      <a:r>
                        <a:rPr kumimoji="1"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(</a:t>
                      </a:r>
                      <a:r>
                        <a:rPr kumimoji="1" lang="ko-KR" altLang="en-US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완료</a:t>
                      </a:r>
                      <a:r>
                        <a:rPr kumimoji="1"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)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라미 위치 과검 불량 개선 통한 위치불량 개선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   : </a:t>
                      </a:r>
                      <a:r>
                        <a:rPr kumimoji="1" lang="ko-KR" altLang="en-US" sz="900" b="1" u="none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과검 유형 자동 분류 및 조치 추천</a:t>
                      </a:r>
                      <a:r>
                        <a:rPr kumimoji="1" lang="en-US" altLang="ko-KR" sz="900" b="1" u="none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ko-KR" altLang="en-US" sz="900" b="1" u="none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전후 비교시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E77A/JF2S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라미위치 과검 추정 유형 평균 불량률 개선전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월 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0.04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→ 개선후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0.0</a:t>
                      </a:r>
                      <a:r>
                        <a:rPr lang="en-US" altLang="ko-KR" sz="900">
                          <a:solidFill>
                            <a:prstClr val="black"/>
                          </a:solidFill>
                          <a:latin typeface="Arial Narrow"/>
                          <a:ea typeface="+mn-ea"/>
                        </a:rPr>
                        <a:t>1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%,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▼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0.03%p</a:t>
                      </a:r>
                      <a:b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* 진행 항목 : AC_X_GV, CUT, SW, Align NG, 전극/분리막 경계면 미감지 과검</a:t>
                      </a:r>
                      <a:b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  미진행 항목(APC 정보 부족) : 전극/분리막 경계면 오감지 과검, 치수 Spec 만족/Spec Out 항목</a:t>
                      </a:r>
                      <a:endParaRPr kumimoji="1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r>
                        <a:rPr kumimoji="1"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목적</a:t>
                      </a:r>
                      <a:r>
                        <a:rPr kumimoji="1"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 </a:t>
                      </a: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치수 불량 검사시 과검 발생을 모니터링하여 발생 직후 조치가능한 환경 구축 및 지속 발생 중인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Cut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의한 불량을 신규 검출 로직을 활용하여 개선하고자 합니다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불량 발생시 과검 유형 분리 및 과검 발생시 조치 항목 제안이 가능하도록 체계 구축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(DAVINCI, APC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시스템 활용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지속 발생 중인 항목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(Cut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과검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대해서는 근본원인 조치 실시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*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現 검출 로직상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Cut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과검 발생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Case : Edge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미검출에 의한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‘0’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검출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이물에 의한 오측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분리막 오염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명암차에 의한 오측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주요 내용 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1] 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치수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불량 중 과검 발생시 빠른 인지 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Process 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구축</a:t>
                      </a:r>
                      <a:br>
                        <a:rPr lang="en-US" altLang="ko-KR" sz="900" b="1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과검 유형 분류 및 발생시 빠른 인지 가능하도록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W/F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구축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과검 항목별 조치사항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Top 1 ~ 5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순으로 작업자 진행하도록 제안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(To-Do List)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구축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To-Do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List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대해 자동 변경 가능한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RPA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체계 구축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 중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주요 내용 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2] Cut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검사 영역 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ROI 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활용 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GV 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측정을 통한 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Cut 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발생 여부 검출 방식 변경</a:t>
                      </a:r>
                      <a:endParaRPr lang="en-US" altLang="ko-KR" sz="900" b="1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Cut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발생 영역의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GV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값 동시 모니터링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– Lami #13-2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호기 대상 모니터링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미배출 항목으로 다른 호기 적용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전체 호기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In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미배출 항목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으로 측정하도록 구현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Cut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발생시 정상 판정여부 모니터링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WF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제작 완료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(~3/20)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및 모니터링 진행 중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(#13-2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호기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)(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b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정상적으로 판정하는 것 확인하여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#13-1, #13-3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호기로 확대 적용 모니터링 중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(4/8)</a:t>
                      </a:r>
                      <a:b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. Cut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검사 항목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ROI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활용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GV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항목으로 변경</a:t>
                      </a:r>
                      <a:b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           - #13-2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호기 변경 진행 중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법인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4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 대상으로 검토</a:t>
                      </a: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주요내용 </a:t>
                      </a:r>
                      <a:r>
                        <a:rPr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3]  APC </a:t>
                      </a:r>
                      <a:r>
                        <a:rPr lang="ko-KR" altLang="en-US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이상감지 알람 활용하여 실시간 인지 가능한 </a:t>
                      </a:r>
                      <a:r>
                        <a:rPr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Process </a:t>
                      </a:r>
                      <a:r>
                        <a:rPr lang="ko-KR" altLang="en-US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구축 진행 중 </a:t>
                      </a:r>
                      <a:r>
                        <a:rPr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(/w </a:t>
                      </a:r>
                      <a:r>
                        <a:rPr lang="ko-KR" altLang="en-US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조립자동보정팀</a:t>
                      </a:r>
                      <a:r>
                        <a:rPr lang="en-US" altLang="ko-KR" sz="900" b="1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. W/F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구축했던 로직 활용하여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이상감지 알람 구축 진행 중</a:t>
                      </a: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제조빅데이터분석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1,2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팀 요건 수립 및 조립자동보정팀 대표호기 검증 및 수평전개 진행 중</a:t>
                      </a: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요건 수립 회의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(4/15),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코드 작성 및 검증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(4/16 ~ 24),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대표호기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 양산 검증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strike="sngStrike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4/27 </a:t>
                      </a:r>
                      <a:r>
                        <a:rPr lang="en-US" altLang="ko-KR" sz="900" strike="noStrike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→ 4/29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모니터링 후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E77A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 수평전개 완료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(5/7)</a:t>
                      </a: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법인 검사기술팀 전담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ISE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알람 확인 후 검사기 실제 과검 여부 확인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조치 하는 방식으로 진행 중이며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사례 누적해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BP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사례집 제작 중입니다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(5/7~)</a:t>
                      </a:r>
                    </a:p>
                    <a:p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법인 공정 및 검사기술팀 추가 수정 요청 사항에 대해 개발 수정하여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E77A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수평전개 완료하였고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(5/27)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모니터링 시 이상 없습니다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>
                        <a:lnSpc>
                          <a:spcPts val="1100"/>
                        </a:lnSpc>
                        <a:defRPr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Normal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전 라인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APC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알람 기능은 개발 완료 되었으나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해당 기능 적용시 예측 모델도 동시 적용되는 구조로 되어 있습니다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>
                        <a:lnSpc>
                          <a:spcPts val="1100"/>
                        </a:lnSpc>
                        <a:defRPr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현재 예측 모델 기능 검증 필요로 완료 시점인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7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월 중 적용 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수정 요청 사항 </a:t>
                      </a:r>
                      <a:r>
                        <a:rPr lang="en-US" altLang="ko-KR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: 1) </a:t>
                      </a:r>
                      <a:r>
                        <a:rPr lang="ko-KR" altLang="en-US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카톡</a:t>
                      </a:r>
                      <a:r>
                        <a:rPr lang="en-US" altLang="ko-KR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엔솔 메신저 알람가도록 적용 </a:t>
                      </a:r>
                      <a:r>
                        <a:rPr lang="en-US" altLang="ko-KR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2) </a:t>
                      </a:r>
                      <a:r>
                        <a:rPr lang="ko-KR" altLang="en-US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최근 검사시간</a:t>
                      </a:r>
                      <a:r>
                        <a:rPr lang="en-US" altLang="ko-KR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+CellID </a:t>
                      </a:r>
                      <a:r>
                        <a:rPr lang="ko-KR" altLang="en-US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포함되도록 알람 수정 </a:t>
                      </a:r>
                      <a:r>
                        <a:rPr lang="en-US" altLang="ko-KR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3) </a:t>
                      </a:r>
                      <a:r>
                        <a:rPr lang="ko-KR" altLang="en-US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알람 발생 로직 고도화</a:t>
                      </a:r>
                      <a:r>
                        <a:rPr lang="en-US" altLang="ko-KR" sz="900" kern="0">
                          <a:solidFill>
                            <a:srgbClr val="0066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kumimoji="1" lang="en-US" altLang="ko-KR" sz="900" kern="0">
                        <a:solidFill>
                          <a:srgbClr val="00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6/23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안태규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48946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전사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DX_24]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검사기 과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오검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6/24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EFD6A9A-D564-0526-1891-27AF81FD02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0123998"/>
              </p:ext>
            </p:extLst>
          </p:nvPr>
        </p:nvGraphicFramePr>
        <p:xfrm>
          <a:off x="5733476" y="197005"/>
          <a:ext cx="2046288" cy="525780"/>
        </p:xfrm>
        <a:graphic>
          <a:graphicData uri="http://schemas.openxmlformats.org/drawingml/2006/table">
            <a:tbl>
              <a:tblPr/>
              <a:tblGrid>
                <a:gridCol w="460375">
                  <a:extLst>
                    <a:ext uri="{9D8B030D-6E8A-4147-A177-3AD203B41FA5}">
                      <a16:colId xmlns:a16="http://schemas.microsoft.com/office/drawing/2014/main" val="3310733443"/>
                    </a:ext>
                  </a:extLst>
                </a:gridCol>
                <a:gridCol w="239713">
                  <a:extLst>
                    <a:ext uri="{9D8B030D-6E8A-4147-A177-3AD203B41FA5}">
                      <a16:colId xmlns:a16="http://schemas.microsoft.com/office/drawing/2014/main" val="3841879987"/>
                    </a:ext>
                  </a:extLst>
                </a:gridCol>
                <a:gridCol w="1346200">
                  <a:extLst>
                    <a:ext uri="{9D8B030D-6E8A-4147-A177-3AD203B41FA5}">
                      <a16:colId xmlns:a16="http://schemas.microsoft.com/office/drawing/2014/main" val="631565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768154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완료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)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⑤ 현장 적용 및 활용 중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8142306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진척 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완료 후 활용 중 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03590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완료 후 활용 중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37377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749654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박형식 선임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4250327"/>
              </p:ext>
            </p:extLst>
          </p:nvPr>
        </p:nvGraphicFramePr>
        <p:xfrm>
          <a:off x="125047" y="840841"/>
          <a:ext cx="9644176" cy="549541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54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36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1019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외관 불량 분류 및 주기성 판별 모델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13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금주 핵심 내용은 모델 학습을 위한 데이터 수집입니다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목표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ESWA 5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동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13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라인 스태킹 모노세파 외관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0.58%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0.2%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Eng’r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모노셀 하부 비전 외관 불량을 판별하는 과정을 외관 불량 분류 모델이 대신하도록 하여 분석 시간을 줄이고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외관 불량 유형을 세분화하여 불량 현상 파악을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용이하게 하고자 합니다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주요 내용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일정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(Pase1)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외관 불량 분류 모델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고도화</a:t>
                      </a: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&gt;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분류 모델 구현</a:t>
                      </a: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분류 모델 코드 구축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‘26.02.27(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))</a:t>
                      </a: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이미지 전처리 코드 구축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 ’26.03.20(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)) </a:t>
                      </a: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분류 모델 학습 코드 구축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 ’26.04.10(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)) </a:t>
                      </a: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&gt;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학습 데이터 수집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유형별 학습 이미지 수집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(Pase2)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주기성 불량 판별 모델 개발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 사항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‘26.02.27(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이미지 기반 분류 모델 코드 구축을 완료했습니다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1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차적으로 분류할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26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가지 불량 유형을 선정하였습니다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추후 논의를 통해 분류할 유형을 조정하도록 하겠습니다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(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유형 예시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모서리 오염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모서리 접힘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모서리 주름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모서리 음영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장변 오염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장변 접힘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장변 찢김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장변 주름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장변 실링 자국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단변 오염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 롤러 눌림 자국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분리막 들뜸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PET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및 미스매치 기인 눌림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분리막 주름 기인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쓸림 불량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Error Proofing,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분리막 눌림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전극 가루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실오라기 등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이미지 유형 기준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35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가지 중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18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 유형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(51%)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수집 완료되었습니다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(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이미지 유형 기준은 불량 유형을 이미지 분류 모델 학습에 용이하게 세분화된 유형입니다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.)</a:t>
                      </a:r>
                    </a:p>
                    <a:p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‘26.03.20(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금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이미지 전처리 코드 구축 완료하였습니다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추후 사용 이미지에 맞게 파라미터 조정 작업 진행하도록 하겠습니다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‘26.04.10(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금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분류 모델 학습 코드 구축 완료하였습니다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추후 수집된 이미지를 바탕으로 조정 및 학습 작업 진행하도록 하겠습니다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‘26.05.15(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금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까지 분류 모델 학습 완료 및 자동화 구축 완료하도록 하겠습니다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</a:txBody>
                  <a:tcPr marL="36000" marR="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분류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모델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개발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(~ 4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박형식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45181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전사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DX_31]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모노셀 하부 비전 오염 현상 분석을 통한 오염원 추적 방법 개선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4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/28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18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B4C3B67-062E-A43E-3B1A-2FE535688D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934860"/>
              </p:ext>
            </p:extLst>
          </p:nvPr>
        </p:nvGraphicFramePr>
        <p:xfrm>
          <a:off x="6110109" y="192368"/>
          <a:ext cx="2043113" cy="525780"/>
        </p:xfrm>
        <a:graphic>
          <a:graphicData uri="http://schemas.openxmlformats.org/drawingml/2006/table">
            <a:tbl>
              <a:tblPr/>
              <a:tblGrid>
                <a:gridCol w="460375">
                  <a:extLst>
                    <a:ext uri="{9D8B030D-6E8A-4147-A177-3AD203B41FA5}">
                      <a16:colId xmlns:a16="http://schemas.microsoft.com/office/drawing/2014/main" val="3310733443"/>
                    </a:ext>
                  </a:extLst>
                </a:gridCol>
                <a:gridCol w="239713">
                  <a:extLst>
                    <a:ext uri="{9D8B030D-6E8A-4147-A177-3AD203B41FA5}">
                      <a16:colId xmlns:a16="http://schemas.microsoft.com/office/drawing/2014/main" val="3841879987"/>
                    </a:ext>
                  </a:extLst>
                </a:gridCol>
                <a:gridCol w="1343025">
                  <a:extLst>
                    <a:ext uri="{9D8B030D-6E8A-4147-A177-3AD203B41FA5}">
                      <a16:colId xmlns:a16="http://schemas.microsoft.com/office/drawing/2014/main" val="631565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768154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③ 개발 및 구현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8142306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진척 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분류 모델 학습 코드 구축 완료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03590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분류 모델 코드 구축 중 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37377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014941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159922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232FA73B-2699-745D-BECA-D134B5E4CE28}"/>
              </a:ext>
            </a:extLst>
          </p:cNvPr>
          <p:cNvSpPr txBox="1">
            <a:spLocks/>
          </p:cNvSpPr>
          <p:nvPr/>
        </p:nvSpPr>
        <p:spPr>
          <a:xfrm>
            <a:off x="8435401" y="418066"/>
            <a:ext cx="130163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최이범</a:t>
            </a:r>
            <a:r>
              <a:rPr lang="en-US" altLang="ko-KR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서동민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F4AD222-410F-D567-CC89-3D34E933499E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graphicFrame>
        <p:nvGraphicFramePr>
          <p:cNvPr id="8" name="표 1">
            <a:extLst>
              <a:ext uri="{FF2B5EF4-FFF2-40B4-BE49-F238E27FC236}">
                <a16:creationId xmlns:a16="http://schemas.microsoft.com/office/drawing/2014/main" id="{D7007598-164F-9E44-A8E6-E27244A84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8243133"/>
              </p:ext>
            </p:extLst>
          </p:nvPr>
        </p:nvGraphicFramePr>
        <p:xfrm>
          <a:off x="125047" y="840841"/>
          <a:ext cx="9644176" cy="589612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 및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물동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line</a:t>
                      </a:r>
                    </a:p>
                  </a:txBody>
                  <a:tcPr marL="6273" marR="0" marT="62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최이범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pic>
        <p:nvPicPr>
          <p:cNvPr id="3" name="그림 2">
            <a:extLst>
              <a:ext uri="{FF2B5EF4-FFF2-40B4-BE49-F238E27FC236}">
                <a16:creationId xmlns:a16="http://schemas.microsoft.com/office/drawing/2014/main" id="{37D6444B-6442-F5D6-0206-E7E4EB00C8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66193" y="1299032"/>
            <a:ext cx="7657259" cy="52546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333288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66521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모델별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점유율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232FA73B-2699-745D-BECA-D134B5E4CE28}"/>
              </a:ext>
            </a:extLst>
          </p:cNvPr>
          <p:cNvSpPr txBox="1">
            <a:spLocks/>
          </p:cNvSpPr>
          <p:nvPr/>
        </p:nvSpPr>
        <p:spPr>
          <a:xfrm>
            <a:off x="8435401" y="418066"/>
            <a:ext cx="130163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최이범</a:t>
            </a:r>
            <a:r>
              <a:rPr lang="en-US" altLang="ko-KR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서동민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F4AD222-410F-D567-CC89-3D34E933499E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6/24(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graphicFrame>
        <p:nvGraphicFramePr>
          <p:cNvPr id="8" name="표 1">
            <a:extLst>
              <a:ext uri="{FF2B5EF4-FFF2-40B4-BE49-F238E27FC236}">
                <a16:creationId xmlns:a16="http://schemas.microsoft.com/office/drawing/2014/main" id="{D7007598-164F-9E44-A8E6-E27244A849E6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1"/>
          <a:ext cx="9644176" cy="589612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 및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물동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line</a:t>
                      </a:r>
                    </a:p>
                  </a:txBody>
                  <a:tcPr marL="6273" marR="0" marT="62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ESWA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셀 수율 및 불량 현황 입니다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(4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~4/14) *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단위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%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최이범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AA1614D-4BE3-284E-EE3B-C8BF1F6E2A6B}"/>
              </a:ext>
            </a:extLst>
          </p:cNvPr>
          <p:cNvGraphicFramePr>
            <a:graphicFrameLocks noGrp="1"/>
          </p:cNvGraphicFramePr>
          <p:nvPr/>
        </p:nvGraphicFramePr>
        <p:xfrm>
          <a:off x="1461246" y="1631576"/>
          <a:ext cx="7611037" cy="4706978"/>
        </p:xfrm>
        <a:graphic>
          <a:graphicData uri="http://schemas.openxmlformats.org/drawingml/2006/table">
            <a:tbl>
              <a:tblPr/>
              <a:tblGrid>
                <a:gridCol w="358885">
                  <a:extLst>
                    <a:ext uri="{9D8B030D-6E8A-4147-A177-3AD203B41FA5}">
                      <a16:colId xmlns:a16="http://schemas.microsoft.com/office/drawing/2014/main" val="1079068233"/>
                    </a:ext>
                  </a:extLst>
                </a:gridCol>
                <a:gridCol w="118511">
                  <a:extLst>
                    <a:ext uri="{9D8B030D-6E8A-4147-A177-3AD203B41FA5}">
                      <a16:colId xmlns:a16="http://schemas.microsoft.com/office/drawing/2014/main" val="1597367932"/>
                    </a:ext>
                  </a:extLst>
                </a:gridCol>
                <a:gridCol w="118511">
                  <a:extLst>
                    <a:ext uri="{9D8B030D-6E8A-4147-A177-3AD203B41FA5}">
                      <a16:colId xmlns:a16="http://schemas.microsoft.com/office/drawing/2014/main" val="3773698934"/>
                    </a:ext>
                  </a:extLst>
                </a:gridCol>
                <a:gridCol w="667030">
                  <a:extLst>
                    <a:ext uri="{9D8B030D-6E8A-4147-A177-3AD203B41FA5}">
                      <a16:colId xmlns:a16="http://schemas.microsoft.com/office/drawing/2014/main" val="2116208721"/>
                    </a:ext>
                  </a:extLst>
                </a:gridCol>
                <a:gridCol w="270697">
                  <a:extLst>
                    <a:ext uri="{9D8B030D-6E8A-4147-A177-3AD203B41FA5}">
                      <a16:colId xmlns:a16="http://schemas.microsoft.com/office/drawing/2014/main" val="1178527852"/>
                    </a:ext>
                  </a:extLst>
                </a:gridCol>
                <a:gridCol w="254691">
                  <a:extLst>
                    <a:ext uri="{9D8B030D-6E8A-4147-A177-3AD203B41FA5}">
                      <a16:colId xmlns:a16="http://schemas.microsoft.com/office/drawing/2014/main" val="442675196"/>
                    </a:ext>
                  </a:extLst>
                </a:gridCol>
                <a:gridCol w="479613">
                  <a:extLst>
                    <a:ext uri="{9D8B030D-6E8A-4147-A177-3AD203B41FA5}">
                      <a16:colId xmlns:a16="http://schemas.microsoft.com/office/drawing/2014/main" val="1151271233"/>
                    </a:ext>
                  </a:extLst>
                </a:gridCol>
                <a:gridCol w="631088">
                  <a:extLst>
                    <a:ext uri="{9D8B030D-6E8A-4147-A177-3AD203B41FA5}">
                      <a16:colId xmlns:a16="http://schemas.microsoft.com/office/drawing/2014/main" val="1456131560"/>
                    </a:ext>
                  </a:extLst>
                </a:gridCol>
                <a:gridCol w="3646931">
                  <a:extLst>
                    <a:ext uri="{9D8B030D-6E8A-4147-A177-3AD203B41FA5}">
                      <a16:colId xmlns:a16="http://schemas.microsoft.com/office/drawing/2014/main" val="2431617038"/>
                    </a:ext>
                  </a:extLst>
                </a:gridCol>
                <a:gridCol w="535851">
                  <a:extLst>
                    <a:ext uri="{9D8B030D-6E8A-4147-A177-3AD203B41FA5}">
                      <a16:colId xmlns:a16="http://schemas.microsoft.com/office/drawing/2014/main" val="2484040701"/>
                    </a:ext>
                  </a:extLst>
                </a:gridCol>
                <a:gridCol w="529229">
                  <a:extLst>
                    <a:ext uri="{9D8B030D-6E8A-4147-A177-3AD203B41FA5}">
                      <a16:colId xmlns:a16="http://schemas.microsoft.com/office/drawing/2014/main" val="2798883415"/>
                    </a:ext>
                  </a:extLst>
                </a:gridCol>
              </a:tblGrid>
              <a:tr h="272624">
                <a:tc rowSpan="2" gridSpan="4">
                  <a:txBody>
                    <a:bodyPr/>
                    <a:lstStyle/>
                    <a:p>
                      <a:pPr algn="ctr" fontAlgn="b"/>
                      <a:endParaRPr lang="ko-KR" altLang="en-US" sz="900" b="1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fontAlgn="b"/>
                      <a:endParaRPr lang="ko-KR" altLang="en-US" sz="900" b="1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년 간 누적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당 월 누적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공정 별 </a:t>
                      </a:r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Top3 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불량 유형 </a:t>
                      </a:r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(3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j-ea"/>
                          <a:cs typeface="+mn-cs"/>
                        </a:rPr>
                        <a:t>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j-ea"/>
                          <a:cs typeface="+mn-cs"/>
                        </a:rPr>
                        <a:t>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j-ea"/>
                          <a:cs typeface="+mn-cs"/>
                        </a:rPr>
                        <a:t>)</a:t>
                      </a:r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주간 누적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7883741"/>
                  </a:ext>
                </a:extLst>
              </a:tr>
              <a:tr h="347414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목표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목표</a:t>
                      </a:r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(4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월</a:t>
                      </a:r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)</a:t>
                      </a:r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실적</a:t>
                      </a:r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(4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월</a:t>
                      </a:r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)</a:t>
                      </a:r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전주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(3/30~4/5)</a:t>
                      </a:r>
                      <a:endParaRPr lang="ko-KR" altLang="en-US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당주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(4/6~4/12)</a:t>
                      </a:r>
                      <a:endParaRPr lang="ko-KR" altLang="en-US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284375"/>
                  </a:ext>
                </a:extLst>
              </a:tr>
              <a:tr h="185770">
                <a:tc rowSpan="11">
                  <a:txBody>
                    <a:bodyPr/>
                    <a:lstStyle/>
                    <a:p>
                      <a:pPr algn="l" fontAlgn="b"/>
                      <a:r>
                        <a:rPr lang="ko-KR" altLang="en-US" sz="900" b="1" i="0" u="none" strike="noStrike">
                          <a:effectLst/>
                          <a:latin typeface="+mj-lt"/>
                          <a:ea typeface="+mj-ea"/>
                        </a:rPr>
                        <a:t>자동차</a:t>
                      </a:r>
                      <a:endParaRPr lang="en-US" altLang="ko-KR" sz="900" b="1" i="0" u="none" strike="noStrike"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b"/>
                      <a:r>
                        <a:rPr lang="en-US" altLang="ko-KR" sz="900" b="1" i="0" u="none" strike="noStrike">
                          <a:effectLst/>
                          <a:latin typeface="+mj-lt"/>
                          <a:ea typeface="+mj-ea"/>
                        </a:rPr>
                        <a:t>Total</a:t>
                      </a:r>
                      <a:endParaRPr lang="ko-KR" altLang="en-US" sz="900" b="1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95.8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96.1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▷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96.8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474017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1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97.5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97.4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34674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98.8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98.8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마킹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0.40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0.38 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위치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0.29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0.25 /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공정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Loss 0.14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56819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폴딩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스태킹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98.9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모노세파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0.44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0.43 /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쇼트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0.14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0.14 /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스택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NG 0.09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0.07 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7233268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패키지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99.8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99.8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로스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0.01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0.05 / (-)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세파 손상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0.03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0.04 / (+)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탭 스크랩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0.01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0.04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9445411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1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98.6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8360883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1st Formation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Q 0.22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0.25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4580240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DGS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100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100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외관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NC 0.02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0.01 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7569953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2nd Formation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99.8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Q 0.03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0.03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4594784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Grading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E 0.24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0.29 / L 0.10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0.08</a:t>
                      </a:r>
                      <a:endParaRPr lang="pt-B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9929433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EOL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98.8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리드 외관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0.10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0.14 / </a:t>
                      </a:r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덴트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스크래치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0.16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0.10 /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치수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비전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0.02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640195"/>
                  </a:ext>
                </a:extLst>
              </a:tr>
              <a:tr h="185770">
                <a:tc rowSpan="11">
                  <a:txBody>
                    <a:bodyPr/>
                    <a:lstStyle/>
                    <a:p>
                      <a:pPr algn="l" fontAlgn="b"/>
                      <a:r>
                        <a:rPr lang="en-US" altLang="ko-KR" sz="900" b="1" i="0" u="none" strike="noStrike">
                          <a:effectLst/>
                          <a:latin typeface="+mj-lt"/>
                          <a:ea typeface="+mj-ea"/>
                        </a:rPr>
                        <a:t>ESS </a:t>
                      </a:r>
                    </a:p>
                    <a:p>
                      <a:pPr algn="l" fontAlgn="b"/>
                      <a:r>
                        <a:rPr lang="en-US" altLang="ko-KR" sz="900" b="1" i="0" u="none" strike="noStrike">
                          <a:effectLst/>
                          <a:latin typeface="+mj-lt"/>
                          <a:ea typeface="+mj-ea"/>
                        </a:rPr>
                        <a:t>Total</a:t>
                      </a:r>
                      <a:endParaRPr lang="ko-KR" altLang="en-US" sz="900" b="1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95.0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▷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94.6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94.7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94.6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4016346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1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96.0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1821046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97.8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97.9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마킹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1.05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0.91 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위치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0.41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0.39 /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연결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0.22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0.22 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018597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스태킹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98.6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99.0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쇼트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0.44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0.31 /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모노세파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0.45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0.28 /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공정로스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0.22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0.16 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020330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패키지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99.5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99.5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전공정로스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0.15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0.18 / </a:t>
                      </a:r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포밍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0.10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0.11 / </a:t>
                      </a:r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덴트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0.09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0.09 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318717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b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1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99.0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97.9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16650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l" fontAlgn="b"/>
                      <a:r>
                        <a:rPr lang="ko-KR" altLang="en-US" sz="900" b="0" i="0" u="none" strike="noStrike"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1st Formation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99.3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99.3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99.6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Q 0.56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0.34 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186141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DGS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99.8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외관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NC 0.07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0.05 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2705889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2nd Formation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99.8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Q 0.21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0.31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1915116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Grading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99.9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99.8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E 0.11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0.16 / L 0.12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0.08 </a:t>
                      </a:r>
                      <a:endParaRPr lang="pl-PL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2710583"/>
                  </a:ext>
                </a:extLst>
              </a:tr>
              <a:tr h="185770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0" i="0" u="none" strike="noStrike"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EOL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99.5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99.2 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100.4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덴트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스크래치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0.36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0.40 / IR 0.22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0.19 /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리드 외관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0.17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▷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0.08 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99.5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023579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4E839989-163B-EA28-1588-B74C1D49C8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1265" y="1233162"/>
            <a:ext cx="7631017" cy="52493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092317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55115" y="418066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김희재 선임</a:t>
            </a:r>
            <a:r>
              <a:rPr lang="en-US" altLang="ko-KR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이찬혁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2759966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daily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분석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 조치 사항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분석당 개선효과가 클 것으로 예상되는 자동차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E72B, E81B, H5.5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모델 위주로 위치불량 분석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라미 공정 위치 불량 현상 근본 분석 진행 통한 위치불량 개선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위치불량률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자동차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0.23%, ESS 0.32% (~7/21)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Daily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단선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재밍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06276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 위치 불량 분석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 sz="1100">
                <a:solidFill>
                  <a:srgbClr val="000000"/>
                </a:solidFill>
                <a:latin typeface="Arial Narrow"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EE32A04-2541-0F75-562F-064BB5AB0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8817968"/>
              </p:ext>
            </p:extLst>
          </p:nvPr>
        </p:nvGraphicFramePr>
        <p:xfrm>
          <a:off x="10334976" y="2329787"/>
          <a:ext cx="3291251" cy="3373416"/>
        </p:xfrm>
        <a:graphic>
          <a:graphicData uri="http://schemas.openxmlformats.org/drawingml/2006/table">
            <a:tbl>
              <a:tblPr/>
              <a:tblGrid>
                <a:gridCol w="478095">
                  <a:extLst>
                    <a:ext uri="{9D8B030D-6E8A-4147-A177-3AD203B41FA5}">
                      <a16:colId xmlns:a16="http://schemas.microsoft.com/office/drawing/2014/main" val="1378890043"/>
                    </a:ext>
                  </a:extLst>
                </a:gridCol>
                <a:gridCol w="478095">
                  <a:extLst>
                    <a:ext uri="{9D8B030D-6E8A-4147-A177-3AD203B41FA5}">
                      <a16:colId xmlns:a16="http://schemas.microsoft.com/office/drawing/2014/main" val="2835162277"/>
                    </a:ext>
                  </a:extLst>
                </a:gridCol>
                <a:gridCol w="478095">
                  <a:extLst>
                    <a:ext uri="{9D8B030D-6E8A-4147-A177-3AD203B41FA5}">
                      <a16:colId xmlns:a16="http://schemas.microsoft.com/office/drawing/2014/main" val="501144540"/>
                    </a:ext>
                  </a:extLst>
                </a:gridCol>
                <a:gridCol w="479654">
                  <a:extLst>
                    <a:ext uri="{9D8B030D-6E8A-4147-A177-3AD203B41FA5}">
                      <a16:colId xmlns:a16="http://schemas.microsoft.com/office/drawing/2014/main" val="4266883554"/>
                    </a:ext>
                  </a:extLst>
                </a:gridCol>
                <a:gridCol w="298500">
                  <a:extLst>
                    <a:ext uri="{9D8B030D-6E8A-4147-A177-3AD203B41FA5}">
                      <a16:colId xmlns:a16="http://schemas.microsoft.com/office/drawing/2014/main" val="1172943306"/>
                    </a:ext>
                  </a:extLst>
                </a:gridCol>
                <a:gridCol w="390156">
                  <a:extLst>
                    <a:ext uri="{9D8B030D-6E8A-4147-A177-3AD203B41FA5}">
                      <a16:colId xmlns:a16="http://schemas.microsoft.com/office/drawing/2014/main" val="1369802060"/>
                    </a:ext>
                  </a:extLst>
                </a:gridCol>
                <a:gridCol w="298500">
                  <a:extLst>
                    <a:ext uri="{9D8B030D-6E8A-4147-A177-3AD203B41FA5}">
                      <a16:colId xmlns:a16="http://schemas.microsoft.com/office/drawing/2014/main" val="3895436083"/>
                    </a:ext>
                  </a:extLst>
                </a:gridCol>
                <a:gridCol w="390156">
                  <a:extLst>
                    <a:ext uri="{9D8B030D-6E8A-4147-A177-3AD203B41FA5}">
                      <a16:colId xmlns:a16="http://schemas.microsoft.com/office/drawing/2014/main" val="3842347688"/>
                    </a:ext>
                  </a:extLst>
                </a:gridCol>
              </a:tblGrid>
              <a:tr h="187412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 유형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Step1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Step2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Step3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 ~6/22)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233640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불량비중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불량비중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636849"/>
                  </a:ext>
                </a:extLst>
              </a:tr>
              <a:tr h="187412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0.40%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0.36%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7524260"/>
                  </a:ext>
                </a:extLst>
              </a:tr>
              <a:tr h="187412">
                <a:tc rowSpan="1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검사기 과검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7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C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7521136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재료교체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B8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7442772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합치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696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B9C7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807080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파이널컷팅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B8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B8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799564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소계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0.11%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27%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22%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7677221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재료교체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양극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696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696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6867149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음극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B9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B9C7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682778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분리막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8CD7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B8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3564489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등속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08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1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2028322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정지 후 가동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3C77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ECF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9048284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소계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0.15%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37%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0.15%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42%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8938761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Tab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A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B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956305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X&amp;Y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축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기타 등등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B947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BE7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8049048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SW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B8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4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4468290"/>
                  </a:ext>
                </a:extLst>
              </a:tr>
              <a:tr h="1874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Sepa Mismatch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3D07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0.02%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3DE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79484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CCFB9EB-8F6B-911B-1510-D63409542993}"/>
              </a:ext>
            </a:extLst>
          </p:cNvPr>
          <p:cNvSpPr txBox="1"/>
          <p:nvPr/>
        </p:nvSpPr>
        <p:spPr>
          <a:xfrm>
            <a:off x="14033866" y="5397346"/>
            <a:ext cx="49143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Y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축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재료교체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양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/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음극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,</a:t>
            </a:r>
            <a:r>
              <a:rPr lang="ko-KR" altLang="en-US" sz="800" err="1">
                <a:solidFill>
                  <a:srgbClr val="000000"/>
                </a:solidFill>
                <a:latin typeface="Arial Narrow"/>
                <a:ea typeface="LG스마트체 Regular"/>
              </a:rPr>
              <a:t>분리막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) : </a:t>
            </a:r>
            <a:b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</a:b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-.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비전 치수 항목 간 계산하여 단차 정량화 및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EPC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자동보정 검토 중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(w./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조립자동보정팀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)</a:t>
            </a:r>
            <a:endParaRPr lang="ko-KR" altLang="en-US" sz="800">
              <a:solidFill>
                <a:srgbClr val="000000"/>
              </a:solidFill>
              <a:latin typeface="Arial Narrow"/>
              <a:ea typeface="LG스마트체 Regular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64F99B0-EB09-CA48-F3B8-6CA3672DBDF4}"/>
              </a:ext>
            </a:extLst>
          </p:cNvPr>
          <p:cNvSpPr txBox="1"/>
          <p:nvPr/>
        </p:nvSpPr>
        <p:spPr>
          <a:xfrm>
            <a:off x="13920734" y="2379283"/>
            <a:ext cx="3872783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X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축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합치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파이널 커팅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, Tab, SW)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:</a:t>
            </a:r>
            <a:b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</a:b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-. Data pattern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기반 분석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/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조치 추천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완료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) *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자동차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Long, Normal, ESS</a:t>
            </a:r>
            <a:b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</a:b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 :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불량 발생 시점 확인 필요한 검사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/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설비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Data trend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에 대해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Sameness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관점 </a:t>
            </a:r>
            <a:b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</a:b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   Best vs Worst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설비간 비교되도록 고도화 하였습니다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.</a:t>
            </a:r>
            <a:b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</a:b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  *.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기 보고 대비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update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사항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설비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FDC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연계 반영 및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Daily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자동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Reporting(HTML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형식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) </a:t>
            </a:r>
          </a:p>
          <a:p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  </a:t>
            </a:r>
          </a:p>
          <a:p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-. (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준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)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실시간 모니터링 체계 구축 및 활용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진행 중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~6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월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) </a:t>
            </a:r>
          </a:p>
          <a:p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   Image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치수 정량화를 하여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현 시점에서 불량이 유효한지 판단 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/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활용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(Gap, </a:t>
            </a:r>
            <a:r>
              <a:rPr lang="ko-KR" altLang="en-US" sz="800" err="1">
                <a:solidFill>
                  <a:srgbClr val="000000"/>
                </a:solidFill>
                <a:latin typeface="Arial Narrow"/>
                <a:ea typeface="LG스마트체 Regular"/>
              </a:rPr>
              <a:t>탭접힘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 등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/>
              </a:rPr>
              <a:t>) </a:t>
            </a:r>
            <a:r>
              <a:rPr lang="ko-KR" altLang="en-US" sz="800">
                <a:solidFill>
                  <a:srgbClr val="000000"/>
                </a:solidFill>
                <a:latin typeface="Arial Narrow"/>
                <a:ea typeface="LG스마트체 Regular"/>
              </a:rPr>
              <a:t> </a:t>
            </a: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F51A40F8-7691-90B9-C635-02F57431B460}"/>
              </a:ext>
            </a:extLst>
          </p:cNvPr>
          <p:cNvSpPr/>
          <p:nvPr/>
        </p:nvSpPr>
        <p:spPr>
          <a:xfrm>
            <a:off x="13740281" y="5491404"/>
            <a:ext cx="180000" cy="180000"/>
          </a:xfrm>
          <a:prstGeom prst="ellipse">
            <a:avLst/>
          </a:prstGeom>
          <a:solidFill>
            <a:srgbClr val="156A9C"/>
          </a:solidFill>
          <a:ln w="6350" cap="flat" cmpd="sng" algn="ctr">
            <a:solidFill>
              <a:srgbClr val="0000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8CC17CD7-79E5-BB3A-F4B2-D6E64B18EC7B}"/>
              </a:ext>
            </a:extLst>
          </p:cNvPr>
          <p:cNvSpPr/>
          <p:nvPr/>
        </p:nvSpPr>
        <p:spPr>
          <a:xfrm>
            <a:off x="13736705" y="2417383"/>
            <a:ext cx="180000" cy="180000"/>
          </a:xfrm>
          <a:prstGeom prst="ellipse">
            <a:avLst/>
          </a:prstGeom>
          <a:solidFill>
            <a:srgbClr val="156A9C"/>
          </a:solidFill>
          <a:ln w="6350" cap="flat" cmpd="sng" algn="ctr">
            <a:solidFill>
              <a:srgbClr val="0000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F2823E6-36C7-2393-7A47-4C8176A1F3C8}"/>
              </a:ext>
            </a:extLst>
          </p:cNvPr>
          <p:cNvSpPr txBox="1"/>
          <p:nvPr/>
        </p:nvSpPr>
        <p:spPr>
          <a:xfrm>
            <a:off x="14033866" y="5638173"/>
            <a:ext cx="49143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*. </a:t>
            </a:r>
            <a:r>
              <a:rPr lang="ko-KR" altLang="en-US" sz="800" err="1">
                <a:solidFill>
                  <a:srgbClr val="006600"/>
                </a:solidFill>
                <a:latin typeface="Arial Narrow"/>
                <a:ea typeface="LG스마트체 Regular"/>
              </a:rPr>
              <a:t>전공정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노칭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)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영향도 확인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Case :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 Regular"/>
              </a:rPr>
              <a:t>양극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 Regular"/>
              </a:rPr>
              <a:t>Cutting Height Detecting </a:t>
            </a:r>
            <a:endParaRPr lang="ko-KR" altLang="en-US" sz="800">
              <a:solidFill>
                <a:srgbClr val="006600"/>
              </a:solidFill>
              <a:latin typeface="Arial Narrow"/>
              <a:ea typeface="LG스마트체 Regular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3D6B616-DA5A-2276-47CF-3745CF9DA8A1}"/>
              </a:ext>
            </a:extLst>
          </p:cNvPr>
          <p:cNvSpPr/>
          <p:nvPr/>
        </p:nvSpPr>
        <p:spPr>
          <a:xfrm>
            <a:off x="10773266" y="3352152"/>
            <a:ext cx="180000" cy="180000"/>
          </a:xfrm>
          <a:prstGeom prst="ellipse">
            <a:avLst/>
          </a:prstGeom>
          <a:solidFill>
            <a:srgbClr val="156A9C"/>
          </a:solidFill>
          <a:ln w="6350" cap="flat" cmpd="sng" algn="ctr">
            <a:solidFill>
              <a:srgbClr val="0000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EA332CFA-D4CE-16A5-61F8-427F7B4A498E}"/>
              </a:ext>
            </a:extLst>
          </p:cNvPr>
          <p:cNvSpPr/>
          <p:nvPr/>
        </p:nvSpPr>
        <p:spPr>
          <a:xfrm>
            <a:off x="10773266" y="4942827"/>
            <a:ext cx="180000" cy="180000"/>
          </a:xfrm>
          <a:prstGeom prst="ellipse">
            <a:avLst/>
          </a:prstGeom>
          <a:solidFill>
            <a:srgbClr val="156A9C"/>
          </a:solidFill>
          <a:ln w="6350" cap="flat" cmpd="sng" algn="ctr">
            <a:solidFill>
              <a:srgbClr val="0000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A41E677C-43A9-6A3D-D01E-C5F7DCA3DB20}"/>
              </a:ext>
            </a:extLst>
          </p:cNvPr>
          <p:cNvSpPr/>
          <p:nvPr/>
        </p:nvSpPr>
        <p:spPr>
          <a:xfrm>
            <a:off x="10773266" y="5353698"/>
            <a:ext cx="180000" cy="180000"/>
          </a:xfrm>
          <a:prstGeom prst="ellipse">
            <a:avLst/>
          </a:prstGeom>
          <a:solidFill>
            <a:srgbClr val="156A9C"/>
          </a:solidFill>
          <a:ln w="6350" cap="flat" cmpd="sng" algn="ctr">
            <a:solidFill>
              <a:srgbClr val="0000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651EFC7-9FE5-6415-9632-3F111CD42601}"/>
              </a:ext>
            </a:extLst>
          </p:cNvPr>
          <p:cNvSpPr/>
          <p:nvPr/>
        </p:nvSpPr>
        <p:spPr>
          <a:xfrm>
            <a:off x="11268566" y="3836495"/>
            <a:ext cx="180000" cy="180000"/>
          </a:xfrm>
          <a:prstGeom prst="ellipse">
            <a:avLst/>
          </a:prstGeom>
          <a:solidFill>
            <a:srgbClr val="156A9C"/>
          </a:solidFill>
          <a:ln w="6350" cap="flat" cmpd="sng" algn="ctr">
            <a:solidFill>
              <a:srgbClr val="0000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0F82B5CC-D8FB-4F42-3219-8D7F7F40F2CF}"/>
              </a:ext>
            </a:extLst>
          </p:cNvPr>
          <p:cNvGrpSpPr/>
          <p:nvPr/>
        </p:nvGrpSpPr>
        <p:grpSpPr>
          <a:xfrm>
            <a:off x="13699265" y="5845926"/>
            <a:ext cx="4284230" cy="193441"/>
            <a:chOff x="4868773" y="5864529"/>
            <a:chExt cx="4284230" cy="193441"/>
          </a:xfrm>
        </p:grpSpPr>
        <p:sp>
          <p:nvSpPr>
            <p:cNvPr id="18" name="Rectangle 2">
              <a:extLst>
                <a:ext uri="{FF2B5EF4-FFF2-40B4-BE49-F238E27FC236}">
                  <a16:creationId xmlns:a16="http://schemas.microsoft.com/office/drawing/2014/main" id="{98411B42-F8B1-8D16-423C-9FFAA9FB9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773" y="5864529"/>
              <a:ext cx="4284230" cy="1934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28316" tIns="28316" rIns="28316" bIns="28316" anchor="ctr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R="0" lvl="0" indent="0" defTabSz="914400" fontAlgn="auto" latinLnBrk="1">
                <a:lnSpc>
                  <a:spcPct val="12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[        ] “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검사기 </a:t>
              </a:r>
              <a:r>
                <a:rPr lang="ko-KR" altLang="en-US" sz="800" err="1">
                  <a:solidFill>
                    <a:prstClr val="black"/>
                  </a:solidFill>
                  <a:latin typeface="Arial Narrow"/>
                  <a:ea typeface="LG스마트체 Regular"/>
                </a:rPr>
                <a:t>과검</a:t>
              </a: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”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 </a:t>
              </a: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/ “Y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축 등속</a:t>
              </a: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”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 </a:t>
              </a: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/ “Y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축 정지 후 가동</a:t>
              </a: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”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은 기 개선</a:t>
              </a: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Point 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적용으로 </a:t>
              </a: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 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관리 및 유지 중에 있습니다</a:t>
              </a:r>
              <a:r>
                <a:rPr lang="en-US" altLang="ko-KR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. </a:t>
              </a:r>
              <a:r>
                <a:rPr lang="ko-KR" altLang="en-US" sz="800">
                  <a:solidFill>
                    <a:prstClr val="black"/>
                  </a:solidFill>
                  <a:latin typeface="Arial Narrow"/>
                  <a:ea typeface="LG스마트체 Regular"/>
                </a:rPr>
                <a:t> </a:t>
              </a:r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3BC23423-75C3-51CD-FEF1-E951D692A20E}"/>
                </a:ext>
              </a:extLst>
            </p:cNvPr>
            <p:cNvSpPr/>
            <p:nvPr/>
          </p:nvSpPr>
          <p:spPr>
            <a:xfrm>
              <a:off x="4956890" y="5922193"/>
              <a:ext cx="97970" cy="78114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6350" cap="flat" cmpd="sng" algn="ctr">
              <a:solidFill>
                <a:schemeClr val="accent1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0BEEC1A3-CEA7-CBE8-D55A-46EDFADD82E4}"/>
              </a:ext>
            </a:extLst>
          </p:cNvPr>
          <p:cNvSpPr/>
          <p:nvPr/>
        </p:nvSpPr>
        <p:spPr>
          <a:xfrm>
            <a:off x="10785209" y="2912408"/>
            <a:ext cx="179999" cy="1800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6350" cap="flat" cmpd="sng" algn="ctr">
            <a:solidFill>
              <a:schemeClr val="accent1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F81FD9E-97E0-1A18-C2EE-4DC475E82FBB}"/>
              </a:ext>
            </a:extLst>
          </p:cNvPr>
          <p:cNvSpPr/>
          <p:nvPr/>
        </p:nvSpPr>
        <p:spPr>
          <a:xfrm>
            <a:off x="11268566" y="4367047"/>
            <a:ext cx="179999" cy="1800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6350" cap="flat" cmpd="sng" algn="ctr">
            <a:solidFill>
              <a:schemeClr val="accent1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5F6D1FC-A9CA-EEE3-5B7B-BF3A91151B17}"/>
              </a:ext>
            </a:extLst>
          </p:cNvPr>
          <p:cNvSpPr/>
          <p:nvPr/>
        </p:nvSpPr>
        <p:spPr>
          <a:xfrm>
            <a:off x="11268566" y="4590659"/>
            <a:ext cx="179999" cy="1800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6350" cap="flat" cmpd="sng" algn="ctr">
            <a:solidFill>
              <a:schemeClr val="accent1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16B591-7810-8316-7FC4-2B8333A42899}"/>
              </a:ext>
            </a:extLst>
          </p:cNvPr>
          <p:cNvSpPr txBox="1"/>
          <p:nvPr/>
        </p:nvSpPr>
        <p:spPr>
          <a:xfrm>
            <a:off x="1566628" y="2987121"/>
            <a:ext cx="506801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kern="0">
                <a:solidFill>
                  <a:srgbClr val="006600"/>
                </a:solidFill>
              </a:rPr>
              <a:t>위치불량 연관 </a:t>
            </a:r>
            <a:r>
              <a:rPr lang="en-US" altLang="ko-KR" sz="800" kern="0">
                <a:solidFill>
                  <a:srgbClr val="006600"/>
                </a:solidFill>
              </a:rPr>
              <a:t>= </a:t>
            </a:r>
            <a:r>
              <a:rPr lang="ko-KR" altLang="en-US" sz="800" kern="0">
                <a:solidFill>
                  <a:srgbClr val="006600"/>
                </a:solidFill>
              </a:rPr>
              <a:t>세파 미스매치 불량 </a:t>
            </a:r>
            <a:r>
              <a:rPr lang="en-US" altLang="ko-KR" sz="800" kern="0">
                <a:solidFill>
                  <a:srgbClr val="006600"/>
                </a:solidFill>
              </a:rPr>
              <a:t>+ </a:t>
            </a:r>
            <a:r>
              <a:rPr lang="ko-KR" altLang="en-US" sz="800" kern="0">
                <a:solidFill>
                  <a:srgbClr val="006600"/>
                </a:solidFill>
              </a:rPr>
              <a:t>탭 폭 불량 </a:t>
            </a:r>
            <a:r>
              <a:rPr lang="en-US" altLang="ko-KR" sz="800" kern="0">
                <a:solidFill>
                  <a:srgbClr val="006600"/>
                </a:solidFill>
              </a:rPr>
              <a:t>+ SW </a:t>
            </a:r>
            <a:r>
              <a:rPr lang="ko-KR" altLang="en-US" sz="800" kern="0">
                <a:solidFill>
                  <a:srgbClr val="006600"/>
                </a:solidFill>
              </a:rPr>
              <a:t>불량 </a:t>
            </a:r>
            <a:r>
              <a:rPr lang="en-US" altLang="ko-KR" sz="800" kern="0">
                <a:solidFill>
                  <a:srgbClr val="006600"/>
                </a:solidFill>
              </a:rPr>
              <a:t>+ LSSS(</a:t>
            </a:r>
            <a:r>
              <a:rPr lang="ko-KR" altLang="en-US" sz="800" kern="0" err="1">
                <a:solidFill>
                  <a:srgbClr val="006600"/>
                </a:solidFill>
              </a:rPr>
              <a:t>장변실링</a:t>
            </a:r>
            <a:r>
              <a:rPr lang="en-US" altLang="ko-KR" sz="800" kern="0">
                <a:solidFill>
                  <a:srgbClr val="006600"/>
                </a:solidFill>
              </a:rPr>
              <a:t>) </a:t>
            </a:r>
            <a:r>
              <a:rPr lang="ko-KR" altLang="en-US" sz="800" kern="0">
                <a:solidFill>
                  <a:srgbClr val="006600"/>
                </a:solidFill>
              </a:rPr>
              <a:t>불량</a:t>
            </a:r>
            <a:r>
              <a:rPr lang="en-US" altLang="ko-KR" sz="800" kern="0">
                <a:solidFill>
                  <a:srgbClr val="006600"/>
                </a:solidFill>
              </a:rPr>
              <a:t> </a:t>
            </a:r>
            <a:endParaRPr lang="ko-KR" altLang="en-US" sz="800" kern="0">
              <a:solidFill>
                <a:srgbClr val="006600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76B66CB-AF9A-F9D5-E579-4EE72385654E}"/>
              </a:ext>
            </a:extLst>
          </p:cNvPr>
          <p:cNvSpPr txBox="1"/>
          <p:nvPr/>
        </p:nvSpPr>
        <p:spPr>
          <a:xfrm>
            <a:off x="13935050" y="3644654"/>
            <a:ext cx="4953000" cy="7848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900">
                <a:solidFill>
                  <a:srgbClr val="006600"/>
                </a:solidFill>
              </a:rPr>
              <a:t>6/21</a:t>
            </a:r>
          </a:p>
          <a:p>
            <a:r>
              <a:rPr lang="en-US" altLang="ko-KR" sz="900">
                <a:solidFill>
                  <a:srgbClr val="006600"/>
                </a:solidFill>
              </a:rPr>
              <a:t>• 14-1 </a:t>
            </a:r>
            <a:r>
              <a:rPr lang="ko-KR" altLang="en-US" sz="900">
                <a:solidFill>
                  <a:srgbClr val="006600"/>
                </a:solidFill>
              </a:rPr>
              <a:t>합치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 </a:t>
            </a:r>
            <a:r>
              <a:rPr lang="ko-KR" altLang="en-US" sz="900" err="1">
                <a:solidFill>
                  <a:srgbClr val="006600"/>
                </a:solidFill>
              </a:rPr>
              <a:t>정위치</a:t>
            </a:r>
            <a:r>
              <a:rPr lang="ko-KR" altLang="en-US" sz="900">
                <a:solidFill>
                  <a:srgbClr val="006600"/>
                </a:solidFill>
              </a:rPr>
              <a:t> 완료</a:t>
            </a:r>
          </a:p>
          <a:p>
            <a:r>
              <a:rPr lang="en-US" altLang="ko-KR" sz="900">
                <a:solidFill>
                  <a:srgbClr val="006600"/>
                </a:solidFill>
              </a:rPr>
              <a:t>• 14-3 </a:t>
            </a:r>
            <a:r>
              <a:rPr lang="ko-KR" altLang="en-US" sz="900" err="1">
                <a:solidFill>
                  <a:srgbClr val="006600"/>
                </a:solidFill>
              </a:rPr>
              <a:t>얼라인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 하부 </a:t>
            </a:r>
            <a:r>
              <a:rPr lang="ko-KR" altLang="en-US" sz="900" err="1">
                <a:solidFill>
                  <a:srgbClr val="006600"/>
                </a:solidFill>
              </a:rPr>
              <a:t>정위치</a:t>
            </a:r>
            <a:r>
              <a:rPr lang="ko-KR" altLang="en-US" sz="900">
                <a:solidFill>
                  <a:srgbClr val="006600"/>
                </a:solidFill>
              </a:rPr>
              <a:t> 완료</a:t>
            </a:r>
          </a:p>
          <a:p>
            <a:r>
              <a:rPr lang="en-US" altLang="ko-KR" sz="900">
                <a:solidFill>
                  <a:srgbClr val="006600"/>
                </a:solidFill>
              </a:rPr>
              <a:t>• 20-2 </a:t>
            </a:r>
            <a:r>
              <a:rPr lang="ko-KR" altLang="en-US" sz="900" err="1">
                <a:solidFill>
                  <a:srgbClr val="006600"/>
                </a:solidFill>
              </a:rPr>
              <a:t>얼라인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 </a:t>
            </a:r>
            <a:r>
              <a:rPr lang="ko-KR" altLang="en-US" sz="900" err="1">
                <a:solidFill>
                  <a:srgbClr val="006600"/>
                </a:solidFill>
              </a:rPr>
              <a:t>정위치</a:t>
            </a:r>
            <a:r>
              <a:rPr lang="ko-KR" altLang="en-US" sz="900">
                <a:solidFill>
                  <a:srgbClr val="006600"/>
                </a:solidFill>
              </a:rPr>
              <a:t> 완료</a:t>
            </a:r>
          </a:p>
          <a:p>
            <a:r>
              <a:rPr lang="en-US" altLang="ko-KR" sz="900">
                <a:solidFill>
                  <a:srgbClr val="006600"/>
                </a:solidFill>
              </a:rPr>
              <a:t>• 21-3 </a:t>
            </a:r>
            <a:r>
              <a:rPr lang="ko-KR" altLang="en-US" sz="900">
                <a:solidFill>
                  <a:srgbClr val="006600"/>
                </a:solidFill>
              </a:rPr>
              <a:t>합치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 하부 </a:t>
            </a:r>
            <a:r>
              <a:rPr lang="ko-KR" altLang="en-US" sz="900" err="1">
                <a:solidFill>
                  <a:srgbClr val="006600"/>
                </a:solidFill>
              </a:rPr>
              <a:t>정위치</a:t>
            </a:r>
            <a:r>
              <a:rPr lang="ko-KR" altLang="en-US" sz="900">
                <a:solidFill>
                  <a:srgbClr val="006600"/>
                </a:solidFill>
              </a:rPr>
              <a:t> 완료</a:t>
            </a:r>
            <a:r>
              <a:rPr lang="en-US" altLang="ko-KR" sz="900">
                <a:solidFill>
                  <a:srgbClr val="006600"/>
                </a:solidFill>
              </a:rPr>
              <a:t>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7A3EBB5-0A09-133E-264A-7B0DDE19207E}"/>
              </a:ext>
            </a:extLst>
          </p:cNvPr>
          <p:cNvSpPr txBox="1"/>
          <p:nvPr/>
        </p:nvSpPr>
        <p:spPr>
          <a:xfrm>
            <a:off x="13830281" y="4431421"/>
            <a:ext cx="3485043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900">
                <a:solidFill>
                  <a:srgbClr val="006600"/>
                </a:solidFill>
              </a:rPr>
              <a:t> 6/22</a:t>
            </a:r>
          </a:p>
          <a:p>
            <a:r>
              <a:rPr lang="en-US" altLang="ko-KR" sz="900">
                <a:solidFill>
                  <a:srgbClr val="006600"/>
                </a:solidFill>
              </a:rPr>
              <a:t>- 13-3 </a:t>
            </a:r>
            <a:r>
              <a:rPr lang="ko-KR" altLang="en-US" sz="900" err="1">
                <a:solidFill>
                  <a:srgbClr val="006600"/>
                </a:solidFill>
              </a:rPr>
              <a:t>얼라인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 하부 </a:t>
            </a:r>
            <a:r>
              <a:rPr lang="ko-KR" altLang="en-US" sz="900" err="1">
                <a:solidFill>
                  <a:srgbClr val="006600"/>
                </a:solidFill>
              </a:rPr>
              <a:t>정위치</a:t>
            </a:r>
            <a:r>
              <a:rPr lang="ko-KR" altLang="en-US" sz="900">
                <a:solidFill>
                  <a:srgbClr val="006600"/>
                </a:solidFill>
              </a:rPr>
              <a:t> 완료</a:t>
            </a:r>
          </a:p>
          <a:p>
            <a:r>
              <a:rPr lang="en-US" altLang="ko-KR" sz="900">
                <a:solidFill>
                  <a:srgbClr val="006600"/>
                </a:solidFill>
              </a:rPr>
              <a:t>- 14-2 </a:t>
            </a:r>
            <a:r>
              <a:rPr lang="ko-KR" altLang="en-US" sz="900">
                <a:solidFill>
                  <a:srgbClr val="006600"/>
                </a:solidFill>
              </a:rPr>
              <a:t>합치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 상부 장착 완료</a:t>
            </a:r>
          </a:p>
          <a:p>
            <a:r>
              <a:rPr lang="en-US" altLang="ko-KR" sz="900">
                <a:solidFill>
                  <a:srgbClr val="006600"/>
                </a:solidFill>
              </a:rPr>
              <a:t>- 21-2 </a:t>
            </a:r>
            <a:r>
              <a:rPr lang="ko-KR" altLang="en-US" sz="900" err="1">
                <a:solidFill>
                  <a:srgbClr val="006600"/>
                </a:solidFill>
              </a:rPr>
              <a:t>얼라인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 상부 </a:t>
            </a:r>
            <a:r>
              <a:rPr lang="ko-KR" altLang="en-US" sz="900" err="1">
                <a:solidFill>
                  <a:srgbClr val="006600"/>
                </a:solidFill>
              </a:rPr>
              <a:t>정위치</a:t>
            </a:r>
            <a:r>
              <a:rPr lang="ko-KR" altLang="en-US" sz="900">
                <a:solidFill>
                  <a:srgbClr val="006600"/>
                </a:solidFill>
              </a:rPr>
              <a:t> 완료</a:t>
            </a:r>
            <a:endParaRPr lang="en-US" altLang="ko-KR" sz="900">
              <a:solidFill>
                <a:srgbClr val="006600"/>
              </a:solidFill>
            </a:endParaRPr>
          </a:p>
          <a:p>
            <a:r>
              <a:rPr lang="en-US" altLang="ko-KR" sz="900">
                <a:solidFill>
                  <a:srgbClr val="006600"/>
                </a:solidFill>
              </a:rPr>
              <a:t>-10-1 </a:t>
            </a:r>
            <a:r>
              <a:rPr lang="ko-KR" altLang="en-US" sz="900">
                <a:solidFill>
                  <a:srgbClr val="006600"/>
                </a:solidFill>
              </a:rPr>
              <a:t>합치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 상부 </a:t>
            </a:r>
            <a:r>
              <a:rPr lang="ko-KR" altLang="en-US" sz="900" err="1">
                <a:solidFill>
                  <a:srgbClr val="006600"/>
                </a:solidFill>
              </a:rPr>
              <a:t>정위치</a:t>
            </a:r>
            <a:r>
              <a:rPr lang="ko-KR" altLang="en-US" sz="900">
                <a:solidFill>
                  <a:srgbClr val="006600"/>
                </a:solidFill>
              </a:rPr>
              <a:t> 완료</a:t>
            </a:r>
            <a:r>
              <a:rPr lang="en-US" altLang="ko-KR" sz="900">
                <a:solidFill>
                  <a:srgbClr val="006600"/>
                </a:solidFill>
              </a:rPr>
              <a:t>.</a:t>
            </a:r>
          </a:p>
          <a:p>
            <a:r>
              <a:rPr lang="en-US" altLang="ko-KR" sz="900">
                <a:solidFill>
                  <a:srgbClr val="006600"/>
                </a:solidFill>
              </a:rPr>
              <a:t>-10-3 </a:t>
            </a:r>
            <a:r>
              <a:rPr lang="ko-KR" altLang="en-US" sz="900" err="1">
                <a:solidFill>
                  <a:srgbClr val="006600"/>
                </a:solidFill>
              </a:rPr>
              <a:t>얼라인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MC </a:t>
            </a:r>
            <a:r>
              <a:rPr lang="ko-KR" altLang="en-US" sz="900" err="1">
                <a:solidFill>
                  <a:srgbClr val="006600"/>
                </a:solidFill>
              </a:rPr>
              <a:t>가접롤러</a:t>
            </a:r>
            <a:r>
              <a:rPr lang="ko-KR" altLang="en-US" sz="900">
                <a:solidFill>
                  <a:srgbClr val="006600"/>
                </a:solidFill>
              </a:rPr>
              <a:t> 이물방지커버 상부 </a:t>
            </a:r>
            <a:r>
              <a:rPr lang="ko-KR" altLang="en-US" sz="900" err="1">
                <a:solidFill>
                  <a:srgbClr val="006600"/>
                </a:solidFill>
              </a:rPr>
              <a:t>정위치</a:t>
            </a:r>
            <a:r>
              <a:rPr lang="ko-KR" altLang="en-US" sz="900">
                <a:solidFill>
                  <a:srgbClr val="006600"/>
                </a:solidFill>
              </a:rPr>
              <a:t> 완료</a:t>
            </a:r>
            <a:r>
              <a:rPr lang="en-US" altLang="ko-KR" sz="900">
                <a:solidFill>
                  <a:srgbClr val="006600"/>
                </a:solidFill>
              </a:rPr>
              <a:t>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8C84109-C88C-C992-AB98-171121FDA23A}"/>
              </a:ext>
            </a:extLst>
          </p:cNvPr>
          <p:cNvSpPr txBox="1"/>
          <p:nvPr/>
        </p:nvSpPr>
        <p:spPr>
          <a:xfrm>
            <a:off x="13885352" y="3490178"/>
            <a:ext cx="4953000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</a:pPr>
            <a:r>
              <a:rPr lang="ko-KR" altLang="en-US" sz="900">
                <a:solidFill>
                  <a:srgbClr val="000000"/>
                </a:solidFill>
                <a:ea typeface="LG스마트체 Regular"/>
                <a:cs typeface="Arial"/>
              </a:rPr>
              <a:t>법인에서 합치 주요 불량 원인인 </a:t>
            </a:r>
            <a:r>
              <a:rPr lang="ko-KR" altLang="en-US" sz="900" err="1">
                <a:solidFill>
                  <a:srgbClr val="000000"/>
                </a:solidFill>
                <a:ea typeface="LG스마트체 Regular"/>
                <a:cs typeface="Arial"/>
              </a:rPr>
              <a:t>가접롤</a:t>
            </a:r>
            <a:r>
              <a:rPr lang="ko-KR" altLang="en-US" sz="900">
                <a:solidFill>
                  <a:srgbClr val="000000"/>
                </a:solidFill>
                <a:ea typeface="LG스마트체 Regular"/>
                <a:cs typeface="Arial"/>
              </a:rPr>
              <a:t> 갭 세팅 정합화 진행 하였습니다</a:t>
            </a:r>
            <a:r>
              <a:rPr lang="en-US" altLang="ko-KR" sz="900">
                <a:solidFill>
                  <a:srgbClr val="000000"/>
                </a:solidFill>
                <a:ea typeface="LG스마트체 Regular"/>
                <a:cs typeface="Arial"/>
              </a:rPr>
              <a:t>.</a:t>
            </a: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6EDE4A1A-B617-B221-5F5C-252B3217BD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176035"/>
              </p:ext>
            </p:extLst>
          </p:nvPr>
        </p:nvGraphicFramePr>
        <p:xfrm>
          <a:off x="1566628" y="1907287"/>
          <a:ext cx="4331836" cy="1079834"/>
        </p:xfrm>
        <a:graphic>
          <a:graphicData uri="http://schemas.openxmlformats.org/drawingml/2006/table">
            <a:tbl>
              <a:tblPr/>
              <a:tblGrid>
                <a:gridCol w="411106">
                  <a:extLst>
                    <a:ext uri="{9D8B030D-6E8A-4147-A177-3AD203B41FA5}">
                      <a16:colId xmlns:a16="http://schemas.microsoft.com/office/drawing/2014/main" val="847444726"/>
                    </a:ext>
                  </a:extLst>
                </a:gridCol>
                <a:gridCol w="631882">
                  <a:extLst>
                    <a:ext uri="{9D8B030D-6E8A-4147-A177-3AD203B41FA5}">
                      <a16:colId xmlns:a16="http://schemas.microsoft.com/office/drawing/2014/main" val="833284355"/>
                    </a:ext>
                  </a:extLst>
                </a:gridCol>
                <a:gridCol w="411106">
                  <a:extLst>
                    <a:ext uri="{9D8B030D-6E8A-4147-A177-3AD203B41FA5}">
                      <a16:colId xmlns:a16="http://schemas.microsoft.com/office/drawing/2014/main" val="366469826"/>
                    </a:ext>
                  </a:extLst>
                </a:gridCol>
                <a:gridCol w="411106">
                  <a:extLst>
                    <a:ext uri="{9D8B030D-6E8A-4147-A177-3AD203B41FA5}">
                      <a16:colId xmlns:a16="http://schemas.microsoft.com/office/drawing/2014/main" val="3498171302"/>
                    </a:ext>
                  </a:extLst>
                </a:gridCol>
                <a:gridCol w="411106">
                  <a:extLst>
                    <a:ext uri="{9D8B030D-6E8A-4147-A177-3AD203B41FA5}">
                      <a16:colId xmlns:a16="http://schemas.microsoft.com/office/drawing/2014/main" val="3981600287"/>
                    </a:ext>
                  </a:extLst>
                </a:gridCol>
                <a:gridCol w="411106">
                  <a:extLst>
                    <a:ext uri="{9D8B030D-6E8A-4147-A177-3AD203B41FA5}">
                      <a16:colId xmlns:a16="http://schemas.microsoft.com/office/drawing/2014/main" val="2762104239"/>
                    </a:ext>
                  </a:extLst>
                </a:gridCol>
                <a:gridCol w="411106">
                  <a:extLst>
                    <a:ext uri="{9D8B030D-6E8A-4147-A177-3AD203B41FA5}">
                      <a16:colId xmlns:a16="http://schemas.microsoft.com/office/drawing/2014/main" val="486718063"/>
                    </a:ext>
                  </a:extLst>
                </a:gridCol>
                <a:gridCol w="411106">
                  <a:extLst>
                    <a:ext uri="{9D8B030D-6E8A-4147-A177-3AD203B41FA5}">
                      <a16:colId xmlns:a16="http://schemas.microsoft.com/office/drawing/2014/main" val="3813379850"/>
                    </a:ext>
                  </a:extLst>
                </a:gridCol>
                <a:gridCol w="411106">
                  <a:extLst>
                    <a:ext uri="{9D8B030D-6E8A-4147-A177-3AD203B41FA5}">
                      <a16:colId xmlns:a16="http://schemas.microsoft.com/office/drawing/2014/main" val="3923856567"/>
                    </a:ext>
                  </a:extLst>
                </a:gridCol>
                <a:gridCol w="411106">
                  <a:extLst>
                    <a:ext uri="{9D8B030D-6E8A-4147-A177-3AD203B41FA5}">
                      <a16:colId xmlns:a16="http://schemas.microsoft.com/office/drawing/2014/main" val="585436150"/>
                    </a:ext>
                  </a:extLst>
                </a:gridCol>
              </a:tblGrid>
              <a:tr h="154262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누적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973190"/>
                  </a:ext>
                </a:extLst>
              </a:tr>
              <a:tr h="15426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자동차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98.8%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98.8%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98.8%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98.8%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3964410"/>
                  </a:ext>
                </a:extLst>
              </a:tr>
              <a:tr h="1542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0.28%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0.27%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0.26%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6216621"/>
                  </a:ext>
                </a:extLst>
              </a:tr>
              <a:tr h="1542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 연관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0.11%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0.12%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0.12%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0.12%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0.12%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66523"/>
                  </a:ext>
                </a:extLst>
              </a:tr>
              <a:tr h="15426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97.7%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98.1%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98.2%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98.5%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98.1%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5721051"/>
                  </a:ext>
                </a:extLst>
              </a:tr>
              <a:tr h="1542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0.41%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0.38%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0.35%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0.32%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6354294"/>
                  </a:ext>
                </a:extLst>
              </a:tr>
              <a:tr h="1542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 연관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0.26%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0.21%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0.25%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8675368"/>
                  </a:ext>
                </a:extLst>
              </a:tr>
            </a:tbl>
          </a:graphicData>
        </a:graphic>
      </p:graphicFrame>
      <p:sp>
        <p:nvSpPr>
          <p:cNvPr id="31" name="TextBox 30">
            <a:extLst>
              <a:ext uri="{FF2B5EF4-FFF2-40B4-BE49-F238E27FC236}">
                <a16:creationId xmlns:a16="http://schemas.microsoft.com/office/drawing/2014/main" id="{1C3FE50F-F8F1-BD6E-8706-EB506DCDC78A}"/>
              </a:ext>
            </a:extLst>
          </p:cNvPr>
          <p:cNvSpPr txBox="1"/>
          <p:nvPr/>
        </p:nvSpPr>
        <p:spPr>
          <a:xfrm>
            <a:off x="5007890" y="1660065"/>
            <a:ext cx="50924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>
                <a:solidFill>
                  <a:srgbClr val="006600"/>
                </a:solidFill>
              </a:rPr>
              <a:t>~7/21</a:t>
            </a:r>
            <a:endParaRPr lang="ko-KR" altLang="en-US" sz="1050">
              <a:solidFill>
                <a:srgbClr val="00660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854E312-F7A0-BBD0-830D-FB69DAB3BFB5}"/>
              </a:ext>
            </a:extLst>
          </p:cNvPr>
          <p:cNvSpPr txBox="1"/>
          <p:nvPr/>
        </p:nvSpPr>
        <p:spPr>
          <a:xfrm>
            <a:off x="1396135" y="3309348"/>
            <a:ext cx="73045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7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월 </a:t>
            </a:r>
            <a:r>
              <a:rPr lang="ko-KR" altLang="en-US" sz="900" err="1">
                <a:solidFill>
                  <a:srgbClr val="000000"/>
                </a:solidFill>
                <a:latin typeface="Arial Narrow"/>
                <a:ea typeface="LG스마트체 Regular"/>
              </a:rPr>
              <a:t>위치불량률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 자동차 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0.23% 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중  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E77A (0.07%) 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→ 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H5.5A (0.04%) 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→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E128A (0.03%) 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순이며</a:t>
            </a:r>
            <a:endParaRPr lang="en-US" altLang="ko-KR" sz="900">
              <a:solidFill>
                <a:srgbClr val="000000"/>
              </a:solidFill>
              <a:latin typeface="Arial Narrow"/>
              <a:ea typeface="LG스마트체 Regular"/>
            </a:endParaRPr>
          </a:p>
          <a:p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호기수당 </a:t>
            </a:r>
            <a:r>
              <a:rPr lang="ko-KR" altLang="en-US" sz="900" err="1">
                <a:solidFill>
                  <a:srgbClr val="000000"/>
                </a:solidFill>
                <a:latin typeface="Arial Narrow"/>
                <a:ea typeface="LG스마트체 Regular"/>
              </a:rPr>
              <a:t>위치불량률이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 높은 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E72B, E81B, H5.5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에 집중하면 분석 당 개선효과가 클 것으로 예상됩니다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.</a:t>
            </a: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CB507743-B20E-E3AA-1EDA-D0D7AA3A19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547739"/>
              </p:ext>
            </p:extLst>
          </p:nvPr>
        </p:nvGraphicFramePr>
        <p:xfrm>
          <a:off x="1566628" y="3849802"/>
          <a:ext cx="3327155" cy="1382865"/>
        </p:xfrm>
        <a:graphic>
          <a:graphicData uri="http://schemas.openxmlformats.org/drawingml/2006/table">
            <a:tbl>
              <a:tblPr/>
              <a:tblGrid>
                <a:gridCol w="665431">
                  <a:extLst>
                    <a:ext uri="{9D8B030D-6E8A-4147-A177-3AD203B41FA5}">
                      <a16:colId xmlns:a16="http://schemas.microsoft.com/office/drawing/2014/main" val="3680005625"/>
                    </a:ext>
                  </a:extLst>
                </a:gridCol>
                <a:gridCol w="665431">
                  <a:extLst>
                    <a:ext uri="{9D8B030D-6E8A-4147-A177-3AD203B41FA5}">
                      <a16:colId xmlns:a16="http://schemas.microsoft.com/office/drawing/2014/main" val="2911866897"/>
                    </a:ext>
                  </a:extLst>
                </a:gridCol>
                <a:gridCol w="665431">
                  <a:extLst>
                    <a:ext uri="{9D8B030D-6E8A-4147-A177-3AD203B41FA5}">
                      <a16:colId xmlns:a16="http://schemas.microsoft.com/office/drawing/2014/main" val="2099666760"/>
                    </a:ext>
                  </a:extLst>
                </a:gridCol>
                <a:gridCol w="665431">
                  <a:extLst>
                    <a:ext uri="{9D8B030D-6E8A-4147-A177-3AD203B41FA5}">
                      <a16:colId xmlns:a16="http://schemas.microsoft.com/office/drawing/2014/main" val="3871386051"/>
                    </a:ext>
                  </a:extLst>
                </a:gridCol>
                <a:gridCol w="665431">
                  <a:extLst>
                    <a:ext uri="{9D8B030D-6E8A-4147-A177-3AD203B41FA5}">
                      <a16:colId xmlns:a16="http://schemas.microsoft.com/office/drawing/2014/main" val="2628297985"/>
                    </a:ext>
                  </a:extLst>
                </a:gridCol>
              </a:tblGrid>
              <a:tr h="2493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자동차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위치불량률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환산 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위치불량률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 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호기수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당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위치불량률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8308137"/>
                  </a:ext>
                </a:extLst>
              </a:tr>
              <a:tr h="1558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E77A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0.066%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696B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3BE7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270490"/>
                  </a:ext>
                </a:extLst>
              </a:tr>
              <a:tr h="1558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H5.5A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0.037%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C17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B8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056282"/>
                  </a:ext>
                </a:extLst>
              </a:tr>
              <a:tr h="1558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E128A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0.026%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D68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E88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327122"/>
                  </a:ext>
                </a:extLst>
              </a:tr>
              <a:tr h="1558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E72B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0.019%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B8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696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7099907"/>
                  </a:ext>
                </a:extLst>
              </a:tr>
              <a:tr h="1558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E81B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0.017%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E48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B8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9979315"/>
                  </a:ext>
                </a:extLst>
              </a:tr>
              <a:tr h="1558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L10D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FCF7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F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4526363"/>
                  </a:ext>
                </a:extLst>
              </a:tr>
              <a:tr h="1558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E161A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3BE7B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CD7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7108934"/>
                  </a:ext>
                </a:extLst>
              </a:tr>
            </a:tbl>
          </a:graphicData>
        </a:graphic>
      </p:graphicFrame>
      <p:sp>
        <p:nvSpPr>
          <p:cNvPr id="34" name="TextBox 33">
            <a:extLst>
              <a:ext uri="{FF2B5EF4-FFF2-40B4-BE49-F238E27FC236}">
                <a16:creationId xmlns:a16="http://schemas.microsoft.com/office/drawing/2014/main" id="{FE303700-6B5D-6AB5-FCDB-E3A5804EB4C5}"/>
              </a:ext>
            </a:extLst>
          </p:cNvPr>
          <p:cNvSpPr txBox="1"/>
          <p:nvPr/>
        </p:nvSpPr>
        <p:spPr>
          <a:xfrm>
            <a:off x="4953000" y="3822376"/>
            <a:ext cx="506801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kern="0">
                <a:solidFill>
                  <a:srgbClr val="006600"/>
                </a:solidFill>
              </a:rPr>
              <a:t>환산 </a:t>
            </a:r>
            <a:r>
              <a:rPr lang="ko-KR" altLang="en-US" sz="800" kern="0" err="1">
                <a:solidFill>
                  <a:srgbClr val="006600"/>
                </a:solidFill>
              </a:rPr>
              <a:t>위치불량률</a:t>
            </a:r>
            <a:r>
              <a:rPr lang="ko-KR" altLang="en-US" sz="800" kern="0">
                <a:solidFill>
                  <a:srgbClr val="006600"/>
                </a:solidFill>
              </a:rPr>
              <a:t> </a:t>
            </a:r>
            <a:r>
              <a:rPr lang="en-US" altLang="ko-KR" sz="800" kern="0">
                <a:solidFill>
                  <a:srgbClr val="006600"/>
                </a:solidFill>
              </a:rPr>
              <a:t>= </a:t>
            </a:r>
            <a:r>
              <a:rPr lang="ko-KR" altLang="en-US" sz="800" kern="0">
                <a:solidFill>
                  <a:srgbClr val="006600"/>
                </a:solidFill>
              </a:rPr>
              <a:t>자동차 </a:t>
            </a:r>
            <a:r>
              <a:rPr lang="ko-KR" altLang="en-US" sz="800" kern="0" err="1">
                <a:solidFill>
                  <a:srgbClr val="006600"/>
                </a:solidFill>
              </a:rPr>
              <a:t>위치불량률</a:t>
            </a:r>
            <a:r>
              <a:rPr lang="ko-KR" altLang="en-US" sz="800" kern="0">
                <a:solidFill>
                  <a:srgbClr val="006600"/>
                </a:solidFill>
              </a:rPr>
              <a:t> </a:t>
            </a:r>
            <a:r>
              <a:rPr lang="en-US" altLang="ko-KR" sz="800" kern="0">
                <a:solidFill>
                  <a:srgbClr val="006600"/>
                </a:solidFill>
              </a:rPr>
              <a:t>* </a:t>
            </a:r>
            <a:r>
              <a:rPr lang="ko-KR" altLang="en-US" sz="800" kern="0" err="1">
                <a:solidFill>
                  <a:srgbClr val="006600"/>
                </a:solidFill>
              </a:rPr>
              <a:t>모델별</a:t>
            </a:r>
            <a:r>
              <a:rPr lang="ko-KR" altLang="en-US" sz="800" kern="0">
                <a:solidFill>
                  <a:srgbClr val="006600"/>
                </a:solidFill>
              </a:rPr>
              <a:t> 위치불량 비중</a:t>
            </a:r>
            <a:endParaRPr lang="en-US" altLang="ko-KR" sz="800" kern="0">
              <a:solidFill>
                <a:srgbClr val="006600"/>
              </a:solidFill>
            </a:endParaRPr>
          </a:p>
          <a:p>
            <a:r>
              <a:rPr lang="ko-KR" altLang="en-US" sz="800" kern="0" err="1">
                <a:solidFill>
                  <a:srgbClr val="006600"/>
                </a:solidFill>
              </a:rPr>
              <a:t>호기수</a:t>
            </a:r>
            <a:r>
              <a:rPr lang="ko-KR" altLang="en-US" sz="800" kern="0">
                <a:solidFill>
                  <a:srgbClr val="006600"/>
                </a:solidFill>
              </a:rPr>
              <a:t> 당 환산 </a:t>
            </a:r>
            <a:r>
              <a:rPr lang="ko-KR" altLang="en-US" sz="800" kern="0" err="1">
                <a:solidFill>
                  <a:srgbClr val="006600"/>
                </a:solidFill>
              </a:rPr>
              <a:t>위치불량률</a:t>
            </a:r>
            <a:r>
              <a:rPr lang="ko-KR" altLang="en-US" sz="800" kern="0">
                <a:solidFill>
                  <a:srgbClr val="006600"/>
                </a:solidFill>
              </a:rPr>
              <a:t> </a:t>
            </a:r>
            <a:r>
              <a:rPr lang="en-US" altLang="ko-KR" sz="800" kern="0">
                <a:solidFill>
                  <a:srgbClr val="006600"/>
                </a:solidFill>
              </a:rPr>
              <a:t>= </a:t>
            </a:r>
            <a:r>
              <a:rPr lang="ko-KR" altLang="en-US" sz="800" kern="0">
                <a:solidFill>
                  <a:srgbClr val="006600"/>
                </a:solidFill>
              </a:rPr>
              <a:t>환산 </a:t>
            </a:r>
            <a:r>
              <a:rPr lang="ko-KR" altLang="en-US" sz="800" kern="0" err="1">
                <a:solidFill>
                  <a:srgbClr val="006600"/>
                </a:solidFill>
              </a:rPr>
              <a:t>위치불량률</a:t>
            </a:r>
            <a:r>
              <a:rPr lang="ko-KR" altLang="en-US" sz="800" kern="0">
                <a:solidFill>
                  <a:srgbClr val="006600"/>
                </a:solidFill>
              </a:rPr>
              <a:t> </a:t>
            </a:r>
            <a:r>
              <a:rPr lang="en-US" altLang="ko-KR" sz="800" kern="0">
                <a:solidFill>
                  <a:srgbClr val="006600"/>
                </a:solidFill>
              </a:rPr>
              <a:t>/ </a:t>
            </a:r>
            <a:r>
              <a:rPr lang="ko-KR" altLang="en-US" sz="800" kern="0" err="1">
                <a:solidFill>
                  <a:srgbClr val="006600"/>
                </a:solidFill>
              </a:rPr>
              <a:t>호기수</a:t>
            </a:r>
            <a:endParaRPr lang="en-US" altLang="ko-KR" sz="800" kern="0">
              <a:solidFill>
                <a:srgbClr val="006600"/>
              </a:solidFill>
            </a:endParaRPr>
          </a:p>
          <a:p>
            <a:r>
              <a:rPr lang="en-US" altLang="ko-KR" sz="800" kern="0">
                <a:solidFill>
                  <a:srgbClr val="006600"/>
                </a:solidFill>
              </a:rPr>
              <a:t>                                                 </a:t>
            </a:r>
            <a:r>
              <a:rPr lang="ko-KR" altLang="en-US" sz="800" kern="0">
                <a:solidFill>
                  <a:srgbClr val="006600"/>
                </a:solidFill>
              </a:rPr>
              <a:t>호기 하나 </a:t>
            </a:r>
            <a:r>
              <a:rPr lang="ko-KR" altLang="en-US" sz="800" kern="0" err="1">
                <a:solidFill>
                  <a:srgbClr val="006600"/>
                </a:solidFill>
              </a:rPr>
              <a:t>개선시</a:t>
            </a:r>
            <a:r>
              <a:rPr lang="ko-KR" altLang="en-US" sz="800" kern="0">
                <a:solidFill>
                  <a:srgbClr val="006600"/>
                </a:solidFill>
              </a:rPr>
              <a:t> 개산 예상되는 평균 자동차 불량률</a:t>
            </a:r>
          </a:p>
        </p:txBody>
      </p:sp>
    </p:spTree>
    <p:extLst>
      <p:ext uri="{BB962C8B-B14F-4D97-AF65-F5344CB8AC3E}">
        <p14:creationId xmlns:p14="http://schemas.microsoft.com/office/powerpoint/2010/main" val="116440268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55115" y="418066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김희재 선임</a:t>
            </a:r>
            <a:r>
              <a:rPr lang="en-US" altLang="ko-KR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이찬혁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2097721"/>
              </p:ext>
            </p:extLst>
          </p:nvPr>
        </p:nvGraphicFramePr>
        <p:xfrm>
          <a:off x="125047" y="840841"/>
          <a:ext cx="9644176" cy="566739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83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daily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분석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 조치 사항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금주는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건 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건 조치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 APC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이상감지 알람 노말라인 대상 수평전개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(7/13)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라미 공정 위치 불량 현상 정량화 분석을 통한 설비별 조치 필요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Unit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파악 및 개선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진척사항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금주 분석 및 법인 조치 현황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기간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: 7/8 ~ 22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: 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조치하였습니다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3/20~7/14  46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 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28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검사기 과검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 </a:t>
                      </a:r>
                      <a:r>
                        <a:rPr lang="en-US" altLang="ko-KR" sz="900" b="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lang="ko-KR" altLang="en-US" sz="900" b="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이상감지 알람 활용하여 실시간 인지 가능한 </a:t>
                      </a:r>
                      <a:r>
                        <a:rPr lang="en-US" altLang="ko-KR" sz="900" b="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Process </a:t>
                      </a:r>
                      <a:r>
                        <a:rPr lang="ko-KR" altLang="en-US" sz="900" b="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구축 수평전개 진행 중 </a:t>
                      </a:r>
                      <a:r>
                        <a:rPr lang="en-US" altLang="ko-KR" sz="900" b="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(/w </a:t>
                      </a:r>
                      <a:r>
                        <a:rPr lang="ko-KR" altLang="en-US" sz="900" b="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조립자동보정팀</a:t>
                      </a:r>
                      <a:r>
                        <a:rPr lang="en-US" altLang="ko-KR" sz="900" b="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  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과검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4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개 유형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(AC_x_GV, Cut, SW, Align NG)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에 대한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APC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알람 적용 진행 중 입니다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  - 5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Long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 완료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(5/27),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동 노말 라인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(#17, 18)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완료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(7/13)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Daily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단선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재밍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30989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daily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위치 불량 분석 및 조치 사항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7/22(</a:t>
            </a:r>
            <a:r>
              <a:rPr lang="ko-KR" altLang="en-US" sz="1100">
                <a:solidFill>
                  <a:srgbClr val="000000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848218D-0814-16C2-B128-6AC7BF00D8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8536974"/>
              </p:ext>
            </p:extLst>
          </p:nvPr>
        </p:nvGraphicFramePr>
        <p:xfrm>
          <a:off x="1438276" y="2331746"/>
          <a:ext cx="8130598" cy="2397772"/>
        </p:xfrm>
        <a:graphic>
          <a:graphicData uri="http://schemas.openxmlformats.org/drawingml/2006/table">
            <a:tbl>
              <a:tblPr/>
              <a:tblGrid>
                <a:gridCol w="264940">
                  <a:extLst>
                    <a:ext uri="{9D8B030D-6E8A-4147-A177-3AD203B41FA5}">
                      <a16:colId xmlns:a16="http://schemas.microsoft.com/office/drawing/2014/main" val="3961825710"/>
                    </a:ext>
                  </a:extLst>
                </a:gridCol>
                <a:gridCol w="233454">
                  <a:extLst>
                    <a:ext uri="{9D8B030D-6E8A-4147-A177-3AD203B41FA5}">
                      <a16:colId xmlns:a16="http://schemas.microsoft.com/office/drawing/2014/main" val="354868433"/>
                    </a:ext>
                  </a:extLst>
                </a:gridCol>
                <a:gridCol w="294354">
                  <a:extLst>
                    <a:ext uri="{9D8B030D-6E8A-4147-A177-3AD203B41FA5}">
                      <a16:colId xmlns:a16="http://schemas.microsoft.com/office/drawing/2014/main" val="2511884648"/>
                    </a:ext>
                  </a:extLst>
                </a:gridCol>
                <a:gridCol w="365407">
                  <a:extLst>
                    <a:ext uri="{9D8B030D-6E8A-4147-A177-3AD203B41FA5}">
                      <a16:colId xmlns:a16="http://schemas.microsoft.com/office/drawing/2014/main" val="334079594"/>
                    </a:ext>
                  </a:extLst>
                </a:gridCol>
                <a:gridCol w="456758">
                  <a:extLst>
                    <a:ext uri="{9D8B030D-6E8A-4147-A177-3AD203B41FA5}">
                      <a16:colId xmlns:a16="http://schemas.microsoft.com/office/drawing/2014/main" val="257913877"/>
                    </a:ext>
                  </a:extLst>
                </a:gridCol>
                <a:gridCol w="1640096">
                  <a:extLst>
                    <a:ext uri="{9D8B030D-6E8A-4147-A177-3AD203B41FA5}">
                      <a16:colId xmlns:a16="http://schemas.microsoft.com/office/drawing/2014/main" val="3535792088"/>
                    </a:ext>
                  </a:extLst>
                </a:gridCol>
                <a:gridCol w="1576843">
                  <a:extLst>
                    <a:ext uri="{9D8B030D-6E8A-4147-A177-3AD203B41FA5}">
                      <a16:colId xmlns:a16="http://schemas.microsoft.com/office/drawing/2014/main" val="1278053372"/>
                    </a:ext>
                  </a:extLst>
                </a:gridCol>
                <a:gridCol w="1369882">
                  <a:extLst>
                    <a:ext uri="{9D8B030D-6E8A-4147-A177-3AD203B41FA5}">
                      <a16:colId xmlns:a16="http://schemas.microsoft.com/office/drawing/2014/main" val="1924135872"/>
                    </a:ext>
                  </a:extLst>
                </a:gridCol>
                <a:gridCol w="377154">
                  <a:extLst>
                    <a:ext uri="{9D8B030D-6E8A-4147-A177-3AD203B41FA5}">
                      <a16:colId xmlns:a16="http://schemas.microsoft.com/office/drawing/2014/main" val="2917482170"/>
                    </a:ext>
                  </a:extLst>
                </a:gridCol>
                <a:gridCol w="1551710">
                  <a:extLst>
                    <a:ext uri="{9D8B030D-6E8A-4147-A177-3AD203B41FA5}">
                      <a16:colId xmlns:a16="http://schemas.microsoft.com/office/drawing/2014/main" val="760513858"/>
                    </a:ext>
                  </a:extLst>
                </a:gridCol>
              </a:tblGrid>
              <a:tr h="3612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일자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Type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Model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현상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데이터 패턴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조치 및 효과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타호기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점검결과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 방안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3915760"/>
                  </a:ext>
                </a:extLst>
              </a:tr>
              <a:tr h="6788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#23-3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음극 재료교체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23-3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위치불량률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0.34%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중 음극 재료교체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0.07% (20%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비중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7/12)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음극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Main EPC Median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값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3.9mm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차이로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공급부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조정 필요</a:t>
                      </a:r>
                      <a:b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공급부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관계없이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신재료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구간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7-8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셀 합치 이상 셀 발생되며 대기전극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커팅 점검필요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단차 조정 개발 진행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1129310"/>
                  </a:ext>
                </a:extLst>
              </a:tr>
              <a:tr h="6788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#24-3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</a:t>
                      </a:r>
                      <a:endParaRPr lang="en-US" altLang="ko-KR" sz="7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양극 합치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7/14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일 부터 지속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발생중이며</a:t>
                      </a:r>
                      <a:b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타호기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대비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가감속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합치 불량의 발생이</a:t>
                      </a:r>
                      <a:b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정지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회당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1.47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으로 높음</a:t>
                      </a:r>
                      <a:b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7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합치부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기준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n+11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셀의 합치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탭피치</a:t>
                      </a:r>
                      <a:b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급락 하며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피딩롤러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속도 증가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이로인한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양극 합치 타이밍 오류발생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90B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생산 종료</a:t>
                      </a:r>
                      <a:b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재가동시 해당 현상 재확인 필요</a:t>
                      </a:r>
                      <a:endParaRPr lang="en-US" altLang="ko-KR" sz="7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kern="120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조치추천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기반영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사항</a:t>
                      </a:r>
                    </a:p>
                    <a:p>
                      <a:pPr algn="ctr" fontAlgn="ctr"/>
                      <a:endParaRPr lang="ko-KR" altLang="en-US" sz="700" b="0" i="0" u="none" strike="noStrike" kern="120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7652492"/>
                  </a:ext>
                </a:extLst>
              </a:tr>
              <a:tr h="6788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E77A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#21-2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</a:t>
                      </a:r>
                      <a:endParaRPr lang="en-US" altLang="ko-KR" sz="7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양극 합치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21-2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호기 양극 합치불량</a:t>
                      </a:r>
                      <a:endParaRPr lang="en-US" altLang="ko-KR" sz="7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가감속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불량 지속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발생중이며</a:t>
                      </a:r>
                      <a:b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index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기준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80~90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대역에서</a:t>
                      </a:r>
                      <a:b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AC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값 헌팅 발생하나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AA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는 정상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kern="120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조치추천 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기반영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사항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140526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80DEBE59-6759-5495-0E90-14BD208B6C67}"/>
              </a:ext>
            </a:extLst>
          </p:cNvPr>
          <p:cNvSpPr txBox="1"/>
          <p:nvPr/>
        </p:nvSpPr>
        <p:spPr>
          <a:xfrm>
            <a:off x="10267950" y="2421165"/>
            <a:ext cx="316594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0" i="0" u="none" strike="noStrike"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포맷</a:t>
            </a:r>
            <a:endParaRPr lang="en-US" altLang="ko-KR" sz="800" b="0" i="0" u="none" strike="noStrike"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en-US" altLang="ko-KR" sz="800" b="0" i="0" u="none" strike="noStrike"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AA </a:t>
            </a:r>
            <a:r>
              <a:rPr lang="ko-KR" altLang="en-US" sz="800" b="0" i="0" u="none" strike="noStrike"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불량률</a:t>
            </a:r>
            <a:r>
              <a:rPr lang="en-US" altLang="ko-KR" sz="800" b="0" i="0" u="none" strike="noStrike"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</a:t>
            </a:r>
            <a:r>
              <a:rPr lang="ko-KR" altLang="en-US" sz="800" b="0" i="0" u="none" strike="noStrike"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800" b="0" i="0" u="none" strike="noStrike"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0.27%(6/16) → 0.05%(6/18), </a:t>
            </a:r>
            <a:r>
              <a:rPr lang="ko-KR" altLang="en-US" sz="800" b="0" i="0" u="none" strike="noStrike"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▼</a:t>
            </a:r>
            <a:r>
              <a:rPr lang="en-US" altLang="ko-KR" sz="800" b="0" i="0" u="none" strike="noStrike"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0.22%p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614816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466223"/>
              </p:ext>
            </p:extLst>
          </p:nvPr>
        </p:nvGraphicFramePr>
        <p:xfrm>
          <a:off x="125047" y="840840"/>
          <a:ext cx="9751856" cy="5787880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98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510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금주 진행 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 E77A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 라미 위치 불량 중 양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음극 재료교체가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27%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차지하며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그 중 재료교체 구간 단차와 상관성이 있어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단차 정보를 통해 공급부 조정해 불량 개선하고자 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단차 산정 방식 검토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WA</a:t>
                      </a:r>
                      <a:r>
                        <a:rPr lang="ko-KR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의 타 북미 사이트와 달리 단차 발생 측정센서가 없고 투자비가 많이 들어 투자비 경감을 위해 비전 값을 통해 역으로 설비에 단차 정보를 보내는 방법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으로 검토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합치비전 값의 재료교체 시점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Max (CS_C1) – Min (CS_C1)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으로 하였으나 합치비전은 치수값 관리가 어렵고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실제 단차와 차이가 발생해 변경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14-3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 대상으로 기설정되어있던 파이널비전 양극 단차 치수값을 확인하였고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정합성에 두가지 문제가 있어 법인 검사팀과 개선 점 확인 중에 있습니다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indent="0"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① 교체 시점의 양극이 측정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ROI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벗어남 ② 측정 위치는 정상적이나 측정값 계산 오류가 발생함</a:t>
                      </a:r>
                      <a:endParaRPr lang="ko-KR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보정 방식 검토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비전 치수값 정합성 확보 후 조립자동보정팀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법인 설비팀과 논의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66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66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출장 중 진행 예정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66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현재 사용 중인 보정 방식과 상이하며 효과 있을 것으로 보입니다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*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예측보정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단차값을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Main EPC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값을 통해 예측해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Main EPC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보정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*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전극 주행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Pathline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보정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: Main EPC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 되도록 공급부 셔틀 위치를 보정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평소에는 전극 주행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Pathline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을 통해 공급부 셔틀 위치 보정하나 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단차가 크게 발생하는 경우는 보정량을 더 크게 주어 재료교체 후에 공급부 셔틀 위치 조정해 단차 개선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7/22(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이찬혁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7" y="612730"/>
            <a:ext cx="657846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]_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위치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Y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재료교체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공급부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단차 조정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( 1 / 2)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203DE00-926E-032B-D35F-AC19D24CBC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72320" y="2231427"/>
            <a:ext cx="1289930" cy="2130603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618A6CEB-0BF9-B4FD-BD2A-A4C2AD10FAA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33700" y="2212377"/>
            <a:ext cx="3220019" cy="2224397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8A84B04-F1D5-6F44-07FD-B9F5680F7184}"/>
              </a:ext>
            </a:extLst>
          </p:cNvPr>
          <p:cNvSpPr txBox="1"/>
          <p:nvPr/>
        </p:nvSpPr>
        <p:spPr>
          <a:xfrm>
            <a:off x="5325051" y="1318612"/>
            <a:ext cx="136207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rgbClr val="006600"/>
                </a:solidFill>
              </a:rPr>
              <a:t>R</a:t>
            </a:r>
            <a:r>
              <a:rPr lang="en-US" altLang="ko-KR" sz="900" baseline="30000">
                <a:solidFill>
                  <a:srgbClr val="006600"/>
                </a:solidFill>
              </a:rPr>
              <a:t>2</a:t>
            </a:r>
            <a:r>
              <a:rPr lang="en-US" altLang="ko-KR" sz="900">
                <a:solidFill>
                  <a:srgbClr val="006600"/>
                </a:solidFill>
              </a:rPr>
              <a:t>=0.46</a:t>
            </a:r>
            <a:r>
              <a:rPr lang="ko-KR" altLang="en-US" sz="900">
                <a:solidFill>
                  <a:srgbClr val="006600"/>
                </a:solidFill>
              </a:rPr>
              <a:t>으로 설명력 확보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80A111D-1E41-2658-EA00-FF596415941B}"/>
              </a:ext>
            </a:extLst>
          </p:cNvPr>
          <p:cNvSpPr txBox="1"/>
          <p:nvPr/>
        </p:nvSpPr>
        <p:spPr>
          <a:xfrm>
            <a:off x="1352549" y="1957151"/>
            <a:ext cx="15811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/>
              <a:t>■ </a:t>
            </a:r>
            <a:r>
              <a:rPr lang="en-US" altLang="ko-KR" sz="1000"/>
              <a:t>E77A 6</a:t>
            </a:r>
            <a:r>
              <a:rPr lang="ko-KR" altLang="en-US" sz="1000"/>
              <a:t>월 위치불량 비중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41BA471-1C97-3E55-BF80-A9E99E160D25}"/>
              </a:ext>
            </a:extLst>
          </p:cNvPr>
          <p:cNvSpPr txBox="1"/>
          <p:nvPr/>
        </p:nvSpPr>
        <p:spPr>
          <a:xfrm>
            <a:off x="2819400" y="1957151"/>
            <a:ext cx="292295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/>
              <a:t>■ </a:t>
            </a:r>
            <a:r>
              <a:rPr lang="en-US" altLang="ko-KR" sz="1000"/>
              <a:t>Y</a:t>
            </a:r>
            <a:r>
              <a:rPr lang="ko-KR" altLang="en-US" sz="1000"/>
              <a:t>축 단차와 불량률 </a:t>
            </a:r>
            <a:r>
              <a:rPr lang="en-US" altLang="ko-KR" sz="1000"/>
              <a:t>(</a:t>
            </a:r>
            <a:r>
              <a:rPr lang="ko-KR" altLang="en-US" sz="1000"/>
              <a:t>재료교체 전후 </a:t>
            </a:r>
            <a:r>
              <a:rPr lang="en-US" altLang="ko-KR" sz="1000"/>
              <a:t>15</a:t>
            </a:r>
            <a:r>
              <a:rPr lang="ko-KR" altLang="en-US" sz="1000"/>
              <a:t>셀</a:t>
            </a:r>
            <a:r>
              <a:rPr lang="en-US" altLang="ko-KR" sz="1000"/>
              <a:t>) </a:t>
            </a:r>
            <a:r>
              <a:rPr lang="ko-KR" altLang="en-US" sz="1000"/>
              <a:t>상관관계</a:t>
            </a: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B04298BE-97F3-89A1-FB2D-1D5CDC4440B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80824" y="2305049"/>
            <a:ext cx="2505728" cy="1837905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B4FD53E2-F9F1-32A9-FA21-1B4F8ACEF251}"/>
              </a:ext>
            </a:extLst>
          </p:cNvPr>
          <p:cNvSpPr txBox="1"/>
          <p:nvPr/>
        </p:nvSpPr>
        <p:spPr>
          <a:xfrm>
            <a:off x="6153719" y="1947626"/>
            <a:ext cx="292295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/>
              <a:t>■ </a:t>
            </a:r>
            <a:r>
              <a:rPr lang="en-US" altLang="ko-KR" sz="1000"/>
              <a:t>13-1</a:t>
            </a:r>
            <a:r>
              <a:rPr lang="ko-KR" altLang="en-US" sz="1000"/>
              <a:t>호 단차 예시</a:t>
            </a:r>
            <a:endParaRPr lang="en-US" altLang="ko-KR" sz="1000"/>
          </a:p>
          <a:p>
            <a:r>
              <a:rPr lang="en-US" altLang="ko-KR" sz="1000"/>
              <a:t>    (6/28 ~ 7/1 </a:t>
            </a:r>
            <a:r>
              <a:rPr lang="ko-KR" altLang="en-US" sz="1000" err="1"/>
              <a:t>타호기</a:t>
            </a:r>
            <a:r>
              <a:rPr lang="ko-KR" altLang="en-US" sz="1000"/>
              <a:t> 대비 음극 교체 불량률 높음</a:t>
            </a:r>
            <a:r>
              <a:rPr lang="en-US" altLang="ko-KR" sz="1000"/>
              <a:t>)</a:t>
            </a:r>
            <a:endParaRPr lang="ko-KR" altLang="en-US" sz="100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200490B-CBB9-FE27-4193-190E139EF44A}"/>
              </a:ext>
            </a:extLst>
          </p:cNvPr>
          <p:cNvSpPr txBox="1"/>
          <p:nvPr/>
        </p:nvSpPr>
        <p:spPr>
          <a:xfrm>
            <a:off x="6598039" y="2353903"/>
            <a:ext cx="84772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err="1">
                <a:solidFill>
                  <a:schemeClr val="bg1"/>
                </a:solidFill>
              </a:rPr>
              <a:t>공급부</a:t>
            </a:r>
            <a:r>
              <a:rPr lang="ko-KR" altLang="en-US" sz="1050">
                <a:solidFill>
                  <a:schemeClr val="bg1"/>
                </a:solidFill>
              </a:rPr>
              <a:t> </a:t>
            </a:r>
            <a:r>
              <a:rPr lang="en-US" altLang="ko-KR" sz="1050">
                <a:solidFill>
                  <a:schemeClr val="bg1"/>
                </a:solidFill>
              </a:rPr>
              <a:t>L→R</a:t>
            </a:r>
            <a:endParaRPr lang="ko-KR" altLang="en-US" sz="1050">
              <a:solidFill>
                <a:schemeClr val="bg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DE3DE00-4447-59A9-A0DB-FADE5BC45B93}"/>
              </a:ext>
            </a:extLst>
          </p:cNvPr>
          <p:cNvSpPr txBox="1"/>
          <p:nvPr/>
        </p:nvSpPr>
        <p:spPr>
          <a:xfrm>
            <a:off x="7762979" y="2353903"/>
            <a:ext cx="84772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err="1">
                <a:solidFill>
                  <a:schemeClr val="bg1"/>
                </a:solidFill>
              </a:rPr>
              <a:t>공급부</a:t>
            </a:r>
            <a:r>
              <a:rPr lang="ko-KR" altLang="en-US" sz="1050">
                <a:solidFill>
                  <a:schemeClr val="bg1"/>
                </a:solidFill>
              </a:rPr>
              <a:t> </a:t>
            </a:r>
            <a:r>
              <a:rPr lang="en-US" altLang="ko-KR" sz="1050">
                <a:solidFill>
                  <a:schemeClr val="bg1"/>
                </a:solidFill>
              </a:rPr>
              <a:t>R→L</a:t>
            </a:r>
            <a:endParaRPr lang="ko-KR" altLang="en-US" sz="1050">
              <a:solidFill>
                <a:schemeClr val="bg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6A9E0FD-5A42-8F34-5522-3ED61EEF9894}"/>
              </a:ext>
            </a:extLst>
          </p:cNvPr>
          <p:cNvSpPr txBox="1"/>
          <p:nvPr/>
        </p:nvSpPr>
        <p:spPr>
          <a:xfrm>
            <a:off x="6598039" y="2783525"/>
            <a:ext cx="84772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>
                <a:solidFill>
                  <a:schemeClr val="bg1"/>
                </a:solidFill>
              </a:rPr>
              <a:t>평균 </a:t>
            </a:r>
            <a:r>
              <a:rPr lang="en-US" altLang="ko-KR" sz="1050">
                <a:solidFill>
                  <a:schemeClr val="bg1"/>
                </a:solidFill>
              </a:rPr>
              <a:t>3.5mm</a:t>
            </a:r>
            <a:endParaRPr lang="ko-KR" altLang="en-US" sz="1050">
              <a:solidFill>
                <a:schemeClr val="bg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7C98F58-BE62-35D0-17F1-8CAE3F3A4CBD}"/>
              </a:ext>
            </a:extLst>
          </p:cNvPr>
          <p:cNvSpPr txBox="1"/>
          <p:nvPr/>
        </p:nvSpPr>
        <p:spPr>
          <a:xfrm>
            <a:off x="7823442" y="3572600"/>
            <a:ext cx="84772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>
                <a:solidFill>
                  <a:schemeClr val="bg1"/>
                </a:solidFill>
              </a:rPr>
              <a:t>평균 </a:t>
            </a:r>
            <a:r>
              <a:rPr lang="en-US" altLang="ko-KR" sz="1050">
                <a:solidFill>
                  <a:schemeClr val="bg1"/>
                </a:solidFill>
              </a:rPr>
              <a:t>2mm</a:t>
            </a:r>
            <a:endParaRPr lang="ko-KR" altLang="en-US" sz="1050">
              <a:solidFill>
                <a:schemeClr val="bg1"/>
              </a:solidFill>
            </a:endParaRPr>
          </a:p>
        </p:txBody>
      </p:sp>
      <p:pic>
        <p:nvPicPr>
          <p:cNvPr id="35" name="그림 34">
            <a:extLst>
              <a:ext uri="{FF2B5EF4-FFF2-40B4-BE49-F238E27FC236}">
                <a16:creationId xmlns:a16="http://schemas.microsoft.com/office/drawing/2014/main" id="{195A4C7A-6271-1F24-7495-DB85EAC9AE01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t="36417"/>
          <a:stretch/>
        </p:blipFill>
        <p:spPr>
          <a:xfrm>
            <a:off x="6064500" y="5107735"/>
            <a:ext cx="3716453" cy="13523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090318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57020EB-E023-B0C4-5CA1-62BEC07747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2617653"/>
              </p:ext>
            </p:extLst>
          </p:nvPr>
        </p:nvGraphicFramePr>
        <p:xfrm>
          <a:off x="125047" y="840840"/>
          <a:ext cx="9751856" cy="5739508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98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510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 진행 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 E77A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 라미 위치 불량 중 양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음극 재료교체가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27%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차지하며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그 중 재료교체 구간 단차와 상관성이 있어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단차 정보를 통해 공급부 조정해 불량 개선하고자 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보정 방식 검토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파이널 비전 치수값을 적용한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14-3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호에 대해 양극 재료교체 시 단차 현황 확인했습니다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(7/1 ~ 7, 35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        WA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는 타사이트와 달리 작업자가 대기전극을 붙이기 때문에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단차가 항상 재현되지 않는다는 문제가 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그렇기 때문에 어느정도 재현되었을 때 단차라고 할 수 있고 보정값을 줄 수 있는지 확인이 필요합니다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indent="0">
                        <a:buFontTx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아래 그림과 같이 확인시 공급부 관계없이 랜덤처럼 단차가 발생합니다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66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(Max ECD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66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값을 가진 전후 셀로 재료교체 시점 추정해 이미지 좌표로 단차 측정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66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        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작업자 영향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대기전극 부착 위치 영향인지 확인 위해 따로 분리해 확인 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        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타 호기도 동일한 현상을 보이는지 확인 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indent="0">
                        <a:buFontTx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2EB3004B-2F05-D24C-B47C-EADE57D7457B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7/22(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1F756CFB-0A3A-4B7C-BF39-454F892AFF0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3328A5C-E89E-0340-B9F4-ECB7C5D4ADFF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이찬혁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6D2C6552-9B07-1DD4-9871-E412302963F8}"/>
              </a:ext>
            </a:extLst>
          </p:cNvPr>
          <p:cNvSpPr txBox="1">
            <a:spLocks/>
          </p:cNvSpPr>
          <p:nvPr/>
        </p:nvSpPr>
        <p:spPr>
          <a:xfrm>
            <a:off x="108657" y="612730"/>
            <a:ext cx="657846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]_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위치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Y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재료교체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공급부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단차 조정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(2 / 2)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B43BE35E-1A97-9337-F7B5-341006CC63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98066" y="3343275"/>
            <a:ext cx="3836535" cy="281627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FC1A8575-8029-5429-9AF3-17050A223F7E}"/>
              </a:ext>
            </a:extLst>
          </p:cNvPr>
          <p:cNvSpPr txBox="1"/>
          <p:nvPr/>
        </p:nvSpPr>
        <p:spPr>
          <a:xfrm>
            <a:off x="5667375" y="3429000"/>
            <a:ext cx="222885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/>
              <a:t>X</a:t>
            </a:r>
            <a:r>
              <a:rPr lang="ko-KR" altLang="en-US" sz="1100"/>
              <a:t>축 </a:t>
            </a:r>
            <a:r>
              <a:rPr lang="en-US" altLang="ko-KR" sz="1100"/>
              <a:t>: </a:t>
            </a:r>
            <a:r>
              <a:rPr lang="ko-KR" altLang="en-US" sz="1100"/>
              <a:t>양극 재료교체 시간</a:t>
            </a:r>
            <a:endParaRPr lang="en-US" altLang="ko-KR" sz="1100"/>
          </a:p>
          <a:p>
            <a:r>
              <a:rPr lang="en-US" altLang="ko-KR" sz="1100"/>
              <a:t>Y</a:t>
            </a:r>
            <a:r>
              <a:rPr lang="ko-KR" altLang="en-US" sz="1100"/>
              <a:t>축 </a:t>
            </a:r>
            <a:r>
              <a:rPr lang="en-US" altLang="ko-KR" sz="1100"/>
              <a:t>: </a:t>
            </a:r>
            <a:r>
              <a:rPr lang="ko-KR" altLang="en-US" sz="1100"/>
              <a:t>양극 </a:t>
            </a:r>
            <a:r>
              <a:rPr lang="en-US" altLang="ko-KR" sz="1100"/>
              <a:t>Y</a:t>
            </a:r>
            <a:r>
              <a:rPr lang="ko-KR" altLang="en-US" sz="1100"/>
              <a:t>축 방향 단차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683946B-66A1-D5C8-7018-7D014C879909}"/>
              </a:ext>
            </a:extLst>
          </p:cNvPr>
          <p:cNvSpPr txBox="1"/>
          <p:nvPr/>
        </p:nvSpPr>
        <p:spPr>
          <a:xfrm>
            <a:off x="1428749" y="3090721"/>
            <a:ext cx="31051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/>
              <a:t>■ </a:t>
            </a:r>
            <a:r>
              <a:rPr lang="en-US" altLang="ko-KR" sz="1000"/>
              <a:t>#14-3 </a:t>
            </a:r>
            <a:r>
              <a:rPr lang="ko-KR" altLang="en-US" sz="1000"/>
              <a:t>양극 재료교체 </a:t>
            </a:r>
            <a:r>
              <a:rPr lang="ko-KR" altLang="en-US" sz="1000" err="1"/>
              <a:t>공급부방향별</a:t>
            </a:r>
            <a:r>
              <a:rPr lang="ko-KR" altLang="en-US" sz="1000"/>
              <a:t> 양극 </a:t>
            </a:r>
            <a:r>
              <a:rPr lang="en-US" altLang="ko-KR" sz="1000"/>
              <a:t>Y</a:t>
            </a:r>
            <a:r>
              <a:rPr lang="ko-KR" altLang="en-US" sz="1000"/>
              <a:t>축 방향 단차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3CB2640-D323-5423-3051-53B0FA92F9C6}"/>
              </a:ext>
            </a:extLst>
          </p:cNvPr>
          <p:cNvSpPr txBox="1"/>
          <p:nvPr/>
        </p:nvSpPr>
        <p:spPr>
          <a:xfrm>
            <a:off x="2046320" y="3343275"/>
            <a:ext cx="22288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/>
              <a:t>Left</a:t>
            </a:r>
            <a:r>
              <a:rPr lang="ko-KR" altLang="en-US" sz="1000"/>
              <a:t> </a:t>
            </a:r>
            <a:r>
              <a:rPr lang="en-US" altLang="ko-KR" sz="1000"/>
              <a:t>→Right</a:t>
            </a:r>
            <a:endParaRPr lang="ko-KR" altLang="en-US" sz="100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DAC4AD7-1FC3-021B-3F2E-18A798CBF6F5}"/>
              </a:ext>
            </a:extLst>
          </p:cNvPr>
          <p:cNvSpPr txBox="1"/>
          <p:nvPr/>
        </p:nvSpPr>
        <p:spPr>
          <a:xfrm>
            <a:off x="2046320" y="4628299"/>
            <a:ext cx="22288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/>
              <a:t>Right</a:t>
            </a:r>
            <a:r>
              <a:rPr lang="ko-KR" altLang="en-US" sz="1000"/>
              <a:t> </a:t>
            </a:r>
            <a:r>
              <a:rPr lang="en-US" altLang="ko-KR" sz="1000"/>
              <a:t>→Left</a:t>
            </a:r>
            <a:endParaRPr lang="ko-KR" altLang="en-US" sz="1000"/>
          </a:p>
        </p:txBody>
      </p:sp>
    </p:spTree>
    <p:extLst>
      <p:ext uri="{BB962C8B-B14F-4D97-AF65-F5344CB8AC3E}">
        <p14:creationId xmlns:p14="http://schemas.microsoft.com/office/powerpoint/2010/main" val="337131271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1669194"/>
              </p:ext>
            </p:extLst>
          </p:nvPr>
        </p:nvGraphicFramePr>
        <p:xfrm>
          <a:off x="125047" y="840840"/>
          <a:ext cx="9751856" cy="5792960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98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510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Drill down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워크플로우와 연계 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불량분석에 활용중입니다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/>
                        </a:rPr>
                        <a:t>검사 데이터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ea typeface="LG스마트체 Regular"/>
                        </a:rPr>
                        <a:t>(SPC)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/>
                        </a:rPr>
                        <a:t>통해 불량 현상 자동 진단 및 조치가이드 추천합니다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ea typeface="LG스마트체 Regular"/>
                        </a:rPr>
                        <a:t>.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/>
                        </a:rPr>
                        <a:t>연관 설비데이터 매칭 및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ea typeface="LG스마트체 Regular"/>
                        </a:rPr>
                        <a:t>(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/>
                        </a:rPr>
                        <a:t>준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ea typeface="LG스마트체 Regular"/>
                        </a:rPr>
                        <a:t>)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/>
                        </a:rPr>
                        <a:t>실시간 치수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ea typeface="LG스마트체 Regular"/>
                        </a:rPr>
                        <a:t>Trend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/>
                        </a:rPr>
                        <a:t>실시간 이미지 검증을 통해 불량 원인 추적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ea typeface="LG스마트체 Regular"/>
                        </a:rPr>
                        <a:t>&amp;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/>
                        </a:rPr>
                        <a:t>조치효과 확인을 통합으로 지원하는 수율 개선 시스템 구축하여 수율 안정화에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기여하고자 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 내용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1.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Report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생성 파이프 라인 구축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Report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자동화 시스템 구축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데이터 수집부터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SMTP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서버를 통한 분석 리포트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(HTML)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전송까지 이어지는 분석 자동화 파이프라인 구축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(6/17)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.-  ESS / Normal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확산전개에 의한 데이터 적재 호기 증가 및 데이터 수집 속도 저하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서버 부하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).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서버 부하를 줄이기 위한 데이터 수집 쿼리문 최적화 진행중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.(6/22~)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업데이트  사항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.- 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시각화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영 전환 토글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호기간 시간축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Zoom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동기화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설비데이터간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Scale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통일 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Zoom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동기화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설비데이터 상단 평균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분산 표시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(6/22)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.- 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진단 로직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분석 사례 기반하여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“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장변 실링 센서 켈리브레이션 필요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＂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항목 진단 로직 추가 반영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.- X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축 진단 대시보드 상단 불량 요약표 시각화 업데이트 진행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불량률 계산 로직 수정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탭불량 항목 추가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.- 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진단 로직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판정 로직 항목인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AA 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음극 간격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 대해서 불량률이 아닌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Cp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변경 진행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Cp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값 확인후 개별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Threshold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적용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3.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확산 전개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.- Normal / ESS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모델에 대한 확산전개 완료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(6/19)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.- 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축 불량 진단 범위 확대 방안 구상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현재 사용중인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SPC, FDC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 중  재료교체 시점 파악이 가능한 데이터를 확인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오토스플라이싱 시그널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 데이터 기반하여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축 진단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추가 예정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(~7/3)</a:t>
                      </a:r>
                    </a:p>
                    <a:p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.- HD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 확산전개 완료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(7/7)</a:t>
                      </a:r>
                      <a:endParaRPr kumimoji="1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55115" y="418066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김희재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선임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이찬혁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7" y="612730"/>
            <a:ext cx="657846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검사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설비 데이터 기반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라미네이션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불량 진단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조치 추천 자동화 시스템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(1/2)]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00B6A515-62BA-87DC-223F-5521393EE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5180" y="2119561"/>
            <a:ext cx="3527820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핵심기능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설비별 등속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가감속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Top3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불량 유형 및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조치추천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3C5C2175-0918-560D-E536-6858472904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25180" y="2330763"/>
            <a:ext cx="3808719" cy="1407570"/>
          </a:xfrm>
          <a:prstGeom prst="rect">
            <a:avLst/>
          </a:prstGeom>
        </p:spPr>
      </p:pic>
      <p:sp>
        <p:nvSpPr>
          <p:cNvPr id="23" name="Rectangle 2">
            <a:extLst>
              <a:ext uri="{FF2B5EF4-FFF2-40B4-BE49-F238E27FC236}">
                <a16:creationId xmlns:a16="http://schemas.microsoft.com/office/drawing/2014/main" id="{ECBF37B1-E6B6-FC9F-38FC-0BDB6B96D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991" y="2118582"/>
            <a:ext cx="3527820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핵심기능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2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.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분석 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조회시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Sameness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관점의 검사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설비데이터 비교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F76DE8DA-1FEC-3DE5-EAC6-0D099386236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29079" y="2399435"/>
            <a:ext cx="3385645" cy="1266055"/>
          </a:xfrm>
          <a:prstGeom prst="rect">
            <a:avLst/>
          </a:prstGeom>
        </p:spPr>
      </p:pic>
      <p:grpSp>
        <p:nvGrpSpPr>
          <p:cNvPr id="29" name="그룹 28">
            <a:extLst>
              <a:ext uri="{FF2B5EF4-FFF2-40B4-BE49-F238E27FC236}">
                <a16:creationId xmlns:a16="http://schemas.microsoft.com/office/drawing/2014/main" id="{FEF2F2BF-C982-61D5-E888-86DBB0778C8B}"/>
              </a:ext>
            </a:extLst>
          </p:cNvPr>
          <p:cNvGrpSpPr/>
          <p:nvPr/>
        </p:nvGrpSpPr>
        <p:grpSpPr>
          <a:xfrm>
            <a:off x="1425180" y="3820686"/>
            <a:ext cx="3574517" cy="523693"/>
            <a:chOff x="1287117" y="3874314"/>
            <a:chExt cx="3803309" cy="588396"/>
          </a:xfrm>
        </p:grpSpPr>
        <p:pic>
          <p:nvPicPr>
            <p:cNvPr id="28" name="그림 27">
              <a:extLst>
                <a:ext uri="{FF2B5EF4-FFF2-40B4-BE49-F238E27FC236}">
                  <a16:creationId xmlns:a16="http://schemas.microsoft.com/office/drawing/2014/main" id="{E1AB3DA0-6359-E06A-CDD1-BBEA34CD3E0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l="89264"/>
            <a:stretch/>
          </p:blipFill>
          <p:spPr>
            <a:xfrm>
              <a:off x="4026940" y="3874314"/>
              <a:ext cx="1063486" cy="588395"/>
            </a:xfrm>
            <a:prstGeom prst="rect">
              <a:avLst/>
            </a:prstGeom>
          </p:spPr>
        </p:pic>
        <p:pic>
          <p:nvPicPr>
            <p:cNvPr id="27" name="그림 26">
              <a:extLst>
                <a:ext uri="{FF2B5EF4-FFF2-40B4-BE49-F238E27FC236}">
                  <a16:creationId xmlns:a16="http://schemas.microsoft.com/office/drawing/2014/main" id="{458272A3-E05C-5730-30D2-1B1765E65DE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r="69097"/>
            <a:stretch/>
          </p:blipFill>
          <p:spPr>
            <a:xfrm>
              <a:off x="1287117" y="3874315"/>
              <a:ext cx="3061252" cy="588395"/>
            </a:xfrm>
            <a:prstGeom prst="rect">
              <a:avLst/>
            </a:prstGeom>
          </p:spPr>
        </p:pic>
      </p:grp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C6A5EF51-7B94-D01F-218B-19721417C049}"/>
              </a:ext>
            </a:extLst>
          </p:cNvPr>
          <p:cNvSpPr/>
          <p:nvPr/>
        </p:nvSpPr>
        <p:spPr>
          <a:xfrm>
            <a:off x="4234070" y="3820686"/>
            <a:ext cx="718930" cy="27423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2" name="연결선: 꺾임 31">
            <a:extLst>
              <a:ext uri="{FF2B5EF4-FFF2-40B4-BE49-F238E27FC236}">
                <a16:creationId xmlns:a16="http://schemas.microsoft.com/office/drawing/2014/main" id="{595D85CB-EE21-88FF-2F3F-912026F838E5}"/>
              </a:ext>
            </a:extLst>
          </p:cNvPr>
          <p:cNvCxnSpPr>
            <a:stCxn id="30" idx="3"/>
            <a:endCxn id="25" idx="1"/>
          </p:cNvCxnSpPr>
          <p:nvPr/>
        </p:nvCxnSpPr>
        <p:spPr>
          <a:xfrm flipV="1">
            <a:off x="4953000" y="3032463"/>
            <a:ext cx="376079" cy="925341"/>
          </a:xfrm>
          <a:prstGeom prst="bentConnector3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2">
            <a:extLst>
              <a:ext uri="{FF2B5EF4-FFF2-40B4-BE49-F238E27FC236}">
                <a16:creationId xmlns:a16="http://schemas.microsoft.com/office/drawing/2014/main" id="{0C2D093D-1205-8E1A-E99F-489949DFD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3901" y="2657432"/>
            <a:ext cx="3527820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핵심기능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설비별 등속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가감속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Top3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불량 유형 및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조치추천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195286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8235361"/>
              </p:ext>
            </p:extLst>
          </p:nvPr>
        </p:nvGraphicFramePr>
        <p:xfrm>
          <a:off x="125047" y="840840"/>
          <a:ext cx="9751856" cy="5739508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98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510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Drill down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워크플로우와 연계 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불량분석에 활용중입니다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[X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축 불량 진단 리포트 고도화 진행 사항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 AI Agent ]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시각화 변경 사항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상단 불량 현황표 신규 항목 추가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(TAB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불량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AS) 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가감속 구간 불량 검사 데이터 그래프 변경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축 불량 진단 리포트 진행 사항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재료교체를 중심으로 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축 진단 대시보드 초안 구성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.- Cell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ID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연계하여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SPC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데이터 그래프 고도화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 Spool EPC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신규데이터 반영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 FFT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기반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축 불량 주기성 진단 로직 검토 및 반영 진행 중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[ESHD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확산전개 진행사항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데이터 파이프라인 구축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: Spotfire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스케줄링 활용하여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ESHD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4,5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라인 대상 검사 데이터 수집 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ML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 분석 환경 적재 진행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(6/29)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진단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Report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생성을 위한 기반 작업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(SMTP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방화벽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ESWA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환경 기반 코드 수정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진행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(~7/8)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55115" y="418066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김희재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선임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이찬혁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7" y="612730"/>
            <a:ext cx="7386842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검사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설비 데이터 기반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라미네이션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불량 진단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조치 추천 자동화 시스템 구축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–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고도화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확산전개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(2/2)]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BC9D80B-0263-C833-B74E-859AF005B2A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0790" y="2129115"/>
            <a:ext cx="3661336" cy="127283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3D57B42-CE4D-A463-889B-B8B6DE09C58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36772" y="2129115"/>
            <a:ext cx="2953499" cy="1367205"/>
          </a:xfrm>
          <a:prstGeom prst="rect">
            <a:avLst/>
          </a:prstGeom>
        </p:spPr>
      </p:pic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72844E9E-A8CF-CAC7-8BFD-2351F98BB019}"/>
              </a:ext>
            </a:extLst>
          </p:cNvPr>
          <p:cNvSpPr/>
          <p:nvPr/>
        </p:nvSpPr>
        <p:spPr>
          <a:xfrm>
            <a:off x="3271458" y="2129115"/>
            <a:ext cx="1241548" cy="127283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9A16D9F8-8CD9-F586-AD8A-2962AE27C47B}"/>
              </a:ext>
            </a:extLst>
          </p:cNvPr>
          <p:cNvSpPr/>
          <p:nvPr/>
        </p:nvSpPr>
        <p:spPr>
          <a:xfrm>
            <a:off x="6417869" y="2137228"/>
            <a:ext cx="445047" cy="134013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3C2E032-37D7-028F-6B43-D469F65587F8}"/>
              </a:ext>
            </a:extLst>
          </p:cNvPr>
          <p:cNvSpPr/>
          <p:nvPr/>
        </p:nvSpPr>
        <p:spPr>
          <a:xfrm>
            <a:off x="5217107" y="2698526"/>
            <a:ext cx="1470019" cy="840115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" name="연결선: 꺾임 14">
            <a:extLst>
              <a:ext uri="{FF2B5EF4-FFF2-40B4-BE49-F238E27FC236}">
                <a16:creationId xmlns:a16="http://schemas.microsoft.com/office/drawing/2014/main" id="{3197297E-1BB5-ECEE-3C78-57D4AE43244A}"/>
              </a:ext>
            </a:extLst>
          </p:cNvPr>
          <p:cNvCxnSpPr>
            <a:cxnSpLocks/>
            <a:stCxn id="12" idx="2"/>
            <a:endCxn id="14" idx="0"/>
          </p:cNvCxnSpPr>
          <p:nvPr/>
        </p:nvCxnSpPr>
        <p:spPr>
          <a:xfrm rot="5400000">
            <a:off x="6082613" y="2140745"/>
            <a:ext cx="427285" cy="688276"/>
          </a:xfrm>
          <a:prstGeom prst="bentConnector3">
            <a:avLst>
              <a:gd name="adj1" fmla="val 31591"/>
            </a:avLst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2">
            <a:extLst>
              <a:ext uri="{FF2B5EF4-FFF2-40B4-BE49-F238E27FC236}">
                <a16:creationId xmlns:a16="http://schemas.microsoft.com/office/drawing/2014/main" id="{9BE6334C-9063-9141-6922-8FFA74F21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7679" y="1941916"/>
            <a:ext cx="3527820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신규 항목 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(TAB, AS)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0" name="Rectangle 2">
            <a:extLst>
              <a:ext uri="{FF2B5EF4-FFF2-40B4-BE49-F238E27FC236}">
                <a16:creationId xmlns:a16="http://schemas.microsoft.com/office/drawing/2014/main" id="{5B656DD7-311E-EEEB-B045-84CB01EC9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5864" y="2395117"/>
            <a:ext cx="3527820" cy="3774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가감속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토글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선택시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b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SPC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데이터 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시간축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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정지후 가동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셀 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Index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변경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34C7888F-2FFA-9C78-C093-5CCCA761A4C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40790" y="4210242"/>
            <a:ext cx="3357352" cy="999893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8F5F72CC-FFE7-C05A-E460-6F5B6CC42C3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08450" y="4210242"/>
            <a:ext cx="3357352" cy="1088179"/>
          </a:xfrm>
          <a:prstGeom prst="rect">
            <a:avLst/>
          </a:prstGeom>
        </p:spPr>
      </p:pic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386BA337-DD2A-5F57-7380-AB1B9B93DD4E}"/>
              </a:ext>
            </a:extLst>
          </p:cNvPr>
          <p:cNvSpPr/>
          <p:nvPr/>
        </p:nvSpPr>
        <p:spPr>
          <a:xfrm>
            <a:off x="2556386" y="4287671"/>
            <a:ext cx="1411293" cy="935130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Rectangle 2">
            <a:extLst>
              <a:ext uri="{FF2B5EF4-FFF2-40B4-BE49-F238E27FC236}">
                <a16:creationId xmlns:a16="http://schemas.microsoft.com/office/drawing/2014/main" id="{808EAF3A-0478-BD9A-8894-788B880DF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0790" y="4019157"/>
            <a:ext cx="3527820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전체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Y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축 불량 기준 배열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.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양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&amp;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음극 교체구간 불량률 비교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6" name="Rectangle 2">
            <a:extLst>
              <a:ext uri="{FF2B5EF4-FFF2-40B4-BE49-F238E27FC236}">
                <a16:creationId xmlns:a16="http://schemas.microsoft.com/office/drawing/2014/main" id="{D05877F1-CB1A-D168-760B-CB11E7952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450" y="4012436"/>
            <a:ext cx="3527820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분석 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조회시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재료교체 시간을 기준으로 그래프 시각화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3B432EDC-78EA-A839-4529-46B1B4B7E2E9}"/>
              </a:ext>
            </a:extLst>
          </p:cNvPr>
          <p:cNvSpPr/>
          <p:nvPr/>
        </p:nvSpPr>
        <p:spPr>
          <a:xfrm>
            <a:off x="5000975" y="4651257"/>
            <a:ext cx="1686151" cy="66752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Rectangle 2">
            <a:extLst>
              <a:ext uri="{FF2B5EF4-FFF2-40B4-BE49-F238E27FC236}">
                <a16:creationId xmlns:a16="http://schemas.microsoft.com/office/drawing/2014/main" id="{56251FAA-C691-09B4-C811-52BCB1626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9474" y="4640025"/>
            <a:ext cx="1313556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재료 교체 전후 치수 변동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0" name="Rectangle 2">
            <a:extLst>
              <a:ext uri="{FF2B5EF4-FFF2-40B4-BE49-F238E27FC236}">
                <a16:creationId xmlns:a16="http://schemas.microsoft.com/office/drawing/2014/main" id="{D89D797F-42C4-A754-2355-D90C4569E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8149" y="4617032"/>
            <a:ext cx="2287527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시계열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설비데이터 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&amp;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재료교체 시점 표시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3947284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2805804"/>
              </p:ext>
            </p:extLst>
          </p:nvPr>
        </p:nvGraphicFramePr>
        <p:xfrm>
          <a:off x="125047" y="840839"/>
          <a:ext cx="9751856" cy="5885139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00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55045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라미네이션 준 실시간 모니터링 체계 구축을 통하여 수율 개선하고자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시각화 대시보드 웹서버 초안 작성 완료하였으며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이미지 처리를 통해 산출되는 값에 대해서 정합성 개선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[Pain Point]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Drill down W/F(D-2),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위치불량 조치추천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Report(D-1)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의 시간차로 인하여 현재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(D-0)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불량이 지속 발생 중인지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확인이 어려움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분석한 불량 유형이 지금도 발생중 인지에 확인해 달라는 법인의 니즈 발생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  </a:t>
                      </a:r>
                    </a:p>
                    <a:p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준 실시간성에  가까운 위치불량 확인과 알람 기능을 구현하여 빠른 조치가 이루어 지도록 지원 하고자 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현황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대상호기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파이널 비전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JF1,JF2(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컬러비전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 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E77A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적용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실링 비전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E77A, ESS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동시 진행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흑백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예상 일정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JF1 : 7/24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 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E77A: 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컬러카메라 개조 진행 예정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3.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데이터 수집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&amp;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전처리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.-  DFS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크롤링을 통한 이미지 수집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                                                                                                *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라미네이션의 경우 파일명에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유형 및 좌표에 대한 정보없어 이미지 처리를 통한 유형 분류 가 필요함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.-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분류 대상 선정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발생 빈도가 적지 않고 빠른 조치가 필요한 유형에 대하여 선정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불량유형의 이미지 특성을 활용하여 분류 및 빠른 인폼 하고자 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br>
                        <a:rPr lang="en-US" altLang="ko-KR" sz="9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endParaRPr lang="en-US" altLang="ko-KR" sz="900" b="1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선임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사원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76466" y="418066"/>
            <a:ext cx="116057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김희재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선임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E7FDF998-6EBA-C07F-D7A8-FC878A4D59D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95007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라미네이션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위치 불량 준실시간 파악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(1/3)]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5A1B71F5-C48C-BAEF-0CF7-F95EDC2C05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74887" y="3803850"/>
            <a:ext cx="7226662" cy="195086"/>
          </a:xfrm>
          <a:prstGeom prst="rect">
            <a:avLst/>
          </a:prstGeom>
        </p:spPr>
      </p:pic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1B38BD14-D888-393C-EC11-A5999A54EE35}"/>
              </a:ext>
            </a:extLst>
          </p:cNvPr>
          <p:cNvSpPr/>
          <p:nvPr/>
        </p:nvSpPr>
        <p:spPr>
          <a:xfrm>
            <a:off x="6931742" y="3803850"/>
            <a:ext cx="589935" cy="19508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ectangle 2">
            <a:extLst>
              <a:ext uri="{FF2B5EF4-FFF2-40B4-BE49-F238E27FC236}">
                <a16:creationId xmlns:a16="http://schemas.microsoft.com/office/drawing/2014/main" id="{51C3FEB9-E1D1-96FC-5085-511334F33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5592" y="3586316"/>
            <a:ext cx="806245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카메라 위치 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D01D2A0-FE53-7514-BBBA-831832620719}"/>
              </a:ext>
            </a:extLst>
          </p:cNvPr>
          <p:cNvSpPr/>
          <p:nvPr/>
        </p:nvSpPr>
        <p:spPr>
          <a:xfrm>
            <a:off x="5265175" y="3816515"/>
            <a:ext cx="1597741" cy="182421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ectangle 2">
            <a:extLst>
              <a:ext uri="{FF2B5EF4-FFF2-40B4-BE49-F238E27FC236}">
                <a16:creationId xmlns:a16="http://schemas.microsoft.com/office/drawing/2014/main" id="{5EFFF205-E1D4-B8AE-31A7-ECFDA1493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992" y="3598981"/>
            <a:ext cx="3527820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Cell_ID1           Cell_ID2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67521DD-346B-4DB5-A0DE-6C0E157682E4}"/>
              </a:ext>
            </a:extLst>
          </p:cNvPr>
          <p:cNvSpPr/>
          <p:nvPr/>
        </p:nvSpPr>
        <p:spPr>
          <a:xfrm>
            <a:off x="7519418" y="3802132"/>
            <a:ext cx="911695" cy="186972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Rectangle 2">
            <a:extLst>
              <a:ext uri="{FF2B5EF4-FFF2-40B4-BE49-F238E27FC236}">
                <a16:creationId xmlns:a16="http://schemas.microsoft.com/office/drawing/2014/main" id="{DE7688D2-CB03-B0CC-6E7A-476C08133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2557" y="3611646"/>
            <a:ext cx="806245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판정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8" name="Rectangle 2">
            <a:extLst>
              <a:ext uri="{FF2B5EF4-FFF2-40B4-BE49-F238E27FC236}">
                <a16:creationId xmlns:a16="http://schemas.microsoft.com/office/drawing/2014/main" id="{20BFD2C5-472F-A49F-3179-3DC3769B22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8553" y="4444872"/>
            <a:ext cx="6415241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예시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1) 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셀틀어짐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셀 사이 조명이 들어오는 청록색 영역의 형태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,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넓이를 통해 비정상 적인 셀 간격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과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셀의 기울어짐을 감지 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21" name="그림 20">
            <a:extLst>
              <a:ext uri="{FF2B5EF4-FFF2-40B4-BE49-F238E27FC236}">
                <a16:creationId xmlns:a16="http://schemas.microsoft.com/office/drawing/2014/main" id="{562CD760-3B2B-8256-B2A5-5B7894B3D15F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10711"/>
          <a:stretch/>
        </p:blipFill>
        <p:spPr>
          <a:xfrm>
            <a:off x="1568553" y="4639243"/>
            <a:ext cx="3623139" cy="828311"/>
          </a:xfrm>
          <a:prstGeom prst="rect">
            <a:avLst/>
          </a:prstGeom>
        </p:spPr>
      </p:pic>
      <p:sp>
        <p:nvSpPr>
          <p:cNvPr id="22" name="Rectangle 2">
            <a:extLst>
              <a:ext uri="{FF2B5EF4-FFF2-40B4-BE49-F238E27FC236}">
                <a16:creationId xmlns:a16="http://schemas.microsoft.com/office/drawing/2014/main" id="{2201BE6A-8938-EFD2-0CC4-0FF4BE968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4159" y="5442616"/>
            <a:ext cx="6321312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예시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2) </a:t>
            </a:r>
            <a:r>
              <a:rPr lang="ko-KR" altLang="en-US" sz="900" b="1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탭접힘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붉은색 탭 영역을 감지하여 직사각형 박스 지정 후 직사각형안의 탭이 차지하는 면적을 통한 탭 접힘</a:t>
            </a:r>
            <a:r>
              <a:rPr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,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손상 파악  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28FD9428-EEE9-5A1E-0951-AB67F18DF30C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17946" t="27852" r="10898" b="28263"/>
          <a:stretch/>
        </p:blipFill>
        <p:spPr>
          <a:xfrm>
            <a:off x="1607881" y="5717368"/>
            <a:ext cx="1942068" cy="91313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D4B96899-71E6-7A50-F31D-AF2DA719E1B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53573" y="5808551"/>
            <a:ext cx="5099600" cy="291203"/>
          </a:xfrm>
          <a:prstGeom prst="rect">
            <a:avLst/>
          </a:prstGeom>
        </p:spPr>
      </p:pic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E1A739B5-EB9E-54B8-4416-E2982EB40042}"/>
              </a:ext>
            </a:extLst>
          </p:cNvPr>
          <p:cNvSpPr/>
          <p:nvPr/>
        </p:nvSpPr>
        <p:spPr>
          <a:xfrm>
            <a:off x="7044017" y="5773942"/>
            <a:ext cx="841454" cy="400720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Rectangle 2">
            <a:extLst>
              <a:ext uri="{FF2B5EF4-FFF2-40B4-BE49-F238E27FC236}">
                <a16:creationId xmlns:a16="http://schemas.microsoft.com/office/drawing/2014/main" id="{21B1722B-B07E-3645-6021-5B8BAE6BF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3970" y="6187327"/>
            <a:ext cx="1942068" cy="3774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탭 박스 영역에서 탭이 차지하는 면적</a:t>
            </a:r>
            <a:b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  </a:t>
            </a: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탭접힘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발생시 해당 값이 떨어짐</a:t>
            </a:r>
          </a:p>
        </p:txBody>
      </p:sp>
    </p:spTree>
    <p:extLst>
      <p:ext uri="{BB962C8B-B14F-4D97-AF65-F5344CB8AC3E}">
        <p14:creationId xmlns:p14="http://schemas.microsoft.com/office/powerpoint/2010/main" val="301527156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3672222"/>
              </p:ext>
            </p:extLst>
          </p:nvPr>
        </p:nvGraphicFramePr>
        <p:xfrm>
          <a:off x="125047" y="840839"/>
          <a:ext cx="9751856" cy="5885139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00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55045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라미네이션 준 실시간 모니터링 체계 구축을 통하여 수율 개선하고자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시각화 대시보드 웹서버 초안 작성 완료하였으며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이미지 처리를 통해 산출되는 값에 대해서 정합성 개선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현황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4. 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시각화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파이썬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Dash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기반 웹 대시보드 개발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&amp;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운영 서버 배포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Trend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실시간 조회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이미지 확인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알람 발생 목적의 시각화 대시보드 초안 작성 및 고도화 진행중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(7/21)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5.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치수값 정합성 개선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대시보드 확인시 호기별 카메라 밝기값 차이에 의해 일부 호기에 대해서 치수값 산출 오류가 발생합니다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이미지 처리 로직 개선하여 치수값 정합성 개선 진행중입니다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br>
                        <a:rPr lang="en-US" altLang="ko-KR" sz="9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endParaRPr lang="en-US" altLang="ko-KR" sz="900" b="1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선임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 사원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76466" y="418066"/>
            <a:ext cx="116057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김희재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선임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E7FDF998-6EBA-C07F-D7A8-FC878A4D59D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95007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라미네이션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위치 불량 준실시간 파악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(2/3)]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80CCD53-5FA4-C25F-FD86-71933E1982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34915" y="2329957"/>
            <a:ext cx="3078091" cy="182767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90EA8DDE-BBD1-4B04-D361-8E5CBC34614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58731" y="2316245"/>
            <a:ext cx="3151204" cy="1871091"/>
          </a:xfrm>
          <a:prstGeom prst="rect">
            <a:avLst/>
          </a:prstGeom>
        </p:spPr>
      </p:pic>
      <p:sp>
        <p:nvSpPr>
          <p:cNvPr id="23" name="Rectangle 2">
            <a:extLst>
              <a:ext uri="{FF2B5EF4-FFF2-40B4-BE49-F238E27FC236}">
                <a16:creationId xmlns:a16="http://schemas.microsoft.com/office/drawing/2014/main" id="{82F4AE5C-5ACF-BB0F-EF30-A216D982F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4915" y="1840409"/>
            <a:ext cx="3078091" cy="4895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ESS- 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대시보드 </a:t>
            </a:r>
            <a:b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목적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컬러비전 기반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800" b="1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탭접힘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, </a:t>
            </a:r>
            <a:r>
              <a:rPr lang="ko-KR" altLang="en-US" sz="800" b="1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셀틀어짐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AA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산포 등 실시간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확인 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/ 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알람</a:t>
            </a:r>
            <a:b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주소 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http://192.169.42.73:9000/</a:t>
            </a:r>
          </a:p>
        </p:txBody>
      </p:sp>
      <p:sp>
        <p:nvSpPr>
          <p:cNvPr id="24" name="Rectangle 2">
            <a:extLst>
              <a:ext uri="{FF2B5EF4-FFF2-40B4-BE49-F238E27FC236}">
                <a16:creationId xmlns:a16="http://schemas.microsoft.com/office/drawing/2014/main" id="{37131C2B-54BA-AA22-FEB5-5D4E1C7DD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8731" y="1834811"/>
            <a:ext cx="3078091" cy="4895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E77A- 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대시보드 </a:t>
            </a:r>
            <a:b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목적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lang="ko-KR" altLang="en-US" sz="800" b="1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실링비전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흑백 기반 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AA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CC 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산포 호기간 비교 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합치불량 개선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b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주소 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http://192.169.42.73:9001/</a:t>
            </a:r>
          </a:p>
        </p:txBody>
      </p:sp>
      <p:pic>
        <p:nvPicPr>
          <p:cNvPr id="27" name="그림 26">
            <a:extLst>
              <a:ext uri="{FF2B5EF4-FFF2-40B4-BE49-F238E27FC236}">
                <a16:creationId xmlns:a16="http://schemas.microsoft.com/office/drawing/2014/main" id="{3D5BBC86-15FC-10D0-5D36-4C1D9CE8172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28545" y="4858049"/>
            <a:ext cx="1622917" cy="1834078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AFBEF411-714C-48E0-8F53-3C05AA5ACC7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20119" y="4858049"/>
            <a:ext cx="1629287" cy="1834078"/>
          </a:xfrm>
          <a:prstGeom prst="rect">
            <a:avLst/>
          </a:prstGeom>
        </p:spPr>
      </p:pic>
      <p:sp>
        <p:nvSpPr>
          <p:cNvPr id="32" name="Rectangle 2">
            <a:extLst>
              <a:ext uri="{FF2B5EF4-FFF2-40B4-BE49-F238E27FC236}">
                <a16:creationId xmlns:a16="http://schemas.microsoft.com/office/drawing/2014/main" id="{04E3B24E-AE01-66DB-39CB-581E9FAEB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4915" y="4663967"/>
            <a:ext cx="1616547" cy="1940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정상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양극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,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음극 실링 경계 </a:t>
            </a:r>
            <a:r>
              <a:rPr kumimoji="0" lang="ko-KR" altLang="en-US" sz="8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디텍팅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endParaRPr lang="en-US" altLang="ko-KR" sz="8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3" name="Rectangle 2">
            <a:extLst>
              <a:ext uri="{FF2B5EF4-FFF2-40B4-BE49-F238E27FC236}">
                <a16:creationId xmlns:a16="http://schemas.microsoft.com/office/drawing/2014/main" id="{4C1356AC-F73C-C35D-3A5E-E55D6E5E7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9161" y="4658173"/>
            <a:ext cx="2098413" cy="1940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비정상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조명 차이에 의해 실링 경계선 산출 실패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endParaRPr lang="en-US" altLang="ko-KR" sz="8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750844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897786"/>
              </p:ext>
            </p:extLst>
          </p:nvPr>
        </p:nvGraphicFramePr>
        <p:xfrm>
          <a:off x="125047" y="840839"/>
          <a:ext cx="9751856" cy="5885139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00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55045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팀내 진행중인 스태킹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활성화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라미네이션 준실시간 체계 구축과 연계하여 이상 상황 발생시 빠른 인폼을 위한 알람 발생 기능 구현하였습니다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  </a:t>
                      </a:r>
                    </a:p>
                    <a:p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실시간 모니터링 체계 구축과 연계하여 불량 현상 발생시 알람 발생을 통한 조치 시간 단축 및 이력 관리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현황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알람 발생 구조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DAP ML DL 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크롤링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&amp;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전처리 진행한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CSV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파일을 통해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분석 후 알람 내용 작성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발생 주기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조건 조정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클라우드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PC : PowerShell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스크립트를 통해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TXT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파일 감시하며 변동 감지시 팀즈 웹훅 알람 발송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고도화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미조치시 추가 알람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 좌표 시각화 등 추가 기능 구현 고도화 진행중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br>
                        <a:rPr lang="en-US" altLang="ko-KR" sz="9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1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endParaRPr lang="en-US" altLang="ko-KR" sz="900" b="1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책임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선임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선임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사원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76466" y="418066"/>
            <a:ext cx="116057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김희재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선임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E7FDF998-6EBA-C07F-D7A8-FC878A4D59D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22231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준실시간 파악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알람 발생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) (3/3)]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14C807E-0B9B-D7CB-2247-9A29D7DB99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3905" y="2419841"/>
            <a:ext cx="3739744" cy="2592190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221591C3-7FF6-CEBD-F896-57C858B221F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5398" y="2704976"/>
            <a:ext cx="3491097" cy="1572056"/>
          </a:xfrm>
          <a:prstGeom prst="rect">
            <a:avLst/>
          </a:prstGeom>
        </p:spPr>
      </p:pic>
      <p:sp>
        <p:nvSpPr>
          <p:cNvPr id="13" name="Rectangle 2">
            <a:extLst>
              <a:ext uri="{FF2B5EF4-FFF2-40B4-BE49-F238E27FC236}">
                <a16:creationId xmlns:a16="http://schemas.microsoft.com/office/drawing/2014/main" id="{00BD7EB5-00E2-E5EF-2C2E-5CD8962D0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9644" y="2493774"/>
            <a:ext cx="1760650" cy="21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STK </a:t>
            </a:r>
            <a:r>
              <a:rPr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외관 불량 실시간 알람 예시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0" name="Rectangle 2">
            <a:extLst>
              <a:ext uri="{FF2B5EF4-FFF2-40B4-BE49-F238E27FC236}">
                <a16:creationId xmlns:a16="http://schemas.microsoft.com/office/drawing/2014/main" id="{036ED158-C46F-C897-B3F2-5CBFD54B7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9950" y="3897308"/>
            <a:ext cx="1760650" cy="1940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W/F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대시보드 확인 링크</a:t>
            </a:r>
            <a:endParaRPr kumimoji="0" lang="en-US" altLang="ko-KR" sz="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E7DD78BF-C3AA-2680-C46E-195655FD8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9951" y="3060211"/>
            <a:ext cx="1760650" cy="1940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호기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시간</a:t>
            </a:r>
            <a:r>
              <a:rPr lang="en-US" altLang="ko-KR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/NG</a:t>
            </a:r>
            <a:r>
              <a:rPr lang="ko-KR" altLang="en-US" sz="8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발생 수</a:t>
            </a:r>
            <a:endParaRPr kumimoji="0" lang="en-US" altLang="ko-KR" sz="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3B02C390-4A20-5C3C-ED4D-17C5C6E0878F}"/>
              </a:ext>
            </a:extLst>
          </p:cNvPr>
          <p:cNvSpPr/>
          <p:nvPr/>
        </p:nvSpPr>
        <p:spPr>
          <a:xfrm>
            <a:off x="5663381" y="3347281"/>
            <a:ext cx="766916" cy="194082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10A6F54-6D47-C56F-22B2-F5B56FD18809}"/>
              </a:ext>
            </a:extLst>
          </p:cNvPr>
          <p:cNvSpPr/>
          <p:nvPr/>
        </p:nvSpPr>
        <p:spPr>
          <a:xfrm>
            <a:off x="5602381" y="3835673"/>
            <a:ext cx="1047569" cy="317352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310647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2782121"/>
              </p:ext>
            </p:extLst>
          </p:nvPr>
        </p:nvGraphicFramePr>
        <p:xfrm>
          <a:off x="125047" y="840839"/>
          <a:ext cx="9751856" cy="5885139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00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55045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AI Agent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전환을 위한 환경 구축 진행중입니다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기존 단일시점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단방향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HTML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공유 방식에서 여러 날짜를 선택하여 공정 추세 변동을 확인하고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룰베이스 판정과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LLM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Agent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를 결합한 진단 체계 고도화 진행중입니다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폐쇄망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환경에서 구축하기 위하여 경량화 모델 사용한 오프라인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LLM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구동 환경 작업중입니다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 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  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진척 사항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/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30(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76466" y="418066"/>
            <a:ext cx="116057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김희재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선임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7" y="612730"/>
            <a:ext cx="7386842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검사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설비 데이터 기반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라미네이션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불량 진단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조치 추천 자동화 시스템 구축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– AI Agent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(3/3)]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31741D5-BE36-671D-3ECC-41E2423EBF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5764526"/>
              </p:ext>
            </p:extLst>
          </p:nvPr>
        </p:nvGraphicFramePr>
        <p:xfrm>
          <a:off x="1500372" y="1803680"/>
          <a:ext cx="6905256" cy="1066800"/>
        </p:xfrm>
        <a:graphic>
          <a:graphicData uri="http://schemas.openxmlformats.org/drawingml/2006/table">
            <a:tbl>
              <a:tblPr/>
              <a:tblGrid>
                <a:gridCol w="1389358">
                  <a:extLst>
                    <a:ext uri="{9D8B030D-6E8A-4147-A177-3AD203B41FA5}">
                      <a16:colId xmlns:a16="http://schemas.microsoft.com/office/drawing/2014/main" val="363193901"/>
                    </a:ext>
                  </a:extLst>
                </a:gridCol>
                <a:gridCol w="2694039">
                  <a:extLst>
                    <a:ext uri="{9D8B030D-6E8A-4147-A177-3AD203B41FA5}">
                      <a16:colId xmlns:a16="http://schemas.microsoft.com/office/drawing/2014/main" val="1176410517"/>
                    </a:ext>
                  </a:extLst>
                </a:gridCol>
                <a:gridCol w="2821859">
                  <a:extLst>
                    <a:ext uri="{9D8B030D-6E8A-4147-A177-3AD203B41FA5}">
                      <a16:colId xmlns:a16="http://schemas.microsoft.com/office/drawing/2014/main" val="5609159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As-is(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기존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To- be(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구축 진행중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8995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시스템 형태</a:t>
                      </a:r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일일 단위 정적 파일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(HTML) 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생성 및 공유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사내 </a:t>
                      </a:r>
                      <a:r>
                        <a:rPr lang="ko-KR" altLang="en-US" sz="800" err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샌드박스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내 전용 웹 서버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800" err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FastAPI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구축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01327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접근 방식</a:t>
                      </a:r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단방향 파일 수신 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수동적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사용자 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URL 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접속 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능동적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1814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데이터 활용</a:t>
                      </a:r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고정된 화면 및 단일 시점 데이터 확인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기간 선택 조회 및 날짜별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시간별 불량률 추세 연동 진단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4942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진단 고도화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단일 룰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베이스 기반 정적 판정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룰 기반 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+ LLM 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에이전트</a:t>
                      </a: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(Agent) </a:t>
                      </a:r>
                      <a:r>
                        <a:rPr lang="ko-KR" altLang="en-US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하이브리드 분석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540838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358312D-CBDA-954B-1293-46BB6AFB32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98382"/>
              </p:ext>
            </p:extLst>
          </p:nvPr>
        </p:nvGraphicFramePr>
        <p:xfrm>
          <a:off x="1500372" y="3153700"/>
          <a:ext cx="6905256" cy="2494939"/>
        </p:xfrm>
        <a:graphic>
          <a:graphicData uri="http://schemas.openxmlformats.org/drawingml/2006/table">
            <a:tbl>
              <a:tblPr/>
              <a:tblGrid>
                <a:gridCol w="1419809">
                  <a:extLst>
                    <a:ext uri="{9D8B030D-6E8A-4147-A177-3AD203B41FA5}">
                      <a16:colId xmlns:a16="http://schemas.microsoft.com/office/drawing/2014/main" val="2825487915"/>
                    </a:ext>
                  </a:extLst>
                </a:gridCol>
                <a:gridCol w="2831690">
                  <a:extLst>
                    <a:ext uri="{9D8B030D-6E8A-4147-A177-3AD203B41FA5}">
                      <a16:colId xmlns:a16="http://schemas.microsoft.com/office/drawing/2014/main" val="3960206504"/>
                    </a:ext>
                  </a:extLst>
                </a:gridCol>
                <a:gridCol w="2653757">
                  <a:extLst>
                    <a:ext uri="{9D8B030D-6E8A-4147-A177-3AD203B41FA5}">
                      <a16:colId xmlns:a16="http://schemas.microsoft.com/office/drawing/2014/main" val="2915548993"/>
                    </a:ext>
                  </a:extLst>
                </a:gridCol>
              </a:tblGrid>
              <a:tr h="16662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주요 내용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현재 상태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9953002"/>
                  </a:ext>
                </a:extLst>
              </a:tr>
              <a:tr h="41654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시스템 구축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FastAPI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백엔드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 파이프라인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진단 엔진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웹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UI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연동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기본 </a:t>
                      </a:r>
                      <a:r>
                        <a:rPr lang="ko-KR" altLang="en-US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아키텍쳐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구성완료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/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안정화 진행중</a:t>
                      </a:r>
                      <a:endParaRPr lang="en-US" altLang="ko-KR" sz="800" kern="12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55091"/>
                  </a:ext>
                </a:extLst>
              </a:tr>
              <a:tr h="41654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AI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인프라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폐쇄망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내 </a:t>
                      </a:r>
                      <a:r>
                        <a:rPr lang="en-US" altLang="ko-KR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Ollama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구동 환경 및 로컬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LLM(GGUF)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세팅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추후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Agent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진단 내용에 다른 모델 업그레이드 검토</a:t>
                      </a:r>
                      <a:b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en-US" altLang="ko-KR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Qwen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14B)</a:t>
                      </a:r>
                      <a:endParaRPr lang="ko-KR" altLang="en-US" sz="800" kern="12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8383803"/>
                  </a:ext>
                </a:extLst>
              </a:tr>
              <a:tr h="29158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로직 수정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가감속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(Transient)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구간 분류 기준 변경 방법 확립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진단 대시보드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HTML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파일 로직 수정에 맞춰 지속 수정 반영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6557212"/>
                  </a:ext>
                </a:extLst>
              </a:tr>
              <a:tr h="461086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성능 최적화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웹페이지 조회 속도 개선작업 </a:t>
                      </a:r>
                      <a:endParaRPr lang="en-US" altLang="ko-KR" sz="800" kern="12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 algn="l" defTabSz="914400" rtl="0" eaLnBrk="1" latinLnBrk="1" hangingPunct="1"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1.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 </a:t>
                      </a:r>
                      <a:r>
                        <a:rPr lang="ko-KR" altLang="en-US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프리워밍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GPU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가속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en-US" altLang="ko-KR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cuDF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도입 검토</a:t>
                      </a:r>
                      <a:b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2.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디스크 캐시 사용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대기 중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환경 문제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4203880"/>
                  </a:ext>
                </a:extLst>
              </a:tr>
              <a:tr h="41654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환경 인프라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리눅스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(Linux) </a:t>
                      </a:r>
                      <a:r>
                        <a:rPr lang="ko-KR" altLang="en-US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샌드박스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환경 설정 및 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Python 3.10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업그레이드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진행 중</a:t>
                      </a:r>
                      <a:endParaRPr lang="en-US" altLang="ko-KR" sz="800" kern="12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7928121"/>
                  </a:ext>
                </a:extLst>
              </a:tr>
              <a:tr h="29158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트러블슈팅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 </a:t>
                      </a:r>
                      <a:r>
                        <a:rPr lang="ko-KR" altLang="en-US" sz="800" kern="120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프리워밍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무한 대기 현상 원인 규명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분석 중</a:t>
                      </a:r>
                    </a:p>
                  </a:txBody>
                  <a:tcPr marL="79115" marR="79115" marT="39558" marB="395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192864"/>
                  </a:ext>
                </a:extLst>
              </a:tr>
            </a:tbl>
          </a:graphicData>
        </a:graphic>
      </p:graphicFrame>
      <p:sp>
        <p:nvSpPr>
          <p:cNvPr id="6" name="Rectangle 2">
            <a:extLst>
              <a:ext uri="{FF2B5EF4-FFF2-40B4-BE49-F238E27FC236}">
                <a16:creationId xmlns:a16="http://schemas.microsoft.com/office/drawing/2014/main" id="{1CBFCABB-1DAB-5EAB-7479-5B9BEBE61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82" y="6082113"/>
            <a:ext cx="3527820" cy="543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28316" tIns="28316" rIns="28316" bIns="28316" anchor="ctr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 </a:t>
            </a:r>
            <a:r>
              <a:rPr kumimoji="0" lang="en-US" altLang="ko-KR" sz="70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FastAPI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: 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파이썬 기반 웹서버</a:t>
            </a:r>
            <a:endParaRPr kumimoji="0" lang="en-US" altLang="ko-KR" sz="700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ko-KR" altLang="en-US" sz="70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프리워밍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조회 속도 개선을 위하여 최근 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일자 진단 내용 임시 저장</a:t>
            </a:r>
            <a:endParaRPr kumimoji="0" lang="en-US" altLang="ko-KR" sz="700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marR="0" lvl="0" indent="0" algn="l" defTabSz="779174" rtl="0" eaLnBrk="1" fontAlgn="auto" latinLnBrk="0" hangingPunct="1">
              <a:lnSpc>
                <a:spcPct val="12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* 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디스크 캐시 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최근 </a:t>
            </a:r>
            <a:r>
              <a:rPr kumimoji="0" lang="en-US" altLang="ko-KR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7</a:t>
            </a:r>
            <a:r>
              <a:rPr kumimoji="0" lang="ko-KR" altLang="en-US" sz="70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일 데이터 전처리 및 연산결과 보관소 </a:t>
            </a:r>
            <a:endParaRPr kumimoji="0" lang="en-US" altLang="ko-KR" sz="700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707551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최재호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25610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과제명쇼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마킹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개선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E77A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재료교체 시 테이프 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후 어깨선 불량 집중 현황 확인하였고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설비별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공급부별 어깨선 트렌드 내 변동 패턴 확인하였습니다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 </a:t>
                      </a:r>
                      <a:r>
                        <a:rPr lang="ko-KR" altLang="en-US" sz="9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불량 현상 정량화 분석을 통한 조치필요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파악 및 개선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진척사항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분석 및 법인 조치 누적현황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간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 선임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한종원 사원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57118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daily NG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마킹 불량 분석 및 조치 사항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7/23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4826C7E2-5508-8D4A-3DFF-CA74D40924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8526426"/>
              </p:ext>
            </p:extLst>
          </p:nvPr>
        </p:nvGraphicFramePr>
        <p:xfrm>
          <a:off x="1685493" y="1994853"/>
          <a:ext cx="6786686" cy="3539806"/>
        </p:xfrm>
        <a:graphic>
          <a:graphicData uri="http://schemas.openxmlformats.org/drawingml/2006/table">
            <a:tbl>
              <a:tblPr/>
              <a:tblGrid>
                <a:gridCol w="246063">
                  <a:extLst>
                    <a:ext uri="{9D8B030D-6E8A-4147-A177-3AD203B41FA5}">
                      <a16:colId xmlns:a16="http://schemas.microsoft.com/office/drawing/2014/main" val="416679932"/>
                    </a:ext>
                  </a:extLst>
                </a:gridCol>
                <a:gridCol w="248876">
                  <a:extLst>
                    <a:ext uri="{9D8B030D-6E8A-4147-A177-3AD203B41FA5}">
                      <a16:colId xmlns:a16="http://schemas.microsoft.com/office/drawing/2014/main" val="3701395651"/>
                    </a:ext>
                  </a:extLst>
                </a:gridCol>
                <a:gridCol w="298174">
                  <a:extLst>
                    <a:ext uri="{9D8B030D-6E8A-4147-A177-3AD203B41FA5}">
                      <a16:colId xmlns:a16="http://schemas.microsoft.com/office/drawing/2014/main" val="499719005"/>
                    </a:ext>
                  </a:extLst>
                </a:gridCol>
                <a:gridCol w="347870">
                  <a:extLst>
                    <a:ext uri="{9D8B030D-6E8A-4147-A177-3AD203B41FA5}">
                      <a16:colId xmlns:a16="http://schemas.microsoft.com/office/drawing/2014/main" val="3235251558"/>
                    </a:ext>
                  </a:extLst>
                </a:gridCol>
                <a:gridCol w="1470991">
                  <a:extLst>
                    <a:ext uri="{9D8B030D-6E8A-4147-A177-3AD203B41FA5}">
                      <a16:colId xmlns:a16="http://schemas.microsoft.com/office/drawing/2014/main" val="3857026429"/>
                    </a:ext>
                  </a:extLst>
                </a:gridCol>
                <a:gridCol w="1216301">
                  <a:extLst>
                    <a:ext uri="{9D8B030D-6E8A-4147-A177-3AD203B41FA5}">
                      <a16:colId xmlns:a16="http://schemas.microsoft.com/office/drawing/2014/main" val="3998568291"/>
                    </a:ext>
                  </a:extLst>
                </a:gridCol>
                <a:gridCol w="1543050">
                  <a:extLst>
                    <a:ext uri="{9D8B030D-6E8A-4147-A177-3AD203B41FA5}">
                      <a16:colId xmlns:a16="http://schemas.microsoft.com/office/drawing/2014/main" val="2111217195"/>
                    </a:ext>
                  </a:extLst>
                </a:gridCol>
                <a:gridCol w="590550">
                  <a:extLst>
                    <a:ext uri="{9D8B030D-6E8A-4147-A177-3AD203B41FA5}">
                      <a16:colId xmlns:a16="http://schemas.microsoft.com/office/drawing/2014/main" val="417321394"/>
                    </a:ext>
                  </a:extLst>
                </a:gridCol>
                <a:gridCol w="824811">
                  <a:extLst>
                    <a:ext uri="{9D8B030D-6E8A-4147-A177-3AD203B41FA5}">
                      <a16:colId xmlns:a16="http://schemas.microsoft.com/office/drawing/2014/main" val="2828372180"/>
                    </a:ext>
                  </a:extLst>
                </a:gridCol>
              </a:tblGrid>
              <a:tr h="2135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일자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Type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Model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현상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데이터 패턴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조치 및 효과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타호기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점검결과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 방안</a:t>
                      </a:r>
                    </a:p>
                  </a:txBody>
                  <a:tcPr marL="4761" marR="4761" marT="476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3572904"/>
                  </a:ext>
                </a:extLst>
              </a:tr>
              <a:tr h="32521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5/6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ESS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JF2S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LAM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#23-1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마크 비전 상 이물을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마크로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오인하여 정상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배출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비전이 검출한 마크 수량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정상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마크 인식시 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6~8</a:t>
                      </a:r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비전클리닝 진행 및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Size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기반 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마크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인식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Logic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적용완료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(5/7)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조치 전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0.90%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→ 조치 후 미발생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Size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기반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마크 인식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Logic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746866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5/10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E77A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LAM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#20-2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Final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비전촬영 시 정상이나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마크비전에서 탭 구겨짐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비전이 검출한 마크 수량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정상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마크 인식시 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6~8</a:t>
                      </a:r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마크비전 그리퍼 틀어짐 확인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평탄도 조정조치 완료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(5/11)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조치 전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0.20%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→ 조치 후 미발생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설비정지 시 그리퍼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평탄도 점검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197039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5/18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E77A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NTC(A)#20-1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가감속시 어깨선 불량을 동반한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탭변형 다발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노칭통합비전 판정결과 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외관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TBDT /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치수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SH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법인 공유완료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(5/19)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및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관련기구부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롤러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점검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근본원인 탐색 필요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전호기 발생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6139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5/31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ESS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JF2S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전호기</a:t>
                      </a:r>
                      <a:endParaRPr lang="en-US" altLang="ko-KR" sz="7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양극 크랙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스크래치 다발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코터 기준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1Lane Back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380-520mm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부근 다발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노칭 통합비전 상 검출조건 정합화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en-US" altLang="ko-KR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가로 </a:t>
                      </a:r>
                      <a:r>
                        <a:rPr kumimoji="1" lang="en-US" altLang="ko-KR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1mm OR </a:t>
                      </a:r>
                      <a:r>
                        <a:rPr kumimoji="1" lang="ko-KR" altLang="en-US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세로 </a:t>
                      </a:r>
                      <a:r>
                        <a:rPr kumimoji="1" lang="en-US" altLang="ko-KR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2mm </a:t>
                      </a:r>
                      <a:r>
                        <a:rPr kumimoji="1" lang="ko-KR" altLang="en-US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이상 </a:t>
                      </a:r>
                      <a:endParaRPr kumimoji="1" lang="en-US" altLang="ko-KR" sz="8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algn="ctr" fontAlgn="ctr"/>
                      <a:r>
                        <a:rPr kumimoji="1" lang="ko-KR" altLang="en-US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가로 </a:t>
                      </a:r>
                      <a:r>
                        <a:rPr kumimoji="1" lang="en-US" altLang="ko-KR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1mm AND </a:t>
                      </a:r>
                      <a:r>
                        <a:rPr kumimoji="1" lang="ko-KR" altLang="en-US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세로 </a:t>
                      </a:r>
                      <a:r>
                        <a:rPr kumimoji="1" lang="en-US" altLang="ko-KR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2mm </a:t>
                      </a:r>
                      <a:r>
                        <a:rPr kumimoji="1" lang="ko-KR" altLang="en-US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이상</a:t>
                      </a:r>
                      <a:r>
                        <a:rPr kumimoji="1" lang="en-US" altLang="ko-KR" sz="8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38261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6/15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ESS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NTC(C)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#29-1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주행 방향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커프 실물탭버 발생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박스 석션유량 하강 및 탭버 증가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석션박스 클리닝 이후 유량 상승됨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이후 탭버 미발생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FDC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알람가능성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검토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96239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6/22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E77A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NTC(C)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#21-1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설비재가동 후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타발기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마스터피더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사이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Cutting Height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증가 및 불량다발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Master Feeder </a:t>
                      </a:r>
                      <a:r>
                        <a:rPr lang="en-US" altLang="ko-KR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NipRoll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압력산포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Best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호기 대비 넓음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현장확인 시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특이사항없음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66024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E77A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양극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전호기</a:t>
                      </a:r>
                      <a:endParaRPr lang="en-US" altLang="ko-KR" sz="7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재료교체 시 어깨선 불량 다발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1.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구재료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신재료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Mismatch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부호 반대 시 불량 증가</a:t>
                      </a:r>
                      <a:b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2.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신재료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Mismatch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에 가까울 수록 불량 낮아짐</a:t>
                      </a:r>
                      <a:b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3.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구재로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신재료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Mismatch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모두 양수일 때 불량 낮아짐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선별투입 로직 고도화 예정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54901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Long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E77A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양극 </a:t>
                      </a:r>
                      <a:r>
                        <a:rPr lang="ko-KR" alt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전호기</a:t>
                      </a:r>
                      <a:endParaRPr lang="en-US" altLang="ko-KR" sz="7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재료교체 구간 내 테이프 전후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50cell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영역에 불량 집중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설비별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공급부별 어깨선 트렌드 내 위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아래 피크 방향성 존재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현상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정량화하여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Theta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조정 우선순위 확인 필요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644129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813934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최재호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9365985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마킹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개선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E77A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재료교체 시 테이프 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후 어깨선 변동 패턴은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공급부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Theta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정렬에 영향을 받을 수 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호기별 정렬도 정량화 진행중인 내용입니다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 </a:t>
                      </a:r>
                      <a:r>
                        <a:rPr lang="ko-KR" altLang="en-US" sz="9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주요 원인에 대한 정량적 분석 및 원인파악을 위해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체계 구축 및 분석활동 진행하고자 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NG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마킹 개선을 위해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주요모델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(E77A/JF2S)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대상으로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3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건의 체계구축 완료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① 전극기준 외관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NG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마킹 ②</a:t>
                      </a:r>
                      <a:r>
                        <a:rPr kumimoji="1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노칭기인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NG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마킹  ③ </a:t>
                      </a:r>
                      <a:r>
                        <a:rPr kumimoji="1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소권취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및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Lot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NG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마킹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및 </a:t>
                      </a:r>
                      <a:r>
                        <a:rPr kumimoji="1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체계활용하여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분석활동 지속하고 있습니다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JF2S 7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 생산중단 되었으며 재생산 일정은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‘26.9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월로 예상됩니다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JF1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모델에 대해서는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WF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수평전개 진행중입니다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▼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E77A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JF2S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NG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마킹 불량률 현황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(7/15 – 7/21)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* JF1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분석체계 구축 완료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(~7/22)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(E77A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양극 재료교체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Cutting Height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재료교체 시 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구재료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신재료의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Mismatch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수준 조합별 불량분석을 진행했고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Mismatch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조합에 따른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3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가지 불량률 패턴을 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확인했습니다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①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신재료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구재료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Mismatch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부호가 반대일 때 불량률이 높음 ②신재료의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mismatch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에 가까울수록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불량률이 전반적으로 낮음 ③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구재료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신재료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Mismatch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 모두 양수일 때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전반적인 불량률이 낮습니다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상기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3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가지 패턴 중 우선순위 확인 후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선별투입 로직 고도화 검토하고자 합니다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(E77A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양극 재료교체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Cutting Height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재료교체 구간에 대한 불량률을 기준으로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불량의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60%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는 테이프 전후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50Cell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영역에 집중되어 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해당 구간의 불량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개선을 위해 재료교체 시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Cutting Height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데이터 패턴을 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보고있으며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설비별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공급부별로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특정한 방향성이 있음을 확인했습니다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법인과 논의 시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특정 방향으로 쏠리는 이유는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UW 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공급부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Theta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축이 틀어지기 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떄문에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단차가 없더라도 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텐션차로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인한 쓸림이 발생할 수 있다는 의견이 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해당 현상을 </a:t>
                      </a:r>
                      <a:r>
                        <a:rPr kumimoji="1" lang="ko-KR" altLang="en-US" sz="900" kern="0" err="1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정량화하여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Theta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 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조정 우선순위 확인하고자 합니다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간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 선임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한종원 사원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36573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–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NG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마킹 근본 분석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724775" y="587343"/>
            <a:ext cx="214539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18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8" name="개체 7">
            <a:extLst>
              <a:ext uri="{FF2B5EF4-FFF2-40B4-BE49-F238E27FC236}">
                <a16:creationId xmlns:a16="http://schemas.microsoft.com/office/drawing/2014/main" id="{20B06134-80A1-A70E-267B-F09712CB9EE0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915088776"/>
              </p:ext>
            </p:extLst>
          </p:nvPr>
        </p:nvGraphicFramePr>
        <p:xfrm>
          <a:off x="1751497" y="2574746"/>
          <a:ext cx="6391275" cy="738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0" name="Worksheet" r:id="rId4" imgW="9325051" imgH="1104855" progId="Excel.Sheet.12">
                  <p:embed/>
                </p:oleObj>
              </mc:Choice>
              <mc:Fallback>
                <p:oleObj name="Worksheet" r:id="rId4" imgW="9325051" imgH="1104855" progId="Excel.Sheet.12">
                  <p:embed/>
                  <p:pic>
                    <p:nvPicPr>
                      <p:cNvPr id="8" name="개체 7">
                        <a:extLst>
                          <a:ext uri="{FF2B5EF4-FFF2-40B4-BE49-F238E27FC236}">
                            <a16:creationId xmlns:a16="http://schemas.microsoft.com/office/drawing/2014/main" id="{20B06134-80A1-A70E-267B-F09712CB9EE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751497" y="2574746"/>
                        <a:ext cx="6391275" cy="7381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6" name="그림 15">
            <a:extLst>
              <a:ext uri="{FF2B5EF4-FFF2-40B4-BE49-F238E27FC236}">
                <a16:creationId xmlns:a16="http://schemas.microsoft.com/office/drawing/2014/main" id="{4B0CB7D3-C678-21FB-6A62-CF272230DD4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70172" y="3925957"/>
            <a:ext cx="3458764" cy="1098430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4236F396-9E65-CC88-2A3A-89584C501EA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296565" y="3903631"/>
            <a:ext cx="3159867" cy="870955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EB58CAD3-3020-D5E4-02EC-6D7FE117E14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944075" y="5316535"/>
            <a:ext cx="3176204" cy="1005058"/>
          </a:xfrm>
          <a:prstGeom prst="rect">
            <a:avLst/>
          </a:prstGeom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8D87275-2889-4F3D-3F23-7652CA3D232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474838" y="4655187"/>
            <a:ext cx="3520121" cy="1666406"/>
          </a:xfrm>
          <a:prstGeom prst="rect">
            <a:avLst/>
          </a:prstGeom>
        </p:spPr>
      </p:pic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D2C1755-58DB-4273-5820-6DEA3ECEDC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017131"/>
              </p:ext>
            </p:extLst>
          </p:nvPr>
        </p:nvGraphicFramePr>
        <p:xfrm>
          <a:off x="4914698" y="4789394"/>
          <a:ext cx="3672985" cy="1528718"/>
        </p:xfrm>
        <a:graphic>
          <a:graphicData uri="http://schemas.openxmlformats.org/drawingml/2006/table">
            <a:tbl>
              <a:tblPr/>
              <a:tblGrid>
                <a:gridCol w="213961">
                  <a:extLst>
                    <a:ext uri="{9D8B030D-6E8A-4147-A177-3AD203B41FA5}">
                      <a16:colId xmlns:a16="http://schemas.microsoft.com/office/drawing/2014/main" val="2327897733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905403535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191230947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1147650264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3897370901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3319585087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2852230986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3142419929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3528858810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1761750136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1620681061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3941103028"/>
                    </a:ext>
                  </a:extLst>
                </a:gridCol>
                <a:gridCol w="288252">
                  <a:extLst>
                    <a:ext uri="{9D8B030D-6E8A-4147-A177-3AD203B41FA5}">
                      <a16:colId xmlns:a16="http://schemas.microsoft.com/office/drawing/2014/main" val="3620321069"/>
                    </a:ext>
                  </a:extLst>
                </a:gridCol>
              </a:tblGrid>
              <a:tr h="9498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#10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#13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#14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#20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#21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28184778"/>
                  </a:ext>
                </a:extLst>
              </a:tr>
              <a:tr h="2747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공급부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UW1→UW2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UW2→UW1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UW1→UW2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UW2→UW1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UW1→UW2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UW2→UW1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UW1→UW2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UW2→UW1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UW1→UW2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UW2→UW1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UW1→UW2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UW2→UW1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7871704"/>
                  </a:ext>
                </a:extLst>
              </a:tr>
              <a:tr h="1944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위로 뾰족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4567861"/>
                  </a:ext>
                </a:extLst>
              </a:tr>
              <a:tr h="2747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아래로 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뾰족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417377"/>
                  </a:ext>
                </a:extLst>
              </a:tr>
              <a:tr h="1944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반대 방향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3220854"/>
                  </a:ext>
                </a:extLst>
              </a:tr>
              <a:tr h="1944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단순부착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6963" marR="6963" marT="6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6963" marR="6963" marT="696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525738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5DFAA96-BFAE-C26D-7C54-D841FADF3F6F}"/>
              </a:ext>
            </a:extLst>
          </p:cNvPr>
          <p:cNvSpPr txBox="1"/>
          <p:nvPr/>
        </p:nvSpPr>
        <p:spPr>
          <a:xfrm>
            <a:off x="4813749" y="4592406"/>
            <a:ext cx="3060453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 b="1">
                <a:solidFill>
                  <a:srgbClr val="006600"/>
                </a:solidFill>
              </a:rPr>
              <a:t>6/25 ~ 6/30</a:t>
            </a:r>
            <a:r>
              <a:rPr lang="ko-KR" altLang="en-US" sz="1050" b="1">
                <a:solidFill>
                  <a:srgbClr val="006600"/>
                </a:solidFill>
              </a:rPr>
              <a:t> 호기</a:t>
            </a:r>
            <a:r>
              <a:rPr lang="en-US" altLang="ko-KR" sz="1050" b="1">
                <a:solidFill>
                  <a:srgbClr val="006600"/>
                </a:solidFill>
              </a:rPr>
              <a:t>-</a:t>
            </a:r>
            <a:r>
              <a:rPr lang="ko-KR" altLang="en-US" sz="1050" b="1">
                <a:solidFill>
                  <a:srgbClr val="006600"/>
                </a:solidFill>
              </a:rPr>
              <a:t>공급부별 재료교체 어깨선 패턴별 횟수</a:t>
            </a:r>
          </a:p>
        </p:txBody>
      </p:sp>
    </p:spTree>
    <p:extLst>
      <p:ext uri="{BB962C8B-B14F-4D97-AF65-F5344CB8AC3E}">
        <p14:creationId xmlns:p14="http://schemas.microsoft.com/office/powerpoint/2010/main" val="165836810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조은지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3945106"/>
              </p:ext>
            </p:extLst>
          </p:nvPr>
        </p:nvGraphicFramePr>
        <p:xfrm>
          <a:off x="125047" y="840841"/>
          <a:ext cx="9644176" cy="589612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과제명쇼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단선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재밍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JF2S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별도 진행사항은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JF2S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라미네이션에서 발생하는 단선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재밍의 원인 분석 및 개선 활동을 통해 가동률 및 위치불량을 개선 하고자 함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셀추적을 통해서 단선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재밍 발생 구간을 확정하고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SPC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Image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추적을 통해 해당 구간읜 전공정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자공정 발생 원인을 도출하여 개선 활동을 진행하고 있습니다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단선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재밍 원인 분석 컨셉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CASE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 공정에서 전극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Tab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손상이 발생하여 발생한 전공정 기인 단선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-.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 개선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 공정에서 음극 탭부 간섭 개소 기구부 조치 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(4/10),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-.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전극 최외곽은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완공마다 탭부 이상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전극 중앙은 리와인더 탭카운트 센서 일정 시간 카운팅 되지 않을 경우 설비 정지 및 알람 적용 검토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(4/10)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CASE 6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 재료 교체 시점에 발생한 전극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Bottom/Tab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부 손상으로 인한 것으로 추정되는 전공정 기인 단선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-.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언와인더에서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Splicing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Tension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 의해 전극 위치가 밀려 컷팅이 제대로 되지 않았고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Tension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조정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(5/13)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후 개선됨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CASE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노칭 드라이어 열주름에 의해 발생한 전공정 기인 단선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-.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 개선 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 설비 정지 후 재가동 시 드라이어 후단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(5M)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구간 주름 확인 후 재가동 할 수 있도록 하였고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드라이어 온도하향 검토 중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간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14611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–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라미 단선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재밍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분석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09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A5FD18D-B8E3-ECAC-AC2A-34C6E29288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62286" y="2311209"/>
            <a:ext cx="3800982" cy="2656716"/>
          </a:xfrm>
          <a:prstGeom prst="rect">
            <a:avLst/>
          </a:prstGeom>
        </p:spPr>
      </p:pic>
      <p:sp>
        <p:nvSpPr>
          <p:cNvPr id="6" name="직사각형 5">
            <a:extLst>
              <a:ext uri="{FF2B5EF4-FFF2-40B4-BE49-F238E27FC236}">
                <a16:creationId xmlns:a16="http://schemas.microsoft.com/office/drawing/2014/main" id="{58DDC30D-7439-7826-E842-7F788FE656FB}"/>
              </a:ext>
            </a:extLst>
          </p:cNvPr>
          <p:cNvSpPr/>
          <p:nvPr/>
        </p:nvSpPr>
        <p:spPr>
          <a:xfrm>
            <a:off x="5263268" y="2311209"/>
            <a:ext cx="3324418" cy="2656716"/>
          </a:xfrm>
          <a:prstGeom prst="rect">
            <a:avLst/>
          </a:prstGeom>
          <a:noFill/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CASE 1 Final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Cutter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Gap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Sensor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기구부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간섭으로 인한 탭 손상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이후 스크랩 잔여로 발생한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자공정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기인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재밍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endParaRPr kumimoji="1" lang="en-US" altLang="ko-KR" sz="900">
              <a:solidFill>
                <a:srgbClr val="000000"/>
              </a:solidFill>
              <a:ea typeface="LG스마트체 Regular" panose="020B0600000101010101" pitchFamily="50" charset="-127"/>
              <a:cs typeface="Arial"/>
            </a:endParaRPr>
          </a:p>
          <a:p>
            <a:pPr marL="88900" marR="0" lvl="0" indent="-8890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 -. (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법인 개선 사항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) Tab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접힘 방지 목적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Final Cutter Gap Sensor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진입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Guide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적용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(3/22)</a:t>
            </a:r>
          </a:p>
          <a:p>
            <a:pPr marL="88900" marR="0" lvl="0" indent="-8890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 -. Cell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처짐 발생 시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기구부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(Fix Block)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간섭 방지 목적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Fix Block R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가공 개선 진행함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(4/27)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CASE 2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전공정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연결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Tape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에 의해 발생한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전공정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기인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재밍</a:t>
            </a:r>
            <a:endParaRPr kumimoji="1" lang="en-US" altLang="ko-KR" sz="900">
              <a:solidFill>
                <a:srgbClr val="000000"/>
              </a:solidFill>
              <a:ea typeface="LG스마트체 Regular" panose="020B0600000101010101" pitchFamily="50" charset="-127"/>
              <a:cs typeface="Arial"/>
            </a:endParaRPr>
          </a:p>
          <a:p>
            <a:pPr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 -. (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법인 개선 사항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연결테이프 재질 변경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(Test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완료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발주 중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),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연결테이프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1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장만 부착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(4/16),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대칭모델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비대칭 테이프 부착 위치 정합화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(4/17)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를 통해 개선 진행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</a:p>
          <a:p>
            <a:pPr marL="0" indent="0"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CASE 3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노칭 공정에서 테이프 이상 부착에 의한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전공정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기인 단선</a:t>
            </a:r>
            <a:endParaRPr kumimoji="1" lang="en-US" altLang="ko-KR" sz="900">
              <a:solidFill>
                <a:srgbClr val="000000"/>
              </a:solidFill>
              <a:ea typeface="LG스마트체 Regular" panose="020B0600000101010101" pitchFamily="50" charset="-127"/>
              <a:cs typeface="Arial"/>
            </a:endParaRPr>
          </a:p>
          <a:p>
            <a:pPr marL="177800" indent="-177800"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 -. (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법인 개선 사항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노칭 공정에서 음극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탭부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간섭 개소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기구부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조치 완료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(4/10)</a:t>
            </a:r>
          </a:p>
          <a:p>
            <a:pPr marL="177800" indent="-177800"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 -.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전극 최외곽은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Lot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완공마다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탭부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이상 확인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전극 중앙은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리와인더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탭카운트 센서 일정 시간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카운팅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되지 않을 경우 설비 정지 및 알람 적용 검토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중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(4/10)</a:t>
            </a:r>
          </a:p>
          <a:p>
            <a:pPr>
              <a:defRPr/>
            </a:pP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CASE 4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전공정에서 단선 발생했던 전극이 투입되었을 때 연결 구간에서 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L&amp;S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단선이 발생한 </a:t>
            </a:r>
            <a:r>
              <a:rPr kumimoji="1"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전공정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기인 단선 유형</a:t>
            </a:r>
            <a:r>
              <a:rPr kumimoji="1" lang="en-US" altLang="ko-KR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90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발생함</a:t>
            </a:r>
            <a:endParaRPr kumimoji="1" lang="en-US" altLang="ko-KR" sz="900">
              <a:solidFill>
                <a:srgbClr val="000000"/>
              </a:solidFill>
              <a:ea typeface="LG스마트체 Regular" panose="020B0600000101010101" pitchFamily="50" charset="-127"/>
              <a:cs typeface="Arial"/>
            </a:endParaRPr>
          </a:p>
          <a:p>
            <a:pPr marL="177800" indent="-177800">
              <a:defRPr/>
            </a:pPr>
            <a:endParaRPr kumimoji="1" lang="en-US" altLang="ko-KR" sz="900">
              <a:solidFill>
                <a:srgbClr val="000000"/>
              </a:solidFill>
              <a:ea typeface="LG스마트체 Regular" panose="020B0600000101010101" pitchFamily="50" charset="-127"/>
              <a:cs typeface="Arial"/>
            </a:endParaRPr>
          </a:p>
          <a:p>
            <a:pPr marL="177800" marR="0" lvl="0" indent="-17780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900">
              <a:solidFill>
                <a:srgbClr val="000000"/>
              </a:solidFill>
              <a:ea typeface="LG스마트체 Regular" panose="020B0600000101010101" pitchFamily="50" charset="-127"/>
              <a:cs typeface="Arial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6E713C9-85F1-C7D7-A216-CB7C582801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58771"/>
              </p:ext>
            </p:extLst>
          </p:nvPr>
        </p:nvGraphicFramePr>
        <p:xfrm>
          <a:off x="6736032" y="1243625"/>
          <a:ext cx="3001008" cy="530688"/>
        </p:xfrm>
        <a:graphic>
          <a:graphicData uri="http://schemas.openxmlformats.org/drawingml/2006/table">
            <a:tbl>
              <a:tblPr/>
              <a:tblGrid>
                <a:gridCol w="375126">
                  <a:extLst>
                    <a:ext uri="{9D8B030D-6E8A-4147-A177-3AD203B41FA5}">
                      <a16:colId xmlns:a16="http://schemas.microsoft.com/office/drawing/2014/main" val="1411434263"/>
                    </a:ext>
                  </a:extLst>
                </a:gridCol>
                <a:gridCol w="375126">
                  <a:extLst>
                    <a:ext uri="{9D8B030D-6E8A-4147-A177-3AD203B41FA5}">
                      <a16:colId xmlns:a16="http://schemas.microsoft.com/office/drawing/2014/main" val="496835462"/>
                    </a:ext>
                  </a:extLst>
                </a:gridCol>
                <a:gridCol w="375126">
                  <a:extLst>
                    <a:ext uri="{9D8B030D-6E8A-4147-A177-3AD203B41FA5}">
                      <a16:colId xmlns:a16="http://schemas.microsoft.com/office/drawing/2014/main" val="642933883"/>
                    </a:ext>
                  </a:extLst>
                </a:gridCol>
                <a:gridCol w="375126">
                  <a:extLst>
                    <a:ext uri="{9D8B030D-6E8A-4147-A177-3AD203B41FA5}">
                      <a16:colId xmlns:a16="http://schemas.microsoft.com/office/drawing/2014/main" val="3485516328"/>
                    </a:ext>
                  </a:extLst>
                </a:gridCol>
                <a:gridCol w="375126">
                  <a:extLst>
                    <a:ext uri="{9D8B030D-6E8A-4147-A177-3AD203B41FA5}">
                      <a16:colId xmlns:a16="http://schemas.microsoft.com/office/drawing/2014/main" val="3488929388"/>
                    </a:ext>
                  </a:extLst>
                </a:gridCol>
                <a:gridCol w="375126">
                  <a:extLst>
                    <a:ext uri="{9D8B030D-6E8A-4147-A177-3AD203B41FA5}">
                      <a16:colId xmlns:a16="http://schemas.microsoft.com/office/drawing/2014/main" val="2955127310"/>
                    </a:ext>
                  </a:extLst>
                </a:gridCol>
                <a:gridCol w="375126">
                  <a:extLst>
                    <a:ext uri="{9D8B030D-6E8A-4147-A177-3AD203B41FA5}">
                      <a16:colId xmlns:a16="http://schemas.microsoft.com/office/drawing/2014/main" val="1949095167"/>
                    </a:ext>
                  </a:extLst>
                </a:gridCol>
                <a:gridCol w="375126">
                  <a:extLst>
                    <a:ext uri="{9D8B030D-6E8A-4147-A177-3AD203B41FA5}">
                      <a16:colId xmlns:a16="http://schemas.microsoft.com/office/drawing/2014/main" val="443368881"/>
                    </a:ext>
                  </a:extLst>
                </a:gridCol>
              </a:tblGrid>
              <a:tr h="17068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모델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34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구분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34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월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34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월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34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3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4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5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6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431102"/>
                  </a:ext>
                </a:extLst>
              </a:tr>
              <a:tr h="180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JF2S</a:t>
                      </a:r>
                      <a:endParaRPr lang="ko-KR" alt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파단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3.4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2.9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1.3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0.8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1.5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2.2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013631"/>
                  </a:ext>
                </a:extLst>
              </a:tr>
              <a:tr h="18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재밍</a:t>
                      </a:r>
                      <a:endParaRPr lang="ko-KR" alt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34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4.3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  <a:cs typeface="+mn-cs"/>
                        </a:rPr>
                        <a:t>3.2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2.8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1.3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1.3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34" charset="-127"/>
                        </a:rPr>
                        <a:t>2.3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672891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054ABFA-1C5F-7601-50FE-2699C0B933B7}"/>
              </a:ext>
            </a:extLst>
          </p:cNvPr>
          <p:cNvSpPr txBox="1"/>
          <p:nvPr/>
        </p:nvSpPr>
        <p:spPr>
          <a:xfrm>
            <a:off x="8944544" y="1774313"/>
            <a:ext cx="875153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</a:pP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* 7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월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미생산</a:t>
            </a:r>
            <a:endParaRPr lang="en-US" altLang="ko-KR" sz="900">
              <a:solidFill>
                <a:srgbClr val="000000"/>
              </a:solidFill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0630862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박태욱 선임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950968"/>
              </p:ext>
            </p:extLst>
          </p:nvPr>
        </p:nvGraphicFramePr>
        <p:xfrm>
          <a:off x="125046" y="840841"/>
          <a:ext cx="9639637" cy="5674259"/>
        </p:xfrm>
        <a:graphic>
          <a:graphicData uri="http://schemas.openxmlformats.org/drawingml/2006/table">
            <a:tbl>
              <a:tblPr/>
              <a:tblGrid>
                <a:gridCol w="6332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372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4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02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스택킹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daily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분석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 조치 사항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건 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모노세파외관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_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라미 롤러 눌림 자국 유형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스태킹 공정 주요 불량 현상 정량화 분석을 통한 설비별 조치 필요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Unit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파악 및 개선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활동 내역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]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: 2/1 ~ 7/22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77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누적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. 2/1 ~ 7/22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기준 스태킹 불량률이 높은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E77A &amp;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JF2S &amp; E161A &amp; E128A &amp; H5.5 &amp; JF1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모델의 주요 불량 항목인 모노세파 외관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모노 적재에 대하여 불량 분석하였습니다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한종원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1528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 개선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스택킹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daily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불량 분석 및 조치 사항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/22(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F5B55E6-E234-7E6A-CEFA-EEA4946B18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5963320"/>
              </p:ext>
            </p:extLst>
          </p:nvPr>
        </p:nvGraphicFramePr>
        <p:xfrm>
          <a:off x="1254266" y="2971246"/>
          <a:ext cx="7379600" cy="3240891"/>
        </p:xfrm>
        <a:graphic>
          <a:graphicData uri="http://schemas.openxmlformats.org/drawingml/2006/table">
            <a:tbl>
              <a:tblPr/>
              <a:tblGrid>
                <a:gridCol w="278226">
                  <a:extLst>
                    <a:ext uri="{9D8B030D-6E8A-4147-A177-3AD203B41FA5}">
                      <a16:colId xmlns:a16="http://schemas.microsoft.com/office/drawing/2014/main" val="1888858096"/>
                    </a:ext>
                  </a:extLst>
                </a:gridCol>
                <a:gridCol w="263999">
                  <a:extLst>
                    <a:ext uri="{9D8B030D-6E8A-4147-A177-3AD203B41FA5}">
                      <a16:colId xmlns:a16="http://schemas.microsoft.com/office/drawing/2014/main" val="708623590"/>
                    </a:ext>
                  </a:extLst>
                </a:gridCol>
                <a:gridCol w="348751">
                  <a:extLst>
                    <a:ext uri="{9D8B030D-6E8A-4147-A177-3AD203B41FA5}">
                      <a16:colId xmlns:a16="http://schemas.microsoft.com/office/drawing/2014/main" val="4284054784"/>
                    </a:ext>
                  </a:extLst>
                </a:gridCol>
                <a:gridCol w="336382">
                  <a:extLst>
                    <a:ext uri="{9D8B030D-6E8A-4147-A177-3AD203B41FA5}">
                      <a16:colId xmlns:a16="http://schemas.microsoft.com/office/drawing/2014/main" val="1519052676"/>
                    </a:ext>
                  </a:extLst>
                </a:gridCol>
                <a:gridCol w="407186">
                  <a:extLst>
                    <a:ext uri="{9D8B030D-6E8A-4147-A177-3AD203B41FA5}">
                      <a16:colId xmlns:a16="http://schemas.microsoft.com/office/drawing/2014/main" val="3405446051"/>
                    </a:ext>
                  </a:extLst>
                </a:gridCol>
                <a:gridCol w="1435540">
                  <a:extLst>
                    <a:ext uri="{9D8B030D-6E8A-4147-A177-3AD203B41FA5}">
                      <a16:colId xmlns:a16="http://schemas.microsoft.com/office/drawing/2014/main" val="544118052"/>
                    </a:ext>
                  </a:extLst>
                </a:gridCol>
                <a:gridCol w="1328912">
                  <a:extLst>
                    <a:ext uri="{9D8B030D-6E8A-4147-A177-3AD203B41FA5}">
                      <a16:colId xmlns:a16="http://schemas.microsoft.com/office/drawing/2014/main" val="3045043410"/>
                    </a:ext>
                  </a:extLst>
                </a:gridCol>
                <a:gridCol w="1664796">
                  <a:extLst>
                    <a:ext uri="{9D8B030D-6E8A-4147-A177-3AD203B41FA5}">
                      <a16:colId xmlns:a16="http://schemas.microsoft.com/office/drawing/2014/main" val="2024610575"/>
                    </a:ext>
                  </a:extLst>
                </a:gridCol>
                <a:gridCol w="430833">
                  <a:extLst>
                    <a:ext uri="{9D8B030D-6E8A-4147-A177-3AD203B41FA5}">
                      <a16:colId xmlns:a16="http://schemas.microsoft.com/office/drawing/2014/main" val="3661591705"/>
                    </a:ext>
                  </a:extLst>
                </a:gridCol>
                <a:gridCol w="884975">
                  <a:extLst>
                    <a:ext uri="{9D8B030D-6E8A-4147-A177-3AD203B41FA5}">
                      <a16:colId xmlns:a16="http://schemas.microsoft.com/office/drawing/2014/main" val="429875112"/>
                    </a:ext>
                  </a:extLst>
                </a:gridCol>
              </a:tblGrid>
              <a:tr h="1356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일자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Type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Model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호기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현상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Data Pattern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조치 및 효과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타호기 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점검 결과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개선 방안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516740"/>
                  </a:ext>
                </a:extLst>
              </a:tr>
              <a:tr h="59524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5/28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ESS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JF1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5-1,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5-3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모노적재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모노 적재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(Align Revision)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 Stacking NG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 높음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: 5/25(0.79%), 5/26(0.70%), 5/27(0.95%)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* 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비전 업체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신룡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파산으로 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Calibration 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및 비전 사양 변경 등 조치 어려움</a:t>
                      </a:r>
                      <a:b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* 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자동보정 문제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과보정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로</a:t>
                      </a:r>
                      <a:endParaRPr lang="en-US" altLang="ko-KR" sz="8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자동보정 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off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로 생산 중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검토 중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호기별 불량 발생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Table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및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Gripper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상이함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5-1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: Table 3&amp;4(Rear)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5-3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: Table 1(Rear),</a:t>
                      </a: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Table 3(Front), Table 4(Rear)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모노 적재 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Table &amp; Gripper 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등 </a:t>
                      </a:r>
                      <a:endParaRPr lang="en-US" altLang="ko-KR" sz="8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기구부 점검 및 셋팅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(5/28~29)</a:t>
                      </a:r>
                      <a:b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단기 효과 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개선 전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(0.81%) 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→ 개선 후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(0.24%)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자동보정 원인 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분석 필요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6852168"/>
                  </a:ext>
                </a:extLst>
              </a:tr>
              <a:tr h="201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5/29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Long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E77A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21-3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모노세파외관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분리막 장변 접힘 유형 불량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(5/27~28)</a:t>
                      </a: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전체 불량률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0.73%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중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0.10%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분리막 장변 접힘 발생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전체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Lane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에서 발생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양품 푸셔 간섭부 테프론 교체 및 </a:t>
                      </a:r>
                      <a:endParaRPr lang="en-US" altLang="ko-KR" sz="8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조정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(5/29)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개선 효과 파악 예정</a:t>
                      </a:r>
                      <a:endParaRPr lang="en-US" altLang="ko-KR" sz="8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원인 분석 필요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439929"/>
                  </a:ext>
                </a:extLst>
              </a:tr>
              <a:tr h="13565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6/5~</a:t>
                      </a:r>
                    </a:p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7/5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Long</a:t>
                      </a:r>
                    </a:p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ESS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E77A/</a:t>
                      </a:r>
                    </a:p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JF2S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모노세파외관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분리막 눌림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오염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접힘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주름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전극가루 유형 불량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총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22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건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특정 시접 불량 급증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가접롤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닙롤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라미롤 클리닝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셀 트랜스퍼 위치 조정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커터 세타축 조정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닙롤 갭 조정</a:t>
                      </a:r>
                      <a:endParaRPr lang="en-US" altLang="ko-KR" sz="8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개선 전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(0.57%) 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→ 개선 후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(0.43%)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실시간 모니터링 체계 활용한 즉조치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3164256"/>
                  </a:ext>
                </a:extLst>
              </a:tr>
              <a:tr h="33801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7/8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Long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E77A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14-1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모노세파외관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눌림 유형 불량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시간당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83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개 발생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특정 시점 불량 급증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라미롤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 클리닝</a:t>
                      </a:r>
                      <a:endParaRPr lang="en-US" altLang="ko-KR" sz="8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조치후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 시간당 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개 미만 발생</a:t>
                      </a:r>
                      <a:endParaRPr lang="en-US" altLang="ko-KR" sz="8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1099317"/>
                  </a:ext>
                </a:extLst>
              </a:tr>
              <a:tr h="33801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7/8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Long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E77A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14-3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모노세파외관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눌림 유형 불량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시간당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213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개 발생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특정 시점 불량 급증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음극 닙롤 클리닝 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닙롤 갭 상향 조정</a:t>
                      </a:r>
                      <a:endParaRPr lang="en-US" altLang="ko-KR" sz="8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 조치 후 시간당 </a:t>
                      </a: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개 미만 발생</a:t>
                      </a:r>
                      <a:endParaRPr lang="en-US" altLang="ko-KR" sz="8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3842993"/>
                  </a:ext>
                </a:extLst>
              </a:tr>
              <a:tr h="33801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7/22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Long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E128A</a:t>
                      </a:r>
                    </a:p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E161A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26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27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모노세파외관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롤러 눌림 자국 유형 불량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특정 위치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좌표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에서 발생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설비 </a:t>
                      </a:r>
                      <a:r>
                        <a:rPr lang="ko-KR" altLang="en-US" sz="8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가감속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 시 </a:t>
                      </a:r>
                      <a:r>
                        <a:rPr lang="ko-KR" altLang="en-US" sz="800" b="0" i="0" u="none" strike="noStrike" kern="1200" noProof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 롤러 위치 최적화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요청 완료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조치 후 효과 파악 예정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482900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77CA511-0004-4F20-4895-EA40E259FC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0564489"/>
              </p:ext>
            </p:extLst>
          </p:nvPr>
        </p:nvGraphicFramePr>
        <p:xfrm>
          <a:off x="1254266" y="1512549"/>
          <a:ext cx="7379597" cy="657225"/>
        </p:xfrm>
        <a:graphic>
          <a:graphicData uri="http://schemas.openxmlformats.org/drawingml/2006/table">
            <a:tbl>
              <a:tblPr/>
              <a:tblGrid>
                <a:gridCol w="1142091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902714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666849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666849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666849">
                  <a:extLst>
                    <a:ext uri="{9D8B030D-6E8A-4147-A177-3AD203B41FA5}">
                      <a16:colId xmlns:a16="http://schemas.microsoft.com/office/drawing/2014/main" val="4294877953"/>
                    </a:ext>
                  </a:extLst>
                </a:gridCol>
                <a:gridCol w="666849">
                  <a:extLst>
                    <a:ext uri="{9D8B030D-6E8A-4147-A177-3AD203B41FA5}">
                      <a16:colId xmlns:a16="http://schemas.microsoft.com/office/drawing/2014/main" val="4229767925"/>
                    </a:ext>
                  </a:extLst>
                </a:gridCol>
                <a:gridCol w="666849">
                  <a:extLst>
                    <a:ext uri="{9D8B030D-6E8A-4147-A177-3AD203B41FA5}">
                      <a16:colId xmlns:a16="http://schemas.microsoft.com/office/drawing/2014/main" val="3353789569"/>
                    </a:ext>
                  </a:extLst>
                </a:gridCol>
                <a:gridCol w="666849">
                  <a:extLst>
                    <a:ext uri="{9D8B030D-6E8A-4147-A177-3AD203B41FA5}">
                      <a16:colId xmlns:a16="http://schemas.microsoft.com/office/drawing/2014/main" val="417033802"/>
                    </a:ext>
                  </a:extLst>
                </a:gridCol>
                <a:gridCol w="666849">
                  <a:extLst>
                    <a:ext uri="{9D8B030D-6E8A-4147-A177-3AD203B41FA5}">
                      <a16:colId xmlns:a16="http://schemas.microsoft.com/office/drawing/2014/main" val="194255153"/>
                    </a:ext>
                  </a:extLst>
                </a:gridCol>
                <a:gridCol w="666849">
                  <a:extLst>
                    <a:ext uri="{9D8B030D-6E8A-4147-A177-3AD203B41FA5}">
                      <a16:colId xmlns:a16="http://schemas.microsoft.com/office/drawing/2014/main" val="2509022898"/>
                    </a:ext>
                  </a:extLst>
                </a:gridCol>
              </a:tblGrid>
              <a:tr h="49218">
                <a:tc gridSpan="2">
                  <a:txBody>
                    <a:bodyPr/>
                    <a:lstStyle/>
                    <a:p>
                      <a:pPr algn="ctr"/>
                      <a:r>
                        <a:rPr lang="ko-KR" altLang="en-US" sz="800"/>
                        <a:t>구분</a:t>
                      </a:r>
                      <a:endParaRPr sz="80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누적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모노세파외관</a:t>
                      </a:r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자동차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0.39%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44%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44%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42%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41%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41%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8%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42%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91187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ESS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71%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53%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45%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29%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30%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24%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35%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2479453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모노</a:t>
                      </a:r>
                      <a:r>
                        <a:rPr lang="ko-KR" altLang="en-US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적재</a:t>
                      </a:r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자동차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07%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07%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08%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07%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06%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685417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ESS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57%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22%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30%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29%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41%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31%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6901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0CB713-0E60-4842-CB6E-433EDCA78145}"/>
              </a:ext>
            </a:extLst>
          </p:cNvPr>
          <p:cNvSpPr txBox="1"/>
          <p:nvPr/>
        </p:nvSpPr>
        <p:spPr>
          <a:xfrm>
            <a:off x="7517485" y="1369997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21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/>
          </a:p>
        </p:txBody>
      </p:sp>
    </p:spTree>
    <p:extLst>
      <p:ext uri="{BB962C8B-B14F-4D97-AF65-F5344CB8AC3E}">
        <p14:creationId xmlns:p14="http://schemas.microsoft.com/office/powerpoint/2010/main" val="73028061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박태욱 선임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2652057"/>
              </p:ext>
            </p:extLst>
          </p:nvPr>
        </p:nvGraphicFramePr>
        <p:xfrm>
          <a:off x="125046" y="840841"/>
          <a:ext cx="9639637" cy="5824244"/>
        </p:xfrm>
        <a:graphic>
          <a:graphicData uri="http://schemas.openxmlformats.org/drawingml/2006/table">
            <a:tbl>
              <a:tblPr/>
              <a:tblGrid>
                <a:gridCol w="6332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372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4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02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스택킹 근본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분석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 조치 사항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특이사항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스태킹 공정 주요 불량의 근본 원인 분석을 통한 재발 방지 방안 수립 및 수율 개선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분석 내용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스택킹 모노세파외관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(~24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Total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불량률 자동차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0.41%, ESS 0.31%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1.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모노세파 외관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분리막 눌림 유형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- E77A 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(~24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기준 딥러닝 기반 불량 유형 분류 시 전체 불량률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0.53%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중 분리막 눌림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0.25%,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분리막 오염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0.07%,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전극 가루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0.07%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순으로 높았습니다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- 5/1 ~ 5/24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기준 호기별 불량 비교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Best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10-3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0.40%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Worst 21-2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0.70%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불량률이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0.30%p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차이가 발생하여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호기간 비교 분석을 진행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- E77A 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(~24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Best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(10-3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Worst Top.3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(21-2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14-1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10-2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간 불량 유형 분석 결과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Top.1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유형인 분리막 눌림 중 주기성 불량 차이가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발생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주기성 불량 발생 횟수 및 건당 불량 발생 수량 최소화를 위해 ① 라미 세파 비전 적용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 중순 셋업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② 준 실시간성 불량 모니터링 체계를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활용하여 불량 사전 감지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매거진 적재 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및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급증 시 요청하여 관련 기구부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클리닝 진행하고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모노세파 외관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분리막 주름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- E77A 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(~10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기준 딥러닝 기반 불량 유형 분류 시 전체 불량률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0.54%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중 분리막 주름이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0.04%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Top.4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불량 유형입니다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- 5/1 ~ 5/9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 기준 호기별 분리막 주름 불량률과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PET Tension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연관성 분석 결과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PET Tension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낮은 호기에서 분리막 주름이 높은 경향성을 확인하였으며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주행 중 분리막 주름 불량이 높은 대표 호기 선정 후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PET Tension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조정 검증 진행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(5/13)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14-1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PET Tension 2.0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2.5(kgf/cm2)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조정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(5/13)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후 단기 효과 확인 시 분리막 주름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0.06%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0.02%,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0.04%p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개선 되었으며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E77A 20-3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&amp; 21-2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(5/15~)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JF2S 23-1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&amp; 23-2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(5/18~)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확대 전개 후 모니터링 및 효과 분석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PET Tension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조정 관련 확대 전개 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20-3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(0.04%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0.05%), 21-2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(0.08%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0.06%), 23-1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(0.04%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0.05%), 23-2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(0.04%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0.03%)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로 개선 미흡한 원인에 대한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세부 분석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3.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모노세파 외관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라미 롤러 눌림 자국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- E128A 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(~12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기준 러닝 기반 불량 유형 분리 시 전체 불량률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0.30%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중 라미 롤러 눌림 자국이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0.04%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Top.3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불량 유형입니다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- 26-1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5/1 ~ 5/12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 기준 불량 발생 위치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좌표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분석 결과 전폭 방향의 특정 위치에서 집중 발생하는 경향성을 확인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설비 정지 시 라미 롤러 위치에서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발생하는 현상 후 설비 정지 시 모노셀 간 간격의 중앙에 라미 롤러가 위치 하도록 모노셀 정지 타이밍 최적화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(5/13)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후 단기 효과 확인 시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라미 롤러 눌림 자국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0.11%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0.01%,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0.10%p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개선 되었으며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동일 불량이 발생하는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E77A 10-2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호에 확대 적용 후 모니터링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.(5/20~)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E77A 10-2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모노셀 정지 타이밍 최적화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(5/20)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후 라미 롤러 눌림 자국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0.05%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0.03%,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0.02%p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개선 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E161A 27-2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모노셀 정지 타이밍 최적화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(5/29)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후 라미 롤러 눌림 자국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0.04%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0.00%(5/30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 기준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0.04%p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개선 되었으며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지속 모니터링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4.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모노세파 외관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전체 유형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개선점 도출을 위해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Sameness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관점으로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Best &amp; Worst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설비 간 인자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(PV/SV)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차이점에 대해 분석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5/22~24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 기준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Best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(10-3, 13-3, 20-3)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&amp;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Worst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(20-2, 22-1, 22-3)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간 전체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PV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비교 시 설비 부하율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하 모터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컨베이어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평균값이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Worst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호기가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Best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호기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보다 높았으며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해당 항목과 모노세파 외관 불량의 연관성에 대해 분석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추가적으로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PV(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커터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온도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), SV(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롤러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&amp;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커터 압력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에 대해 비교 분석하여 개선점 도출하고자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- 7/1~7/6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일 기준 불량이 높은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개 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(14-2, 14-3, 21-3, 22-2)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의 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야간 불량 발생 수량 차이에 대해 분석한 결과 주간이 야간의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64%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수준으로 작게 발생하였습니다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시간당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100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 이상 발생한 건수도 주간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17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야간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36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배 차이이며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건당 불량 수량도 주간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216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야간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237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 차이를 확인하였습니다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야간 불량 발생 차이에 대해 법인에 공유 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or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작업자 기인인지 원인 분석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21985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스택킹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근본 불량 분석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/22(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</p:spTree>
    <p:extLst>
      <p:ext uri="{BB962C8B-B14F-4D97-AF65-F5344CB8AC3E}">
        <p14:creationId xmlns:p14="http://schemas.microsoft.com/office/powerpoint/2010/main" val="396460407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55115" y="418066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안태규 책임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김종우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선임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5557339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활성화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daily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분석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 조치 사항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건 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.(EOL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외관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절연저항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활성화 불량 현상 정량화 분석을 통한 불량 근본 원인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파악 및 개선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활동 내역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]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: 1/20~7/14 /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: 80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건 진행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[EOL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치수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] ESS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E161A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모델에 대해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Top3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불량 조치 필요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To do list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구축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공유 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준실시간 모니터링 체계 구축 진행 중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[EOL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외관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]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외관  불량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To-Do List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포함한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W/F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구축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데일리 특이사항 및 개선 방안 업데이트하여 메일링하면서 모니터링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.(5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6/19~, E161 6/22~)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[EOL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절연저항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] NG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발생 셀에 대해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PKG/DGS/EOL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각 공정의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주기 정보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DGS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경로 정보 활용하여 절연저항 문제되는 공정 분류 및 고도화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활성화 주요 불량 분석 기반 법인 조치 대응 강화 목적으로 담당급 포함 팀즈 개설 후 팀즈에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분석 결과 공유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조치 요청하여 조치 가속화되도록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운영 중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안태규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1528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활성화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daily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불량 분석 및 조치 사항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7/22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354F347-62EE-B925-13C0-C270F45465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8511638"/>
              </p:ext>
            </p:extLst>
          </p:nvPr>
        </p:nvGraphicFramePr>
        <p:xfrm>
          <a:off x="1482918" y="3533775"/>
          <a:ext cx="7170667" cy="2899380"/>
        </p:xfrm>
        <a:graphic>
          <a:graphicData uri="http://schemas.openxmlformats.org/drawingml/2006/table">
            <a:tbl>
              <a:tblPr/>
              <a:tblGrid>
                <a:gridCol w="263971">
                  <a:extLst>
                    <a:ext uri="{9D8B030D-6E8A-4147-A177-3AD203B41FA5}">
                      <a16:colId xmlns:a16="http://schemas.microsoft.com/office/drawing/2014/main" val="1888858096"/>
                    </a:ext>
                  </a:extLst>
                </a:gridCol>
                <a:gridCol w="314632">
                  <a:extLst>
                    <a:ext uri="{9D8B030D-6E8A-4147-A177-3AD203B41FA5}">
                      <a16:colId xmlns:a16="http://schemas.microsoft.com/office/drawing/2014/main" val="708623590"/>
                    </a:ext>
                  </a:extLst>
                </a:gridCol>
                <a:gridCol w="326923">
                  <a:extLst>
                    <a:ext uri="{9D8B030D-6E8A-4147-A177-3AD203B41FA5}">
                      <a16:colId xmlns:a16="http://schemas.microsoft.com/office/drawing/2014/main" val="4284054784"/>
                    </a:ext>
                  </a:extLst>
                </a:gridCol>
                <a:gridCol w="219075">
                  <a:extLst>
                    <a:ext uri="{9D8B030D-6E8A-4147-A177-3AD203B41FA5}">
                      <a16:colId xmlns:a16="http://schemas.microsoft.com/office/drawing/2014/main" val="1652514242"/>
                    </a:ext>
                  </a:extLst>
                </a:gridCol>
                <a:gridCol w="314325">
                  <a:extLst>
                    <a:ext uri="{9D8B030D-6E8A-4147-A177-3AD203B41FA5}">
                      <a16:colId xmlns:a16="http://schemas.microsoft.com/office/drawing/2014/main" val="1519052676"/>
                    </a:ext>
                  </a:extLst>
                </a:gridCol>
                <a:gridCol w="347044">
                  <a:extLst>
                    <a:ext uri="{9D8B030D-6E8A-4147-A177-3AD203B41FA5}">
                      <a16:colId xmlns:a16="http://schemas.microsoft.com/office/drawing/2014/main" val="3405446051"/>
                    </a:ext>
                  </a:extLst>
                </a:gridCol>
                <a:gridCol w="1281731">
                  <a:extLst>
                    <a:ext uri="{9D8B030D-6E8A-4147-A177-3AD203B41FA5}">
                      <a16:colId xmlns:a16="http://schemas.microsoft.com/office/drawing/2014/main" val="544118052"/>
                    </a:ext>
                  </a:extLst>
                </a:gridCol>
                <a:gridCol w="1514174">
                  <a:extLst>
                    <a:ext uri="{9D8B030D-6E8A-4147-A177-3AD203B41FA5}">
                      <a16:colId xmlns:a16="http://schemas.microsoft.com/office/drawing/2014/main" val="3629977868"/>
                    </a:ext>
                  </a:extLst>
                </a:gridCol>
                <a:gridCol w="1457325">
                  <a:extLst>
                    <a:ext uri="{9D8B030D-6E8A-4147-A177-3AD203B41FA5}">
                      <a16:colId xmlns:a16="http://schemas.microsoft.com/office/drawing/2014/main" val="3045043410"/>
                    </a:ext>
                  </a:extLst>
                </a:gridCol>
                <a:gridCol w="281442">
                  <a:extLst>
                    <a:ext uri="{9D8B030D-6E8A-4147-A177-3AD203B41FA5}">
                      <a16:colId xmlns:a16="http://schemas.microsoft.com/office/drawing/2014/main" val="1290166003"/>
                    </a:ext>
                  </a:extLst>
                </a:gridCol>
                <a:gridCol w="850025">
                  <a:extLst>
                    <a:ext uri="{9D8B030D-6E8A-4147-A177-3AD203B41FA5}">
                      <a16:colId xmlns:a16="http://schemas.microsoft.com/office/drawing/2014/main" val="429875112"/>
                    </a:ext>
                  </a:extLst>
                </a:gridCol>
              </a:tblGrid>
              <a:tr h="4071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분석일자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Type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Model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현상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Data Pattern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조치 및 효과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타호기 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점검 결과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 방안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516740"/>
                  </a:ext>
                </a:extLst>
              </a:tr>
              <a:tr h="27475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7/20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Long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#5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#5-1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EOL 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외관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Body Dent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Body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부 국부적인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Dent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집중 발생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경로추적 결과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Hot press #1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집중 발생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청소 및 조치 완료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453734"/>
                  </a:ext>
                </a:extLst>
              </a:tr>
              <a:tr h="813554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7/15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Long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E161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#27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#27-1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EOL 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외관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Corner Dent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우측 상부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Corner Dent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발생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-.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전공정 연계 분석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시 특정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STK 27-3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 불량이 타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STK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호기 대비 높음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스택셀 치수 데이터 및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L&amp;S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설비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연계 분석 중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 관련 전공정 주요 인자 연계 분석 및 체계 구축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4976801"/>
                  </a:ext>
                </a:extLst>
              </a:tr>
              <a:tr h="46736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7/21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Long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E77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#14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#22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#22-3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#14-1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Q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 </a:t>
                      </a: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모노세파외관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Damaged Electrode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IRS NG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비중 높음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(Top2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불량 비중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19%, 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7/17 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~7/20 22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장변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접힘 불량 발생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모노셀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푸셔 </a:t>
                      </a: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거리값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조정 및 매거진 포스트 조정 필요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분석 내용 법인 공유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4735141"/>
                  </a:ext>
                </a:extLst>
              </a:tr>
              <a:tr h="93659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6/29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JF1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#5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#5-1,2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EOL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절연저항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절연 저항 불량률 증가 추세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직행 기준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0.31%, 25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주차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0.77%, 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주차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-.PKG/DGS/EOL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경로 분석 시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PKG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특정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Lane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에서 불량 다발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2Lane)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-.FE24 Lot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부터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PKG 2Lane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불량률 증가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-.2Lane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불량률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1Lane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불량률 대비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0.57%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(1Lane : 0.07%, 2Lane : 0.63%, FF23~FF07 Lot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기준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최근 투입된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FF21,FF22Lot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기준 약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0.7%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불량률 발생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음극 리드필름 영역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▶ 음극리드필름수준 확인 시 양극 대비 회전되어있어 원인으로 추정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G07 Lot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음극 실링툴 교체 및 리드필름 길이 조정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PKG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검사기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Lane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별 불량률 추가 및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PKG Top Sealing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변경점 인자 도출 및 불량 분석 활용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9168868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FE57CD5-6025-66AD-B88A-A5F19DC70C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2623441"/>
              </p:ext>
            </p:extLst>
          </p:nvPr>
        </p:nvGraphicFramePr>
        <p:xfrm>
          <a:off x="1482918" y="1433419"/>
          <a:ext cx="6980233" cy="1183005"/>
        </p:xfrm>
        <a:graphic>
          <a:graphicData uri="http://schemas.openxmlformats.org/drawingml/2006/table">
            <a:tbl>
              <a:tblPr/>
              <a:tblGrid>
                <a:gridCol w="793477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627168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4294877953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4229767925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3353789569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417033802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194255153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2509022898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232735516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72779419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3107812630"/>
                    </a:ext>
                  </a:extLst>
                </a:gridCol>
                <a:gridCol w="463299">
                  <a:extLst>
                    <a:ext uri="{9D8B030D-6E8A-4147-A177-3AD203B41FA5}">
                      <a16:colId xmlns:a16="http://schemas.microsoft.com/office/drawing/2014/main" val="3589284022"/>
                    </a:ext>
                  </a:extLst>
                </a:gridCol>
              </a:tblGrid>
              <a:tr h="49218">
                <a:tc gridSpan="2">
                  <a:txBody>
                    <a:bodyPr/>
                    <a:lstStyle/>
                    <a:p>
                      <a:endParaRPr sz="80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누적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차 활성화 </a:t>
                      </a:r>
                      <a:r>
                        <a:rPr lang="en-US" altLang="ko-KR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Q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자동차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91187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ESS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1.05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2479453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차 활성화 </a:t>
                      </a:r>
                      <a:r>
                        <a:rPr lang="en-US" altLang="ko-KR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Q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자동차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685417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ESS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1.83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69010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EOL </a:t>
                      </a:r>
                      <a:r>
                        <a:rPr lang="ko-KR" altLang="en-US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치수</a:t>
                      </a:r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자동차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ESS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-0.09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EOL</a:t>
                      </a:r>
                      <a:r>
                        <a:rPr lang="ko-KR" altLang="en-US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외관</a:t>
                      </a:r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자동차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3605929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ESS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1.96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792379"/>
                  </a:ext>
                </a:extLst>
              </a:tr>
            </a:tbl>
          </a:graphicData>
        </a:graphic>
      </p:graphicFrame>
      <p:sp>
        <p:nvSpPr>
          <p:cNvPr id="6" name="TextBox 122">
            <a:extLst>
              <a:ext uri="{FF2B5EF4-FFF2-40B4-BE49-F238E27FC236}">
                <a16:creationId xmlns:a16="http://schemas.microsoft.com/office/drawing/2014/main" id="{945D1BD3-BF61-252A-C237-56C1D190AAEE}"/>
              </a:ext>
            </a:extLst>
          </p:cNvPr>
          <p:cNvSpPr txBox="1"/>
          <p:nvPr/>
        </p:nvSpPr>
        <p:spPr>
          <a:xfrm>
            <a:off x="4833062" y="2623741"/>
            <a:ext cx="3823155" cy="11067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249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* EOL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외관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: Pouch Dent/Scratch, Appearance(Vision), Lead Appearance, Wrinkle, Protrusion, Wing Folding/DSF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03756CF-D75C-5F35-96C5-F83A2434BD32}"/>
              </a:ext>
            </a:extLst>
          </p:cNvPr>
          <p:cNvSpPr txBox="1"/>
          <p:nvPr/>
        </p:nvSpPr>
        <p:spPr>
          <a:xfrm>
            <a:off x="6617032" y="1284020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(~6/28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E0063C6-7AC9-3240-6A28-3B36FD55D183}"/>
              </a:ext>
            </a:extLst>
          </p:cNvPr>
          <p:cNvSpPr txBox="1"/>
          <p:nvPr/>
        </p:nvSpPr>
        <p:spPr>
          <a:xfrm>
            <a:off x="5671810" y="1284020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(~19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>
              <a:solidFill>
                <a:srgbClr val="000000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A842D10-03A7-A809-E07E-5EFCE4C6286F}"/>
              </a:ext>
            </a:extLst>
          </p:cNvPr>
          <p:cNvSpPr txBox="1"/>
          <p:nvPr/>
        </p:nvSpPr>
        <p:spPr>
          <a:xfrm>
            <a:off x="7099611" y="1284020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7/5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6192D8C-1D75-BCEB-337A-9B8126D98E15}"/>
              </a:ext>
            </a:extLst>
          </p:cNvPr>
          <p:cNvSpPr txBox="1"/>
          <p:nvPr/>
        </p:nvSpPr>
        <p:spPr>
          <a:xfrm>
            <a:off x="7541706" y="1284020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(~7/12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A15F3AB-E294-DF50-5C46-F10F481D609A}"/>
              </a:ext>
            </a:extLst>
          </p:cNvPr>
          <p:cNvSpPr txBox="1"/>
          <p:nvPr/>
        </p:nvSpPr>
        <p:spPr>
          <a:xfrm>
            <a:off x="8024285" y="1284020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(~7/19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385850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55115" y="418066"/>
            <a:ext cx="18819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안태규 책임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조은지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4627336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EOL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외관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준실시간 파악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체계 구축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EOL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외관 불량에 대해 준실시간 파악 체계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내에 전공정 기인 불량은 경로 추적을 통해 집중 발생 공정 및 개소를 확인 할 수 있도록 고도화를 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(E161A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모델 대상 우선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7/16)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 외관 불량 중 즉 조치가 필요한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EOL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발생 불량에 대해 조치 개소 추천을 진행하고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전공정 기인 불량에 대해서는 경로 추적을 통해 집중 발생 개소에 대해 알람을 줄 수 있도록 모니터링 체계를 구축하고자 함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활동 내역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]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주요 생산 모델인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E77A , E161A, JF1, H5.5A(7/16)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모델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대상으로 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시간 전  데이터까지 확인할 수 있도록 모니터링 체계를 구축 완료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EOL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기인 불량과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전공정 영향 기인 불량으로 나누어 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Top 2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불량의 대표 유형 이미지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불량 발생 위치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Contact Map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에 해당하는 설비 개소를 표현하여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조치 개소를 확인 할 수 있도록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전공정 기인 불량에 대해서는 경로 추적을 통해 집중 발생 공정 및 개소를 확인할 수 있도록 고도화를 진행하고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(~7/16)</a:t>
                      </a: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 현황 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E77, E161, JF1, H5.5A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모델 대상 구축 완료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좌표 매칭 완료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동일 방식으로 전체 호기 진행 가능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갱신 주기 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매 시각 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분에 갱신 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-1hr 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수집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 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10:10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 갱신시 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09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 데이터까지 수집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EOL 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조치 추천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(Contact Map)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해당 하는 모든 개소 표현</a:t>
                      </a:r>
                      <a:endParaRPr lang="en-US" altLang="ko-KR" sz="900" b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전공정 기인 불량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Top2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항목에 대해 경로 추적을 통해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특정 개소에 의한 불량인지 확인할 수 있도록 고도화를 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DGS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 DGS Chamber No. / DGS Chamber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위치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 Sealer No. / HotPress No.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별 불량 수량 파악 가능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안태규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54457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활성화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EOL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외관 준실시간 파악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7/22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0B09F5C6-9FF7-EF29-7F7D-E58D7897103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0000" t="2616"/>
          <a:stretch/>
        </p:blipFill>
        <p:spPr>
          <a:xfrm>
            <a:off x="1516059" y="3803040"/>
            <a:ext cx="6798294" cy="1054958"/>
          </a:xfrm>
          <a:prstGeom prst="rect">
            <a:avLst/>
          </a:prstGeom>
          <a:ln w="19050">
            <a:solidFill>
              <a:srgbClr val="1414FE"/>
            </a:solidFill>
          </a:ln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41ED96AA-CCD9-F972-7BA3-7CDA49A76D6F}"/>
              </a:ext>
            </a:extLst>
          </p:cNvPr>
          <p:cNvGrpSpPr/>
          <p:nvPr/>
        </p:nvGrpSpPr>
        <p:grpSpPr>
          <a:xfrm>
            <a:off x="4915206" y="4849886"/>
            <a:ext cx="3620613" cy="1558383"/>
            <a:chOff x="4789876" y="4773210"/>
            <a:chExt cx="3620613" cy="1558383"/>
          </a:xfrm>
        </p:grpSpPr>
        <p:pic>
          <p:nvPicPr>
            <p:cNvPr id="34" name="그림 33">
              <a:extLst>
                <a:ext uri="{FF2B5EF4-FFF2-40B4-BE49-F238E27FC236}">
                  <a16:creationId xmlns:a16="http://schemas.microsoft.com/office/drawing/2014/main" id="{AFBC220D-B54A-6BBA-A7FC-8117EFD8D35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789876" y="4773210"/>
              <a:ext cx="3620613" cy="1341225"/>
            </a:xfrm>
            <a:prstGeom prst="rect">
              <a:avLst/>
            </a:prstGeom>
          </p:spPr>
        </p:pic>
        <p:pic>
          <p:nvPicPr>
            <p:cNvPr id="6" name="그림 5">
              <a:extLst>
                <a:ext uri="{FF2B5EF4-FFF2-40B4-BE49-F238E27FC236}">
                  <a16:creationId xmlns:a16="http://schemas.microsoft.com/office/drawing/2014/main" id="{0C048364-1FB5-DC64-F229-6D1BA06CEDF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855675" y="6092996"/>
              <a:ext cx="2994678" cy="23859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1859718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39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7" y="418066"/>
            <a:ext cx="114935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/>
              </a:rPr>
              <a:t>김종우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</a:rPr>
              <a:t>선임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2502713"/>
              </p:ext>
            </p:extLst>
          </p:nvPr>
        </p:nvGraphicFramePr>
        <p:xfrm>
          <a:off x="125047" y="840841"/>
          <a:ext cx="9644176" cy="582424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EOL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절연저항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JF1 G07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Top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실링 교체 및 리드필름 조정하여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EOL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투입 시 불량률 모니터링 예정이며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E77A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진공압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데이터 활용 챔버 리크 의심 개소 점검하였습니다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  EOL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절연 저항 불량 현상 정량화 분석을 통한 불량 근본 원인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파악 및 개선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(PKG/DGS/EOL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인자 연계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분석 내용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] -.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분석 진행 현황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: Step1 – EOL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절연저항 불량에 대한 경로 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주기 분석 활용 주요 불량 공정 도출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                                                   Step2 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셀단위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정상 비교 분석 통한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Data Pattern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도출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, ML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기반 인자 중요도 탐색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/ DL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활용 이미지 분석 등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인자 정리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                                                   Step3 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절연저항 관련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인자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To do List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반영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분석 진행 상황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</a:p>
                    <a:p>
                      <a:pPr lvl="0"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절연저항 경로 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치수 간 연관성 분석에 대해 분석 용이하도록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html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기반 분석 체계 구축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최종적으로 법인에서 조치 추천 확인 가능하도록 고도화 중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2,3. 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관리선 설정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메인실링온도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챔버 진공도달시간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챔버 진공유지시간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)</a:t>
                      </a: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3.DGS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챔버 진공압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프로파일 데이터 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조립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FDC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)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-. E77 DGS 10-1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호 챔버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번 진공 후 진공 유지 되지 않아 챔버 점검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(26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DGS 10-1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호 챔버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번 리크 발생으로 하우징 오칭 교체 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프로파일 데이터와 유사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)</a:t>
                      </a: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6.PKG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파우치 주름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(JF2S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) 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-.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PKG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치수 비전에서 파우치 주름 발생 셀은 없는 셀 대비 절연 저항 불량 발생률이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1.38%p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높습니다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주름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O : 3 / 186ea = 1.61% 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주름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X : 819ea / 360K ea = 0.23%)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▶ 추가 분석 예정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프레스 실린더 압력 낮아지는 구간에서 주름 분류 모델링 활용하여 파우치 주름이 있는 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ID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추출 후 추가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분석 진행 예정 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7.Cell Bending (JF2S)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▶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Cell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Bending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수준에 대해 치수 비전에서 리드 위치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리드 필름 돌출 길이 항목 활용 정량화 진행 중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1) Lead Position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Lead Film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중앙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의 기울기 수준에 따라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Lead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틀어짐 정도로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Cell Bending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여부를 확인할 수 있을 것으로 판단됨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▶셀 벤딩으로 인한 수준을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PKG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공정에서 리드필름돌출길이 및 용접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치수 값 통해 확인 가능할 것으로 판단됌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2) JF1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절연저항 불량 높아져 경로 분석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PKG 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호 특정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2Lane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에서 불량이 높음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. PKG 1,2Lane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비교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SPC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치수 항목 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Lead/Lead Film/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셀 전장 길이 차이로 확인 중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▶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G07 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Top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실링 유닛 교체 및 리드필름 조정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EOL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투입 시 모니터링 예정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23038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[ESWA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셀수율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개선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활성화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EOL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절연저항 근본 불량 분석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7/22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E341661-8CFF-FE0A-E491-0360534ED3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7177864"/>
              </p:ext>
            </p:extLst>
          </p:nvPr>
        </p:nvGraphicFramePr>
        <p:xfrm>
          <a:off x="1536422" y="2666594"/>
          <a:ext cx="6980145" cy="1451400"/>
        </p:xfrm>
        <a:graphic>
          <a:graphicData uri="http://schemas.openxmlformats.org/drawingml/2006/table">
            <a:tbl>
              <a:tblPr/>
              <a:tblGrid>
                <a:gridCol w="353457">
                  <a:extLst>
                    <a:ext uri="{9D8B030D-6E8A-4147-A177-3AD203B41FA5}">
                      <a16:colId xmlns:a16="http://schemas.microsoft.com/office/drawing/2014/main" val="146056872"/>
                    </a:ext>
                  </a:extLst>
                </a:gridCol>
                <a:gridCol w="353457">
                  <a:extLst>
                    <a:ext uri="{9D8B030D-6E8A-4147-A177-3AD203B41FA5}">
                      <a16:colId xmlns:a16="http://schemas.microsoft.com/office/drawing/2014/main" val="1888858096"/>
                    </a:ext>
                  </a:extLst>
                </a:gridCol>
                <a:gridCol w="1346759">
                  <a:extLst>
                    <a:ext uri="{9D8B030D-6E8A-4147-A177-3AD203B41FA5}">
                      <a16:colId xmlns:a16="http://schemas.microsoft.com/office/drawing/2014/main" val="708623590"/>
                    </a:ext>
                  </a:extLst>
                </a:gridCol>
                <a:gridCol w="1468668">
                  <a:extLst>
                    <a:ext uri="{9D8B030D-6E8A-4147-A177-3AD203B41FA5}">
                      <a16:colId xmlns:a16="http://schemas.microsoft.com/office/drawing/2014/main" val="4284054784"/>
                    </a:ext>
                  </a:extLst>
                </a:gridCol>
                <a:gridCol w="3457804">
                  <a:extLst>
                    <a:ext uri="{9D8B030D-6E8A-4147-A177-3AD203B41FA5}">
                      <a16:colId xmlns:a16="http://schemas.microsoft.com/office/drawing/2014/main" val="1290166003"/>
                    </a:ext>
                  </a:extLst>
                </a:gridCol>
              </a:tblGrid>
              <a:tr h="616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번호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 및 설비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연관 인자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절연저항 연계 분석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516740"/>
                  </a:ext>
                </a:extLst>
              </a:tr>
              <a:tr h="11899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DGS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E128A, DGS 26-1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메인실러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실링두께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메인실링압력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실링 두께로 인하여 </a:t>
                      </a: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메인실링압력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메인실링로드셀압력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조정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압력 조정으로 인한 불량 증가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3372122"/>
                  </a:ext>
                </a:extLst>
              </a:tr>
              <a:tr h="6166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DGS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E77A, DGS 10-1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메인실러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메인실링온도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실링온도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180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도 설정 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 증가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175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도 하향 조정 시 불량 감소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1954359"/>
                  </a:ext>
                </a:extLst>
              </a:tr>
              <a:tr h="11899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DGS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E77A, DGS 10-1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 챔버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챔버 진공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챔버 진공 리크로 인한 불량 발생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하우징 오링 교체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교체 후 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진공도달시간 기존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8.5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초 →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8.2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초 감소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453734"/>
                  </a:ext>
                </a:extLst>
              </a:tr>
              <a:tr h="6166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PKG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H5.5A, PKG 6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Ass’y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A Unit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Sealing Gap, Lead Position,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얼라이너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면실링모델로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Lead Position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에 따른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Sealing Gap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영향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Sealing Gap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작은 경우 불량 증가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5524589"/>
                  </a:ext>
                </a:extLst>
              </a:tr>
              <a:tr h="11899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DGS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E77A, DGS 10-1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메인실러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메인실러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높이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얼라이너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Die Sealing Gap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DGS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설비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IP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조정 후 불량 감소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14763"/>
                  </a:ext>
                </a:extLst>
              </a:tr>
              <a:tr h="11899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PKG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JF2S, PKG 4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PKG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파우치 주름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Pouch Forming Press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실린더 압력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파우치 주름 발생 셀 그룹 </a:t>
                      </a:r>
                      <a:r>
                        <a:rPr kumimoji="0" lang="ko-KR" altLang="en-US" sz="7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미발생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대비 절연저항 불량 높음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 수량 증가하여 추가 확인 필요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8543146"/>
                  </a:ext>
                </a:extLst>
              </a:tr>
              <a:tr h="11899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PKG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JF2S, PKG 4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Bending, Lead Position, Lead Film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Bending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으로 인한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Lead Position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Lead Film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인자 통해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Lead Tilting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클 경우 절연저항 불량 높음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불량 수량 증가하여 추가 확인 필요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8070" marR="8070" marT="807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2456374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C07CB4B-04C8-7684-2B82-F266641DB1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9219456"/>
              </p:ext>
            </p:extLst>
          </p:nvPr>
        </p:nvGraphicFramePr>
        <p:xfrm>
          <a:off x="1482918" y="1593254"/>
          <a:ext cx="6980228" cy="394335"/>
        </p:xfrm>
        <a:graphic>
          <a:graphicData uri="http://schemas.openxmlformats.org/drawingml/2006/table">
            <a:tbl>
              <a:tblPr/>
              <a:tblGrid>
                <a:gridCol w="744090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588132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4294877953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4229767925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3353789569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417033802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194255153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2509022898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232735516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72779419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3107812630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3589284022"/>
                    </a:ext>
                  </a:extLst>
                </a:gridCol>
                <a:gridCol w="434462">
                  <a:extLst>
                    <a:ext uri="{9D8B030D-6E8A-4147-A177-3AD203B41FA5}">
                      <a16:colId xmlns:a16="http://schemas.microsoft.com/office/drawing/2014/main" val="569610938"/>
                    </a:ext>
                  </a:extLst>
                </a:gridCol>
              </a:tblGrid>
              <a:tr h="49218">
                <a:tc gridSpan="2">
                  <a:txBody>
                    <a:bodyPr/>
                    <a:lstStyle/>
                    <a:p>
                      <a:endParaRPr sz="80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누적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감소율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절연저항</a:t>
                      </a:r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자동차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-0.07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-0.01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92.5%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91187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ESS</a:t>
                      </a:r>
                      <a:endParaRPr lang="ko-KR" altLang="en-US" sz="8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-0.70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135.4%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2479453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98F3B13-8CE2-1133-82DC-436892F8AAFB}"/>
              </a:ext>
            </a:extLst>
          </p:cNvPr>
          <p:cNvSpPr txBox="1"/>
          <p:nvPr/>
        </p:nvSpPr>
        <p:spPr>
          <a:xfrm>
            <a:off x="5421864" y="1443816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(~19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>
              <a:solidFill>
                <a:srgbClr val="000000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B92C152-DD8D-36D5-BB27-8D99D9044F55}"/>
              </a:ext>
            </a:extLst>
          </p:cNvPr>
          <p:cNvSpPr txBox="1"/>
          <p:nvPr/>
        </p:nvSpPr>
        <p:spPr>
          <a:xfrm>
            <a:off x="6284565" y="1443855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(~6/28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DFFA24A-46B9-7023-74C9-D14AAA92267B}"/>
              </a:ext>
            </a:extLst>
          </p:cNvPr>
          <p:cNvSpPr txBox="1"/>
          <p:nvPr/>
        </p:nvSpPr>
        <p:spPr>
          <a:xfrm>
            <a:off x="6726660" y="1443855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(~7/5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06CA175-236C-5F35-3615-93D15AFE7129}"/>
              </a:ext>
            </a:extLst>
          </p:cNvPr>
          <p:cNvSpPr txBox="1"/>
          <p:nvPr/>
        </p:nvSpPr>
        <p:spPr>
          <a:xfrm>
            <a:off x="7168755" y="1443855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(~7/12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BDD4D7-8EDF-5F40-FF3B-C925BF974F69}"/>
              </a:ext>
            </a:extLst>
          </p:cNvPr>
          <p:cNvSpPr txBox="1"/>
          <p:nvPr/>
        </p:nvSpPr>
        <p:spPr>
          <a:xfrm>
            <a:off x="8076197" y="1443816"/>
            <a:ext cx="550733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1</a:t>
            </a:r>
            <a:r>
              <a:rPr lang="ko-KR" altLang="en-US" sz="800" b="0" i="0" u="none" strike="noStrike" err="1">
                <a:solidFill>
                  <a:srgbClr val="000000"/>
                </a:solidFill>
                <a:effectLst/>
                <a:latin typeface="+mn-ea"/>
                <a:ea typeface="+mn-ea"/>
              </a:rPr>
              <a:t>월대비</a:t>
            </a:r>
            <a:r>
              <a:rPr lang="en-US" altLang="ko-KR" sz="800">
                <a:solidFill>
                  <a:srgbClr val="000000"/>
                </a:solidFill>
                <a:latin typeface="+mn-ea"/>
              </a:rPr>
              <a:t>7</a:t>
            </a:r>
            <a:r>
              <a:rPr lang="ko-KR" altLang="en-US" sz="800">
                <a:solidFill>
                  <a:srgbClr val="000000"/>
                </a:solidFill>
                <a:latin typeface="+mn-ea"/>
              </a:rPr>
              <a:t>월</a:t>
            </a:r>
            <a:endParaRPr lang="ko-KR" altLang="en-US" sz="80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718639E-1191-D067-BF1D-3AE58527E592}"/>
              </a:ext>
            </a:extLst>
          </p:cNvPr>
          <p:cNvSpPr txBox="1"/>
          <p:nvPr/>
        </p:nvSpPr>
        <p:spPr>
          <a:xfrm>
            <a:off x="7647256" y="1443855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(~7/19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315369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과제 담당자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0518558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분석 법인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VoE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 진척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법인의 수율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가동률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업무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개선 등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Needs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사항 확보 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분석 시 활용성이 높을 것으로 검토되는 체계들에 대해 지원하고자 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업무 우선순위 판단하여 진행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 통합 분석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(AIR) Global site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구축 현황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  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간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53213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불량 분석 법인 </a:t>
            </a:r>
            <a:r>
              <a:rPr lang="en-US" altLang="ko-KR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VoE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및 진척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 (1 / 2) –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체계 구축 및 고도화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6/2(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화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56470C-DC36-E668-6B43-9A7906C1BE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1703166"/>
              </p:ext>
            </p:extLst>
          </p:nvPr>
        </p:nvGraphicFramePr>
        <p:xfrm>
          <a:off x="1536266" y="6003072"/>
          <a:ext cx="7083854" cy="431940"/>
        </p:xfrm>
        <a:graphic>
          <a:graphicData uri="http://schemas.openxmlformats.org/drawingml/2006/table">
            <a:tbl>
              <a:tblPr/>
              <a:tblGrid>
                <a:gridCol w="1303386">
                  <a:extLst>
                    <a:ext uri="{9D8B030D-6E8A-4147-A177-3AD203B41FA5}">
                      <a16:colId xmlns:a16="http://schemas.microsoft.com/office/drawing/2014/main" val="4244031651"/>
                    </a:ext>
                  </a:extLst>
                </a:gridCol>
                <a:gridCol w="531129">
                  <a:extLst>
                    <a:ext uri="{9D8B030D-6E8A-4147-A177-3AD203B41FA5}">
                      <a16:colId xmlns:a16="http://schemas.microsoft.com/office/drawing/2014/main" val="702997461"/>
                    </a:ext>
                  </a:extLst>
                </a:gridCol>
                <a:gridCol w="571106">
                  <a:extLst>
                    <a:ext uri="{9D8B030D-6E8A-4147-A177-3AD203B41FA5}">
                      <a16:colId xmlns:a16="http://schemas.microsoft.com/office/drawing/2014/main" val="713917322"/>
                    </a:ext>
                  </a:extLst>
                </a:gridCol>
                <a:gridCol w="531129">
                  <a:extLst>
                    <a:ext uri="{9D8B030D-6E8A-4147-A177-3AD203B41FA5}">
                      <a16:colId xmlns:a16="http://schemas.microsoft.com/office/drawing/2014/main" val="159505571"/>
                    </a:ext>
                  </a:extLst>
                </a:gridCol>
                <a:gridCol w="680777">
                  <a:extLst>
                    <a:ext uri="{9D8B030D-6E8A-4147-A177-3AD203B41FA5}">
                      <a16:colId xmlns:a16="http://schemas.microsoft.com/office/drawing/2014/main" val="1258772773"/>
                    </a:ext>
                  </a:extLst>
                </a:gridCol>
                <a:gridCol w="633635">
                  <a:extLst>
                    <a:ext uri="{9D8B030D-6E8A-4147-A177-3AD203B41FA5}">
                      <a16:colId xmlns:a16="http://schemas.microsoft.com/office/drawing/2014/main" val="311001348"/>
                    </a:ext>
                  </a:extLst>
                </a:gridCol>
                <a:gridCol w="708173">
                  <a:extLst>
                    <a:ext uri="{9D8B030D-6E8A-4147-A177-3AD203B41FA5}">
                      <a16:colId xmlns:a16="http://schemas.microsoft.com/office/drawing/2014/main" val="1317535316"/>
                    </a:ext>
                  </a:extLst>
                </a:gridCol>
                <a:gridCol w="708173">
                  <a:extLst>
                    <a:ext uri="{9D8B030D-6E8A-4147-A177-3AD203B41FA5}">
                      <a16:colId xmlns:a16="http://schemas.microsoft.com/office/drawing/2014/main" val="1209797933"/>
                    </a:ext>
                  </a:extLst>
                </a:gridCol>
                <a:gridCol w="708173">
                  <a:extLst>
                    <a:ext uri="{9D8B030D-6E8A-4147-A177-3AD203B41FA5}">
                      <a16:colId xmlns:a16="http://schemas.microsoft.com/office/drawing/2014/main" val="3627678915"/>
                    </a:ext>
                  </a:extLst>
                </a:gridCol>
                <a:gridCol w="708173">
                  <a:extLst>
                    <a:ext uri="{9D8B030D-6E8A-4147-A177-3AD203B41FA5}">
                      <a16:colId xmlns:a16="http://schemas.microsoft.com/office/drawing/2014/main" val="987528166"/>
                    </a:ext>
                  </a:extLst>
                </a:gridCol>
              </a:tblGrid>
              <a:tr h="102764">
                <a:tc rowSpan="2"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자동차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원통형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7068176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WA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GM1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GM2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MI1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MI2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MIL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HD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ST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OC(</a:t>
                      </a:r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NFF)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198605"/>
                  </a:ext>
                </a:extLst>
              </a:tr>
              <a:tr h="102764"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수율 통합 분석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(‘25.03)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●(‘24.12)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●(‘25.09)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(‘25.11)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(‘25.11)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(‘25.11)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(‘25.10)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(‘25.10)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(‘25.09)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0898799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9FD55F9-CE48-09D0-C3F3-209F0A9C9F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1604461"/>
              </p:ext>
            </p:extLst>
          </p:nvPr>
        </p:nvGraphicFramePr>
        <p:xfrm>
          <a:off x="1451738" y="2247096"/>
          <a:ext cx="7215965" cy="3567426"/>
        </p:xfrm>
        <a:graphic>
          <a:graphicData uri="http://schemas.openxmlformats.org/drawingml/2006/table">
            <a:tbl>
              <a:tblPr/>
              <a:tblGrid>
                <a:gridCol w="828786">
                  <a:extLst>
                    <a:ext uri="{9D8B030D-6E8A-4147-A177-3AD203B41FA5}">
                      <a16:colId xmlns:a16="http://schemas.microsoft.com/office/drawing/2014/main" val="141411466"/>
                    </a:ext>
                  </a:extLst>
                </a:gridCol>
                <a:gridCol w="541449">
                  <a:extLst>
                    <a:ext uri="{9D8B030D-6E8A-4147-A177-3AD203B41FA5}">
                      <a16:colId xmlns:a16="http://schemas.microsoft.com/office/drawing/2014/main" val="4105156994"/>
                    </a:ext>
                  </a:extLst>
                </a:gridCol>
                <a:gridCol w="517636">
                  <a:extLst>
                    <a:ext uri="{9D8B030D-6E8A-4147-A177-3AD203B41FA5}">
                      <a16:colId xmlns:a16="http://schemas.microsoft.com/office/drawing/2014/main" val="3470121824"/>
                    </a:ext>
                  </a:extLst>
                </a:gridCol>
                <a:gridCol w="1828911">
                  <a:extLst>
                    <a:ext uri="{9D8B030D-6E8A-4147-A177-3AD203B41FA5}">
                      <a16:colId xmlns:a16="http://schemas.microsoft.com/office/drawing/2014/main" val="3987433044"/>
                    </a:ext>
                  </a:extLst>
                </a:gridCol>
                <a:gridCol w="2565511">
                  <a:extLst>
                    <a:ext uri="{9D8B030D-6E8A-4147-A177-3AD203B41FA5}">
                      <a16:colId xmlns:a16="http://schemas.microsoft.com/office/drawing/2014/main" val="841910724"/>
                    </a:ext>
                  </a:extLst>
                </a:gridCol>
                <a:gridCol w="466836">
                  <a:extLst>
                    <a:ext uri="{9D8B030D-6E8A-4147-A177-3AD203B41FA5}">
                      <a16:colId xmlns:a16="http://schemas.microsoft.com/office/drawing/2014/main" val="77791080"/>
                    </a:ext>
                  </a:extLst>
                </a:gridCol>
                <a:gridCol w="466836">
                  <a:extLst>
                    <a:ext uri="{9D8B030D-6E8A-4147-A177-3AD203B41FA5}">
                      <a16:colId xmlns:a16="http://schemas.microsoft.com/office/drawing/2014/main" val="1973528303"/>
                    </a:ext>
                  </a:extLst>
                </a:gridCol>
              </a:tblGrid>
              <a:tr h="120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체계 명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VoE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요청자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요청일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VoE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진행 현황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완료 여부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담당자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2576981"/>
                  </a:ext>
                </a:extLst>
              </a:tr>
              <a:tr h="35276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COT – ROL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b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연계 분석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W/F 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ESWA</a:t>
                      </a:r>
                    </a:p>
                    <a:p>
                      <a:pPr algn="l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채종환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2026-01-05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전극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Lot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간의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Loss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이력 연계하여 </a:t>
                      </a:r>
                      <a:b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  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전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후 공정 간 불량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Loss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상호 </a:t>
                      </a:r>
                      <a:b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  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영향도 보기 위함 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초안 완료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(1/13),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고도화 사항 완료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(2/2)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최재호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0179518"/>
                  </a:ext>
                </a:extLst>
              </a:tr>
              <a:tr h="35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수율 통합 분석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ESWA </a:t>
                      </a:r>
                      <a:b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이상훈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2026-01-18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-. ESWA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집중 개선 모델 대상 표기 필요</a:t>
                      </a:r>
                      <a:b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엔지니어간 소통 오류 개선을 위한</a:t>
                      </a:r>
                      <a:b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불량 항목 용어 변경 적용 필요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수율 통합 분석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Solution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내 모델 대상 변경 완료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(1/22)</a:t>
                      </a:r>
                      <a:b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불량 항목 용어 법인 논의 후 변경 적용 완료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(1/23)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조은지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58579"/>
                  </a:ext>
                </a:extLst>
              </a:tr>
              <a:tr h="58521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공정 </a:t>
                      </a:r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Loss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분석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ESWA </a:t>
                      </a:r>
                      <a:b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오세운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2026-01-18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공정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Loss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의 경우 현상 및 원인 파악이 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안 되기 때문에 분석 체계 구축 필요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전처리 및 가시화 완료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(1/30)</a:t>
                      </a: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주요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Loss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발생개소 탐색을 위한 설비 내 개소별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Count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정보 연계완료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(2/10).</a:t>
                      </a: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 WA5,WA8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대상 보상필요수량 자동메일링 완료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(4/18)</a:t>
                      </a:r>
                    </a:p>
                    <a:p>
                      <a:pPr marL="0" indent="0" algn="l" fontAlgn="ctr">
                        <a:buFontTx/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 WA1,WA3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생산모델 대상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WF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수평전개 진행완료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(~4/30)</a:t>
                      </a:r>
                    </a:p>
                    <a:p>
                      <a:pPr marL="0" indent="0" algn="l" fontAlgn="ctr">
                        <a:buFontTx/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라미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UW Tab Counter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연계기반 보상수량 정합화 완료 및 모니터링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(5/22)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최재호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6162981"/>
                  </a:ext>
                </a:extLst>
              </a:tr>
              <a:tr h="352760"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검사기 </a:t>
                      </a:r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Parameter </a:t>
                      </a:r>
                      <a:b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분석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ESWA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오세운 님</a:t>
                      </a:r>
                      <a:b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ESMI 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기성주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님</a:t>
                      </a:r>
                    </a:p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2026-01-19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검사기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과검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개선을 위해서 검사기 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Parameter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를 활용 개선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Point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도출 필요</a:t>
                      </a:r>
                    </a:p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　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 전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Vision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대상 불량 배출 설정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validation 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체계 구축 완료 및 자동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mailing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중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타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Vision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대상 확대 완료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)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조은지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211013"/>
                  </a:ext>
                </a:extLst>
              </a:tr>
              <a:tr h="468986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Final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치수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vision Parameter data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수집 현황 점검 및 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다빈치 수집 여부 확인 완료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(2/12)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전처리 및 가시화 완료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(2/27),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분석 사례 검토 중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(~3/13), 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</a:b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법인 공유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(~3/27)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및 개선 사례 발굴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진행 중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안태규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804879"/>
                  </a:ext>
                </a:extLst>
              </a:tr>
              <a:tr h="46898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 위치불량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검사 과검 모니터링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ESWA</a:t>
                      </a:r>
                    </a:p>
                    <a:p>
                      <a:pPr algn="l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오세운님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김도훈님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2026-02-10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검사기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과검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개선을 위해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사후적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)</a:t>
                      </a: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각 호기별 점검 필요 검사 항목 및 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셀 위치 전달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필요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과검 항목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7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개에 대하여 로직화하여 셀 위치별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50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개 이상 동일 불량일 때 조치 가능하도록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WA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검사기술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공정기술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설비기술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FSE/ISE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대상으로 자동 메일링 구축 완료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(2/28 ~)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이찬혁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2752143"/>
                  </a:ext>
                </a:extLst>
              </a:tr>
              <a:tr h="35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EMS, Loss</a:t>
                      </a:r>
                    </a:p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모니터링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ESWA</a:t>
                      </a:r>
                    </a:p>
                    <a:p>
                      <a:pPr algn="l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김보선님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2026-03-30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파츠 교체 및 불량 헌팅 파악 위해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EMS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파츠 교체 및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Loss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이력 시각화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구성 필요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 위치불량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WF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에 불량률과 같이 파츠 교체 이력 및 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Loss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확인 가능하도록 시각화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조은지 님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이찬혁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4689049"/>
                  </a:ext>
                </a:extLst>
              </a:tr>
              <a:tr h="35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 위치불량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검사 과검 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알람 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적용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ESWA</a:t>
                      </a:r>
                    </a:p>
                    <a:p>
                      <a:pPr algn="l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신선용님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2026-03-10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검사기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과검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디텍팅을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데일리 모니터링 외에 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실시간 혹은 현장에서 인지할 수 있는 방법 확인 필요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기존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DAVINCI WF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에서 사용했던 로직을 활용해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 APC 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시스템 내에서 이상감지 알람 구축 진행 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  <a:cs typeface="+mn-cs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   (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요건 제공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: 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제조빅데이터분석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1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팀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, 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로직 개발 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: 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조립자동보정팀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)</a:t>
                      </a:r>
                    </a:p>
                    <a:p>
                      <a:pPr algn="l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-.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 대표호기 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: 22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라인 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(4/29) , 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수평전개 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: E77A 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대상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(5/6), 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고도화 진행 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(~5/</a:t>
                      </a: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22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</a:rPr>
                        <a:t>)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진행 중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서동민 님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안태규 님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이찬혁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77796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3140835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과제 담당자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9562315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분석 법인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VoE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 진척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법인의 수율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가동률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업무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개선 등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Needs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사항 확보 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활용성이 높을 것으로 검토되는 항목들에 대해 분석 지원하고자 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업무 우선순위 판단하여 진행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간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50621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불량 분석 법인 </a:t>
            </a:r>
            <a:r>
              <a:rPr lang="en-US" altLang="ko-KR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VoE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및 진척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 (2 / 2) –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6/2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9FD55F9-CE48-09D0-C3F3-209F0A9C9F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1667431"/>
              </p:ext>
            </p:extLst>
          </p:nvPr>
        </p:nvGraphicFramePr>
        <p:xfrm>
          <a:off x="1451738" y="2247096"/>
          <a:ext cx="7215965" cy="1631796"/>
        </p:xfrm>
        <a:graphic>
          <a:graphicData uri="http://schemas.openxmlformats.org/drawingml/2006/table">
            <a:tbl>
              <a:tblPr/>
              <a:tblGrid>
                <a:gridCol w="828786">
                  <a:extLst>
                    <a:ext uri="{9D8B030D-6E8A-4147-A177-3AD203B41FA5}">
                      <a16:colId xmlns:a16="http://schemas.microsoft.com/office/drawing/2014/main" val="141411466"/>
                    </a:ext>
                  </a:extLst>
                </a:gridCol>
                <a:gridCol w="541449">
                  <a:extLst>
                    <a:ext uri="{9D8B030D-6E8A-4147-A177-3AD203B41FA5}">
                      <a16:colId xmlns:a16="http://schemas.microsoft.com/office/drawing/2014/main" val="4105156994"/>
                    </a:ext>
                  </a:extLst>
                </a:gridCol>
                <a:gridCol w="517636">
                  <a:extLst>
                    <a:ext uri="{9D8B030D-6E8A-4147-A177-3AD203B41FA5}">
                      <a16:colId xmlns:a16="http://schemas.microsoft.com/office/drawing/2014/main" val="3470121824"/>
                    </a:ext>
                  </a:extLst>
                </a:gridCol>
                <a:gridCol w="1828911">
                  <a:extLst>
                    <a:ext uri="{9D8B030D-6E8A-4147-A177-3AD203B41FA5}">
                      <a16:colId xmlns:a16="http://schemas.microsoft.com/office/drawing/2014/main" val="3987433044"/>
                    </a:ext>
                  </a:extLst>
                </a:gridCol>
                <a:gridCol w="2565511">
                  <a:extLst>
                    <a:ext uri="{9D8B030D-6E8A-4147-A177-3AD203B41FA5}">
                      <a16:colId xmlns:a16="http://schemas.microsoft.com/office/drawing/2014/main" val="841910724"/>
                    </a:ext>
                  </a:extLst>
                </a:gridCol>
                <a:gridCol w="466836">
                  <a:extLst>
                    <a:ext uri="{9D8B030D-6E8A-4147-A177-3AD203B41FA5}">
                      <a16:colId xmlns:a16="http://schemas.microsoft.com/office/drawing/2014/main" val="77791080"/>
                    </a:ext>
                  </a:extLst>
                </a:gridCol>
                <a:gridCol w="466836">
                  <a:extLst>
                    <a:ext uri="{9D8B030D-6E8A-4147-A177-3AD203B41FA5}">
                      <a16:colId xmlns:a16="http://schemas.microsoft.com/office/drawing/2014/main" val="1973528303"/>
                    </a:ext>
                  </a:extLst>
                </a:gridCol>
              </a:tblGrid>
              <a:tr h="120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분석 명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VoE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요청자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요청일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VoE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진행 현황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완료 여부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담당자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2576981"/>
                  </a:ext>
                </a:extLst>
              </a:tr>
              <a:tr h="35276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CPM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조정 전후 </a:t>
                      </a:r>
                      <a:r>
                        <a:rPr lang="en-US" altLang="ko-KR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Cpk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</a:p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비교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ESWA</a:t>
                      </a:r>
                    </a:p>
                    <a:p>
                      <a:pPr algn="l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김보선님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2026-04-13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물동량이 적은 모델에 대해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CPM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감소 전후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</a:t>
                      </a:r>
                      <a:r>
                        <a:rPr lang="en-US" altLang="ko-KR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Cpk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가 어느정도 차이나는 지 확인하여 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CPM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감소 가능하도록 근거 자료 제공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17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라인 대표호기 대상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CPM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조정 시 </a:t>
                      </a:r>
                      <a:r>
                        <a:rPr lang="en-US" altLang="ko-KR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Cpk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감소 확인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18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라인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CPM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조정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(4/20), 17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라인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CPM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조정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(4/15)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최이범 님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이찬혁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4231166"/>
                  </a:ext>
                </a:extLst>
              </a:tr>
              <a:tr h="35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롤프레스 </a:t>
                      </a:r>
                      <a:r>
                        <a:rPr lang="ko-KR" altLang="en-US" sz="7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텐션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편차 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자동보정 적용 전후 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7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후공정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영향 확인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ESWA</a:t>
                      </a:r>
                    </a:p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조경원님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2026-04-22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롤프레스 텐션 편차 자동보정 적용 전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후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Lot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대상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 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후공정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노칭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)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불량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, Cpk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영향 확인 요청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 (/w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제조빅데이터분석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팀 김지원님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)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노칭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Tab Pitch, Cutting Height, PD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Loss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개선효과 확인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라미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X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축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, Y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축 위치 및 재핑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파단 영향 확인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노칭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Tab Pitch, Cutting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Height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Cpk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개선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, </a:t>
                      </a: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    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라미 위치 양극전후진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회전인자 산포 개선 확인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+mj-ea"/>
                        </a:rPr>
                        <a:t>(5/19)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최재호님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이찬혁 님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6572165"/>
                  </a:ext>
                </a:extLst>
              </a:tr>
              <a:tr h="35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수율 통합 분석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(ESMI)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ESMI</a:t>
                      </a:r>
                    </a:p>
                    <a:p>
                      <a:pPr algn="l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김재경님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2026-04-11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Daily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로 발송되는 메일에 월 별 누적 수율 및 불량률 함께 확인할 수 있도록 고도화 요청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각 불량별로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Daily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불량률 뿐만 아니라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월 별 누적 불량률 확인할 수 있도록 고도화 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조은지님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9478435"/>
                  </a:ext>
                </a:extLst>
              </a:tr>
              <a:tr h="35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전극 접착력 및 </a:t>
                      </a:r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모노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세파 불량률 관계성 확인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ESMI</a:t>
                      </a:r>
                    </a:p>
                    <a:p>
                      <a:pPr algn="l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김재경님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2026-05-04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양극 코터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/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롤프레스 설비 별 접착력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Trend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확인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접착력과 모노 세파 불량률 관계성 확인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 -. 2026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년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월 이후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JF2, JF2-A06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모델에서 전반적으로 접착력이 낮아진 것을 확인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.</a:t>
                      </a:r>
                    </a:p>
                    <a:p>
                      <a:pPr algn="l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-.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이후 과제는 제조빅데이터분석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팀에서 대응 중 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완료</a:t>
                      </a: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조은지님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4818" marR="4818" marT="48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59233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8178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조은지 선임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8397181"/>
              </p:ext>
            </p:extLst>
          </p:nvPr>
        </p:nvGraphicFramePr>
        <p:xfrm>
          <a:off x="125047" y="840841"/>
          <a:ext cx="9644176" cy="575922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검사기 배출 설정 모니터링 체계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공정 전체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법인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ISE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주관 지속 점검 및 주 단위 담당급 전자 결재 진행 중 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별도 진행사항은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[Pain Point]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검사기 불량 배출 설정 시 작업자 기인 오설정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case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MI2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 대량 불량이 발생한 경우가 있었습니다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ESWA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의 경우 검사기 및 생산 모델이 많아 설비별 설정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cs typeface="Arial" panose="020B0604020202020204" pitchFamily="34" charset="0"/>
                        </a:rPr>
                        <a:t>상태를 수작업으로 비교하여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확인하기에는 업무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Loss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가 많이 발생하여 이를 개선하고자 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검사기 과검 개선을 목적으로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Vision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의 불량 항목별 배출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(IN/OUT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항목 설정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상태가 동일하게 설정되어 있는지 점검 및 조치 하고자 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ESWA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를 대상으로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각 모델 별로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Vision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항목들의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IN/OUT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여부가 동일하게 설정되어 있는지 점검하여 다르게 설정되어 있는 경우만 보이게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WF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를 구축하였습니다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금주에는 제품 타입과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Lot Type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별로 별도로 비교 될 수 있도록 기능을 고도화 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또한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In/Out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설정 외에도 불량 항목별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Spec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 동일하게 설정 되어 있는지 비교 될 수 있도록 추가 기능을 개발하였습니다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해당 내용 법인에 공유 완료하였고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함께 점검을 진행하고 있습니다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하기 이미지는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E77A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AS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항목이 나머지 설비는 모두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0.8~3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사이로 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Spec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 설정되어 있는 반면에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#10-2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만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1~2.8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로 다르게 설정 되어 있는 것을 확인 할 수 있는 화면입니다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해당 내용은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2/25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에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Spec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수정 완료 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라미네이션 공정 대상으로 진행했던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검사기 설정 모니터링 체계를 타 공정으로 확대 진행하고 있으며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Stacking &amp; Folding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공정 대상으로 완료하였습니다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(3/4)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Packaging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공정과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Notching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공정 대상으로 수평 전개 완료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(3/5),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전극 공정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(Coater, Roll Press, Slitter)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수평전개 완료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(3/12),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활성화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EOL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완료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(3/14)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하였습니다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활용사례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(ESWA)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1/31 4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시 경에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#13-2 NG Marking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비전에서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4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 항목이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OUT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IN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OUT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으로 변경 된 현상이 확인되었고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세부적인 현상을 확인해보니 설비가 정상적으로 동작하는 등속 구간에서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개의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Notching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셀에서 설정 값이 변경되었다가 원복되는 것을 확인하였습니다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이는 작업자가 변경하기에 불가능한 것으로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ESWA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법인 검사기술팀에서 비전의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SW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문제로 판단하고 담당자와 함께 확인 중입니다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2/3 #13-2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대상으로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SW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디버깅 하여 적용하였고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이후 동일 현상 발생하지 않는 것 확인하였습니다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법인에서 디버깅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SW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수평 전개 진행하고 있습니다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(1/19)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(1/27)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ESST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(1/28)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70454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검사기 배출 설정 모니터링 체계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7/22(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09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0F48B21-572F-02D4-727E-D592BA01119E}"/>
              </a:ext>
            </a:extLst>
          </p:cNvPr>
          <p:cNvSpPr txBox="1"/>
          <p:nvPr/>
        </p:nvSpPr>
        <p:spPr>
          <a:xfrm>
            <a:off x="141316" y="1379522"/>
            <a:ext cx="1055057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‘26.01.28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960DAA-ED9F-1E1A-ACFF-28F29DD92D1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2274"/>
          <a:stretch/>
        </p:blipFill>
        <p:spPr>
          <a:xfrm>
            <a:off x="1444226" y="3690610"/>
            <a:ext cx="7624619" cy="1454728"/>
          </a:xfrm>
          <a:prstGeom prst="rect">
            <a:avLst/>
          </a:prstGeom>
        </p:spPr>
      </p:pic>
      <p:sp>
        <p:nvSpPr>
          <p:cNvPr id="6" name="직사각형 5">
            <a:extLst>
              <a:ext uri="{FF2B5EF4-FFF2-40B4-BE49-F238E27FC236}">
                <a16:creationId xmlns:a16="http://schemas.microsoft.com/office/drawing/2014/main" id="{09C366BC-E42D-84B4-4412-8D1BA78D0088}"/>
              </a:ext>
            </a:extLst>
          </p:cNvPr>
          <p:cNvSpPr/>
          <p:nvPr/>
        </p:nvSpPr>
        <p:spPr>
          <a:xfrm>
            <a:off x="1784283" y="4540826"/>
            <a:ext cx="688754" cy="210095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/>
              <a:t>제품 타입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34BFF86-5EA7-5EC0-4606-0EF236995C70}"/>
              </a:ext>
            </a:extLst>
          </p:cNvPr>
          <p:cNvSpPr/>
          <p:nvPr/>
        </p:nvSpPr>
        <p:spPr>
          <a:xfrm>
            <a:off x="2376565" y="4843081"/>
            <a:ext cx="688754" cy="210095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/>
              <a:t>Lot</a:t>
            </a:r>
            <a:r>
              <a:rPr lang="ko-KR" altLang="en-US" sz="1000"/>
              <a:t> 타입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0762969-8709-1FEC-97D1-552B20FB1355}"/>
              </a:ext>
            </a:extLst>
          </p:cNvPr>
          <p:cNvSpPr/>
          <p:nvPr/>
        </p:nvSpPr>
        <p:spPr>
          <a:xfrm>
            <a:off x="5544582" y="4011809"/>
            <a:ext cx="688754" cy="210095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/>
              <a:t>제품 </a:t>
            </a:r>
            <a:r>
              <a:rPr lang="en-US" altLang="ko-KR" sz="1000"/>
              <a:t>Spec</a:t>
            </a:r>
            <a:endParaRPr lang="ko-KR" altLang="en-US" sz="1000"/>
          </a:p>
        </p:txBody>
      </p:sp>
    </p:spTree>
    <p:extLst>
      <p:ext uri="{BB962C8B-B14F-4D97-AF65-F5344CB8AC3E}">
        <p14:creationId xmlns:p14="http://schemas.microsoft.com/office/powerpoint/2010/main" val="255130745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조은지 선임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1818852"/>
              </p:ext>
            </p:extLst>
          </p:nvPr>
        </p:nvGraphicFramePr>
        <p:xfrm>
          <a:off x="125047" y="840841"/>
          <a:ext cx="9644176" cy="575922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스태킹 모노세파 외관 불량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준실시간 파악 체계 구축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E77A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STK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 설비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별도 진행사항 없으며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법인에서 지속 활용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[Pain Point]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모노세파 외관 불량 분석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Drill Down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경우 사후 분석에는 용이하지만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실시간성 분석이 어려운 점이 있음</a:t>
                      </a:r>
                      <a:endParaRPr lang="en-US" altLang="ko-KR" sz="90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실시간에 가까운 불량 현황 모니터링을 통해 불량 현상에 맞는 조치를 빠르게 진행할 있게 하고자 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데이터 수집 방식 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1. DAVINCI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ML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 환경에서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SPC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이미지가 저장되는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DFS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서버를 크롤링 하여 저장된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NG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이미지 파일명 수집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(5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분마다 진행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2.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파일명에서 설비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검사시간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/Cell ID/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모노 스택 위치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유형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위치 등의 정보 가공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파일명 예시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3.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가공한 데이터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DAVINCI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S3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서버에 저장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4. Spotfire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에서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S3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서버에 저장된 데이터 가져와서 시각화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(5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분마다 데이터 새로고침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해당 방식을 통해 기존에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SPC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데이터의 조회하는데 오래 소요되는 점과 데이터가 다빈치 서버에 올라오기까지 오래 소요되는 점을 개선하여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실시간에 가까운 준실시간 불량 파악 체계를 구축하였습니다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(*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현지 시각 기준으로 데이터와의 시간 차이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최소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~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최대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10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또한 현재 시각과 데이터의 가장 최근 시간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데이터 업데이트 시간 등을 표시하여 확인할 수 있게 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주기성 기반으로 조치 위치를 추천할 수 있도록 고도화를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진행하였습니다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현재 데이터 수집 및 전처리와 시각화 단계에서 모델 별로 하드코딩으로 설정해주어야 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하는 부분이 있어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해당 부분을 자동으로 처리 할 수 있도록 로직을 고도화 완료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(6/19)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  </a:t>
                      </a: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*.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수평전개 측면에서도 용이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1. (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시각화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모델 별 전폭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전장 길이 및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Vision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이미지 내 전극 위치 수동 설정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설비 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OK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판정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Mono/Bi Cell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실제 이미지 활용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2. (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시각화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모델 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Vision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카메라 개수 및 좌표 위치 수동 설정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설비 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OK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판정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Mono/Bi Cell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이미지 개수 및 크기 활용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3. (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데이터 수집 및 전처리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데이터 수집 시 모델 별 생산 설비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ID </a:t>
                      </a: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생산 이력 데이터 참고하여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모델 별 생산 설비 정보 매일 업데이트 하여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      활용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(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형 교환 및 신규 모델 생산 시에도 자동 반영 가능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ESWA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전체 모델에 대해 수평전개를 완료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(6/19)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179388" marR="0" lvl="0" indent="-179388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WA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법인 자체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BP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전파로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NB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법인 수평전개 요청이 있어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폴딩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스택킹 전 라인 수평전개 완료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(6/22)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후 법인 공유하였습니다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ESMI2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법인 요청으로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라인에 대해 수평전개를 완료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(6/24)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ESWA 4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(JF2S)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라미 하부 세파 비전의 데이터가 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SPC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로 올라오는 시점에 맞춰 스태킹 모노 세파 외관 불량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WF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와 동일한 형태로 라미 하부 세파 비전 불량 모니터링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WF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를 구축하였습니다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현재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JF2S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생산이 없어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이후 생산 재개 시점에 맞춰 두가지 데이터를 활용하여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라미에서 발생한 불량인지 스태킹에서 발생한 불량인지 쉽게 확인할 수 있도록 고도화를 진행할 예정입니다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E77A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(5/19)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00136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스태킹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모노세파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외관 불량 준실시간 파악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09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0F48B21-572F-02D4-727E-D592BA01119E}"/>
              </a:ext>
            </a:extLst>
          </p:cNvPr>
          <p:cNvSpPr txBox="1"/>
          <p:nvPr/>
        </p:nvSpPr>
        <p:spPr>
          <a:xfrm>
            <a:off x="141316" y="1379522"/>
            <a:ext cx="1055057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‘26.01.28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23" name="그림 22">
            <a:extLst>
              <a:ext uri="{FF2B5EF4-FFF2-40B4-BE49-F238E27FC236}">
                <a16:creationId xmlns:a16="http://schemas.microsoft.com/office/drawing/2014/main" id="{2F7297BB-0F55-D6C8-50CD-91B82C4438E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78286" y="3080058"/>
            <a:ext cx="7617606" cy="137313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D63273FD-0214-8A4D-653F-5D193974D68D}"/>
              </a:ext>
            </a:extLst>
          </p:cNvPr>
          <p:cNvSpPr txBox="1"/>
          <p:nvPr/>
        </p:nvSpPr>
        <p:spPr>
          <a:xfrm>
            <a:off x="3810022" y="3165405"/>
            <a:ext cx="1350389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100"/>
              </a:lnSpc>
            </a:pPr>
            <a:r>
              <a:rPr kumimoji="1" lang="ko-KR" altLang="en-US" sz="900" kern="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설비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77E3E2F-9BD2-A526-4568-9DFC2339D69E}"/>
              </a:ext>
            </a:extLst>
          </p:cNvPr>
          <p:cNvSpPr txBox="1"/>
          <p:nvPr/>
        </p:nvSpPr>
        <p:spPr>
          <a:xfrm>
            <a:off x="4231911" y="3165405"/>
            <a:ext cx="1350389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100"/>
              </a:lnSpc>
            </a:pPr>
            <a:r>
              <a:rPr kumimoji="1" lang="en-US" altLang="ko-KR" sz="900" kern="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LOT ID</a:t>
            </a:r>
            <a:endParaRPr kumimoji="1" lang="ko-KR" altLang="en-US" sz="900" kern="0">
              <a:solidFill>
                <a:srgbClr val="000000"/>
              </a:solidFill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F0EEE9B-ACD2-54D7-8CC9-5300023C9A11}"/>
              </a:ext>
            </a:extLst>
          </p:cNvPr>
          <p:cNvSpPr/>
          <p:nvPr/>
        </p:nvSpPr>
        <p:spPr>
          <a:xfrm>
            <a:off x="3819525" y="3059279"/>
            <a:ext cx="438150" cy="158092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DE540C8-4ADA-4F47-FDF5-20108E889372}"/>
              </a:ext>
            </a:extLst>
          </p:cNvPr>
          <p:cNvSpPr txBox="1"/>
          <p:nvPr/>
        </p:nvSpPr>
        <p:spPr>
          <a:xfrm>
            <a:off x="5729995" y="3165405"/>
            <a:ext cx="604130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100"/>
              </a:lnSpc>
            </a:pPr>
            <a:r>
              <a:rPr kumimoji="1" lang="ko-KR" altLang="en-US" sz="900" kern="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검사시간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D19A0E3-D83C-ADFF-7547-5170A3BEDF06}"/>
              </a:ext>
            </a:extLst>
          </p:cNvPr>
          <p:cNvSpPr/>
          <p:nvPr/>
        </p:nvSpPr>
        <p:spPr>
          <a:xfrm>
            <a:off x="4257675" y="3059279"/>
            <a:ext cx="438150" cy="158092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B06C7CC-5518-9A04-C46B-1CD3A96217DE}"/>
              </a:ext>
            </a:extLst>
          </p:cNvPr>
          <p:cNvSpPr/>
          <p:nvPr/>
        </p:nvSpPr>
        <p:spPr>
          <a:xfrm>
            <a:off x="5683249" y="3059279"/>
            <a:ext cx="650875" cy="158092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0271010-D9E9-BF9F-4AB8-3BA32923DFB5}"/>
              </a:ext>
            </a:extLst>
          </p:cNvPr>
          <p:cNvSpPr txBox="1"/>
          <p:nvPr/>
        </p:nvSpPr>
        <p:spPr>
          <a:xfrm>
            <a:off x="7178098" y="3165405"/>
            <a:ext cx="509265" cy="2239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100"/>
              </a:lnSpc>
            </a:pPr>
            <a:r>
              <a:rPr kumimoji="1" lang="en-US" altLang="ko-KR" sz="900" kern="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Cell ID</a:t>
            </a:r>
            <a:endParaRPr kumimoji="1" lang="ko-KR" altLang="en-US" sz="900" kern="0">
              <a:solidFill>
                <a:srgbClr val="000000"/>
              </a:solidFill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28757249-5A3E-0A99-7198-6ADD37D6C5D4}"/>
              </a:ext>
            </a:extLst>
          </p:cNvPr>
          <p:cNvSpPr/>
          <p:nvPr/>
        </p:nvSpPr>
        <p:spPr>
          <a:xfrm>
            <a:off x="7178098" y="3059279"/>
            <a:ext cx="477514" cy="158092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B051290-6EF4-45AE-F1DB-1A006CBBE120}"/>
              </a:ext>
            </a:extLst>
          </p:cNvPr>
          <p:cNvSpPr txBox="1"/>
          <p:nvPr/>
        </p:nvSpPr>
        <p:spPr>
          <a:xfrm>
            <a:off x="8032751" y="3165405"/>
            <a:ext cx="554936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100"/>
              </a:lnSpc>
            </a:pPr>
            <a:r>
              <a:rPr kumimoji="1" lang="en-US" altLang="ko-KR" sz="900" kern="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NG </a:t>
            </a:r>
            <a:r>
              <a:rPr kumimoji="1" lang="ko-KR" altLang="en-US" sz="900" kern="0">
                <a:solidFill>
                  <a:srgbClr val="000000"/>
                </a:solidFill>
                <a:ea typeface="LG스마트체 Regular" panose="020B0600000101010101" pitchFamily="50" charset="-127"/>
                <a:cs typeface="Arial"/>
              </a:rPr>
              <a:t>유형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F0397DA-F48D-36C2-D31A-A53F1A0974FC}"/>
              </a:ext>
            </a:extLst>
          </p:cNvPr>
          <p:cNvSpPr/>
          <p:nvPr/>
        </p:nvSpPr>
        <p:spPr>
          <a:xfrm>
            <a:off x="8248663" y="3059279"/>
            <a:ext cx="126987" cy="158092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160024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서동민 책임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4949242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스태킹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모노세파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외관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에이전트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지난주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VM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서버 할당 받은 후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에이전트에 필요한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LLM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과 관련 라이브러리 세팅을 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배경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전사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DX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협업과제 최종 보고 시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CPO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님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Comment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사항으로 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스태킹 모노세파 외관에 대한 에이전트 연계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검토 건으로 진행코자 합니다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(Agent PC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설치하여 로컬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AI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프로그램 적용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검토 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VM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서버 사양 할당 및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VM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서버 검사기 간 데이터 통신 구축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해당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VM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내 모니터링 에이전트 프로그램 개발 방향으로 진행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(~9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VM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서버에서 에이전트가 모노세파 외관 모니터링 후 이상 설비 발생 시 해당 설비에 알람 디스플레이 하는 방향으로 진행하겠습니다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VM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서버에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LLM Qwen3 32B BF16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모델 및 지식 축적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활용을 위한 라이브러리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bge-m3(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임베딩 모델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), qrant(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벡터 데이터베이스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세팅 완료 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진행 방향은 아래와 같습니다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조치 추천에 대한 노하우 지식을 축적하고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조치 추천에 대해 구체적인 형태로 조치 될 수 있는 방향으로 진행하고자 합니다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93376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스태킹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모노세파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외관 에이전트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09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0F48B21-572F-02D4-727E-D592BA01119E}"/>
              </a:ext>
            </a:extLst>
          </p:cNvPr>
          <p:cNvSpPr txBox="1"/>
          <p:nvPr/>
        </p:nvSpPr>
        <p:spPr>
          <a:xfrm>
            <a:off x="141316" y="1379522"/>
            <a:ext cx="1055057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‘26.01.28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AD39362E-D72D-08A2-3B65-BD23D7468C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10125" y="3199868"/>
            <a:ext cx="3844236" cy="2636841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DF6DB5A-92C7-20E3-0222-1C0B75091C8B}"/>
              </a:ext>
            </a:extLst>
          </p:cNvPr>
          <p:cNvSpPr txBox="1"/>
          <p:nvPr/>
        </p:nvSpPr>
        <p:spPr>
          <a:xfrm>
            <a:off x="1584976" y="3017879"/>
            <a:ext cx="2981325" cy="3000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>
                <a:solidFill>
                  <a:srgbClr val="000000"/>
                </a:solidFill>
              </a:rPr>
              <a:t>방향성 </a:t>
            </a:r>
            <a:r>
              <a:rPr lang="en-US" altLang="ko-KR" sz="900">
                <a:solidFill>
                  <a:srgbClr val="000000"/>
                </a:solidFill>
              </a:rPr>
              <a:t>: </a:t>
            </a:r>
          </a:p>
          <a:p>
            <a:endParaRPr lang="en-US" altLang="ko-KR" sz="900">
              <a:solidFill>
                <a:srgbClr val="000000"/>
              </a:solidFill>
            </a:endParaRPr>
          </a:p>
          <a:p>
            <a:r>
              <a:rPr lang="en-US" altLang="ko-KR" sz="900">
                <a:solidFill>
                  <a:srgbClr val="000000"/>
                </a:solidFill>
              </a:rPr>
              <a:t>[</a:t>
            </a:r>
            <a:r>
              <a:rPr lang="ko-KR" altLang="en-US" sz="900">
                <a:solidFill>
                  <a:srgbClr val="000000"/>
                </a:solidFill>
              </a:rPr>
              <a:t>▷ 현상 </a:t>
            </a:r>
            <a:r>
              <a:rPr lang="en-US" altLang="ko-KR" sz="900">
                <a:solidFill>
                  <a:srgbClr val="000000"/>
                </a:solidFill>
              </a:rPr>
              <a:t>/ </a:t>
            </a:r>
            <a:r>
              <a:rPr lang="ko-KR" altLang="en-US" sz="900">
                <a:solidFill>
                  <a:srgbClr val="000000"/>
                </a:solidFill>
              </a:rPr>
              <a:t>조치 사례 축적</a:t>
            </a:r>
            <a:r>
              <a:rPr lang="en-US" altLang="ko-KR" sz="900">
                <a:solidFill>
                  <a:srgbClr val="000000"/>
                </a:solidFill>
              </a:rPr>
              <a:t>]</a:t>
            </a:r>
          </a:p>
          <a:p>
            <a:r>
              <a:rPr lang="en-US" altLang="ko-KR" sz="900">
                <a:solidFill>
                  <a:srgbClr val="000000"/>
                </a:solidFill>
              </a:rPr>
              <a:t>1) </a:t>
            </a:r>
            <a:r>
              <a:rPr lang="ko-KR" altLang="en-US" sz="900">
                <a:solidFill>
                  <a:srgbClr val="000000"/>
                </a:solidFill>
              </a:rPr>
              <a:t>자연어</a:t>
            </a:r>
            <a:r>
              <a:rPr lang="en-US" altLang="ko-KR" sz="900">
                <a:solidFill>
                  <a:srgbClr val="000000"/>
                </a:solidFill>
              </a:rPr>
              <a:t>(</a:t>
            </a:r>
            <a:r>
              <a:rPr lang="ko-KR" altLang="en-US" sz="900">
                <a:solidFill>
                  <a:srgbClr val="000000"/>
                </a:solidFill>
              </a:rPr>
              <a:t>분석</a:t>
            </a:r>
            <a:r>
              <a:rPr lang="en-US" altLang="ko-KR" sz="900">
                <a:solidFill>
                  <a:srgbClr val="000000"/>
                </a:solidFill>
              </a:rPr>
              <a:t>/</a:t>
            </a:r>
            <a:r>
              <a:rPr lang="ko-KR" altLang="en-US" sz="900">
                <a:solidFill>
                  <a:srgbClr val="000000"/>
                </a:solidFill>
              </a:rPr>
              <a:t>조치 사례</a:t>
            </a:r>
            <a:r>
              <a:rPr lang="en-US" altLang="ko-KR" sz="900">
                <a:solidFill>
                  <a:srgbClr val="000000"/>
                </a:solidFill>
              </a:rPr>
              <a:t>) </a:t>
            </a:r>
            <a:r>
              <a:rPr lang="ko-KR" altLang="en-US" sz="900">
                <a:solidFill>
                  <a:srgbClr val="000000"/>
                </a:solidFill>
              </a:rPr>
              <a:t>수동 입력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en-US" altLang="ko-KR" sz="900">
                <a:solidFill>
                  <a:srgbClr val="000000"/>
                </a:solidFill>
              </a:rPr>
              <a:t>2) </a:t>
            </a:r>
            <a:r>
              <a:rPr lang="ko-KR" altLang="en-US" sz="900">
                <a:solidFill>
                  <a:srgbClr val="000000"/>
                </a:solidFill>
              </a:rPr>
              <a:t>자연어로 모여진 </a:t>
            </a:r>
            <a:r>
              <a:rPr lang="en-US" altLang="ko-KR" sz="900">
                <a:solidFill>
                  <a:srgbClr val="000000"/>
                </a:solidFill>
              </a:rPr>
              <a:t>CSV </a:t>
            </a:r>
            <a:r>
              <a:rPr lang="ko-KR" altLang="en-US" sz="900">
                <a:solidFill>
                  <a:srgbClr val="000000"/>
                </a:solidFill>
              </a:rPr>
              <a:t>형태 입력 </a:t>
            </a:r>
            <a:br>
              <a:rPr lang="en-US" altLang="ko-KR" sz="900">
                <a:solidFill>
                  <a:srgbClr val="000000"/>
                </a:solidFill>
              </a:rPr>
            </a:br>
            <a:r>
              <a:rPr lang="en-US" altLang="ko-KR" sz="900">
                <a:solidFill>
                  <a:srgbClr val="000000"/>
                </a:solidFill>
              </a:rPr>
              <a:t>     (</a:t>
            </a:r>
            <a:r>
              <a:rPr lang="ko-KR" altLang="en-US" sz="900">
                <a:solidFill>
                  <a:srgbClr val="000000"/>
                </a:solidFill>
              </a:rPr>
              <a:t>예</a:t>
            </a:r>
            <a:r>
              <a:rPr lang="en-US" altLang="ko-KR" sz="900">
                <a:solidFill>
                  <a:srgbClr val="000000"/>
                </a:solidFill>
              </a:rPr>
              <a:t>. 14-3</a:t>
            </a:r>
            <a:r>
              <a:rPr lang="ko-KR" altLang="en-US" sz="900">
                <a:solidFill>
                  <a:srgbClr val="000000"/>
                </a:solidFill>
              </a:rPr>
              <a:t>호가 </a:t>
            </a:r>
            <a:r>
              <a:rPr lang="en-US" altLang="ko-KR" sz="900">
                <a:solidFill>
                  <a:srgbClr val="000000"/>
                </a:solidFill>
              </a:rPr>
              <a:t>3</a:t>
            </a:r>
            <a:r>
              <a:rPr lang="ko-KR" altLang="en-US" sz="900">
                <a:solidFill>
                  <a:srgbClr val="000000"/>
                </a:solidFill>
              </a:rPr>
              <a:t>주기성 불량이 있었는데</a:t>
            </a:r>
            <a:r>
              <a:rPr lang="en-US" altLang="ko-KR" sz="900">
                <a:solidFill>
                  <a:srgbClr val="000000"/>
                </a:solidFill>
              </a:rPr>
              <a:t>, </a:t>
            </a:r>
            <a:r>
              <a:rPr lang="ko-KR" altLang="en-US" sz="900" err="1">
                <a:solidFill>
                  <a:srgbClr val="000000"/>
                </a:solidFill>
              </a:rPr>
              <a:t>라미롤러</a:t>
            </a:r>
            <a:r>
              <a:rPr lang="ko-KR" altLang="en-US" sz="900">
                <a:solidFill>
                  <a:srgbClr val="000000"/>
                </a:solidFill>
              </a:rPr>
              <a:t> 청소를 </a:t>
            </a:r>
            <a:br>
              <a:rPr lang="en-US" altLang="ko-KR" sz="900">
                <a:solidFill>
                  <a:srgbClr val="000000"/>
                </a:solidFill>
              </a:rPr>
            </a:br>
            <a:r>
              <a:rPr lang="en-US" altLang="ko-KR" sz="900">
                <a:solidFill>
                  <a:srgbClr val="000000"/>
                </a:solidFill>
              </a:rPr>
              <a:t>      </a:t>
            </a:r>
            <a:r>
              <a:rPr lang="ko-KR" altLang="en-US" sz="900">
                <a:solidFill>
                  <a:srgbClr val="000000"/>
                </a:solidFill>
              </a:rPr>
              <a:t>하니까 개선되었음</a:t>
            </a:r>
            <a:r>
              <a:rPr lang="en-US" altLang="ko-KR" sz="900">
                <a:solidFill>
                  <a:srgbClr val="000000"/>
                </a:solidFill>
              </a:rPr>
              <a:t>. ) </a:t>
            </a:r>
            <a:r>
              <a:rPr lang="ko-KR" altLang="en-US" sz="900">
                <a:solidFill>
                  <a:srgbClr val="000000"/>
                </a:solidFill>
              </a:rPr>
              <a:t> 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ko-KR" altLang="en-US" sz="900">
                <a:solidFill>
                  <a:srgbClr val="000000"/>
                </a:solidFill>
              </a:rPr>
              <a:t>             ↓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en-US" altLang="ko-KR" sz="900" err="1">
                <a:solidFill>
                  <a:srgbClr val="000000"/>
                </a:solidFill>
              </a:rPr>
              <a:t>Qwen</a:t>
            </a:r>
            <a:r>
              <a:rPr lang="en-US" altLang="ko-KR" sz="900">
                <a:solidFill>
                  <a:srgbClr val="000000"/>
                </a:solidFill>
              </a:rPr>
              <a:t>(LLM)</a:t>
            </a:r>
            <a:r>
              <a:rPr lang="ko-KR" altLang="en-US" sz="900">
                <a:solidFill>
                  <a:srgbClr val="000000"/>
                </a:solidFill>
              </a:rPr>
              <a:t>이 </a:t>
            </a:r>
            <a:r>
              <a:rPr lang="en-US" altLang="ko-KR" sz="900">
                <a:solidFill>
                  <a:srgbClr val="000000"/>
                </a:solidFill>
              </a:rPr>
              <a:t>JSON </a:t>
            </a:r>
            <a:r>
              <a:rPr lang="ko-KR" altLang="en-US" sz="900">
                <a:solidFill>
                  <a:srgbClr val="000000"/>
                </a:solidFill>
              </a:rPr>
              <a:t>형태로 정제 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ko-KR" altLang="en-US" sz="900">
                <a:solidFill>
                  <a:srgbClr val="000000"/>
                </a:solidFill>
              </a:rPr>
              <a:t>             ↓ 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en-US" altLang="ko-KR" sz="900">
                <a:solidFill>
                  <a:srgbClr val="000000"/>
                </a:solidFill>
              </a:rPr>
              <a:t>Bge-m3</a:t>
            </a:r>
            <a:r>
              <a:rPr lang="ko-KR" altLang="en-US" sz="900">
                <a:solidFill>
                  <a:srgbClr val="000000"/>
                </a:solidFill>
              </a:rPr>
              <a:t>로 </a:t>
            </a:r>
            <a:r>
              <a:rPr lang="en-US" altLang="ko-KR" sz="900">
                <a:solidFill>
                  <a:srgbClr val="000000"/>
                </a:solidFill>
              </a:rPr>
              <a:t>Data</a:t>
            </a:r>
            <a:r>
              <a:rPr lang="ko-KR" altLang="en-US" sz="900">
                <a:solidFill>
                  <a:srgbClr val="000000"/>
                </a:solidFill>
              </a:rPr>
              <a:t>를 </a:t>
            </a:r>
            <a:r>
              <a:rPr lang="ko-KR" altLang="en-US" sz="900" err="1">
                <a:solidFill>
                  <a:srgbClr val="000000"/>
                </a:solidFill>
              </a:rPr>
              <a:t>임베딩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ko-KR" altLang="en-US" sz="900">
                <a:solidFill>
                  <a:srgbClr val="000000"/>
                </a:solidFill>
              </a:rPr>
              <a:t>            ↓ 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en-US" altLang="ko-KR" sz="900" err="1">
                <a:solidFill>
                  <a:srgbClr val="000000"/>
                </a:solidFill>
              </a:rPr>
              <a:t>Qrant</a:t>
            </a:r>
            <a:r>
              <a:rPr lang="ko-KR" altLang="en-US" sz="900">
                <a:solidFill>
                  <a:srgbClr val="000000"/>
                </a:solidFill>
              </a:rPr>
              <a:t>에 </a:t>
            </a:r>
            <a:r>
              <a:rPr lang="ko-KR" altLang="en-US" sz="900" err="1">
                <a:solidFill>
                  <a:srgbClr val="000000"/>
                </a:solidFill>
              </a:rPr>
              <a:t>임베딩</a:t>
            </a:r>
            <a:r>
              <a:rPr lang="ko-KR" altLang="en-US" sz="900">
                <a:solidFill>
                  <a:srgbClr val="000000"/>
                </a:solidFill>
              </a:rPr>
              <a:t> </a:t>
            </a:r>
            <a:r>
              <a:rPr lang="en-US" altLang="ko-KR" sz="900">
                <a:solidFill>
                  <a:srgbClr val="000000"/>
                </a:solidFill>
              </a:rPr>
              <a:t>Data </a:t>
            </a:r>
            <a:r>
              <a:rPr lang="ko-KR" altLang="en-US" sz="900">
                <a:solidFill>
                  <a:srgbClr val="000000"/>
                </a:solidFill>
              </a:rPr>
              <a:t>저장 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ko-KR" altLang="en-US" sz="900">
                <a:solidFill>
                  <a:srgbClr val="000000"/>
                </a:solidFill>
              </a:rPr>
              <a:t>            ▼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en-US" altLang="ko-KR" sz="900">
                <a:solidFill>
                  <a:srgbClr val="000000"/>
                </a:solidFill>
              </a:rPr>
              <a:t>[</a:t>
            </a:r>
            <a:r>
              <a:rPr lang="ko-KR" altLang="en-US" sz="900">
                <a:solidFill>
                  <a:srgbClr val="000000"/>
                </a:solidFill>
              </a:rPr>
              <a:t>▷ 지식 활용</a:t>
            </a:r>
            <a:r>
              <a:rPr lang="en-US" altLang="ko-KR" sz="900">
                <a:solidFill>
                  <a:srgbClr val="000000"/>
                </a:solidFill>
              </a:rPr>
              <a:t>]</a:t>
            </a:r>
          </a:p>
          <a:p>
            <a:r>
              <a:rPr lang="ko-KR" altLang="en-US" sz="900">
                <a:solidFill>
                  <a:srgbClr val="000000"/>
                </a:solidFill>
              </a:rPr>
              <a:t>질의 또는 실시간 </a:t>
            </a:r>
            <a:r>
              <a:rPr lang="en-US" altLang="ko-KR" sz="900">
                <a:solidFill>
                  <a:srgbClr val="000000"/>
                </a:solidFill>
              </a:rPr>
              <a:t>W/F</a:t>
            </a:r>
            <a:r>
              <a:rPr lang="ko-KR" altLang="en-US" sz="900">
                <a:solidFill>
                  <a:srgbClr val="000000"/>
                </a:solidFill>
              </a:rPr>
              <a:t>에서 관련된 불량 형태가 </a:t>
            </a:r>
            <a:r>
              <a:rPr lang="en-US" altLang="ko-KR" sz="900" err="1">
                <a:solidFill>
                  <a:srgbClr val="000000"/>
                </a:solidFill>
              </a:rPr>
              <a:t>Qdrant</a:t>
            </a:r>
            <a:r>
              <a:rPr lang="ko-KR" altLang="en-US" sz="900">
                <a:solidFill>
                  <a:srgbClr val="000000"/>
                </a:solidFill>
              </a:rPr>
              <a:t>에 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ko-KR" altLang="en-US" sz="900">
                <a:solidFill>
                  <a:srgbClr val="000000"/>
                </a:solidFill>
              </a:rPr>
              <a:t>이런 현상이 뜨면 어떤 조치를 취해야 하는지 요청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ko-KR" altLang="en-US" sz="900">
                <a:solidFill>
                  <a:srgbClr val="000000"/>
                </a:solidFill>
              </a:rPr>
              <a:t>            ▼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en-US" altLang="ko-KR" sz="900" err="1">
                <a:solidFill>
                  <a:srgbClr val="000000"/>
                </a:solidFill>
              </a:rPr>
              <a:t>Qwen</a:t>
            </a:r>
            <a:r>
              <a:rPr lang="en-US" altLang="ko-KR" sz="900">
                <a:solidFill>
                  <a:srgbClr val="000000"/>
                </a:solidFill>
              </a:rPr>
              <a:t>(LLM)</a:t>
            </a:r>
            <a:r>
              <a:rPr lang="ko-KR" altLang="en-US" sz="900">
                <a:solidFill>
                  <a:srgbClr val="000000"/>
                </a:solidFill>
              </a:rPr>
              <a:t>이 조치</a:t>
            </a:r>
            <a:r>
              <a:rPr lang="en-US" altLang="ko-KR" sz="900">
                <a:solidFill>
                  <a:srgbClr val="000000"/>
                </a:solidFill>
              </a:rPr>
              <a:t> Point</a:t>
            </a:r>
            <a:r>
              <a:rPr lang="ko-KR" altLang="en-US" sz="900">
                <a:solidFill>
                  <a:srgbClr val="000000"/>
                </a:solidFill>
              </a:rPr>
              <a:t>를 자연어로 풀어서 </a:t>
            </a:r>
            <a:r>
              <a:rPr lang="ko-KR" altLang="en-US" sz="900" err="1">
                <a:solidFill>
                  <a:srgbClr val="000000"/>
                </a:solidFill>
              </a:rPr>
              <a:t>써줌</a:t>
            </a:r>
            <a:r>
              <a:rPr lang="ko-KR" altLang="en-US" sz="900">
                <a:solidFill>
                  <a:srgbClr val="000000"/>
                </a:solidFill>
              </a:rPr>
              <a:t> 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ko-KR" altLang="en-US" sz="900">
                <a:solidFill>
                  <a:srgbClr val="000000"/>
                </a:solidFill>
              </a:rPr>
              <a:t>            ▼</a:t>
            </a:r>
            <a:endParaRPr lang="en-US" altLang="ko-KR" sz="900">
              <a:solidFill>
                <a:srgbClr val="000000"/>
              </a:solidFill>
            </a:endParaRPr>
          </a:p>
          <a:p>
            <a:r>
              <a:rPr lang="ko-KR" altLang="en-US" sz="900">
                <a:solidFill>
                  <a:srgbClr val="000000"/>
                </a:solidFill>
              </a:rPr>
              <a:t>실시간 </a:t>
            </a:r>
            <a:r>
              <a:rPr lang="en-US" altLang="ko-KR" sz="900">
                <a:solidFill>
                  <a:srgbClr val="000000"/>
                </a:solidFill>
              </a:rPr>
              <a:t>W/F</a:t>
            </a:r>
            <a:r>
              <a:rPr lang="ko-KR" altLang="en-US" sz="900">
                <a:solidFill>
                  <a:srgbClr val="000000"/>
                </a:solidFill>
              </a:rPr>
              <a:t>에 전송</a:t>
            </a:r>
            <a:endParaRPr lang="en-US" altLang="ko-KR" sz="9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319767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최재호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선임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9779371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공정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주차별 현황파악 내용입니다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자동차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-0.44% / ESS : - 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노칭 생산실적 대비 실물수량이 부족해서 발생하는 공정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Loss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에 대한 데이터 확보를 통해 라미 실적보상 및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Loss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정합화 하고자 합니다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현황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분석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WF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초안구축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(’26.3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지속 고도화하며 활용중입니다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WA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조립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1~8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동 까지 수평전개 완료하였으며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 각 설비 개소 내 데이터 활용하여 보상필요수량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정합성 개선하였습니다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회 보상 필요수량을 정리하여 메일링 중이며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보상이력 지속 모니터링 진행중입니다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실적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7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 자동차 기준 공정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Loss -0.54% 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실적기준 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(3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대비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24%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이상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개선수준 유지중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 ESS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기준 공정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Loss -0.06% 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실적기준 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(4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대비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24%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이상 개선수준 유지중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년간 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(‘26.3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09379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분석 체계 구축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라미 공정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Loss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분석체계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0F48B21-572F-02D4-727E-D592BA01119E}"/>
              </a:ext>
            </a:extLst>
          </p:cNvPr>
          <p:cNvSpPr txBox="1"/>
          <p:nvPr/>
        </p:nvSpPr>
        <p:spPr>
          <a:xfrm>
            <a:off x="141316" y="1379522"/>
            <a:ext cx="1055057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‘26.01.28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1D1163E2-CF5D-B5AC-5DAB-DF75F45443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85269" y="2519134"/>
            <a:ext cx="4058281" cy="1490891"/>
          </a:xfrm>
          <a:prstGeom prst="rect">
            <a:avLst/>
          </a:prstGeom>
        </p:spPr>
      </p:pic>
      <p:grpSp>
        <p:nvGrpSpPr>
          <p:cNvPr id="31" name="그룹 30">
            <a:extLst>
              <a:ext uri="{FF2B5EF4-FFF2-40B4-BE49-F238E27FC236}">
                <a16:creationId xmlns:a16="http://schemas.microsoft.com/office/drawing/2014/main" id="{7BAB7B01-9D24-2673-5558-806637A63AAC}"/>
              </a:ext>
            </a:extLst>
          </p:cNvPr>
          <p:cNvGrpSpPr/>
          <p:nvPr/>
        </p:nvGrpSpPr>
        <p:grpSpPr>
          <a:xfrm>
            <a:off x="5836493" y="2563747"/>
            <a:ext cx="2751193" cy="1118279"/>
            <a:chOff x="2197943" y="4582783"/>
            <a:chExt cx="7182852" cy="2362543"/>
          </a:xfrm>
        </p:grpSpPr>
        <p:pic>
          <p:nvPicPr>
            <p:cNvPr id="32" name="그림 31">
              <a:extLst>
                <a:ext uri="{FF2B5EF4-FFF2-40B4-BE49-F238E27FC236}">
                  <a16:creationId xmlns:a16="http://schemas.microsoft.com/office/drawing/2014/main" id="{E5298A6D-BFF1-813E-3334-59F75B02915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t="34666"/>
            <a:stretch/>
          </p:blipFill>
          <p:spPr>
            <a:xfrm>
              <a:off x="2197943" y="5078141"/>
              <a:ext cx="7182852" cy="1867185"/>
            </a:xfrm>
            <a:prstGeom prst="rect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</p:pic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188C449A-1894-244D-494A-9E0BBC55F50B}"/>
                </a:ext>
              </a:extLst>
            </p:cNvPr>
            <p:cNvSpPr txBox="1"/>
            <p:nvPr/>
          </p:nvSpPr>
          <p:spPr>
            <a:xfrm>
              <a:off x="2197943" y="4582783"/>
              <a:ext cx="2942993" cy="455160"/>
            </a:xfrm>
            <a:prstGeom prst="rect">
              <a:avLst/>
            </a:prstGeom>
            <a:solidFill>
              <a:srgbClr val="FFFF00"/>
            </a:solidFill>
          </p:spPr>
          <p:txBody>
            <a:bodyPr wrap="none" rtlCol="0">
              <a:spAutoFit/>
            </a:bodyPr>
            <a:lstStyle/>
            <a:p>
              <a:r>
                <a:rPr lang="ko-KR" altLang="en-US" sz="800" u="sng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보상필요수량 자동메일</a:t>
              </a:r>
            </a:p>
          </p:txBody>
        </p:sp>
      </p:grp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8C3FBA5F-B536-5103-E475-50245EFBE44D}"/>
              </a:ext>
            </a:extLst>
          </p:cNvPr>
          <p:cNvCxnSpPr/>
          <p:nvPr/>
        </p:nvCxnSpPr>
        <p:spPr>
          <a:xfrm>
            <a:off x="5543550" y="3133725"/>
            <a:ext cx="21907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40B48CA8-8EA0-5CC4-2F9E-3D92262619E4}"/>
              </a:ext>
            </a:extLst>
          </p:cNvPr>
          <p:cNvSpPr txBox="1"/>
          <p:nvPr/>
        </p:nvSpPr>
        <p:spPr>
          <a:xfrm>
            <a:off x="2587080" y="5176845"/>
            <a:ext cx="152638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solidFill>
                  <a:srgbClr val="006600"/>
                </a:solidFill>
              </a:rPr>
              <a:t>↑ 실적기준 월</a:t>
            </a:r>
            <a:endParaRPr lang="en-US" altLang="ko-KR" sz="900">
              <a:solidFill>
                <a:srgbClr val="006600"/>
              </a:solidFill>
            </a:endParaRPr>
          </a:p>
          <a:p>
            <a:r>
              <a:rPr lang="ko-KR" altLang="en-US" sz="900">
                <a:solidFill>
                  <a:srgbClr val="006600"/>
                </a:solidFill>
              </a:rPr>
              <a:t>자동차 </a:t>
            </a:r>
            <a:r>
              <a:rPr lang="en-US" altLang="ko-KR" sz="900">
                <a:solidFill>
                  <a:srgbClr val="006600"/>
                </a:solidFill>
              </a:rPr>
              <a:t>: ‘26.3</a:t>
            </a:r>
            <a:r>
              <a:rPr lang="ko-KR" altLang="en-US" sz="900">
                <a:solidFill>
                  <a:srgbClr val="006600"/>
                </a:solidFill>
              </a:rPr>
              <a:t>월 </a:t>
            </a:r>
            <a:r>
              <a:rPr lang="en-US" altLang="ko-KR" sz="900">
                <a:solidFill>
                  <a:srgbClr val="006600"/>
                </a:solidFill>
              </a:rPr>
              <a:t>/ ESS : ’26.4</a:t>
            </a:r>
            <a:r>
              <a:rPr lang="ko-KR" altLang="en-US" sz="900">
                <a:solidFill>
                  <a:srgbClr val="006600"/>
                </a:solidFill>
              </a:rPr>
              <a:t>월</a:t>
            </a:r>
            <a:endParaRPr lang="en-US" altLang="ko-KR" sz="900">
              <a:solidFill>
                <a:srgbClr val="006600"/>
              </a:solidFill>
            </a:endParaRPr>
          </a:p>
        </p:txBody>
      </p:sp>
      <p:graphicFrame>
        <p:nvGraphicFramePr>
          <p:cNvPr id="54" name="개체 53">
            <a:extLst>
              <a:ext uri="{FF2B5EF4-FFF2-40B4-BE49-F238E27FC236}">
                <a16:creationId xmlns:a16="http://schemas.microsoft.com/office/drawing/2014/main" id="{89A90028-7CAD-BF32-F506-A73064DE8B42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707801080"/>
              </p:ext>
            </p:extLst>
          </p:nvPr>
        </p:nvGraphicFramePr>
        <p:xfrm>
          <a:off x="1414463" y="4500563"/>
          <a:ext cx="7291387" cy="698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4" name="Worksheet" r:id="rId6" imgW="9239250" imgH="895350" progId="Excel.Sheet.12">
                  <p:embed/>
                </p:oleObj>
              </mc:Choice>
              <mc:Fallback>
                <p:oleObj name="Worksheet" r:id="rId6" imgW="9239250" imgH="895350" progId="Excel.Sheet.12">
                  <p:embed/>
                  <p:pic>
                    <p:nvPicPr>
                      <p:cNvPr id="54" name="개체 53">
                        <a:extLst>
                          <a:ext uri="{FF2B5EF4-FFF2-40B4-BE49-F238E27FC236}">
                            <a16:creationId xmlns:a16="http://schemas.microsoft.com/office/drawing/2014/main" id="{89A90028-7CAD-BF32-F506-A73064DE8B4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414463" y="4500563"/>
                        <a:ext cx="7291387" cy="6985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81975300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안태규 책임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9496691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저전압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분석 체계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Short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모노세파 외관 불량간의 불량 경향을 모니터링 중 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[Pain Point]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저전압 발생과 공정별 불량 경향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Short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Mono-Sepa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 증감 경향 분석을 통해 저전압 영향 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요인을 찾고자 합니다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저전압 발생시 발생 요인 특정을 위한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Short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Mono-Sepa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연계하여 모니터링 진행하고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추가로 다른 불량도 연계하여 모니터링하며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해당시점의 특이사항 모니터링 진행하려고 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특히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STK #4-3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호기에서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Mono-Sepa Trend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와 유사 경향이 확인되어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STK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비전 이미지를 활용한 전극 가루 발생 빈도를 정량화하여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저전압과의 상관관계 분석을 진행하려고 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JF2S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모델에 대해 경향 분석시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6/22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일 급증 경향 확인되어 매칭하여 분석진행하였습니다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분석내용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- ESS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JF2S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발생한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6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 저전압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등급의 경우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STK #4-3 Mono-Sepa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불량 증가시점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등급 불량도 증가를 확인하여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Mono-Sepa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비전 이미지 비교 분석진행 중입니다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-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저전압 발생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Cell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내에 포함된 이물의 크기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개수에 따른 저전압 불량과 분석 진행 중에 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안태규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02791"/>
            <a:ext cx="259365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저전압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분석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체계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0F48B21-572F-02D4-727E-D592BA01119E}"/>
              </a:ext>
            </a:extLst>
          </p:cNvPr>
          <p:cNvSpPr txBox="1"/>
          <p:nvPr/>
        </p:nvSpPr>
        <p:spPr>
          <a:xfrm>
            <a:off x="141316" y="1379522"/>
            <a:ext cx="1055057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EEE26C9-750D-94F3-19C6-43DA55C81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4621847"/>
              </p:ext>
            </p:extLst>
          </p:nvPr>
        </p:nvGraphicFramePr>
        <p:xfrm>
          <a:off x="5867400" y="1396363"/>
          <a:ext cx="3869638" cy="4857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64624">
                  <a:extLst>
                    <a:ext uri="{9D8B030D-6E8A-4147-A177-3AD203B41FA5}">
                      <a16:colId xmlns:a16="http://schemas.microsoft.com/office/drawing/2014/main" val="3059087572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4224260156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3413519395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1670666715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3981203717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3855785458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4002305657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3909126980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2002685471"/>
                    </a:ext>
                  </a:extLst>
                </a:gridCol>
                <a:gridCol w="389446">
                  <a:extLst>
                    <a:ext uri="{9D8B030D-6E8A-4147-A177-3AD203B41FA5}">
                      <a16:colId xmlns:a16="http://schemas.microsoft.com/office/drawing/2014/main" val="3589531135"/>
                    </a:ext>
                  </a:extLst>
                </a:gridCol>
              </a:tblGrid>
              <a:tr h="952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>
                          <a:effectLst/>
                        </a:rPr>
                        <a:t>구분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26.1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26.2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26.3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26.4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26.5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26.6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rgbClr val="000000"/>
                          </a:solidFill>
                          <a:effectLst/>
                        </a:rPr>
                        <a:t>26.7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rgbClr val="000000"/>
                          </a:solidFill>
                          <a:effectLst/>
                        </a:rPr>
                        <a:t>26.</a:t>
                      </a:r>
                      <a:r>
                        <a:rPr lang="ko-KR" altLang="en-US" sz="1000" u="none" strike="noStrike">
                          <a:solidFill>
                            <a:srgbClr val="000000"/>
                          </a:solidFill>
                          <a:effectLst/>
                        </a:rPr>
                        <a:t>누적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3739329"/>
                  </a:ext>
                </a:extLst>
              </a:tr>
              <a:tr h="11369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저전압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>
                          <a:effectLst/>
                        </a:rPr>
                        <a:t>자동차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0.31%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0.35%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0.34%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0.27%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0.24%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0.17%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rgbClr val="000000"/>
                          </a:solidFill>
                          <a:effectLst/>
                        </a:rPr>
                        <a:t>0.41%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rgbClr val="000000"/>
                          </a:solidFill>
                          <a:effectLst/>
                        </a:rPr>
                        <a:t>0.29%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0352764"/>
                  </a:ext>
                </a:extLst>
              </a:tr>
              <a:tr h="113693">
                <a:tc vMerge="1">
                  <a:txBody>
                    <a:bodyPr/>
                    <a:lstStyle/>
                    <a:p>
                      <a:pPr algn="ctr" fontAlgn="ctr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</a:rPr>
                        <a:t>ESS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0.25%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0.10%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0.23%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0.43%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1.27%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effectLst/>
                        </a:rPr>
                        <a:t>0.62%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rgbClr val="000000"/>
                          </a:solidFill>
                          <a:effectLst/>
                        </a:rPr>
                        <a:t>0.44%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rgbClr val="000000"/>
                          </a:solidFill>
                          <a:effectLst/>
                        </a:rPr>
                        <a:t>0.55%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489439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795A69F0-1CEE-2E03-10C4-6D6C07DAC471}"/>
              </a:ext>
            </a:extLst>
          </p:cNvPr>
          <p:cNvSpPr txBox="1"/>
          <p:nvPr/>
        </p:nvSpPr>
        <p:spPr>
          <a:xfrm>
            <a:off x="8876776" y="1256411"/>
            <a:ext cx="44209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(~19</a:t>
            </a:r>
            <a:r>
              <a:rPr lang="ko-KR" altLang="en-US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일</a:t>
            </a:r>
            <a:r>
              <a:rPr lang="en-US" altLang="ko-KR" sz="800" b="0" i="0" u="none" strike="noStrike">
                <a:solidFill>
                  <a:srgbClr val="000000"/>
                </a:solidFill>
                <a:effectLst/>
                <a:latin typeface="+mn-ea"/>
                <a:ea typeface="+mn-ea"/>
              </a:rPr>
              <a:t>)</a:t>
            </a:r>
            <a:endParaRPr lang="ko-KR" altLang="en-US" sz="800">
              <a:solidFill>
                <a:srgbClr val="000000"/>
              </a:solidFill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0154F458-C2C9-4744-2996-B29691376346}"/>
              </a:ext>
            </a:extLst>
          </p:cNvPr>
          <p:cNvGrpSpPr/>
          <p:nvPr/>
        </p:nvGrpSpPr>
        <p:grpSpPr>
          <a:xfrm>
            <a:off x="1638300" y="3254939"/>
            <a:ext cx="6949386" cy="1307541"/>
            <a:chOff x="7492089" y="4774886"/>
            <a:chExt cx="6675672" cy="1757055"/>
          </a:xfrm>
        </p:grpSpPr>
        <p:pic>
          <p:nvPicPr>
            <p:cNvPr id="20" name="그림 19">
              <a:extLst>
                <a:ext uri="{FF2B5EF4-FFF2-40B4-BE49-F238E27FC236}">
                  <a16:creationId xmlns:a16="http://schemas.microsoft.com/office/drawing/2014/main" id="{E0490AC4-2AEB-E2E9-F21A-D07F3CBC4BF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b="76840"/>
            <a:stretch/>
          </p:blipFill>
          <p:spPr>
            <a:xfrm>
              <a:off x="7492089" y="4774886"/>
              <a:ext cx="6675672" cy="578164"/>
            </a:xfrm>
            <a:prstGeom prst="rect">
              <a:avLst/>
            </a:prstGeom>
          </p:spPr>
        </p:pic>
        <p:pic>
          <p:nvPicPr>
            <p:cNvPr id="21" name="그림 20">
              <a:extLst>
                <a:ext uri="{FF2B5EF4-FFF2-40B4-BE49-F238E27FC236}">
                  <a16:creationId xmlns:a16="http://schemas.microsoft.com/office/drawing/2014/main" id="{C3A97EFF-72F7-2905-9561-B068FBCBCF7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94747"/>
            <a:stretch/>
          </p:blipFill>
          <p:spPr>
            <a:xfrm>
              <a:off x="7492089" y="6400800"/>
              <a:ext cx="6675672" cy="131141"/>
            </a:xfrm>
            <a:prstGeom prst="rect">
              <a:avLst/>
            </a:prstGeom>
          </p:spPr>
        </p:pic>
        <p:pic>
          <p:nvPicPr>
            <p:cNvPr id="22" name="그림 21">
              <a:extLst>
                <a:ext uri="{FF2B5EF4-FFF2-40B4-BE49-F238E27FC236}">
                  <a16:creationId xmlns:a16="http://schemas.microsoft.com/office/drawing/2014/main" id="{1D8AF73D-54CC-201F-31BB-C03F4516E3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32698" b="25332"/>
            <a:stretch/>
          </p:blipFill>
          <p:spPr>
            <a:xfrm>
              <a:off x="7492089" y="5353050"/>
              <a:ext cx="6675672" cy="1047750"/>
            </a:xfrm>
            <a:prstGeom prst="rect">
              <a:avLst/>
            </a:prstGeom>
          </p:spPr>
        </p:pic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4E93D1-F0C3-A2CD-EFB7-1C36012391E0}"/>
              </a:ext>
            </a:extLst>
          </p:cNvPr>
          <p:cNvSpPr/>
          <p:nvPr/>
        </p:nvSpPr>
        <p:spPr>
          <a:xfrm>
            <a:off x="6991350" y="3228975"/>
            <a:ext cx="457200" cy="125730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105C488-42DE-3C86-CCA0-48E6E86BB586}"/>
              </a:ext>
            </a:extLst>
          </p:cNvPr>
          <p:cNvSpPr txBox="1"/>
          <p:nvPr/>
        </p:nvSpPr>
        <p:spPr>
          <a:xfrm>
            <a:off x="8063529" y="3297306"/>
            <a:ext cx="89639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err="1">
                <a:highlight>
                  <a:srgbClr val="FFFF00"/>
                </a:highlight>
              </a:rPr>
              <a:t>모노세파</a:t>
            </a:r>
            <a:r>
              <a:rPr lang="ko-KR" altLang="en-US" sz="1000">
                <a:highlight>
                  <a:srgbClr val="FFFF00"/>
                </a:highlight>
              </a:rPr>
              <a:t> 불량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1D21EC3-F08C-5A43-3F2B-D765B6174F5A}"/>
              </a:ext>
            </a:extLst>
          </p:cNvPr>
          <p:cNvSpPr txBox="1"/>
          <p:nvPr/>
        </p:nvSpPr>
        <p:spPr>
          <a:xfrm>
            <a:off x="8076181" y="4147834"/>
            <a:ext cx="52610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highlight>
                  <a:srgbClr val="FFFF00"/>
                </a:highlight>
              </a:rPr>
              <a:t>저전압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DADDECD-33D5-A214-8231-A5518B80C88B}"/>
              </a:ext>
            </a:extLst>
          </p:cNvPr>
          <p:cNvSpPr txBox="1"/>
          <p:nvPr/>
        </p:nvSpPr>
        <p:spPr>
          <a:xfrm>
            <a:off x="8076181" y="3823984"/>
            <a:ext cx="69121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>
                <a:highlight>
                  <a:srgbClr val="FFFF00"/>
                </a:highlight>
              </a:rPr>
              <a:t>Short</a:t>
            </a:r>
            <a:r>
              <a:rPr lang="ko-KR" altLang="en-US" sz="1000">
                <a:highlight>
                  <a:srgbClr val="FFFF00"/>
                </a:highlight>
              </a:rPr>
              <a:t> 불량</a:t>
            </a:r>
          </a:p>
        </p:txBody>
      </p:sp>
    </p:spTree>
    <p:extLst>
      <p:ext uri="{BB962C8B-B14F-4D97-AF65-F5344CB8AC3E}">
        <p14:creationId xmlns:p14="http://schemas.microsoft.com/office/powerpoint/2010/main" val="166912985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안태규 책임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113020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검사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Image Quality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정량화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모니터링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체계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Final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치수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Vision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금주 특이 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이미지를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Pixel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단위 분석을 통한 이물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Detecting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및 검사기 조명 상태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조건변경 등 검사 이미지의 정량화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빠른 인지가 가능한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Tool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구축하고자 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진척현황 및 향후 계획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]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 -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비전 이미지를 활용한 설비 촬상 환경 모니터링 프로그램 개발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(~26.1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 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이미지 주기적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Download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방식으로 대표호기 샘플 모니터링 실시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(‘26.2.2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 - MLDL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활용 주기적 모니터링 시스템 대표라인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(10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라인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적용 진행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(~’26.2.24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 - W/F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구축으로 메일링 기능 구현 진행 중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(~26.2/28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 -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나머지 호기 확산 전개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(~26.5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월 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 -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법인 공유 및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W/F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활용 개선 실시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(~26.5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월 완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활용사례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 -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대표호기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(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#10, #21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라인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자동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W/F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구축 진행 완료하였습니다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.(~3/18)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 -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기존 검사기 모니터링 항목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(IQ Focus/Brightness)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추가하였고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불량 증가 시점과 연계 활용 방안 검토 중에 있습니다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.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 - ESWA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모니터링 정보에 대해 공유하였고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현 수준으로 우선 공유 요청 받아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W/F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메일링 진행 중입니다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.(26.5.20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메일발송 중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b="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일정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]</a:t>
                      </a:r>
                      <a:b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- E77A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대표호기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#10-3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을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기준으로 프로그램 개발 및 시뮬레이션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(~’26.2/13)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→ 현장 적용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(MLDL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활용 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W/F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제작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~2/E) 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→ 확산</a:t>
                      </a: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(~6/E)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개발 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안태규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7/22(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0EB9A205-FD10-3CF6-B95A-9E97CB21EA17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27360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검사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Image Quality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정량화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모니터링 체계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</a:p>
        </p:txBody>
      </p:sp>
      <p:sp>
        <p:nvSpPr>
          <p:cNvPr id="25" name="화살표: 오각형 24">
            <a:extLst>
              <a:ext uri="{FF2B5EF4-FFF2-40B4-BE49-F238E27FC236}">
                <a16:creationId xmlns:a16="http://schemas.microsoft.com/office/drawing/2014/main" id="{1D484134-B5EC-C388-4F4A-FABD63D9EB51}"/>
              </a:ext>
            </a:extLst>
          </p:cNvPr>
          <p:cNvSpPr/>
          <p:nvPr/>
        </p:nvSpPr>
        <p:spPr>
          <a:xfrm>
            <a:off x="1619610" y="5645961"/>
            <a:ext cx="947272" cy="335898"/>
          </a:xfrm>
          <a:prstGeom prst="homePlate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프로그램 개발</a:t>
            </a:r>
            <a:b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</a:b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및 시뮬레이션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6" name="화살표: 갈매기형 수장 25">
            <a:extLst>
              <a:ext uri="{FF2B5EF4-FFF2-40B4-BE49-F238E27FC236}">
                <a16:creationId xmlns:a16="http://schemas.microsoft.com/office/drawing/2014/main" id="{3EF3F45C-76EF-9188-120E-98DE416E9FE4}"/>
              </a:ext>
            </a:extLst>
          </p:cNvPr>
          <p:cNvSpPr/>
          <p:nvPr/>
        </p:nvSpPr>
        <p:spPr>
          <a:xfrm>
            <a:off x="2484337" y="5645961"/>
            <a:ext cx="996026" cy="335898"/>
          </a:xfrm>
          <a:prstGeom prst="chevron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50">
                <a:solidFill>
                  <a:sysClr val="windowText" lastClr="000000"/>
                </a:solidFill>
                <a:latin typeface="Arial Narrow"/>
                <a:ea typeface="LG스마트체 Regular"/>
              </a:rPr>
              <a:t>대표라인 적용</a:t>
            </a:r>
            <a:endParaRPr kumimoji="0" lang="ko-KR" altLang="en-US" sz="105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7" name="화살표: 갈매기형 수장 26">
            <a:extLst>
              <a:ext uri="{FF2B5EF4-FFF2-40B4-BE49-F238E27FC236}">
                <a16:creationId xmlns:a16="http://schemas.microsoft.com/office/drawing/2014/main" id="{E762BEAF-C64A-5F18-8EE4-3E523DF7A9A5}"/>
              </a:ext>
            </a:extLst>
          </p:cNvPr>
          <p:cNvSpPr/>
          <p:nvPr/>
        </p:nvSpPr>
        <p:spPr>
          <a:xfrm>
            <a:off x="3431609" y="5645961"/>
            <a:ext cx="1845800" cy="335898"/>
          </a:xfrm>
          <a:prstGeom prst="chevron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50">
                <a:solidFill>
                  <a:sysClr val="windowText" lastClr="000000"/>
                </a:solidFill>
                <a:latin typeface="Arial Narrow"/>
                <a:ea typeface="LG스마트체 Regular"/>
              </a:rPr>
              <a:t>확산 전개</a:t>
            </a:r>
            <a:endParaRPr kumimoji="0" lang="ko-KR" altLang="en-US" sz="105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EC4B84E-DD21-EB8E-78A3-35B8A2D29E68}"/>
              </a:ext>
            </a:extLst>
          </p:cNvPr>
          <p:cNvSpPr/>
          <p:nvPr/>
        </p:nvSpPr>
        <p:spPr>
          <a:xfrm>
            <a:off x="2172552" y="5399740"/>
            <a:ext cx="101892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457200" latinLnBrk="0"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‘26.2/13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4C1D4A89-81F1-C9A7-C997-65A05E82A2A4}"/>
              </a:ext>
            </a:extLst>
          </p:cNvPr>
          <p:cNvSpPr/>
          <p:nvPr/>
        </p:nvSpPr>
        <p:spPr>
          <a:xfrm>
            <a:off x="3067082" y="5399740"/>
            <a:ext cx="6773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457200" latinLnBrk="0"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‘26.2/E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A9E4BE0-ADDA-ABA1-B275-B9160E6F9970}"/>
              </a:ext>
            </a:extLst>
          </p:cNvPr>
          <p:cNvSpPr/>
          <p:nvPr/>
        </p:nvSpPr>
        <p:spPr>
          <a:xfrm>
            <a:off x="4811439" y="5417065"/>
            <a:ext cx="6773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457200" latinLnBrk="0"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‘26.6/E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A4ACA39-DA95-9AE4-CFF4-856421082F9D}"/>
              </a:ext>
            </a:extLst>
          </p:cNvPr>
          <p:cNvSpPr txBox="1"/>
          <p:nvPr/>
        </p:nvSpPr>
        <p:spPr>
          <a:xfrm>
            <a:off x="141316" y="1379522"/>
            <a:ext cx="1055057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:-</a:t>
            </a:r>
          </a:p>
        </p:txBody>
      </p:sp>
      <p:pic>
        <p:nvPicPr>
          <p:cNvPr id="61" name="그림 60">
            <a:extLst>
              <a:ext uri="{FF2B5EF4-FFF2-40B4-BE49-F238E27FC236}">
                <a16:creationId xmlns:a16="http://schemas.microsoft.com/office/drawing/2014/main" id="{FD41DF5A-8A60-75AB-3F16-8C7FE85DA6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71126" y="1975768"/>
            <a:ext cx="3991237" cy="911385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8F512F41-90A9-C868-A042-5A862773BFBA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2118" t="16948" r="85189" b="70936"/>
          <a:stretch/>
        </p:blipFill>
        <p:spPr>
          <a:xfrm>
            <a:off x="1576132" y="3653014"/>
            <a:ext cx="2124813" cy="1049841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65B5489B-1F6B-75BE-BEA5-976A00B224B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67065" y="3538804"/>
            <a:ext cx="5020621" cy="1441830"/>
          </a:xfrm>
          <a:prstGeom prst="rect">
            <a:avLst/>
          </a:prstGeom>
        </p:spPr>
      </p:pic>
      <p:sp>
        <p:nvSpPr>
          <p:cNvPr id="13" name="직사각형 12">
            <a:extLst>
              <a:ext uri="{FF2B5EF4-FFF2-40B4-BE49-F238E27FC236}">
                <a16:creationId xmlns:a16="http://schemas.microsoft.com/office/drawing/2014/main" id="{5BD30F7B-99D4-279A-F800-406DA580C414}"/>
              </a:ext>
            </a:extLst>
          </p:cNvPr>
          <p:cNvSpPr/>
          <p:nvPr/>
        </p:nvSpPr>
        <p:spPr>
          <a:xfrm>
            <a:off x="6176963" y="3543300"/>
            <a:ext cx="276225" cy="142875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DA77041-239F-1F5F-1351-F656B21CB30D}"/>
              </a:ext>
            </a:extLst>
          </p:cNvPr>
          <p:cNvSpPr/>
          <p:nvPr/>
        </p:nvSpPr>
        <p:spPr>
          <a:xfrm>
            <a:off x="6977063" y="3543300"/>
            <a:ext cx="276225" cy="142875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18434C2-498D-8DF8-9896-8FECC04BC955}"/>
              </a:ext>
            </a:extLst>
          </p:cNvPr>
          <p:cNvSpPr/>
          <p:nvPr/>
        </p:nvSpPr>
        <p:spPr>
          <a:xfrm>
            <a:off x="7253288" y="3543300"/>
            <a:ext cx="276225" cy="142875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310553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안태규 책임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999897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검사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Image Quality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정량화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모니터링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체계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NG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Vision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특이 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 NG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비전 이미지 변동성 모니터링을 통한 과검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미검 개선이 필요합니다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법인 개발 요청사항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진척현황 및 향후 계획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]</a:t>
                      </a:r>
                      <a:endParaRPr lang="en-US" altLang="ko-KR" sz="900">
                        <a:solidFill>
                          <a:srgbClr val="000000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-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라미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Final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비전 방식과 유사한 방식으로 샘플 모니터링 실시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(’26.5.4)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 -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조명 영역 추출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Test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진행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(’26.5.8), ML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이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활용 주기적 모니터링 시스템 적용 진행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(~’26.5.15)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활용사례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- ESWA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 모니터링 정보에 대해 공유하였고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현 수준으로 우선 공유 요청 받아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W/F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메일링 진행 중입니다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.(26.5.26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메일발송 중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b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- NG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비전 수치 모니터링하여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#10-3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호기 광량 증가로 카메라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노출값 조정 실시 진행하였습니다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Arial"/>
                        </a:rPr>
                        <a:t>.(7/14)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개발 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안태규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7/22(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0EB9A205-FD10-3CF6-B95A-9E97CB21EA17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27360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검사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Image Quality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정량화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모니터링 체계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A4ACA39-DA95-9AE4-CFF4-856421082F9D}"/>
              </a:ext>
            </a:extLst>
          </p:cNvPr>
          <p:cNvSpPr txBox="1"/>
          <p:nvPr/>
        </p:nvSpPr>
        <p:spPr>
          <a:xfrm>
            <a:off x="141316" y="1379522"/>
            <a:ext cx="1055057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A22ED2A-3423-B04A-6DC9-C9B1C808DB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63094" y="1633014"/>
            <a:ext cx="1124592" cy="884507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A015685-10D4-EE1D-851D-02A3C830FB63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55244" b="42741"/>
          <a:stretch/>
        </p:blipFill>
        <p:spPr>
          <a:xfrm>
            <a:off x="1619610" y="2740843"/>
            <a:ext cx="3419115" cy="1085588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FD53F54F-59AD-2B70-A4D3-95284D5D73CF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r="49392"/>
          <a:stretch/>
        </p:blipFill>
        <p:spPr>
          <a:xfrm>
            <a:off x="5249932" y="2740844"/>
            <a:ext cx="2789168" cy="1366702"/>
          </a:xfrm>
          <a:prstGeom prst="rect">
            <a:avLst/>
          </a:prstGeom>
        </p:spPr>
      </p:pic>
      <p:sp>
        <p:nvSpPr>
          <p:cNvPr id="8" name="직사각형 7">
            <a:extLst>
              <a:ext uri="{FF2B5EF4-FFF2-40B4-BE49-F238E27FC236}">
                <a16:creationId xmlns:a16="http://schemas.microsoft.com/office/drawing/2014/main" id="{779BD8ED-10F7-230E-3F79-B85A228DAF08}"/>
              </a:ext>
            </a:extLst>
          </p:cNvPr>
          <p:cNvSpPr/>
          <p:nvPr/>
        </p:nvSpPr>
        <p:spPr>
          <a:xfrm>
            <a:off x="7080942" y="3072637"/>
            <a:ext cx="821488" cy="237057"/>
          </a:xfrm>
          <a:prstGeom prst="rect">
            <a:avLst/>
          </a:prstGeom>
          <a:noFill/>
          <a:ln w="12700">
            <a:solidFill>
              <a:srgbClr val="0000F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009A2E56-F6C9-4B35-D9BE-6AA44D6C340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150209" y="2897466"/>
            <a:ext cx="753952" cy="1170911"/>
          </a:xfrm>
          <a:prstGeom prst="rect">
            <a:avLst/>
          </a:prstGeom>
        </p:spPr>
      </p:pic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B996253B-85D1-FE58-99B3-CA9FEA008B64}"/>
              </a:ext>
            </a:extLst>
          </p:cNvPr>
          <p:cNvCxnSpPr>
            <a:cxnSpLocks/>
            <a:stCxn id="8" idx="3"/>
            <a:endCxn id="16" idx="1"/>
          </p:cNvCxnSpPr>
          <p:nvPr/>
        </p:nvCxnSpPr>
        <p:spPr>
          <a:xfrm>
            <a:off x="7902430" y="3191166"/>
            <a:ext cx="247779" cy="291756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그림 11">
            <a:extLst>
              <a:ext uri="{FF2B5EF4-FFF2-40B4-BE49-F238E27FC236}">
                <a16:creationId xmlns:a16="http://schemas.microsoft.com/office/drawing/2014/main" id="{6D00E680-02A0-602D-C25F-280023A00FC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74151" y="4276753"/>
            <a:ext cx="3749040" cy="2097398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9C3F39AA-FAF3-9D45-609D-2EC66483973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582809" y="4620263"/>
            <a:ext cx="2890393" cy="1276046"/>
          </a:xfrm>
          <a:prstGeom prst="rect">
            <a:avLst/>
          </a:prstGeom>
        </p:spPr>
      </p:pic>
      <p:cxnSp>
        <p:nvCxnSpPr>
          <p:cNvPr id="25" name="직선 화살표 연결선 24">
            <a:extLst>
              <a:ext uri="{FF2B5EF4-FFF2-40B4-BE49-F238E27FC236}">
                <a16:creationId xmlns:a16="http://schemas.microsoft.com/office/drawing/2014/main" id="{68F07F8F-8049-BFAA-72E2-38AF12F4697B}"/>
              </a:ext>
            </a:extLst>
          </p:cNvPr>
          <p:cNvCxnSpPr/>
          <p:nvPr/>
        </p:nvCxnSpPr>
        <p:spPr>
          <a:xfrm flipV="1">
            <a:off x="3905250" y="5362575"/>
            <a:ext cx="333375" cy="171450"/>
          </a:xfrm>
          <a:prstGeom prst="straightConnector1">
            <a:avLst/>
          </a:prstGeom>
          <a:ln>
            <a:solidFill>
              <a:srgbClr val="0000F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790048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90363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latin typeface="LG스마트체 Regular" panose="020B0600000101010101" pitchFamily="50" charset="-127"/>
              </a:rPr>
              <a:t>2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최재호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5882870"/>
              </p:ext>
            </p:extLst>
          </p:nvPr>
        </p:nvGraphicFramePr>
        <p:xfrm>
          <a:off x="125047" y="840841"/>
          <a:ext cx="9644176" cy="56742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5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8903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개발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Agent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제품개발 단계에서부터 활용할 수 있는 공정개발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Agent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구축을 통해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AX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기반 실행 가속화에 기여하는 과제 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품질 및 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Parameter Data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Input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으로 넣으면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최적품질의 조건을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Output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으로 산출하도록 하여 불량분석시 활용하고자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해당 과제의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Concept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구체화 및 필요데이터 선정을 위해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이전 데이터들을 토대로 일부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Case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DoE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를 직접 진행해보고자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첫번째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Pilot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ESWA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단선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’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항목을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로 지정하고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Sub group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으로 나누어서 주효과도 확인을 진행했습니다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단일 인자를 기준으로 주효과도를 확인한 결과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UW EPC Position,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선속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웹게이지가 유의성이 있다고 판단해볼 수 있었습니다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선속이 낮을 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웹게이지가 높을 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UW EPC Position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 급변하는 그룹에서 단선이 자주 발생하는 패턴을 확인할 수 있었습니다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두번째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Pilot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과제로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ESWA 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마킹을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로 지정하여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동일하게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Cell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단위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Sub group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으로 나눠 주효과도 확인을 진행하고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 분석을 위해 기존 거리기반 로직에서 셀 단위 로직으로 전환중에 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현재 평균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분산 기반 변동점 탐색 및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Cell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단위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Subgroup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까지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최적조합 추천에 대한 샘플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Logic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추가하였습니다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컨셉은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불량률이 최저가 되는 인자조합을 기준점으로 하여 인자별 범위를 넓혀갈 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목표불량률 내로 유지할 수 있는 범위조건을 제시하는 것 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단순히 특정 인자조합을 최적점으로 간주하게 되면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너무 타이트한 관리조건으로 산출될 수 있기 때문에 이와같은 컨셉으로 설계하였습니다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 로직에 대해 실제 데이터 기준으로 적용 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분석결과 확인하고자 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NG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마킹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 활용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~7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한종원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3383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공정 개발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Agent]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B5E5F249-5616-AD52-CF27-AB2C77E964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41417" y="2985961"/>
            <a:ext cx="7046269" cy="1549632"/>
          </a:xfrm>
          <a:prstGeom prst="rect">
            <a:avLst/>
          </a:prstGeom>
        </p:spPr>
      </p:pic>
      <p:sp>
        <p:nvSpPr>
          <p:cNvPr id="13" name="직사각형 12">
            <a:extLst>
              <a:ext uri="{FF2B5EF4-FFF2-40B4-BE49-F238E27FC236}">
                <a16:creationId xmlns:a16="http://schemas.microsoft.com/office/drawing/2014/main" id="{9335C93A-C251-DF09-955A-63EABFF55F74}"/>
              </a:ext>
            </a:extLst>
          </p:cNvPr>
          <p:cNvSpPr/>
          <p:nvPr/>
        </p:nvSpPr>
        <p:spPr>
          <a:xfrm>
            <a:off x="1541417" y="2757850"/>
            <a:ext cx="250444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예시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) EPC UW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기준 주효과도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Plot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결과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D4F9EFE4-1F0A-4217-1810-F1A0AF81E8B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1417" y="5543550"/>
            <a:ext cx="3972920" cy="8963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613902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001DEC4-1721-5139-4E18-1FC7F0D433CF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: 7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+mj-ea"/>
              </a:rPr>
              <a:t>/22(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+mj-ea"/>
              </a:rPr>
              <a:t>10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00743836-D127-16EC-93CF-0884411457CC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박형식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FDE8F5F7-6FB9-95F5-3CD5-47F69A46A8AA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분석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AI Agent (DAVINCI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팀 협업 과제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)]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328436-563D-910D-A106-E92841203C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707515"/>
              </p:ext>
            </p:extLst>
          </p:nvPr>
        </p:nvGraphicFramePr>
        <p:xfrm>
          <a:off x="138144" y="848953"/>
          <a:ext cx="9732028" cy="584313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78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27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32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16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AI Agent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 위치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Eng’r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불량 현상과 원인을 확인하는 과정을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수행하도록 하여 분석의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Lead Time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을 줄이고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제한된 시간 내에서 기존에 인식하지 못한 인자를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발굴 할 수 있도록 하고자 합니다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주요 내용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상세일정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(Phase1) Infra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구축 및 분석 시나리오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Logic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화 및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Chatbot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기능 활성화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(‘25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 10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중순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(Phase2) Phase1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의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분석 결과 기반 보완사항 검토 및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분석 방법 개선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(’25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 ’26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중순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(Phase3) AI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의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MI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확산 전개와 정합성 향상 및 기능 고도화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(’26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~)</a:t>
                      </a:r>
                    </a:p>
                    <a:p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진행사항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‘26.03.03(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CNS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담당자와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DAVINCI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팀 담당자와 함께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Phase3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 방향에 관한 논의를 진행하였습니다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논의된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Phase3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에서 진행될 항목은 다음과</a:t>
                      </a: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같습니다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○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LAM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위치불량과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STK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외관불량용으로 구축된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를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ESMI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로 확산전개하도록 하겠습니다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’26.04.10(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금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까지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AI Agent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MI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확산전개를 완료하도록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○ 라미 재료교체 시점의 파이널 비전 치수 정보를 추가하여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Y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축 위치 불량 중 재료교체 시점의 분석 성능을 향상하도록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’26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월 말에 개발 완료될 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○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AI Agent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분석 시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MES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Loss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이력을 참고하도록 정보 추가되었습니다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카카오톡 대화 이력의 경우 공정이나 설비와 같은 정보 누락으로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AI Agent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연계 시 오류가 발생합니다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개선하도록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.)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카카오톡 대화 이력 연계가 완료되었습니다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현재는 현상 뿐만 아니라 설비와 라인 정보도 맞는 정보만 탐색하도록 되어 있어 원래 목적과는 다르게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탐색되고 있음을 확인하였습니다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카카오톡 대화 이력 정보의 목적은 현상과 관련된 조치 사항 탐색이기 때문에 설비 및 라인과 무관하게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현상을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바탕으로만 정보를 탐색하도록 개선하도록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○ 현재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Sameness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인자 분석의 경우 우선순위가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ML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기반 중요도가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LLM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기반 분석보다 더 높게 설정되어 있음을 확인하였습니다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LLM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기반 분석 시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LLM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기반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판단을 우선하는 방식을 시도하도록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LLM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기반 판단만으로는 우선 순위에 큰 변화가 없음을 확인하였습니다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온톨로지를 바탕으로 한 데이터간 관계 정보를 활용하여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Sameness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인자 탐색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정합성 향상하는 방법을 시도하도록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온톨로지 정보를 활용하도록 하는 기능은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’26.06.02(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화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에 완료될 계획입니다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‘26.06.02(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화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에 수율 분석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차 개발이 완료될 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이후 실무자들을 대상으로 서비스를 개시하여 개선 및 수정 작업을 진행할 예정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구체적인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대상 및 시기는 추가로 논의하도록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[LAM]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Infra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 작업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(~1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Agent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정합성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확인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Agent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Phase3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(3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박형식 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ST/MI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9BC4C7F3-DABC-C68D-2B82-7700AFAB2C79}"/>
              </a:ext>
            </a:extLst>
          </p:cNvPr>
          <p:cNvSpPr txBox="1"/>
          <p:nvPr/>
        </p:nvSpPr>
        <p:spPr>
          <a:xfrm>
            <a:off x="141316" y="1318559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+mj-lt"/>
                <a:ea typeface="+mj-ea"/>
              </a:rPr>
              <a:t>정기 리뷰 일자 </a:t>
            </a:r>
            <a:r>
              <a:rPr lang="en-US" altLang="ko-KR" sz="800">
                <a:latin typeface="+mj-lt"/>
                <a:ea typeface="+mj-ea"/>
              </a:rPr>
              <a:t>: 12/03</a:t>
            </a:r>
            <a:r>
              <a:rPr lang="ko-KR" altLang="en-US" sz="800">
                <a:latin typeface="+mj-lt"/>
                <a:ea typeface="+mj-ea"/>
              </a:rPr>
              <a:t>일</a:t>
            </a:r>
            <a:endParaRPr lang="en-US" altLang="ko-KR" sz="800">
              <a:latin typeface="+mj-lt"/>
              <a:ea typeface="+mj-ea"/>
            </a:endParaRPr>
          </a:p>
          <a:p>
            <a:pPr lvl="0">
              <a:defRPr/>
            </a:pPr>
            <a:r>
              <a:rPr lang="ko-KR" altLang="en-US" sz="800">
                <a:latin typeface="+mj-lt"/>
                <a:ea typeface="+mj-ea"/>
              </a:rPr>
              <a:t>차기 리뷰 일자 </a:t>
            </a:r>
            <a:r>
              <a:rPr lang="en-US" altLang="ko-KR" sz="800">
                <a:latin typeface="+mj-lt"/>
                <a:ea typeface="+mj-ea"/>
              </a:rPr>
              <a:t>: 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F81218B-AC44-00DB-6CA4-CFDA3CC0F967}"/>
              </a:ext>
            </a:extLst>
          </p:cNvPr>
          <p:cNvSpPr/>
          <p:nvPr/>
        </p:nvSpPr>
        <p:spPr>
          <a:xfrm>
            <a:off x="3245969" y="1705110"/>
            <a:ext cx="250444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Phase1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진행 사항</a:t>
            </a:r>
            <a:endParaRPr lang="en-US" altLang="ko-KR" sz="800" b="1">
              <a:solidFill>
                <a:srgbClr val="006600"/>
              </a:solidFill>
              <a:latin typeface="+mj-lt"/>
              <a:ea typeface="+mj-ea"/>
            </a:endParaRPr>
          </a:p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-.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투자 시작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(‘25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년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7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월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)</a:t>
            </a:r>
          </a:p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-. Pilot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 구축 및 자동분석 결과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Mailing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실시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(‘25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년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10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월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)</a:t>
            </a:r>
          </a:p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-. Chatbot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에서 선택된 조건에 따라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Prompt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를 정형화 하는</a:t>
            </a:r>
            <a:endParaRPr lang="en-US" altLang="ko-KR" sz="800" b="1">
              <a:solidFill>
                <a:srgbClr val="006600"/>
              </a:solidFill>
              <a:latin typeface="+mj-lt"/>
              <a:ea typeface="+mj-ea"/>
            </a:endParaRPr>
          </a:p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   Side Bar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구현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(‘25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년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10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월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)</a:t>
            </a:r>
            <a:endParaRPr lang="ko-KR" altLang="en-US" sz="800" b="1">
              <a:solidFill>
                <a:srgbClr val="006600"/>
              </a:solidFill>
              <a:latin typeface="+mj-lt"/>
              <a:ea typeface="+mj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BF6922-0B3A-1CD3-228A-EE7F6C3D1DB0}"/>
              </a:ext>
            </a:extLst>
          </p:cNvPr>
          <p:cNvSpPr/>
          <p:nvPr/>
        </p:nvSpPr>
        <p:spPr>
          <a:xfrm>
            <a:off x="5673552" y="1705110"/>
            <a:ext cx="330109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Phase2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진행 사항</a:t>
            </a:r>
            <a:endParaRPr lang="en-US" altLang="ko-KR" sz="800" b="1">
              <a:solidFill>
                <a:srgbClr val="006600"/>
              </a:solidFill>
              <a:latin typeface="+mj-lt"/>
              <a:ea typeface="+mj-ea"/>
            </a:endParaRPr>
          </a:p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-.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지나친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Logic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기반 분석에서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Eng‘r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의 분석 방식을 반영한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AI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기반 분석으로</a:t>
            </a:r>
            <a:endParaRPr lang="en-US" altLang="ko-KR" sz="800" b="1">
              <a:solidFill>
                <a:srgbClr val="006600"/>
              </a:solidFill>
              <a:latin typeface="+mj-lt"/>
              <a:ea typeface="+mj-ea"/>
            </a:endParaRPr>
          </a:p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  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개선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(’25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년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12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월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)</a:t>
            </a:r>
          </a:p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-.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인자 분석 목적으로 기존 분석에서 확인된 핵심 인자들의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 10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분 통계 정보를 </a:t>
            </a:r>
            <a:endParaRPr lang="en-US" altLang="ko-KR" sz="800" b="1">
              <a:solidFill>
                <a:srgbClr val="006600"/>
              </a:solidFill>
              <a:latin typeface="+mj-lt"/>
              <a:ea typeface="+mj-ea"/>
            </a:endParaRPr>
          </a:p>
          <a:p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   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사용할 수 있도록 추가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(‘25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년 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12</a:t>
            </a:r>
            <a:r>
              <a:rPr lang="ko-KR" altLang="en-US" sz="800" b="1">
                <a:solidFill>
                  <a:srgbClr val="006600"/>
                </a:solidFill>
                <a:latin typeface="+mj-lt"/>
                <a:ea typeface="+mj-ea"/>
              </a:rPr>
              <a:t>월</a:t>
            </a:r>
            <a:r>
              <a:rPr lang="en-US" altLang="ko-KR" sz="800" b="1">
                <a:solidFill>
                  <a:srgbClr val="006600"/>
                </a:solidFill>
                <a:latin typeface="+mj-lt"/>
                <a:ea typeface="+mj-ea"/>
              </a:rPr>
              <a:t>) </a:t>
            </a:r>
          </a:p>
        </p:txBody>
      </p:sp>
    </p:spTree>
    <p:extLst>
      <p:ext uri="{BB962C8B-B14F-4D97-AF65-F5344CB8AC3E}">
        <p14:creationId xmlns:p14="http://schemas.microsoft.com/office/powerpoint/2010/main" val="30288418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001DEC4-1721-5139-4E18-1FC7F0D433CF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: 7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+mj-ea"/>
              </a:rPr>
              <a:t>/22(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) 10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00743836-D127-16EC-93CF-0884411457CC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박태욱 선임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328436-563D-910D-A106-E92841203C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506254"/>
              </p:ext>
            </p:extLst>
          </p:nvPr>
        </p:nvGraphicFramePr>
        <p:xfrm>
          <a:off x="138144" y="848954"/>
          <a:ext cx="9732028" cy="5878107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32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31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5370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AI Agent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스태킹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외관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치수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를 활용하여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Eng’r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의 불량 현상과 원인 분석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Lead Time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최소화 및 구체적인 분석 결과 공유를 통한 불량 개선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스태킹 외관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치수 불량 대상 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상세일정</a:t>
                      </a:r>
                      <a:endParaRPr lang="en-US" altLang="ko-KR" sz="900" b="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: Ai Agent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외관 개발 시나리오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방향성 논의 및 개발 진행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외관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’25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 12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치수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: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불량 분석 레포트 법인 메일링 공유 및 정합성 검증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외관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~1/30,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치수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~2/6)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: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의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MI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확산 전개와 정합성 향상 및 기능 고도화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(’26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: 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외관 불량 분석 레포트 고도화 및 개발 완료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외관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~4/24,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치수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~424)</a:t>
                      </a: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: Ai Agent FDC Data, SV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값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설비 조치 이력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(MES,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메시지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활용한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Data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연계 활용 방안 적용 및 고도화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외관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치수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~6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: Ai Agent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스택 외관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치수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Chatbot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기능 개발 완료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스택 외관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: 6/11,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스택 치수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: 6/22)</a:t>
                      </a:r>
                    </a:p>
                    <a:p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. -.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진척사항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외관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치수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: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외관 불량 레포트 기반 메인 불량 유형과 연관된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FDC, SV Data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를 연계하고 정상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불량 발생 시점에 관련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Data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를 조회한 뒤 변동된 특정 항목을 추출하여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설비 조치 이력과 연계를 통해 정확한 분석 결과 도출이 가능한 기능을 개발 하겠습니다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: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스택 외관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치수 불량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FDC Parameter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연계 분석 관련하여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Drilldown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분석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--&gt; FDC Parameter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분석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--&gt;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필수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Parameter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여부 파악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--&gt; RAG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기능 동작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--&gt;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카카오톡 조치사항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RAG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기능 동작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--&gt;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결과 보강 기준으로 기능 개발 중입니다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불량 설비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유형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고질 불량 정보와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FDC/RMS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연계 분석 정보 기반 불량 연관 인자 분석 알고리즘 기능 개발 중이며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분석 결과 생성 후 상세 분석 시각화 및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요약 내용을 도출할 예정입니다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.(~4/21)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: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스택외관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치수 불량 발생 시점의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FDC Parameter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연계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분석을 통한 관련 인자 도출 기능 개발 완료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(5/11)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후 테스트 진행 중이며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도출된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Parameter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항목에</a:t>
                      </a:r>
                      <a:endParaRPr lang="en-US" altLang="ko-KR" sz="900" kern="120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대해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불량 항목과 관련 여부에 대한 정합성 검증 예정입니다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(~5/26)</a:t>
                      </a:r>
                    </a:p>
                    <a:p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FDC Parameter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외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SV, RAG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문서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공정 관련 문서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설비 조치 이력 등 정보 연계 기능 개발 중이며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불량 유형별 현상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원인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조치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Point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파악이 가능한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를</a:t>
                      </a:r>
                      <a:endParaRPr lang="en-US" altLang="ko-KR" sz="900" kern="120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개발하여 정확한 분석 결과를 도출하고자 합니다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: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스택외관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치수 불량 분석 관련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Chatbot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개발 중이며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자율형 질의 형태로 동작하도록 기본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상세 분석 및 정보 시각화 등 세부 시나리오 검토 중입니다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키워드정의서 기반으로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Chatbot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개발 중이며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조치 관련 질의의 경우 조치 이력 및 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RAG</a:t>
                      </a:r>
                      <a:r>
                        <a:rPr lang="ko-KR" altLang="en-US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를 연계하여 제공하는 방안으로 개발 중입니다</a:t>
                      </a:r>
                      <a:r>
                        <a:rPr lang="en-US" altLang="ko-KR" sz="90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.(~6/2)</a:t>
                      </a: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[STK]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스택 외관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Normal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(~2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스택 치수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(~3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고도화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(~6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박태욱 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7E0E0BD2-2A8C-6748-1A22-659BE712D7F6}"/>
              </a:ext>
            </a:extLst>
          </p:cNvPr>
          <p:cNvSpPr/>
          <p:nvPr/>
        </p:nvSpPr>
        <p:spPr>
          <a:xfrm>
            <a:off x="3055660" y="2890145"/>
            <a:ext cx="218222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+mj-lt"/>
                <a:ea typeface="+mj-ea"/>
              </a:rPr>
              <a:t>* </a:t>
            </a:r>
            <a:r>
              <a:rPr lang="ko-KR" altLang="en-US" sz="800">
                <a:solidFill>
                  <a:srgbClr val="006600"/>
                </a:solidFill>
                <a:latin typeface="+mj-lt"/>
                <a:ea typeface="+mj-ea"/>
              </a:rPr>
              <a:t>대상 </a:t>
            </a:r>
            <a:r>
              <a:rPr lang="en-US" altLang="ko-KR" sz="800">
                <a:solidFill>
                  <a:srgbClr val="006600"/>
                </a:solidFill>
                <a:latin typeface="+mj-lt"/>
                <a:ea typeface="+mj-ea"/>
              </a:rPr>
              <a:t>: </a:t>
            </a:r>
            <a:r>
              <a:rPr lang="ko-KR" altLang="en-US" sz="800" err="1">
                <a:solidFill>
                  <a:srgbClr val="006600"/>
                </a:solidFill>
                <a:latin typeface="+mj-lt"/>
                <a:ea typeface="+mj-ea"/>
              </a:rPr>
              <a:t>스택외관</a:t>
            </a:r>
            <a:r>
              <a:rPr lang="en-US" altLang="ko-KR" sz="800">
                <a:solidFill>
                  <a:srgbClr val="006600"/>
                </a:solidFill>
                <a:latin typeface="+mj-lt"/>
                <a:ea typeface="+mj-ea"/>
              </a:rPr>
              <a:t>(Normal</a:t>
            </a:r>
            <a:r>
              <a:rPr lang="ko-KR" altLang="en-US" sz="800">
                <a:solidFill>
                  <a:srgbClr val="006600"/>
                </a:solidFill>
                <a:latin typeface="+mj-lt"/>
                <a:ea typeface="+mj-ea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+mj-lt"/>
                <a:ea typeface="+mj-ea"/>
              </a:rPr>
              <a:t>Line), </a:t>
            </a:r>
            <a:r>
              <a:rPr lang="ko-KR" altLang="en-US" sz="800" err="1">
                <a:solidFill>
                  <a:srgbClr val="006600"/>
                </a:solidFill>
                <a:latin typeface="+mj-lt"/>
                <a:ea typeface="+mj-ea"/>
              </a:rPr>
              <a:t>스택치수</a:t>
            </a:r>
            <a:r>
              <a:rPr lang="en-US" altLang="ko-KR" sz="800">
                <a:solidFill>
                  <a:srgbClr val="006600"/>
                </a:solidFill>
                <a:latin typeface="+mj-lt"/>
                <a:ea typeface="+mj-ea"/>
              </a:rPr>
              <a:t>(ESS Line)</a:t>
            </a:r>
            <a:endParaRPr lang="ko-KR" altLang="en-US" sz="800">
              <a:solidFill>
                <a:srgbClr val="006600"/>
              </a:solidFill>
              <a:latin typeface="+mj-lt"/>
              <a:ea typeface="+mj-ea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860913B1-3ED3-D1E1-6073-301232D519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39540" y="4921898"/>
            <a:ext cx="6796694" cy="635161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EA3F5BB-A2F7-A202-BDA7-2AEE234C3C1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9540" y="5597554"/>
            <a:ext cx="6738361" cy="842380"/>
          </a:xfrm>
          <a:prstGeom prst="rect">
            <a:avLst/>
          </a:prstGeom>
        </p:spPr>
      </p:pic>
      <p:sp>
        <p:nvSpPr>
          <p:cNvPr id="9" name="직사각형 11">
            <a:extLst>
              <a:ext uri="{FF2B5EF4-FFF2-40B4-BE49-F238E27FC236}">
                <a16:creationId xmlns:a16="http://schemas.microsoft.com/office/drawing/2014/main" id="{A6C142AE-1DD9-921F-A84F-8F6F94CE13A9}"/>
              </a:ext>
            </a:extLst>
          </p:cNvPr>
          <p:cNvSpPr/>
          <p:nvPr/>
        </p:nvSpPr>
        <p:spPr>
          <a:xfrm>
            <a:off x="1753886" y="4714965"/>
            <a:ext cx="1069576" cy="230832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algn="ctr" defTabSz="457200" latinLnBrk="0">
              <a:defRPr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[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분석 결과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Summary]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8089E4FF-1667-A4C2-363C-AFB7BD595C62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분석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AI Agent (DAVINCI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팀 협업 과제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)]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4410414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001DEC4-1721-5139-4E18-1FC7F0D433CF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: 7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+mj-ea"/>
              </a:rPr>
              <a:t>/22(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+mj-ea"/>
              </a:rPr>
              <a:t>10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00743836-D127-16EC-93CF-0884411457CC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박형식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FDE8F5F7-6FB9-95F5-3CD5-47F69A46A8AA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과검 분석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AI Agent (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제조빅데이터분석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1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팀 진행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)] (1/2)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328436-563D-910D-A106-E92841203C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256846"/>
              </p:ext>
            </p:extLst>
          </p:nvPr>
        </p:nvGraphicFramePr>
        <p:xfrm>
          <a:off x="138144" y="848953"/>
          <a:ext cx="9732028" cy="5843139"/>
        </p:xfrm>
        <a:graphic>
          <a:graphicData uri="http://schemas.openxmlformats.org/drawingml/2006/table">
            <a:tbl>
              <a:tblPr/>
              <a:tblGrid>
                <a:gridCol w="7381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55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32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16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과검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AI Agent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라미 위치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E77A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생산 라인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금주 핵심 내용은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LLM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변경 및 파라미터 탐색 로직 고도화입니다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Eng’r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과검 현상과 원인을 확인하는 과정을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수행하도록 하여 분석 시간을 줄이고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조치가 필요한 과검 발생 치수 항목을 자동으로 공유가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   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가능하도록 합니다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주요 내용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상세일정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(Phase1)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검증용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구축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(~’26.04.20)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(Phase2) AI Agent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기능 추가 및 고도화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(~’26.07)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 </a:t>
                      </a:r>
                      <a:r>
                        <a:rPr lang="ko-KR" altLang="en-US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데이터베이스 구축</a:t>
                      </a:r>
                      <a: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5/19)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 </a:t>
                      </a:r>
                      <a:r>
                        <a:rPr lang="ko-KR" altLang="en-US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최적화된 검사기 조정 파라미터 계산 </a:t>
                      </a:r>
                      <a: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Logic </a:t>
                      </a:r>
                      <a:r>
                        <a:rPr lang="ko-KR" altLang="en-US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kern="120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6/15)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 AI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자동 실행 설정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6/19)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 AI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출력물 메일 송신 기능 추가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6/10)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정합성 확인 및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개선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진행사항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○ 과검 분석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: WA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법인의 검사기술팀과 최적 파라미터 탐색을 위한 알고리즘 개발과 관련하여 문의하는 자리를 가졌습니다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DFS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에서 조회된 이미지는 원본이 아니라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압축된 이미지이기 때문에 검사기 프로그램의 상황과 차이가 존재함을 확인하였습니다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압축된 이미지로 인해 실제 이미지와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DFS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이미지 간에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GV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차이가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존재하여 파라미터 탐색에 영향을 줄 것으로 보입니다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우선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DFS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이미지를 기준으로 알고리즘 개발 및 검증을 진행하고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추후 실제 검사기 프로그램의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시뮬레이션 진행을 검토하도록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→ 탐색 로직 고도화 작업의 일환으로 기존의 머신러닝 기반 경계 탐지 방식을 딥러닝 기반 경계 탐지로 개선하고 있습니다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기존에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단계로 진행되던 경계 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탐지 과정을 딥러닝 모델 하나로 교체함으로써 이미지 분석 시간을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80%(1s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0.2s)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개선하였습니다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‘26.07.20(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까지 파라미터 탐색 로직 고도화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완료 후 정합성 확인을 진행하도록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딥러닝 모델을 바탕으로 파라미터 탐색 로직 고도화를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‘26.07.20(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완료하였습니다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Min GV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Max GV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범위를 제한하는 조건을 통해 지나치게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데이터 기반으로만 판단되는 경향을 크게 감소시켰습니다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’26.07.22(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까지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수정된 로직을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에 반영할 수 있도록 코드 수정 작업을 진행하도록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양극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음극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분리막의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GV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중앙값을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기준으로 설정하도록 하여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Min GV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Max GV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값을 적절한 구간 내에서 판별하도록 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딥러닝 적용 및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로직 개선을 통해 파라미터 탐색 시간이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60%(10min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3min)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개선된 것으로 보입니다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.)</a:t>
                      </a:r>
                    </a:p>
                    <a:p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: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사용 중인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VM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사양을 업그레이드 작업을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‘26.07.01(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 10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시경에 진행할 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추후 사용 중인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LLM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업그레이드 및 프롬프트 고도화 작업을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진행하도록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VM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사양에 맞춰 사용하는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LLM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변경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(Qwen3-VL 8B Instruct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Qwen3.6 35B A3B Q4_K_M)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을 완료하였습니다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모델의 버전과 크기 모두 개선되었습니다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‘26.07.29(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까지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프롬프트 수정 및 검증 작업을 완료하도록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RPA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사이의 데이터 공유</a:t>
                      </a: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: Solace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를 통한 데이터 전송 가능 여부를 확인할 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관련하여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Solace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사용 경험이 있는 제조운영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AX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전략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신낙천 선임께 도움을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요청할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추후 제조운영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AX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전략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에서 진행하는 검사기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관리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조립 공정 확산 전개 시 과검 분석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도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Solace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를 사용 가능하도록 작업하는 것이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가능할 것으로 확인되었습니다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추후 확산 전개 진행 시 어떤 식으로 투자가 이뤄지고 작업을 진행할지 논의하도록 하겠습니다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ea typeface="LG스마트체 Regular"/>
                        </a:rPr>
                        <a:t>[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LAM]</a:t>
                      </a:r>
                      <a:endParaRPr lang="en-US"/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환경 구축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(~ 3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AI Agent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시험 구축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(~ 4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박형식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고광하 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DCE1026-1FF7-6509-EED8-3236DB4B451D}"/>
              </a:ext>
            </a:extLst>
          </p:cNvPr>
          <p:cNvSpPr txBox="1"/>
          <p:nvPr/>
        </p:nvSpPr>
        <p:spPr>
          <a:xfrm>
            <a:off x="141316" y="1318559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+mj-lt"/>
                <a:ea typeface="+mj-ea"/>
              </a:rPr>
              <a:t>정기 리뷰 일자 </a:t>
            </a:r>
            <a:r>
              <a:rPr lang="en-US" altLang="ko-KR" sz="800">
                <a:latin typeface="+mj-lt"/>
                <a:ea typeface="+mj-ea"/>
              </a:rPr>
              <a:t>: </a:t>
            </a:r>
            <a:r>
              <a:rPr lang="en-US" altLang="ko-KR" sz="800">
                <a:solidFill>
                  <a:srgbClr val="000000"/>
                </a:solidFill>
                <a:latin typeface="+mj-lt"/>
                <a:ea typeface="+mj-ea"/>
              </a:rPr>
              <a:t>‘26.05.06</a:t>
            </a:r>
            <a:endParaRPr lang="en-US" altLang="ko-KR" sz="800">
              <a:latin typeface="+mj-lt"/>
              <a:ea typeface="+mj-ea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00"/>
                </a:solidFill>
                <a:latin typeface="+mj-lt"/>
                <a:ea typeface="+mj-ea"/>
              </a:rPr>
              <a:t>차기 리뷰 일자 </a:t>
            </a:r>
            <a:r>
              <a:rPr lang="en-US" altLang="ko-KR" sz="800">
                <a:solidFill>
                  <a:srgbClr val="000000"/>
                </a:solidFill>
                <a:latin typeface="+mj-lt"/>
                <a:ea typeface="+mj-ea"/>
              </a:rPr>
              <a:t>: -</a:t>
            </a:r>
          </a:p>
        </p:txBody>
      </p:sp>
    </p:spTree>
    <p:extLst>
      <p:ext uri="{BB962C8B-B14F-4D97-AF65-F5344CB8AC3E}">
        <p14:creationId xmlns:p14="http://schemas.microsoft.com/office/powerpoint/2010/main" val="19590883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001DEC4-1721-5139-4E18-1FC7F0D433CF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: 7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+mj-ea"/>
              </a:rPr>
              <a:t>/22(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+mj-ea"/>
              </a:rPr>
              <a:t>10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+mj-ea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00743836-D127-16EC-93CF-0884411457CC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</a:rPr>
              <a:t>고광하 사원</a:t>
            </a: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FDE8F5F7-6FB9-95F5-3CD5-47F69A46A8AA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과검 분석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AI Agent (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제조빅데이터분석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1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팀 진행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)]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(2/2)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328436-563D-910D-A106-E92841203C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780296"/>
              </p:ext>
            </p:extLst>
          </p:nvPr>
        </p:nvGraphicFramePr>
        <p:xfrm>
          <a:off x="138144" y="848953"/>
          <a:ext cx="9732028" cy="584313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32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16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과검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AI Agent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라미 위치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E77A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생산 라인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Eng’r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과검 현상과 원인을 확인하는 과정을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Agent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수행하도록 하여 분석 시간을 줄이고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조치가 필요한 과검 발생 치수 항목을 자동으로 공유가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가능하도록 합니다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주요 내용</a:t>
                      </a:r>
                      <a:r>
                        <a:rPr lang="en-US" altLang="ko-KR" sz="9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상세일정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: RPA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기본 동작 로직 구현 및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OCR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연계 작업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(’26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 4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중순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: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대상 호기인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ESWA 22-3 Final Vision 자동 검사 프로그램(IVW Taurus1) 기준으로 레시피 값 자동 제어 로직 구현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(’26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 ’26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진행사항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○ 검사기 조정 파라미터 자동 적용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RPA</a:t>
                      </a:r>
                    </a:p>
                    <a:p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: RPA 테스트 대상 호기인 ESWA 22-3 Final Vision 자동 검사 프로그램(IVW Taurus1) 기준으로 레시피 값 자동 제어 로직 구현을 완료하였습니다. </a:t>
                      </a:r>
                      <a:b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900" b="0" i="0" u="none" strike="noStrike" kern="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NQVM 뷰어 프로그램 실행 </a:t>
                      </a:r>
                      <a:r>
                        <a:rPr lang="ko-KR" altLang="en-US" sz="900" b="0" i="0" u="none" strike="noStrike" kern="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sz="900" b="0" i="0" u="none" strike="noStrike" kern="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중계 서버 접속 </a:t>
                      </a:r>
                      <a:r>
                        <a:rPr lang="ko-KR" sz="900" b="0" i="0" u="none" strike="noStrike" kern="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sz="900" b="0" i="0" u="none" strike="noStrike" kern="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원격 컴퓨터 접속 </a:t>
                      </a:r>
                      <a:r>
                        <a:rPr lang="ko-KR" sz="900" b="0" i="0" u="none" strike="noStrike" kern="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sz="900" b="0" i="0" u="none" strike="noStrike" kern="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자동 검사 프로그램 내 검사기 조정 파라미터 수정)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    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: 매 RPA 시행마다 이력 데이터 저장과 디버깅을 위한 데이터 저장 공간을 설계 완료하였습니다.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: RPA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안전성을 위해 동작 실패 시 롤백 및 자동 재시도 처리를 위한 체계 구축 완료하였습니다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: RPA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로그 데이터 저장 시 안정성을 위한 로직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트랜잭션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보완하였습니다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​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검사기 화면 상 기존 레시피 값 추출 및 저장하는 로직 구현하였습니다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lvl="0">
                        <a:buNone/>
                      </a:pPr>
                      <a:r>
                        <a:rPr 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: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NQVM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파일관리자 기능을 이용하여 로컬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PC ↔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원격 컴퓨터 간의 데이터 이동 로직 구현하였습니다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 Agent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분석 결과 파일 양식 주어지면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RPA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프로그램에 맞게 데이터 전처리 후 동작 안정성 보완 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: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RPA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대표 시험 운용 호기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(#22-3 </a:t>
                      </a:r>
                      <a:r>
                        <a:rPr lang="ko-KR" altLang="ko-KR" sz="900" b="0" i="0" u="none" strike="noStrike" kern="0" baseline="0" noProof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#21-2)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변경으로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21-2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호기 접속을 위한 신규 방화벽 해제 및 중계서버 연결 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(26.06.30)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: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RPA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프로그램 실행 파일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(.exe)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로 빌드를 위한 기존 코드 수정 작업 완료하였습니다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검사기에서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RPA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수행 중 작업자 등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조작 발생시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RPA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오류 발생 가능성이 있어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검사기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에서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RPA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프로그램 동작 상태 모니터링 기능을 개발 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개발 목적은 다음과 같습니다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- RPA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프로그램 동작 상태 모니터링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파라미터 수정 동작 중 작업자 개입 방지 알림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ko-KR" altLang="en-US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- RPA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통한 조치 이력 안내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RPA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사이의 데이터 공유</a:t>
                      </a:r>
                      <a:endParaRPr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: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보안 규정상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AI Agent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가 구축된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DAVINCI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RPA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가 운용되는 로컬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간 데이터 전송은 어렵다는 것을 확인하였습니다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: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대체 방법으로 솔라스를 통한 데이터 전송 가능 여부를 확인할 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관련하여 솔라스 사용 경험이 있는 제조운영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AX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전략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의 신낙천 선임께 도움을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요청할 예정입니다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현재 고려중인 통신 방식은 다음과 같습니다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  “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클라우드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(AI Agent) </a:t>
                      </a:r>
                      <a:r>
                        <a:rPr lang="ko-KR" altLang="en-US" sz="900" b="1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←</a:t>
                      </a:r>
                      <a:r>
                        <a:rPr lang="en-US" altLang="ko-KR" sz="900" b="1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1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솔라스</a:t>
                      </a:r>
                      <a:r>
                        <a:rPr lang="en-US" altLang="ko-KR" sz="900" b="1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r>
                        <a:rPr lang="ko-KR" altLang="en-US" sz="900" b="1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검사기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900" b="1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←</a:t>
                      </a:r>
                      <a:r>
                        <a:rPr lang="en-US" altLang="ko-KR" sz="900" b="1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[NQVM]</a:t>
                      </a:r>
                      <a:r>
                        <a:rPr lang="ko-KR" altLang="en-US" sz="900" b="1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로컬</a:t>
                      </a: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PC(RPA)”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ea typeface="LG스마트체 Regular"/>
                        </a:rPr>
                        <a:t>[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LAM]</a:t>
                      </a:r>
                      <a:endParaRPr lang="en-US"/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환경 구축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(~ 3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AI Agent 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시험 구축</a:t>
                      </a:r>
                      <a:endParaRPr lang="en-US" altLang="ko-KR" sz="900" b="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(~ 4</a:t>
                      </a:r>
                      <a:r>
                        <a:rPr lang="ko-KR" altLang="en-US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박형식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고광하 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DCE1026-1FF7-6509-EED8-3236DB4B451D}"/>
              </a:ext>
            </a:extLst>
          </p:cNvPr>
          <p:cNvSpPr txBox="1"/>
          <p:nvPr/>
        </p:nvSpPr>
        <p:spPr>
          <a:xfrm>
            <a:off x="141316" y="1318559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+mj-lt"/>
                <a:ea typeface="+mj-ea"/>
              </a:rPr>
              <a:t>정기 리뷰 일자 </a:t>
            </a:r>
            <a:r>
              <a:rPr lang="en-US" altLang="ko-KR" sz="800">
                <a:latin typeface="+mj-lt"/>
                <a:ea typeface="+mj-ea"/>
              </a:rPr>
              <a:t>: </a:t>
            </a:r>
            <a:r>
              <a:rPr lang="en-US" altLang="ko-KR" sz="800">
                <a:solidFill>
                  <a:srgbClr val="000000"/>
                </a:solidFill>
                <a:latin typeface="+mj-lt"/>
                <a:ea typeface="+mj-ea"/>
              </a:rPr>
              <a:t>‘26.05.06</a:t>
            </a:r>
            <a:endParaRPr lang="en-US" altLang="ko-KR" sz="800">
              <a:latin typeface="+mj-lt"/>
              <a:ea typeface="+mj-ea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00"/>
                </a:solidFill>
                <a:latin typeface="+mj-lt"/>
                <a:ea typeface="+mj-ea"/>
              </a:rPr>
              <a:t>차기 리뷰 일자 </a:t>
            </a:r>
            <a:r>
              <a:rPr lang="en-US" altLang="ko-KR" sz="800">
                <a:solidFill>
                  <a:srgbClr val="000000"/>
                </a:solidFill>
                <a:latin typeface="+mj-lt"/>
                <a:ea typeface="+mj-ea"/>
              </a:rPr>
              <a:t>: -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80352B36-4EB9-6F38-7C17-00C70D46C29F}"/>
              </a:ext>
            </a:extLst>
          </p:cNvPr>
          <p:cNvGrpSpPr/>
          <p:nvPr/>
        </p:nvGrpSpPr>
        <p:grpSpPr>
          <a:xfrm>
            <a:off x="4953000" y="4596847"/>
            <a:ext cx="3724275" cy="1909762"/>
            <a:chOff x="0" y="642937"/>
            <a:chExt cx="9906000" cy="5572125"/>
          </a:xfrm>
        </p:grpSpPr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C19B97E1-6175-B153-FEA7-5F0C6AC4D8C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0" y="642937"/>
              <a:ext cx="9906000" cy="5572125"/>
            </a:xfrm>
            <a:prstGeom prst="rect">
              <a:avLst/>
            </a:prstGeom>
          </p:spPr>
        </p:pic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AB6CB46-AA6D-51F4-E2E0-687C7C23E7ED}"/>
                </a:ext>
              </a:extLst>
            </p:cNvPr>
            <p:cNvSpPr/>
            <p:nvPr/>
          </p:nvSpPr>
          <p:spPr>
            <a:xfrm>
              <a:off x="106878" y="1592557"/>
              <a:ext cx="2434441" cy="2979443"/>
            </a:xfrm>
            <a:prstGeom prst="rect">
              <a:avLst/>
            </a:pr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0E8E99B-F8E8-B9D2-1325-F944CBA579EE}"/>
                </a:ext>
              </a:extLst>
            </p:cNvPr>
            <p:cNvSpPr txBox="1"/>
            <p:nvPr/>
          </p:nvSpPr>
          <p:spPr>
            <a:xfrm>
              <a:off x="694050" y="1161729"/>
              <a:ext cx="3990105" cy="449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000">
                  <a:solidFill>
                    <a:srgbClr val="000000"/>
                  </a:solidFill>
                  <a:highlight>
                    <a:srgbClr val="C0C0C0"/>
                  </a:highlight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UI </a:t>
              </a:r>
              <a:r>
                <a:rPr lang="ko-KR" altLang="en-US" sz="1000">
                  <a:solidFill>
                    <a:srgbClr val="000000"/>
                  </a:solidFill>
                  <a:highlight>
                    <a:srgbClr val="C0C0C0"/>
                  </a:highlight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및 기능 보완 예정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940598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585038"/>
              </p:ext>
            </p:extLst>
          </p:nvPr>
        </p:nvGraphicFramePr>
        <p:xfrm>
          <a:off x="125047" y="840840"/>
          <a:ext cx="9751856" cy="5739508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82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98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510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수율 조기 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Ramp Up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을 위한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 분석</a:t>
                      </a:r>
                      <a: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조치</a:t>
                      </a:r>
                      <a:endParaRPr kumimoji="0" lang="en-US" altLang="ko-KR" sz="900" b="0" i="0" u="none" strike="noStrike" kern="1200" cap="none" spc="-1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방안 도출 </a:t>
                      </a:r>
                      <a:br>
                        <a:rPr kumimoji="0" lang="en-US" altLang="ko-KR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-1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자동화 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HD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법인 대상으로 생성중인 진단 리포트에 대해서 법인에 내용 공유 하였으며 관련 소개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VoE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청취를 위한 회의 요청하였습니다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관련 내용 공유 후 수신인 지정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r>
                        <a:rPr lang="en-US" altLang="ko-KR" sz="900">
                          <a:solidFill>
                            <a:srgbClr val="000000"/>
                          </a:solidFill>
                          <a:ea typeface="LG스마트체 Regular" panose="020B0600000101010101" pitchFamily="50" charset="-127"/>
                        </a:rPr>
                        <a:t>Rule base algorithm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 panose="020B0600000101010101" pitchFamily="50" charset="-127"/>
                        </a:rPr>
                        <a:t>을 통해 분석 및 조치 추천까지 자동화하여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ea typeface="LG스마트체 Regular" panose="020B0600000101010101" pitchFamily="50" charset="-127"/>
                        </a:rPr>
                        <a:t>To –do list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ea typeface="LG스마트체 Regular" panose="020B0600000101010101" pitchFamily="50" charset="-127"/>
                        </a:rPr>
                        <a:t>기반 조치 및 개선 활동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개발하여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기 양산 중인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WA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Site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대상으로 라미 위치불량에 대해 활용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보완하고 이후 신규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Site(Honda)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양산 시점에 활용하여 조기 안정화에 기여하고자 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목표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r>
                        <a:rPr kumimoji="1" lang="en-US" altLang="ko-KR" sz="9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 Q : </a:t>
                      </a:r>
                      <a:r>
                        <a:rPr kumimoji="1" lang="ko-KR" altLang="en-US" sz="9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ESHD (ESS) </a:t>
                      </a:r>
                      <a:r>
                        <a:rPr kumimoji="1" lang="ko-KR" altLang="en-US" sz="9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라미 위치 불량 </a:t>
                      </a:r>
                      <a:r>
                        <a:rPr kumimoji="1" lang="en-US" altLang="ko-KR" sz="9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30% </a:t>
                      </a:r>
                      <a:r>
                        <a:rPr kumimoji="1" lang="ko-KR" altLang="en-US" sz="9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개선 </a:t>
                      </a:r>
                      <a:r>
                        <a:rPr kumimoji="1" lang="en-US" altLang="ko-KR" sz="9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 D : ’26.11</a:t>
                      </a:r>
                      <a:r>
                        <a:rPr kumimoji="1" lang="ko-KR" altLang="en-US" sz="900" b="0" i="0" u="none" strike="noStrike" kern="1200" cap="none" spc="-5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진행사항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kumimoji="1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Sample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생산 시점 분석 통해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W/F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검증 및 사전 유형 분석</a:t>
                      </a:r>
                    </a:p>
                    <a:p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Tab position : 4-2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24%, 5-1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24%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비중으로 음극 라미 진행방향으로 탭접힘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 기구부 합치비전 전 탭접힘 발생</a:t>
                      </a:r>
                    </a:p>
                    <a:p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CUT : 4-2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비중으로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와 동일한 방식으로 측정되며 음극 회전으로 인한 불량 발생</a:t>
                      </a:r>
                    </a:p>
                    <a:p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외관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4-2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13%, 5-1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14%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비중으로 불량 발생 중이며 검사기 신생 업체로 과검 여부 파악 필요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(6/1 ~ 30)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0.12%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X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0.088%, 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0.036%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생산 경로별 최적 조합으로 선별 투입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6/18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부터 진행 중이며 </a:t>
                      </a:r>
                      <a:endParaRPr lang="en-US" altLang="ko-KR" sz="90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주차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별로 비교시 위치불량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0.15%(W23) →0.08%(W26),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0.07%p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(47%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감소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(X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0.11</a:t>
                      </a:r>
                      <a:r>
                        <a:rPr lang="en-US" altLang="ko-KR" sz="900" b="0" i="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0.06,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0.05%p, Y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0.04</a:t>
                      </a:r>
                      <a:r>
                        <a:rPr lang="en-US" altLang="ko-KR" sz="900" b="0" i="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0.02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0.02%)</a:t>
                      </a:r>
                    </a:p>
                    <a:p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목표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30%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개선은 만족했으나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추가적으로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X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불량 개선 및 신규 라인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대응 위해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X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불량 조치 추천 레포트 구축 진행 중입니다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분석 방향</a:t>
                      </a:r>
                    </a:p>
                    <a:p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- X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X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불량 조치 진단 레포트 구축 진행 예정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및 수평전개 지연으로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일정 딜레이 되었습니다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(~7/8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 진행 예정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→ HD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완료되었고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7/7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 제조빅데이터분석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 대상으로 송부하였고 정합성 확인 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내용은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와 동일합니다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.)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제조빅데이터분석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팀과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7/16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최종 회의 후 법인에 내용 공유하였습니다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.(7/20) 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회의 일정을 통해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VoE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청취후 업데이트 진행하겠습니다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</a:p>
                    <a:p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*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수평전개 필요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WF</a:t>
                      </a:r>
                      <a:b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</a:b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      : (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완료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위치 불량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Drill down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분석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W/F</a:t>
                      </a:r>
                      <a:b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</a:b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      : (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완료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검사기 과검 유형 자동 분류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W/F   *. WA BP W/F</a:t>
                      </a:r>
                    </a:p>
                    <a:p>
                      <a:pPr marL="0" marR="0" lvl="0" indent="0" algn="l" defTabSz="844083" rtl="0" eaLnBrk="1" fontAlgn="base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8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      : X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축 상세 유형 자동 분류 및 조치 추천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W/F  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WA E77A/JF2S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완료 후 진행 예정</a:t>
                      </a:r>
                      <a:endParaRPr kumimoji="1" lang="en-US" altLang="ko-KR" sz="900">
                        <a:solidFill>
                          <a:srgbClr val="006600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844083" rtl="0" eaLnBrk="1" fontAlgn="base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8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      :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파라미터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(FDC)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모니터링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W/F </a:t>
                      </a:r>
                    </a:p>
                    <a:p>
                      <a:pPr marL="0" marR="0" lvl="0" indent="0" algn="l" defTabSz="844083" rtl="0" eaLnBrk="1" fontAlgn="base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8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          - FDC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신규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para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등록 위해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FDC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인자 정리 완료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(5/27),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법인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PLC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어드레스 확인 중</a:t>
                      </a:r>
                      <a:endParaRPr kumimoji="1" lang="en-US" altLang="ko-KR" sz="900">
                        <a:solidFill>
                          <a:srgbClr val="006600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844083" rtl="0" eaLnBrk="1" fontAlgn="base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ct val="8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            FDC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신규 </a:t>
                      </a:r>
                      <a:r>
                        <a:rPr kumimoji="1" lang="en-US" altLang="ko-KR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Para </a:t>
                      </a:r>
                      <a:r>
                        <a:rPr kumimoji="1" lang="ko-KR" altLang="en-US" sz="900">
                          <a:solidFill>
                            <a:srgbClr val="006600"/>
                          </a:solidFill>
                          <a:latin typeface="+mn-lt"/>
                          <a:ea typeface="+mn-ea"/>
                        </a:rPr>
                        <a:t>등록 후 수평전개 예정</a:t>
                      </a:r>
                      <a:endParaRPr lang="en-US" altLang="ko-KR" sz="900" b="0" i="0" u="none" strike="noStrike" kern="1200" baseline="0" noProof="0">
                        <a:solidFill>
                          <a:srgbClr val="0066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로직 개발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~26’.1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화면 개발 및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실효성 검토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~’26.4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ESHD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전개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~’26.6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김희재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AX/</a:t>
                      </a:r>
                    </a:p>
                    <a:p>
                      <a:pPr algn="ctr" latinLnBrk="1"/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RPA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검토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박형식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고광하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7/22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427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87174" y="418066"/>
            <a:ext cx="1849866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김희재 선임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이찬혁 사원</a:t>
            </a: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7" y="612730"/>
            <a:ext cx="657846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분석 체계 구축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조기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Ramp Up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을 위한 불량 분석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조치 방안 도출 자동화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 ]</a:t>
            </a:r>
            <a:endParaRPr lang="ko-KR" altLang="en-US" sz="1400" b="1">
              <a:solidFill>
                <a:prstClr val="black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CA535D-C4B1-55EB-0103-F9A5F0FD3F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4339556"/>
              </p:ext>
            </p:extLst>
          </p:nvPr>
        </p:nvGraphicFramePr>
        <p:xfrm>
          <a:off x="4082016" y="2136253"/>
          <a:ext cx="2605113" cy="851194"/>
        </p:xfrm>
        <a:graphic>
          <a:graphicData uri="http://schemas.openxmlformats.org/drawingml/2006/table">
            <a:tbl>
              <a:tblPr/>
              <a:tblGrid>
                <a:gridCol w="372159">
                  <a:extLst>
                    <a:ext uri="{9D8B030D-6E8A-4147-A177-3AD203B41FA5}">
                      <a16:colId xmlns:a16="http://schemas.microsoft.com/office/drawing/2014/main" val="1915143522"/>
                    </a:ext>
                  </a:extLst>
                </a:gridCol>
                <a:gridCol w="372159">
                  <a:extLst>
                    <a:ext uri="{9D8B030D-6E8A-4147-A177-3AD203B41FA5}">
                      <a16:colId xmlns:a16="http://schemas.microsoft.com/office/drawing/2014/main" val="1304815510"/>
                    </a:ext>
                  </a:extLst>
                </a:gridCol>
                <a:gridCol w="372159">
                  <a:extLst>
                    <a:ext uri="{9D8B030D-6E8A-4147-A177-3AD203B41FA5}">
                      <a16:colId xmlns:a16="http://schemas.microsoft.com/office/drawing/2014/main" val="135842081"/>
                    </a:ext>
                  </a:extLst>
                </a:gridCol>
                <a:gridCol w="372159">
                  <a:extLst>
                    <a:ext uri="{9D8B030D-6E8A-4147-A177-3AD203B41FA5}">
                      <a16:colId xmlns:a16="http://schemas.microsoft.com/office/drawing/2014/main" val="935677774"/>
                    </a:ext>
                  </a:extLst>
                </a:gridCol>
                <a:gridCol w="372159">
                  <a:extLst>
                    <a:ext uri="{9D8B030D-6E8A-4147-A177-3AD203B41FA5}">
                      <a16:colId xmlns:a16="http://schemas.microsoft.com/office/drawing/2014/main" val="2896310748"/>
                    </a:ext>
                  </a:extLst>
                </a:gridCol>
                <a:gridCol w="372159">
                  <a:extLst>
                    <a:ext uri="{9D8B030D-6E8A-4147-A177-3AD203B41FA5}">
                      <a16:colId xmlns:a16="http://schemas.microsoft.com/office/drawing/2014/main" val="3104281375"/>
                    </a:ext>
                  </a:extLst>
                </a:gridCol>
                <a:gridCol w="372159">
                  <a:extLst>
                    <a:ext uri="{9D8B030D-6E8A-4147-A177-3AD203B41FA5}">
                      <a16:colId xmlns:a16="http://schemas.microsoft.com/office/drawing/2014/main" val="766577858"/>
                    </a:ext>
                  </a:extLst>
                </a:gridCol>
              </a:tblGrid>
              <a:tr h="8682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%(GDW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불량률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664781"/>
                  </a:ext>
                </a:extLst>
              </a:tr>
              <a:tr h="86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7761587"/>
                  </a:ext>
                </a:extLst>
              </a:tr>
              <a:tr h="14253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탭 치수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0.08%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0.08%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2386453"/>
                  </a:ext>
                </a:extLst>
              </a:tr>
              <a:tr h="14253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 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0.11%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0.11%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0.08%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0.06%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0.12%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4498149"/>
                  </a:ext>
                </a:extLst>
              </a:tr>
              <a:tr h="14253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 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0.02%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0.06%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0.06%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8774882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413DB61-95F1-F686-8633-D905F02AEA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2205359"/>
              </p:ext>
            </p:extLst>
          </p:nvPr>
        </p:nvGraphicFramePr>
        <p:xfrm>
          <a:off x="7021902" y="2136253"/>
          <a:ext cx="1116477" cy="851194"/>
        </p:xfrm>
        <a:graphic>
          <a:graphicData uri="http://schemas.openxmlformats.org/drawingml/2006/table">
            <a:tbl>
              <a:tblPr/>
              <a:tblGrid>
                <a:gridCol w="372159">
                  <a:extLst>
                    <a:ext uri="{9D8B030D-6E8A-4147-A177-3AD203B41FA5}">
                      <a16:colId xmlns:a16="http://schemas.microsoft.com/office/drawing/2014/main" val="1915143522"/>
                    </a:ext>
                  </a:extLst>
                </a:gridCol>
                <a:gridCol w="372159">
                  <a:extLst>
                    <a:ext uri="{9D8B030D-6E8A-4147-A177-3AD203B41FA5}">
                      <a16:colId xmlns:a16="http://schemas.microsoft.com/office/drawing/2014/main" val="1304815510"/>
                    </a:ext>
                  </a:extLst>
                </a:gridCol>
                <a:gridCol w="372159">
                  <a:extLst>
                    <a:ext uri="{9D8B030D-6E8A-4147-A177-3AD203B41FA5}">
                      <a16:colId xmlns:a16="http://schemas.microsoft.com/office/drawing/2014/main" val="135842081"/>
                    </a:ext>
                  </a:extLst>
                </a:gridCol>
              </a:tblGrid>
              <a:tr h="8682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%(GDW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불량률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29664781"/>
                  </a:ext>
                </a:extLst>
              </a:tr>
              <a:tr h="86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월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월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7761587"/>
                  </a:ext>
                </a:extLst>
              </a:tr>
              <a:tr h="14253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탭 치수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2386453"/>
                  </a:ext>
                </a:extLst>
              </a:tr>
              <a:tr h="14253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 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0.09%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0.06%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4498149"/>
                  </a:ext>
                </a:extLst>
              </a:tr>
              <a:tr h="14253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 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0.04%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8774882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E953AF5C-0AB6-2CA1-877D-D16990EAAC6C}"/>
              </a:ext>
            </a:extLst>
          </p:cNvPr>
          <p:cNvSpPr txBox="1"/>
          <p:nvPr/>
        </p:nvSpPr>
        <p:spPr>
          <a:xfrm>
            <a:off x="8239125" y="1879403"/>
            <a:ext cx="10287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>
                <a:solidFill>
                  <a:srgbClr val="000000"/>
                </a:solidFill>
              </a:rPr>
              <a:t>~7/14</a:t>
            </a:r>
            <a:endParaRPr lang="ko-KR" altLang="en-US" sz="11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449652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직사각형 9">
            <a:extLst>
              <a:ext uri="{FF2B5EF4-FFF2-40B4-BE49-F238E27FC236}">
                <a16:creationId xmlns:a16="http://schemas.microsoft.com/office/drawing/2014/main" id="{E41185F6-09DD-D939-A664-6E8806D829A0}"/>
              </a:ext>
            </a:extLst>
          </p:cNvPr>
          <p:cNvSpPr/>
          <p:nvPr/>
        </p:nvSpPr>
        <p:spPr>
          <a:xfrm flipV="1">
            <a:off x="11049000" y="3243953"/>
            <a:ext cx="556444" cy="573452"/>
          </a:xfrm>
          <a:prstGeom prst="rect">
            <a:avLst/>
          </a:prstGeom>
          <a:solidFill>
            <a:srgbClr val="FFFF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F7D21B9-04E2-7414-5CA5-2BEEAD1F17F8}"/>
              </a:ext>
            </a:extLst>
          </p:cNvPr>
          <p:cNvSpPr txBox="1"/>
          <p:nvPr/>
        </p:nvSpPr>
        <p:spPr>
          <a:xfrm>
            <a:off x="-1" y="562174"/>
            <a:ext cx="9906001" cy="593701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rtlCol="0" anchor="t">
            <a:spAutoFit/>
          </a:bodyPr>
          <a:lstStyle/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[</a:t>
            </a:r>
            <a:r>
              <a:rPr lang="ko-KR" altLang="en-US" sz="900" kern="0" err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</a:t>
            </a:r>
            <a:r>
              <a:rPr lang="ko-KR" altLang="en-US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개선</a:t>
            </a:r>
            <a:r>
              <a:rPr lang="en-US" altLang="ko-KR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] </a:t>
            </a:r>
            <a:r>
              <a:rPr lang="ko-KR" altLang="en-US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북미 </a:t>
            </a:r>
            <a:r>
              <a:rPr lang="en-US" altLang="ko-KR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ESS </a:t>
            </a:r>
            <a:r>
              <a:rPr lang="ko-KR" altLang="en-US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셀 </a:t>
            </a:r>
            <a:r>
              <a:rPr lang="ko-KR" altLang="en-US" sz="900" kern="0" err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</a:t>
            </a:r>
            <a:r>
              <a:rPr lang="ko-KR" altLang="en-US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개선 </a:t>
            </a:r>
            <a:r>
              <a:rPr lang="en-US" altLang="ko-KR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전월 대비</a:t>
            </a:r>
            <a:r>
              <a:rPr lang="en-US" altLang="ko-KR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7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실적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(~7/19) : ESMI2 97.3%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▲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0.3%p)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불량률이 가장 높은 공정은 라미 공정이며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98.9%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 불량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NG Mark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0.33%)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     ESOT 96.6% (▲0.3%p)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불량률이 가장 높은 공정은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스태킹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공정이며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98.7%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 불량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모노스택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0.30%)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     ESMIL 96.7%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▼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0.3%p)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불량률이 가장 높은 공정은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스태킹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공정이며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98.7%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 불량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모노세파외관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0.37%) 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     ESHD 97.2%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▲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2.1%p)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불량률이 가장 높은 공정은 라미 공정이며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98.7%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 불량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NG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마킹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0.40%)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6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실적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ESMI2 96.7%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▲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0.1%p), ESOT 96.2% (▲2.0%p), ESMIL 97.0% (▲0.6%p), ESHD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95.1%(-)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*ESWA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활성화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개선 목적 이희원 님 출장 대응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중 입니다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(7/17-8/14)</a:t>
            </a:r>
          </a:p>
          <a:p>
            <a:pPr>
              <a:lnSpc>
                <a:spcPct val="110000"/>
              </a:lnSpc>
              <a:defRPr/>
            </a:pPr>
            <a:endParaRPr lang="en-US" altLang="ko-KR" sz="4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ko-KR" altLang="en-US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 분석 진행 사항</a:t>
            </a:r>
            <a:br>
              <a:rPr lang="en-US" altLang="ko-KR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■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스태킹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모노세파외관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)</a:t>
            </a:r>
          </a:p>
          <a:p>
            <a:pPr>
              <a:lnSpc>
                <a:spcPct val="110000"/>
              </a:lnSpc>
              <a:defRPr/>
            </a:pPr>
            <a:endParaRPr lang="en-US" altLang="ko-KR" sz="400">
              <a:solidFill>
                <a:srgbClr val="000000"/>
              </a:solidFill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-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라미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갭 관리 방안 검토</a:t>
            </a:r>
            <a:endParaRPr lang="en-US" altLang="ko-KR" sz="9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.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배경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갭이 좁을 경우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모노세파외관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이물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 증가하는 경향 있음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.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내용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갭 상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하한 관리 기준 검토 중</a:t>
            </a:r>
            <a:endParaRPr lang="en-US" altLang="ko-KR" sz="9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갭 상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하한 관리 기준 검토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조립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FDC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가접롤러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온도 변화량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5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도 미만일 경우 상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갭이 넓다 판단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                                          (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제조빅데이터분석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가접롤러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속도 산포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35mm/sec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초과할 경우 상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갭이 좁다 판단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모노세파외관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불량 증가 가능성 있음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>
              <a:lnSpc>
                <a:spcPct val="110000"/>
              </a:lnSpc>
              <a:defRPr/>
            </a:pP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FDC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알람 적용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(7/3)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이후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FDC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알람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3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회 발생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(3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회 중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회는 알람 확인 후 갭 조정 하였으나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2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회는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모노세파외관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불량이 다발하지 않아 지속 생산 후 불량 증가 시점에 조치함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.)</a:t>
            </a:r>
          </a:p>
          <a:p>
            <a:pPr>
              <a:lnSpc>
                <a:spcPct val="110000"/>
              </a:lnSpc>
              <a:defRPr/>
            </a:pP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→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FDC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알람이 뜨더라도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모노세파외관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불량이 즉시 증가하는 것이 아니라 서서히 증가하는 메커니즘을 다시 법인에 설명하고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 증가하기 전 조치할 수 있도록 하겠습니다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endParaRPr lang="en-US" altLang="ko-KR" sz="9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endParaRPr lang="en-US" altLang="ko-KR" sz="5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.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수평전개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OT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법인 대상 합치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가접롤러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갭 관리 방안에 대해 제안하였습니다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.(7/15)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가접롤러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속도 데이터 연동 작업 진행 중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(7/22~)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endParaRPr lang="en-US" altLang="ko-KR" sz="9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  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랜싱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법인 대상 합치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가접롤러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갭 관리 방안 제안하였습니다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.(7/23)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가접롤러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속도 데이터 연동 작업 진행 중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(7/24~)</a:t>
            </a:r>
          </a:p>
          <a:p>
            <a:pPr>
              <a:lnSpc>
                <a:spcPct val="110000"/>
              </a:lnSpc>
              <a:defRPr/>
            </a:pPr>
            <a:endParaRPr lang="ko-KR" altLang="en-US" sz="900" kern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ko-KR" altLang="en-US" sz="900" kern="0" err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법인별</a:t>
            </a:r>
            <a:r>
              <a:rPr lang="ko-KR" altLang="en-US" sz="900" kern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불량 분석 진행 사항</a:t>
            </a:r>
            <a:endParaRPr lang="en-US" altLang="ko-KR" sz="900" kern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[ESMI]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스태킹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모노세파외관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6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0.82%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7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0.63%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▼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0.19%p)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.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준실시간성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모노세파외관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불량 모니터링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WF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적용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;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현장 조치 활동에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활용 중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endParaRPr lang="en-US" altLang="ko-KR" sz="9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└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준실시간성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WF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에 딥러닝 분류모델 적용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;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현재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검사기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Rule-Base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고도화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준실시간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WF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에도 딥러닝 분류 모델 적용하여 유형 세분화 완료하였으며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법인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정기미팅시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공유하겠습니다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.(7/24)	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.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모노세파외관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탈리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유형 검출 기준 변경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(7/1~7/3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이후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;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검출 사이즈 기준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2.0mm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이상 →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2.6mm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이상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(*IRS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검출 기준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3.0mm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이상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</a:p>
          <a:p>
            <a:pPr>
              <a:lnSpc>
                <a:spcPct val="110000"/>
              </a:lnSpc>
              <a:defRPr/>
            </a:pPr>
            <a:endParaRPr lang="en-US" altLang="ko-KR" sz="900" kern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[ESOT]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법인 정기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미팅시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공유 사항</a:t>
            </a:r>
            <a:endParaRPr lang="en-US" altLang="ko-KR" sz="9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라미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(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위치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) 6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월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0.21%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→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7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월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0.22% (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▲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0.01%p) 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   . #1-4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호 음극 합치시 반시계 방향 회전 기인 합치 불량 발생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(0.10%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이상 지속 발생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   . #1-3, #2-4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호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커터부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그리퍼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실린더 유량 상한 이탈 알람 발생 </a:t>
            </a:r>
            <a:endParaRPr lang="en-US" altLang="ko-KR" sz="900">
              <a:solidFill>
                <a:srgbClr val="000000"/>
              </a:solidFill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    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→ 법인으로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부터 상한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관리선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재검토 요청이 있었습니다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.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현재 상한 관리선은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WA Normal Line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에서 검토되었던 수치로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Long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대상 재검토 예정입니다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.(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조립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FDC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팀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, ~7/30)</a:t>
            </a:r>
          </a:p>
          <a:p>
            <a:pPr>
              <a:lnSpc>
                <a:spcPct val="110000"/>
              </a:lnSpc>
              <a:defRPr/>
            </a:pPr>
            <a:endParaRPr lang="en-US" altLang="ko-KR" sz="9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10000"/>
              </a:lnSpc>
              <a:defRPr/>
            </a:pP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-. 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스태킹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lang="ko-KR" altLang="en-US" sz="900" kern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스택외관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6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0.17% 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7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0.15% (</a:t>
            </a:r>
            <a:r>
              <a:rPr lang="ko-KR" altLang="en-US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▼</a:t>
            </a:r>
            <a:r>
              <a:rPr lang="en-US" altLang="ko-KR" sz="9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0.02%p)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   . OT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스택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외관 불량이 지속 타 법인 대비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0.1%p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높은 경향이 있어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랜싱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법인과 비교하였습니다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. (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스택셀의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테이프 부착 개수가 동일한 법인으로 선정하였습니다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. OT,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랜싱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6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개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, MI, HD 5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개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     OT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법인만 측정하는 항목에서 발생한 불량이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0.07%p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차이나며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공통으로 검사하는 항목명 중에는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BTM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부의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TA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불량이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0.02%p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차이납니다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.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    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→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모노세파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외관 비전에서도 확인되는 오염이나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OK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판정되어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스택외관비전에서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검출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NG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판정되는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Case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의 경우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모노세파외관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불량에서 검출되도록 검토하고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(OT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법인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)</a:t>
            </a:r>
          </a:p>
          <a:p>
            <a:pPr>
              <a:lnSpc>
                <a:spcPct val="110000"/>
              </a:lnSpc>
              <a:defRPr/>
            </a:pP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          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스택 설비 내 오염 기인 외관 불량 대상으로는 빠른 조치를 위해 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준실시간성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모니터링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WF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를 개발 적용키로 하였습니다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. (</a:t>
            </a:r>
            <a:r>
              <a:rPr lang="ko-KR" altLang="en-US" sz="900" err="1">
                <a:solidFill>
                  <a:srgbClr val="000000"/>
                </a:solidFill>
                <a:ea typeface="LG스마트체 Regular" panose="020B0600000101010101" pitchFamily="50" charset="-127"/>
              </a:rPr>
              <a:t>제조빅데이터분석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2</a:t>
            </a:r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팀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431641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ko-KR" altLang="en-US" sz="1800">
                <a:solidFill>
                  <a:schemeClr val="tx1"/>
                </a:solidFill>
                <a:latin typeface="+mj-lt"/>
                <a:ea typeface="+mn-ea"/>
              </a:rPr>
              <a:t>제조빅데이터분석</a:t>
            </a:r>
            <a:r>
              <a:rPr lang="en-US" altLang="ko-KR" sz="1800">
                <a:solidFill>
                  <a:schemeClr val="tx1"/>
                </a:solidFill>
                <a:latin typeface="+mj-lt"/>
                <a:ea typeface="+mn-ea"/>
              </a:rPr>
              <a:t>2</a:t>
            </a:r>
            <a:r>
              <a:rPr lang="ko-KR" altLang="en-US" sz="1800">
                <a:solidFill>
                  <a:schemeClr val="tx1"/>
                </a:solidFill>
                <a:latin typeface="+mj-lt"/>
                <a:ea typeface="+mn-ea"/>
              </a:rPr>
              <a:t>팀 금주 주요 내용 </a:t>
            </a:r>
            <a:r>
              <a:rPr lang="en-US" altLang="ko-KR" sz="1800">
                <a:solidFill>
                  <a:schemeClr val="tx1"/>
                </a:solidFill>
                <a:latin typeface="+mj-lt"/>
                <a:ea typeface="+mn-ea"/>
              </a:rPr>
              <a:t>(1/1)</a:t>
            </a:r>
            <a:endParaRPr lang="ko-KR" altLang="en-US" sz="1800">
              <a:solidFill>
                <a:schemeClr val="tx1"/>
              </a:solidFill>
              <a:latin typeface="+mj-lt"/>
              <a:ea typeface="+mn-ea"/>
            </a:endParaRP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A2C18E45-39A0-3DA6-4BAF-2D5F07E1813B}"/>
              </a:ext>
            </a:extLst>
          </p:cNvPr>
          <p:cNvSpPr txBox="1">
            <a:spLocks/>
          </p:cNvSpPr>
          <p:nvPr/>
        </p:nvSpPr>
        <p:spPr>
          <a:xfrm>
            <a:off x="8587686" y="2732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서준효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책임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5326513-1C72-7F5C-D001-BA1C6912280D}"/>
              </a:ext>
            </a:extLst>
          </p:cNvPr>
          <p:cNvSpPr txBox="1"/>
          <p:nvPr/>
        </p:nvSpPr>
        <p:spPr>
          <a:xfrm>
            <a:off x="7902430" y="19660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7/22(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38378219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694864"/>
              </p:ext>
            </p:extLst>
          </p:nvPr>
        </p:nvGraphicFramePr>
        <p:xfrm>
          <a:off x="119275" y="899044"/>
          <a:ext cx="9688790" cy="5723844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코터 로딩량 활용한 롤프레스 너울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/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단선 개선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롤프레스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1,5,7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대외 사항으로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6/23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법인 주관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CPO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님께 완료 보고 되었습니다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 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 정보 활용 공정 간 검사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분석을 통한 롤프레스 단선 개선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 호기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 : ESWA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(E77)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전처리 데이터셋 구성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(1/15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 웹게이지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Raw Data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방향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18zone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나누어 좌표 기준으로 롤프레스 공정의 두께 데이터와 연결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현상 분석 및 개발 진행 위한 상세 데이터 분석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2-1)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 연계 자동보정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현상 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가설수립 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확인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(2/10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⑴ 현상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압연 후 전극 너울이 심할수록 단선 발생 가능성이 높으며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압연 후 전극 너울은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간 장력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Tension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차이에 영향을 받음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이에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텐션 차이에 영향을 줄 수 있는 인자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 로딩량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차이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압연율 차이 등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분석 진행했습니다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⑵ 가설 수립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편차 차이는 로딩 편차 기인 롤프레스 과압연이 원인일 것이다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⑶ 분석 결과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단선 발생 구간에서 로딩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편차 존재하며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압연율 차이를 유발해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텐션 차이에 영향을 줌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⑷ 추가 분석 내용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편차 수준별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NND PD_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율 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Tension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편차가 클수록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NND PD_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율 또한 커지는 경향성 확인함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(3/10)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진행 위한 상세 데이터 분석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단선에 영향을 주는 로딩 인자 탐색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⑴ 분석 대상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3/1~3/20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 양극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호기에서 생산된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E77A-200 Lot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5-2, 5-3, 7-1, 7-2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투입된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정상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200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압연 후 단선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⑵ 분석 내용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: ‘Line Speed 110m/min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 이상 주행한 구간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속도 감소 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 구간의 통계 테이블을 구성하여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의사결정나무 기반 분석으로 단선에 영향을 주는 중요 인자 탐색 진행했습니다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 ※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압연 전 로딩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OS,DS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편차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압연 후 두께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OS,DS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편차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압연율 등을 파생 변수로 만들어 영향력 큰 변수 탐색함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⑶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분석 결과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단선에 영향을 주는 로딩 인자로 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OS/DS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압연율 편차 범위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OS/DS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 편차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압연율 평균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④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두께 최소값 항목들이 선정됨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단선에 영향을 주는 코터 공정 인자 탐색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-.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매 캠페인마다 특정 코터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Lot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에서 단선 다발하는 문제가 있어 코터 공정 인자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외관 불량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미스매치 등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연결해 롤프레스 단선 다발 원인 분석 진행했습니다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분석 결과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슬라이딩부 로딩량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 (OS-DS),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미스매치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(OS X DS)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항목에서 정상구간 대비 단선 직전에 데이터가 흔들리는 경향성 확인 및 관련하여 법인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/rsnd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자동보정과 논의 完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(6/2)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-. OS/DS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압연율 차이 누적과 단선 간 연관성 분석 진행했으며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, DS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쪽 압연율이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OS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쪽 보다 높은 수준을 유지하여 누적 압연율 차이가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20%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를 초과할 경우 단선 발생 확률이 증가하는 경향성 확인했습니다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▶ 단선 개선을 위해서는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OS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쪽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비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Slitting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면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압연율이 더 높은 수준으로 유지하도록 로딩량 기반 자동보정 로직 반영 중입니다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□ 세부 내용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: DS(Slitting)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된 무지부 쪽으로 치우쳐서 압연될 경우 단선 발생 확률이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4-5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월 단선 발생 확률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16%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를 초과함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누적 압연율이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20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을 넘어가면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(20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이상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),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단선이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43%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확률로 발생함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. ▶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즉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, Slitting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된 무지부로 치우쳐서 압연 될수록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단선 발생 확률이 높아짐</a:t>
                      </a:r>
                      <a:endParaRPr lang="en-US" altLang="ko-KR" sz="8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□ 코터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단위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로딩 편차 변화 수준 확인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확인 결과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평균적으로 코터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OS,DS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한 방향으로 치우쳐 생산되며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, OS,DS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편차 방향 변하더라도 서서히 변하는 경향 확인함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분석 대상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: 4/1~4/30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기간 코터 양극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7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호기에서 생산된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1893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Lot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배경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로딩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OS,DS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편차가 급격히 변한다면 압연 자동 보정을 함에 있어 불리함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스무스 하게 변해야 로딩 기반 압연 자동 보정에 유리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서준효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김지원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8658710" y="433271"/>
            <a:ext cx="1149354" cy="16927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김지원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8362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DX_1]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전극 너울 개선을 통한 롤프레스 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PD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개선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(1/4)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7E9B123-1E21-48F6-86C5-2777566B3419}"/>
              </a:ext>
            </a:extLst>
          </p:cNvPr>
          <p:cNvSpPr txBox="1"/>
          <p:nvPr/>
        </p:nvSpPr>
        <p:spPr>
          <a:xfrm>
            <a:off x="7994708" y="602548"/>
            <a:ext cx="1875463" cy="2616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6/23(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 15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  <a:cs typeface="+mn-cs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5BCDAE6D-D2C5-343F-F8C3-6BF36AE4371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857579C-535A-FFE0-AC64-252DA36561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6369206"/>
              </p:ext>
            </p:extLst>
          </p:nvPr>
        </p:nvGraphicFramePr>
        <p:xfrm>
          <a:off x="4961086" y="43695"/>
          <a:ext cx="3267076" cy="815340"/>
        </p:xfrm>
        <a:graphic>
          <a:graphicData uri="http://schemas.openxmlformats.org/drawingml/2006/table">
            <a:tbl>
              <a:tblPr/>
              <a:tblGrid>
                <a:gridCol w="375895">
                  <a:extLst>
                    <a:ext uri="{9D8B030D-6E8A-4147-A177-3AD203B41FA5}">
                      <a16:colId xmlns:a16="http://schemas.microsoft.com/office/drawing/2014/main" val="2748803771"/>
                    </a:ext>
                  </a:extLst>
                </a:gridCol>
                <a:gridCol w="375895">
                  <a:extLst>
                    <a:ext uri="{9D8B030D-6E8A-4147-A177-3AD203B41FA5}">
                      <a16:colId xmlns:a16="http://schemas.microsoft.com/office/drawing/2014/main" val="4136678554"/>
                    </a:ext>
                  </a:extLst>
                </a:gridCol>
                <a:gridCol w="2515286">
                  <a:extLst>
                    <a:ext uri="{9D8B030D-6E8A-4147-A177-3AD203B41FA5}">
                      <a16:colId xmlns:a16="http://schemas.microsoft.com/office/drawing/2014/main" val="1659110625"/>
                    </a:ext>
                  </a:extLst>
                </a:gridCol>
              </a:tblGrid>
              <a:tr h="8794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971011"/>
                  </a:ext>
                </a:extLst>
              </a:tr>
              <a:tr h="9212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PoC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및 설계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709589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진척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 OS/DS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로딩 편차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Trend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변화 속도 분석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자동보정 요청사항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),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2. O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S/DS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로딩에 따른 압연율 편차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&amp;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텐션 변화 분석</a:t>
                      </a:r>
                      <a:endParaRPr lang="en-US" altLang="ko-KR" sz="8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→ 단선 발생 확률 연계 분석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22959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OS/DS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압연율 편차 누적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단선 연관성 분석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08456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1102577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0684544"/>
              </p:ext>
            </p:extLst>
          </p:nvPr>
        </p:nvGraphicFramePr>
        <p:xfrm>
          <a:off x="119275" y="899044"/>
          <a:ext cx="9688790" cy="5723844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코터 로딩량 활용한 롤프레스 너울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/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단선 개선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롤프레스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1,5,7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OS,DS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간 로딩 편차가 증가할수록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OS,DS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간 텐션 편차 증가하는 것 확인했습니다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로딩 기반 자동보정으로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OS,DS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간 텐션 차이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3N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이하 유지할 경우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압연 후 단선 약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44%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개선될 것으로 추정됩니다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(Tension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자동보정 기준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: 3N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內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OS/DS Tension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차 유지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편차가 텐션 불균형 및 단선 발생에 미치는 영향 분석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⑴ 분석 대상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5/1~6/8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양극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7-1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 생산된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E77A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모델 양품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 최고 속도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110m/min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으로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 이상 연속 생산된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압연 후 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34 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포함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⑵ 분석 내용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Ⓐ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 Tension, DS Tension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간 관계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동일한 두께로 압연되었을 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간 로딩 편차가 증가할수록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간 텐션 편차 증가하는 경향 존재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로딩량 커질수록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텐션 낮아지며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OS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로딩량 커질수록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텐션 낮아지는 경향 확인함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ⓑ 압연 후 두께 동일 조건하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 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텐션 편차 ↔ 압연 후 단선율 분석 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-. 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편차가 존재하지만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OS/DS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동일 두께로 압연되어 텐션 차이가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이상 커지면서 발생한 단선 비율 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44%(15ea/34ea)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확인됩니다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로딩 기반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feed-forward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방식으로 텐션 차이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이상 발생하지 않도록 사전 예방시 압연 후 단선 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개선될 것으로 추정됩니다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(※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현재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feed-back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방식 텐션 자동보정 기준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3N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內 텐션차 유지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⑶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 수준 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Tension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균형 유지를 위한 적정 압연 두께 분석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EPC ON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조건에서 단선 위험이 급격이 증가하는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EPC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파라미터 설정 임계값 탐색 진행 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(~7/30)</a:t>
                      </a:r>
                      <a:endParaRPr lang="en-US" altLang="ko-KR" sz="8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서준효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김지원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8658710" y="433271"/>
            <a:ext cx="1149354" cy="16927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김지원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8362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DX_1]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전극 너울 개선을 통한 롤프레스 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PD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개선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(2/4)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7E9B123-1E21-48F6-86C5-2777566B3419}"/>
              </a:ext>
            </a:extLst>
          </p:cNvPr>
          <p:cNvSpPr txBox="1"/>
          <p:nvPr/>
        </p:nvSpPr>
        <p:spPr>
          <a:xfrm>
            <a:off x="7994708" y="602548"/>
            <a:ext cx="1875463" cy="2616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  <a:cs typeface="+mn-cs"/>
              </a:rPr>
              <a:t>7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/21(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 15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  <a:cs typeface="+mn-cs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5BCDAE6D-D2C5-343F-F8C3-6BF36AE4371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</p:spTree>
    <p:extLst>
      <p:ext uri="{BB962C8B-B14F-4D97-AF65-F5344CB8AC3E}">
        <p14:creationId xmlns:p14="http://schemas.microsoft.com/office/powerpoint/2010/main" val="3410703132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5548501"/>
              </p:ext>
            </p:extLst>
          </p:nvPr>
        </p:nvGraphicFramePr>
        <p:xfrm>
          <a:off x="119275" y="899044"/>
          <a:ext cx="9688790" cy="5723844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코터 로딩량 활용한 롤프레스 너울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/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단선 개선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롤프레스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1,5,7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대외 사항으로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6/23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법인 주관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CPO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님께 완료 보고 되었습니다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□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로딩에 따른 압연율 편차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&amp;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텐션 변화 분석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분석 결과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: OS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대비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로딩량 높을 수록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많이 압연되며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DS Tension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감소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&amp; OS Tension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증가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단선 확률 증가하는 것 확인했습니다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DS/OS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압연율 차이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(DS-OS) 0.2%p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미만으로 관리 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현 수준 대비 단선 횟수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24%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저감 가능할 것으로 예상됩니다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서준효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김지원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8658710" y="433271"/>
            <a:ext cx="1149354" cy="16927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김지원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8362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DX_1]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전극 너울 개선을 통한 롤프레스 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PD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개선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(3/4)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7E9B123-1E21-48F6-86C5-2777566B3419}"/>
              </a:ext>
            </a:extLst>
          </p:cNvPr>
          <p:cNvSpPr txBox="1"/>
          <p:nvPr/>
        </p:nvSpPr>
        <p:spPr>
          <a:xfrm>
            <a:off x="7994708" y="602548"/>
            <a:ext cx="1875463" cy="2616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6/23(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 15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  <a:cs typeface="+mn-cs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5BCDAE6D-D2C5-343F-F8C3-6BF36AE4371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19094D80-57B9-1309-7EC2-4DAB5E21CF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37017" y="2289012"/>
            <a:ext cx="4768352" cy="2029371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6B3F5F55-1D52-DE1D-73A8-210E065C14A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37017" y="4392129"/>
            <a:ext cx="4768353" cy="2064757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60E234D-EE66-9597-E390-126FA3F90C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2473274"/>
              </p:ext>
            </p:extLst>
          </p:nvPr>
        </p:nvGraphicFramePr>
        <p:xfrm>
          <a:off x="4961086" y="43695"/>
          <a:ext cx="3267076" cy="815340"/>
        </p:xfrm>
        <a:graphic>
          <a:graphicData uri="http://schemas.openxmlformats.org/drawingml/2006/table">
            <a:tbl>
              <a:tblPr/>
              <a:tblGrid>
                <a:gridCol w="375895">
                  <a:extLst>
                    <a:ext uri="{9D8B030D-6E8A-4147-A177-3AD203B41FA5}">
                      <a16:colId xmlns:a16="http://schemas.microsoft.com/office/drawing/2014/main" val="2748803771"/>
                    </a:ext>
                  </a:extLst>
                </a:gridCol>
                <a:gridCol w="375895">
                  <a:extLst>
                    <a:ext uri="{9D8B030D-6E8A-4147-A177-3AD203B41FA5}">
                      <a16:colId xmlns:a16="http://schemas.microsoft.com/office/drawing/2014/main" val="4136678554"/>
                    </a:ext>
                  </a:extLst>
                </a:gridCol>
                <a:gridCol w="2515286">
                  <a:extLst>
                    <a:ext uri="{9D8B030D-6E8A-4147-A177-3AD203B41FA5}">
                      <a16:colId xmlns:a16="http://schemas.microsoft.com/office/drawing/2014/main" val="1659110625"/>
                    </a:ext>
                  </a:extLst>
                </a:gridCol>
              </a:tblGrid>
              <a:tr h="8794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971011"/>
                  </a:ext>
                </a:extLst>
              </a:tr>
              <a:tr h="9212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PoC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및 설계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709589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진척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 OS/DS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로딩 편차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Trend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변화 속도 분석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자동보정 요청사항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),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2. O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S/DS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로딩에 따른 압연율 편차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&amp;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텐션 변화 분석</a:t>
                      </a:r>
                      <a:endParaRPr lang="en-US" altLang="ko-KR" sz="8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→ 단선 발생 확률 연계 분석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22959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OS/DS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압연율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편차 누적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단선 연관성 분석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08456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639056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097270"/>
              </p:ext>
            </p:extLst>
          </p:nvPr>
        </p:nvGraphicFramePr>
        <p:xfrm>
          <a:off x="119275" y="899044"/>
          <a:ext cx="9688790" cy="5723844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코터 로딩량 활용한 롤프레스 너울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/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단선 개선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롤프레스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1,5,7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대외 사항으로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6/23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법인 주관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CPO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님께 완료 보고 되었습니다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2-2)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연결부 단선 개선 위한 로딩량 짝맞춤 선별 투입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현상 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가설수립 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확인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(2/27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⑴ 현상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 압연 후 발생하는 단선에 대해 작업자 연결 작업 중 실수인지 로딩 편차 기인인지 구분 및 분석 필요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⑵ 가설 수립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투입 랏 연결부 앞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뒤 구간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OS/DS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편차가 반대일 경우에도 단선의 원인일 것이다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⑶ 분석 결과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 단선 발생 구간에서 로딩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편차가 크게 변하는 경향성 보이며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압연율 차이 유발해 전극 너울 발생에 영향을 줌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진행 위한 상세 데이터 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(4/14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연결부 단선 발생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로딩 편차 특성 분석 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Clustering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화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⑴ 분석 대상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WA,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7-1, 7-2, 7-3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2/15~3/4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생산된 총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772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연결부 구간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연결부 단선 구간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40 )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⑵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분석 결과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연결부에서 코터 로딩 평균값 변화량이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[mg/25cm2]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&amp; OS/DS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(DS-OS)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변화량이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[mg/25cm2]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이하인 경우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 단선율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40%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절감 되는 것으로 보입니다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로딩량 짝맞춤 선별투입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 → 롤프레스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시뮬레이션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(4/7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짝맞춤 기준 최적값 탐색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(4/14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*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기준 최적값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 로딩 평균값 변화량이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[mg/25cm2]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&amp; OS/DS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(DS-OS)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변화량이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[mg/25cm2]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이하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생산물류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팀과 요견 협의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(5/6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최종 요건 확정 위한 논의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(5/13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선별투입 시스템 개발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(6/16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기능 검증 및 효과 산출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(6/17~6/23)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 단선 개선 단기 효과 확인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(6/16-6/19) 0.17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/10km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(6/20-6/21) 0.11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/10km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3.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별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Lot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단위 코터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Total Dry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로딩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TD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방향 편차 분석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(3/16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完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-. 2/10~3/10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기간 생산된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Lot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중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300 Lot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샘플링하여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WA, MI, MI_LS, ST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코터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Total Dry TD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방향 로딩 편차 분석 진행했습니다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-.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분석 결과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별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Lot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단위 코터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Total Dry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로딩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TD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방향 편차 중위값은 평균적으로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6.5 [mg/25cm2]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수준인 것 확인했습니다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4. WA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요청사항으로 롤프레스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OS/DS Tension Data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다빈치 內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WF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작성 및 공유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(3/26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完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5. WA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요청사항으로 롤프레스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Tension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자동보정 통한 너울 개선 후공정 효과성 확인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(5/19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完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 (/w.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빅데이터분석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팀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최재호님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노칭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이찬혁님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라미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 -.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노칭 불량률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적용 前 → 적용 后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 :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⑴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Tab Pitch (0.012%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0.006%,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0.006%p),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⑵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Cutting Height[Top]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(0.121%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→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0.067,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0.054%p),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                                                    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⑶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Cutting Height[Back[ (0.138%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0.078%,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0.060%p)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-.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라미 불량률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적용 前 → 적용 后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 :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⑴ 평균 불량률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(0.50%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→ 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0.45%,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0.05%p),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⑵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(0.13%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0.16%,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▲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0.03%p),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               ⑶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(0.19%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0.16%,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0.03%p),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⑷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X&amp;Y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(0.11%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0.10%,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0.1%p),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⑷ 이외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(0.07%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0.03%,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0.04%p)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 WA, MI, 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별 롤프레스 텐션 편차 자동보정 적용 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후 롤프레스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 공정 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PD 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개선 현황 파악 진행했습니다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.(6/9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공정 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평균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 공정 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평균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감소한 것 확인했습니다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서준효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김지원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8362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DX_1]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전극 너울 개선을 통한 롤프레스 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PD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개선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(4/4)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5BCDAE6D-D2C5-343F-F8C3-6BF36AE4371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690F1A50-D984-CA40-4F0D-24E2BC21C92F}"/>
              </a:ext>
            </a:extLst>
          </p:cNvPr>
          <p:cNvSpPr txBox="1">
            <a:spLocks/>
          </p:cNvSpPr>
          <p:nvPr/>
        </p:nvSpPr>
        <p:spPr>
          <a:xfrm>
            <a:off x="8658710" y="433271"/>
            <a:ext cx="1149354" cy="16927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김지원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8CCAF02-D384-A603-FBC7-3454494ED630}"/>
              </a:ext>
            </a:extLst>
          </p:cNvPr>
          <p:cNvSpPr txBox="1"/>
          <p:nvPr/>
        </p:nvSpPr>
        <p:spPr>
          <a:xfrm>
            <a:off x="7994708" y="602548"/>
            <a:ext cx="1875463" cy="2616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6/23(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 15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A0040B0-1025-2BBD-281B-2A117CCB14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2870884"/>
              </p:ext>
            </p:extLst>
          </p:nvPr>
        </p:nvGraphicFramePr>
        <p:xfrm>
          <a:off x="4961086" y="43695"/>
          <a:ext cx="3267076" cy="815340"/>
        </p:xfrm>
        <a:graphic>
          <a:graphicData uri="http://schemas.openxmlformats.org/drawingml/2006/table">
            <a:tbl>
              <a:tblPr/>
              <a:tblGrid>
                <a:gridCol w="375895">
                  <a:extLst>
                    <a:ext uri="{9D8B030D-6E8A-4147-A177-3AD203B41FA5}">
                      <a16:colId xmlns:a16="http://schemas.microsoft.com/office/drawing/2014/main" val="2748803771"/>
                    </a:ext>
                  </a:extLst>
                </a:gridCol>
                <a:gridCol w="375895">
                  <a:extLst>
                    <a:ext uri="{9D8B030D-6E8A-4147-A177-3AD203B41FA5}">
                      <a16:colId xmlns:a16="http://schemas.microsoft.com/office/drawing/2014/main" val="4136678554"/>
                    </a:ext>
                  </a:extLst>
                </a:gridCol>
                <a:gridCol w="2515286">
                  <a:extLst>
                    <a:ext uri="{9D8B030D-6E8A-4147-A177-3AD203B41FA5}">
                      <a16:colId xmlns:a16="http://schemas.microsoft.com/office/drawing/2014/main" val="1659110625"/>
                    </a:ext>
                  </a:extLst>
                </a:gridCol>
              </a:tblGrid>
              <a:tr h="8794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971011"/>
                  </a:ext>
                </a:extLst>
              </a:tr>
              <a:tr h="9212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PoC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및 설계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709589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진척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 OS/DS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로딩 편차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Trend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변화 속도 분석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자동보정 요청사항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),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2. O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S/DS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로딩에 따른 압연율 편차 </a:t>
                      </a:r>
                      <a:r>
                        <a:rPr lang="en-US" altLang="ko-KR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&amp; </a:t>
                      </a:r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텐션 변화 분석</a:t>
                      </a:r>
                      <a:endParaRPr lang="en-US" altLang="ko-KR" sz="8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→ 단선 발생 확률 연계 분석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22959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OS/DS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압연율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편차 누적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단선 연관성 분석</a:t>
                      </a:r>
                      <a:endParaRPr lang="en-US" altLang="ko-KR" sz="8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08456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773796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571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김석중 사원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8587810"/>
              </p:ext>
            </p:extLst>
          </p:nvPr>
        </p:nvGraphicFramePr>
        <p:xfrm>
          <a:off x="125047" y="840840"/>
          <a:ext cx="9644176" cy="559909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90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40049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ESOT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대외 사항으로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6/18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법인 주관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CPO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님께 완료 보고 되었습니다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활동 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분석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센서류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개소별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Sensor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을 활용한 탭접힘 발생 위치 판별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제조빅데이터분석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: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및 노칭에 설치되어 있는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Sensor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Width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Pitch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값 활용하여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탭접힘 발생 위치 판정 및 근본 원인 도출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진행현황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공정 內 설치되어 있는 상부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커터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하부 커터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합치부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 Sensor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활용하여 양극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구역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구역으로 탭접힘 개소 세분화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대표호기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1-2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(1-2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대상으로 신규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Tab  Sensor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활용하여 탭접힘 발생 개소 세분화하였으며 이를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WF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구현하여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4/14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이후 데이터 적재 중입니다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현재 라미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1-2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양극은 세파 실러와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Final Cutter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사이에서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76.5%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탭접힘 불량이 발생하고 있어 분석 결과를 법인에 공유하여 상세 원인 파악할 계획입니다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(~5/7)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※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1-2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음극탭접힘은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4/14~4/25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기준 구간별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 미만이며 단발성으로 발생한 탭접힘으로 추정됩니다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탭이 뜯겨 없는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대해서 비전 및 센서에서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Tab Widht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Tab Picth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을 오측정하는 현상 발견되어 법인 공유 및 조치 방안 마련할 계획입니다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(~4/30)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Tab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 없음에도 치수 비전에서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Tab Pitch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값을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30mm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부근 값을 보고하거나 전후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 cell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Tab Sensor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값이 모두 정상 값으로 보고하는 현상 확인했습니다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음극의 경우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 ID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유무를 통해 회피 로직 적용했으나 양극은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 ID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 없어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Sensor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비전을 통한 조치가 필요합니다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 특정 설비 조합에 따른 탭접힘 발생 빈도 차이를 분석했으며 롤프레스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1,3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호기에서 노칭 음극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 투입 시 불량률이 증가하는 현상을 확인했습니다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분석 대상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3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 5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 라미 전호기 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발생 원인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① 롤프레스와 노칭 공정 모두 권취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권출 방향에 의해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Top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또는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Back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면 중 한 면이 보빈 중앙 방향으로 말리도록 생산이 이루어짐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② 노칭 음극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Dancer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압력이 높게 설정되어 타오기 대비 권취된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Tension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 높아 탭 휘어짐이 더 크게 발생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5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탭접힘 불량률은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0.01%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수준을 유지하고 있으며 탭접힘 불량이 다발하는 설비 조합의 생산 감소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4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중 기구부 개선이 영향을 준 것으로 추정하고 있습니다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설비 투입 경로에 따른 상관성 분석과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2)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라미 기구부 개선에 따른 효과성 검증하여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과제 완료보고 진행했습니다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(6/19)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1)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설비 투입 경로에 따른 상관성 분석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분석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설비 투입 경로에 따른 탭접힘 불량률 변화에 근거하여 최적의 설비 조합 도출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코터 홀수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→ 노칭 짝수 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&amp;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코팅짝수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→ 노칭 홀수 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조치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RP, N&amp;D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의 본도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미러 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투입 방향 통일화 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Tab Press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Shinny(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코팅 기준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Back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에 가하도록 선별 투입 적용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(3/30~)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개선 사항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공급부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~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커터 구간에서의 탭접힘 발생률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0.08%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개선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배출단에서의 진입 가이드 형상 변경했으며 이에 따른  탭접힘 효과성 검증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분석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합치부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~ Final Vision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구간에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센서 추가 설치 및 데이터 수집하여 개선 필요한 기구부 세부 위치 도출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조치 내용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진입 가이드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~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상도 간격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Gap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조정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(2.5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0.9 mm)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                     Z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진입 가이드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~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하도 높이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Gap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조정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(2.2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1.9 mm)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개선 사항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합치부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~ Final Vision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사이 발생하는 탭접힘 불량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0.01%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개선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‘26.06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김석중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427520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DX_13]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Tab Pitch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정보 수집을 통한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Tab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불량 개선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/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23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17C6DA45-F86D-7DBB-7A3E-C4A365081F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6793647"/>
              </p:ext>
            </p:extLst>
          </p:nvPr>
        </p:nvGraphicFramePr>
        <p:xfrm>
          <a:off x="5343973" y="1580435"/>
          <a:ext cx="3243713" cy="440055"/>
        </p:xfrm>
        <a:graphic>
          <a:graphicData uri="http://schemas.openxmlformats.org/drawingml/2006/table">
            <a:tbl>
              <a:tblPr/>
              <a:tblGrid>
                <a:gridCol w="810928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086067">
                  <a:extLst>
                    <a:ext uri="{9D8B030D-6E8A-4147-A177-3AD203B41FA5}">
                      <a16:colId xmlns:a16="http://schemas.microsoft.com/office/drawing/2014/main" val="1771011708"/>
                    </a:ext>
                  </a:extLst>
                </a:gridCol>
                <a:gridCol w="535790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  <a:gridCol w="810928">
                  <a:extLst>
                    <a:ext uri="{9D8B030D-6E8A-4147-A177-3AD203B41FA5}">
                      <a16:colId xmlns:a16="http://schemas.microsoft.com/office/drawing/2014/main" val="1106609306"/>
                    </a:ext>
                  </a:extLst>
                </a:gridCol>
              </a:tblGrid>
              <a:tr h="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일정</a:t>
                      </a:r>
                    </a:p>
                  </a:txBody>
                  <a:tcPr marL="8659" marR="8659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8659" marR="8659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 분석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선별 투입 로직 적용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효과 검증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완료보고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’26.4.15</a:t>
                      </a:r>
                      <a:endParaRPr kumimoji="0" lang="ko-KR" altLang="en-US" sz="900" b="0" i="0" u="none" strike="sng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‘26.4.30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’26.05.31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‘26.06.19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325DD74-7EAF-A2C0-860D-E0F1A8FD04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4493781"/>
              </p:ext>
            </p:extLst>
          </p:nvPr>
        </p:nvGraphicFramePr>
        <p:xfrm>
          <a:off x="4882999" y="119739"/>
          <a:ext cx="3245002" cy="647700"/>
        </p:xfrm>
        <a:graphic>
          <a:graphicData uri="http://schemas.openxmlformats.org/drawingml/2006/table">
            <a:tbl>
              <a:tblPr/>
              <a:tblGrid>
                <a:gridCol w="377326">
                  <a:extLst>
                    <a:ext uri="{9D8B030D-6E8A-4147-A177-3AD203B41FA5}">
                      <a16:colId xmlns:a16="http://schemas.microsoft.com/office/drawing/2014/main" val="2748803771"/>
                    </a:ext>
                  </a:extLst>
                </a:gridCol>
                <a:gridCol w="528256">
                  <a:extLst>
                    <a:ext uri="{9D8B030D-6E8A-4147-A177-3AD203B41FA5}">
                      <a16:colId xmlns:a16="http://schemas.microsoft.com/office/drawing/2014/main" val="4136678554"/>
                    </a:ext>
                  </a:extLst>
                </a:gridCol>
                <a:gridCol w="2339420">
                  <a:extLst>
                    <a:ext uri="{9D8B030D-6E8A-4147-A177-3AD203B41FA5}">
                      <a16:colId xmlns:a16="http://schemas.microsoft.com/office/drawing/2014/main" val="1659110625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항목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97101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현재 단계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효과성 검증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709589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진척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과제 완료보고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22959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전주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과제 완료보고 자료 작성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084564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9CC4ECED-D9F9-330A-C412-3C8A5A976F32}"/>
              </a:ext>
            </a:extLst>
          </p:cNvPr>
          <p:cNvSpPr txBox="1"/>
          <p:nvPr/>
        </p:nvSpPr>
        <p:spPr>
          <a:xfrm>
            <a:off x="6109178" y="2020490"/>
            <a:ext cx="152477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700">
                <a:solidFill>
                  <a:srgbClr val="006600"/>
                </a:solidFill>
              </a:rPr>
              <a:t>노칭 </a:t>
            </a:r>
            <a:r>
              <a:rPr lang="en-US" altLang="ko-KR" sz="700">
                <a:solidFill>
                  <a:srgbClr val="006600"/>
                </a:solidFill>
              </a:rPr>
              <a:t>Curl</a:t>
            </a:r>
            <a:r>
              <a:rPr lang="ko-KR" altLang="en-US" sz="700">
                <a:solidFill>
                  <a:srgbClr val="006600"/>
                </a:solidFill>
              </a:rPr>
              <a:t>와 라미 </a:t>
            </a:r>
            <a:r>
              <a:rPr lang="ko-KR" altLang="en-US" sz="700" err="1">
                <a:solidFill>
                  <a:srgbClr val="006600"/>
                </a:solidFill>
              </a:rPr>
              <a:t>탭접힘과의</a:t>
            </a:r>
            <a:r>
              <a:rPr lang="ko-KR" altLang="en-US" sz="700">
                <a:solidFill>
                  <a:srgbClr val="006600"/>
                </a:solidFill>
              </a:rPr>
              <a:t> 상관성이</a:t>
            </a:r>
            <a:endParaRPr lang="en-US" altLang="ko-KR" sz="700">
              <a:solidFill>
                <a:srgbClr val="006600"/>
              </a:solidFill>
            </a:endParaRPr>
          </a:p>
          <a:p>
            <a:pPr algn="ctr"/>
            <a:r>
              <a:rPr lang="ko-KR" altLang="en-US" sz="700">
                <a:solidFill>
                  <a:srgbClr val="006600"/>
                </a:solidFill>
              </a:rPr>
              <a:t>확인되지 않아 선별 투입 </a:t>
            </a:r>
            <a:r>
              <a:rPr lang="en-US" altLang="ko-KR" sz="700">
                <a:solidFill>
                  <a:srgbClr val="006600"/>
                </a:solidFill>
              </a:rPr>
              <a:t>Drop (4/11)</a:t>
            </a:r>
            <a:endParaRPr lang="ko-KR" altLang="en-US" sz="700">
              <a:solidFill>
                <a:srgbClr val="006600"/>
              </a:solidFill>
            </a:endParaRPr>
          </a:p>
        </p:txBody>
      </p:sp>
      <p:graphicFrame>
        <p:nvGraphicFramePr>
          <p:cNvPr id="6" name="차트 5">
            <a:extLst>
              <a:ext uri="{FF2B5EF4-FFF2-40B4-BE49-F238E27FC236}">
                <a16:creationId xmlns:a16="http://schemas.microsoft.com/office/drawing/2014/main" id="{98345189-88D2-3C49-4C25-5CA162192C9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7997179"/>
              </p:ext>
            </p:extLst>
          </p:nvPr>
        </p:nvGraphicFramePr>
        <p:xfrm>
          <a:off x="5482513" y="5384336"/>
          <a:ext cx="3985017" cy="11492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8DBA8E7-80D8-7A1C-D22D-BFD495EDF663}"/>
              </a:ext>
            </a:extLst>
          </p:cNvPr>
          <p:cNvSpPr/>
          <p:nvPr/>
        </p:nvSpPr>
        <p:spPr>
          <a:xfrm>
            <a:off x="6944156" y="5258891"/>
            <a:ext cx="2523374" cy="25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R/P, N&amp;D </a:t>
            </a:r>
            <a:r>
              <a:rPr lang="ko-KR" altLang="en-US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본도</a:t>
            </a:r>
            <a:r>
              <a:rPr lang="en-US" altLang="ko-KR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미러 음극투입방향 통일화</a:t>
            </a:r>
            <a:r>
              <a:rPr lang="en-US" altLang="ko-KR" sz="8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(3/30~)</a:t>
            </a:r>
            <a:endParaRPr lang="ko-KR" altLang="en-US">
              <a:solidFill>
                <a:srgbClr val="FF0000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DDAEF0C-AAD8-35E9-D287-173AE6BCD2E5}"/>
              </a:ext>
            </a:extLst>
          </p:cNvPr>
          <p:cNvSpPr/>
          <p:nvPr/>
        </p:nvSpPr>
        <p:spPr>
          <a:xfrm>
            <a:off x="7973796" y="5462591"/>
            <a:ext cx="1717319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배출단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진입가이드 변경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(W22)</a:t>
            </a: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5" name="그림 34">
            <a:extLst>
              <a:ext uri="{FF2B5EF4-FFF2-40B4-BE49-F238E27FC236}">
                <a16:creationId xmlns:a16="http://schemas.microsoft.com/office/drawing/2014/main" id="{A3407F78-03F2-F33C-2D6B-1454B8F2693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7686" y="5827818"/>
            <a:ext cx="1781651" cy="592985"/>
          </a:xfrm>
          <a:prstGeom prst="rect">
            <a:avLst/>
          </a:prstGeom>
        </p:spPr>
      </p:pic>
      <p:sp>
        <p:nvSpPr>
          <p:cNvPr id="36" name="직사각형 35">
            <a:extLst>
              <a:ext uri="{FF2B5EF4-FFF2-40B4-BE49-F238E27FC236}">
                <a16:creationId xmlns:a16="http://schemas.microsoft.com/office/drawing/2014/main" id="{E28C19FE-22E6-18DB-A362-4AFFF0EDEDA6}"/>
              </a:ext>
            </a:extLst>
          </p:cNvPr>
          <p:cNvSpPr/>
          <p:nvPr/>
        </p:nvSpPr>
        <p:spPr>
          <a:xfrm>
            <a:off x="1959771" y="5914240"/>
            <a:ext cx="492443" cy="25596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422041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highlight>
                  <a:srgbClr val="FFFF00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배출단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highlight>
                <a:srgbClr val="FFFF00"/>
              </a:highlight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64067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571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877830" y="418066"/>
            <a:ext cx="85921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임성묵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0308206"/>
              </p:ext>
            </p:extLst>
          </p:nvPr>
        </p:nvGraphicFramePr>
        <p:xfrm>
          <a:off x="125047" y="840840"/>
          <a:ext cx="9644176" cy="559909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90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40049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ESMI2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ESMIL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ESOT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ESHD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(W27)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특이사항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Mono-Sepa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하부분리막 비전 불량 유형별 자동 분류를 통한 조치 세분화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(Mono Sepa Appearance 0.42%→0.15%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세분화 분류 유형에 대한 발생 원인 분석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활동 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자동분류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Tool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DAILY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 정보 수집 및 전처리 진행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불량셀 이미지에 대한 딥러닝 자동분류 체계 구축  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 검증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모노세파 불량 이미지를 토대로 자동분류 진행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조치 가이드 제공 및 고도화 병행 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Worst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호기별 주요 불량 유형 현황 공유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시간단위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발생 위치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/contact map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대조를 통한 조치 방향 제시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분류 유형에 대한 주요 발생시점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인자 분석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indent="0" algn="l" font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* ESHD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양산 일정에 대비하여 사전 준비작업 진행 중입니다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. 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-. Crop image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현상 파악 완료 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-.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자동화 분류 체계 완료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-. Report-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시각화 초안 작업 진행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.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(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현재 별도의 생산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data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가 없어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report-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시각화는 생산일정에 맞추어 모니터링 될 수 있도록 하겠습니다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.)</a:t>
                      </a:r>
                    </a:p>
                    <a:p>
                      <a:pPr marL="0" indent="0" algn="l" fontAlgn="ctr">
                        <a:buNone/>
                      </a:pPr>
                      <a:endParaRPr lang="en-US" altLang="ko-KR" sz="90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*ESOT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분류 자동화 횡전개 완료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(26.05.18) 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*MI2(ESS)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전극가루 유형에 대한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전공정 불량 특이사항 분석 진행 중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(26.05.18~ ) 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관련내용은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MonoSeap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불량분석 슬라이드에 기입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(64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번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slide) </a:t>
                      </a:r>
                    </a:p>
                    <a:p>
                      <a:pPr marL="0" indent="0" algn="l" fontAlgn="ctr">
                        <a:buNone/>
                      </a:pPr>
                      <a:endParaRPr lang="en-US" altLang="ko-KR" sz="900">
                        <a:solidFill>
                          <a:srgbClr val="1414FE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076711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DX_18&amp;19]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딥러닝 활용 불량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Image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자동분류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Tool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구축 활용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07/01(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E9A3DDF-4295-687C-80F3-EEF9A263A0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300274"/>
              </p:ext>
            </p:extLst>
          </p:nvPr>
        </p:nvGraphicFramePr>
        <p:xfrm>
          <a:off x="1496041" y="3620723"/>
          <a:ext cx="3142190" cy="440055"/>
        </p:xfrm>
        <a:graphic>
          <a:graphicData uri="http://schemas.openxmlformats.org/drawingml/2006/table">
            <a:tbl>
              <a:tblPr/>
              <a:tblGrid>
                <a:gridCol w="1031095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1771011708"/>
                    </a:ext>
                  </a:extLst>
                </a:gridCol>
                <a:gridCol w="1031095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</a:tblGrid>
              <a:tr h="0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일정</a:t>
                      </a:r>
                    </a:p>
                  </a:txBody>
                  <a:tcPr marL="8659" marR="8659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597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 체계 구축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정합성 검증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활용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고도화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횡전개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’26.01.31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‘26.02.10 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’26.02.11~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7B6DF4A-E470-F588-4511-B6F5D583AE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2673973"/>
              </p:ext>
            </p:extLst>
          </p:nvPr>
        </p:nvGraphicFramePr>
        <p:xfrm>
          <a:off x="5333268" y="151071"/>
          <a:ext cx="2808000" cy="647700"/>
        </p:xfrm>
        <a:graphic>
          <a:graphicData uri="http://schemas.openxmlformats.org/drawingml/2006/table">
            <a:tbl>
              <a:tblPr/>
              <a:tblGrid>
                <a:gridCol w="360000">
                  <a:extLst>
                    <a:ext uri="{9D8B030D-6E8A-4147-A177-3AD203B41FA5}">
                      <a16:colId xmlns:a16="http://schemas.microsoft.com/office/drawing/2014/main" val="274880377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36678554"/>
                    </a:ext>
                  </a:extLst>
                </a:gridCol>
                <a:gridCol w="1944000">
                  <a:extLst>
                    <a:ext uri="{9D8B030D-6E8A-4147-A177-3AD203B41FA5}">
                      <a16:colId xmlns:a16="http://schemas.microsoft.com/office/drawing/2014/main" val="1659110625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항목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971011"/>
                  </a:ext>
                </a:extLst>
              </a:tr>
              <a:tr h="79261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현재 단계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적용 및 확산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709589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진척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DX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과제 완료보고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22959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전주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084564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50E694A-860E-7170-5BE4-CCD45DCFAE15}"/>
              </a:ext>
            </a:extLst>
          </p:cNvPr>
          <p:cNvSpPr txBox="1"/>
          <p:nvPr/>
        </p:nvSpPr>
        <p:spPr>
          <a:xfrm>
            <a:off x="6042167" y="1633014"/>
            <a:ext cx="54694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>
                <a:solidFill>
                  <a:srgbClr val="006600"/>
                </a:solidFill>
              </a:rPr>
              <a:t>ESMI </a:t>
            </a:r>
            <a:r>
              <a:rPr lang="ko-KR" altLang="en-US" sz="700">
                <a:solidFill>
                  <a:srgbClr val="006600"/>
                </a:solidFill>
              </a:rPr>
              <a:t>기준</a:t>
            </a:r>
          </a:p>
        </p:txBody>
      </p:sp>
    </p:spTree>
    <p:extLst>
      <p:ext uri="{BB962C8B-B14F-4D97-AF65-F5344CB8AC3E}">
        <p14:creationId xmlns:p14="http://schemas.microsoft.com/office/powerpoint/2010/main" val="377086271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571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435401" y="418066"/>
            <a:ext cx="130163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서준효</a:t>
            </a:r>
            <a:r>
              <a:rPr lang="en-US" altLang="ko-KR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이상익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865630"/>
              </p:ext>
            </p:extLst>
          </p:nvPr>
        </p:nvGraphicFramePr>
        <p:xfrm>
          <a:off x="125047" y="840840"/>
          <a:ext cx="9644176" cy="582437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91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8338">
                <a:tc rowSpan="2"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출장 대응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대외 진행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"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북미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ESS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(W30)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특이사항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 개선을 위한 법인 출장 대응 진행 현황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활동 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 OT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 개선 지원 목적 출장 대응 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 MI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LS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수율 안정화 지원 목적 출장 대응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lvl="0" indent="0">
                        <a:lnSpc>
                          <a:spcPts val="1100"/>
                        </a:lnSpc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 HD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수율 안정화 지원 목적 출장 대응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1450" lvl="0" indent="-171450">
                        <a:lnSpc>
                          <a:spcPts val="1100"/>
                        </a:lnSpc>
                        <a:buFontTx/>
                        <a:buChar char="-"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1450" lvl="0" indent="-171450">
                        <a:lnSpc>
                          <a:spcPts val="1100"/>
                        </a:lnSpc>
                        <a:buFontTx/>
                        <a:buChar char="-"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1450" lvl="0" indent="-171450">
                        <a:lnSpc>
                          <a:spcPts val="1100"/>
                        </a:lnSpc>
                        <a:buFontTx/>
                        <a:buChar char="-"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1450" lvl="0" indent="-171450">
                        <a:lnSpc>
                          <a:spcPts val="1100"/>
                        </a:lnSpc>
                        <a:buFontTx/>
                        <a:buChar char="-"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lvl="0" indent="0">
                        <a:lnSpc>
                          <a:spcPts val="1100"/>
                        </a:lnSpc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 WA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수율 안정화 지원 목적 출장 대응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lvl="0" indent="0">
                        <a:lnSpc>
                          <a:spcPts val="1100"/>
                        </a:lnSpc>
                        <a:buFontTx/>
                        <a:buNone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1450" lvl="0" indent="-171450">
                        <a:lnSpc>
                          <a:spcPts val="1100"/>
                        </a:lnSpc>
                        <a:buFontTx/>
                        <a:buChar char="-"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1450" lvl="0" indent="-171450">
                        <a:lnSpc>
                          <a:spcPts val="1100"/>
                        </a:lnSpc>
                        <a:buFontTx/>
                        <a:buChar char="-"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1450" lvl="0" indent="-171450">
                        <a:lnSpc>
                          <a:spcPts val="1100"/>
                        </a:lnSpc>
                        <a:buFontTx/>
                        <a:buChar char="-"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171450" lvl="0" indent="-171450">
                        <a:lnSpc>
                          <a:spcPts val="1100"/>
                        </a:lnSpc>
                        <a:buFontTx/>
                        <a:buChar char="-"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1890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대외 진행 현황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]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특이사항 없습니다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</a:t>
                      </a: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-. CPO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주관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‘26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년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DX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과제 협업</a:t>
                      </a: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전극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(R/P)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단선 불량 개선 과제 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과제 최종 완료 보고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(6/23)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북미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(L&amp;S)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개선 과제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과제 최종 완료 보고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(6/18)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북미 사이트 법인장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담당 대상 제조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DX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솔루션 수율 개선 주요 사례 공유 진행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(6/4) 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*5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CPO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보고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F.up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사항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해당 공유회에서 소개된 주요 과제에 대해 북미 실무자 대상으로 설명회 진행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(6/16~6/17)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*  6/16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일자 공정기술 실무자 대상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: 1) L&amp;S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 개선 솔루션 개발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Unit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모션 데이터 수집을 통한 불량 발생 원인 구체화 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선별 투입 과제 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3)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 위치 불량 분석 자동화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(AI Agent PoC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과제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 6/17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일자 검사기술 실무자 대상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: 1)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 위치 과검 유형 분류 및 조치 자동화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(AI Agent)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 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검사기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PC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관리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Agent</a:t>
                      </a:r>
                      <a:endParaRPr kumimoji="1" lang="en-US" altLang="ko-KR" sz="900" kern="0">
                        <a:solidFill>
                          <a:srgbClr val="0066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49268611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31634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출장 현황 및 대외 진행 현황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1E9E3C7-3268-4561-8B8B-5C7C861839A8}"/>
              </a:ext>
            </a:extLst>
          </p:cNvPr>
          <p:cNvSpPr/>
          <p:nvPr/>
        </p:nvSpPr>
        <p:spPr>
          <a:xfrm>
            <a:off x="108658" y="12255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/22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3EC4A90-05E2-33A7-68C7-23B6D03A60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78873"/>
              </p:ext>
            </p:extLst>
          </p:nvPr>
        </p:nvGraphicFramePr>
        <p:xfrm>
          <a:off x="1468080" y="1982824"/>
          <a:ext cx="4439017" cy="384810"/>
        </p:xfrm>
        <a:graphic>
          <a:graphicData uri="http://schemas.openxmlformats.org/drawingml/2006/table">
            <a:tbl>
              <a:tblPr/>
              <a:tblGrid>
                <a:gridCol w="470446">
                  <a:extLst>
                    <a:ext uri="{9D8B030D-6E8A-4147-A177-3AD203B41FA5}">
                      <a16:colId xmlns:a16="http://schemas.microsoft.com/office/drawing/2014/main" val="765858585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35670612"/>
                    </a:ext>
                  </a:extLst>
                </a:gridCol>
                <a:gridCol w="1908000">
                  <a:extLst>
                    <a:ext uri="{9D8B030D-6E8A-4147-A177-3AD203B41FA5}">
                      <a16:colId xmlns:a16="http://schemas.microsoft.com/office/drawing/2014/main" val="670257715"/>
                    </a:ext>
                  </a:extLst>
                </a:gridCol>
                <a:gridCol w="667512">
                  <a:extLst>
                    <a:ext uri="{9D8B030D-6E8A-4147-A177-3AD203B41FA5}">
                      <a16:colId xmlns:a16="http://schemas.microsoft.com/office/drawing/2014/main" val="3272831552"/>
                    </a:ext>
                  </a:extLst>
                </a:gridCol>
                <a:gridCol w="661539">
                  <a:extLst>
                    <a:ext uri="{9D8B030D-6E8A-4147-A177-3AD203B41FA5}">
                      <a16:colId xmlns:a16="http://schemas.microsoft.com/office/drawing/2014/main" val="3687874748"/>
                    </a:ext>
                  </a:extLst>
                </a:gridCol>
              </a:tblGrid>
              <a:tr h="13397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세부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담당 내 출장자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제조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그룹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419105"/>
                  </a:ext>
                </a:extLst>
              </a:tr>
              <a:tr h="99229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‘26.1.5 ~ 2.6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최이범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P,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하현수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홍진표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김석중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‘26.2.4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‘26.2.13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093694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CAB8FD5-701E-AA35-D021-456DEC377D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4189971"/>
              </p:ext>
            </p:extLst>
          </p:nvPr>
        </p:nvGraphicFramePr>
        <p:xfrm>
          <a:off x="1468080" y="2702054"/>
          <a:ext cx="4439017" cy="399487"/>
        </p:xfrm>
        <a:graphic>
          <a:graphicData uri="http://schemas.openxmlformats.org/drawingml/2006/table">
            <a:tbl>
              <a:tblPr/>
              <a:tblGrid>
                <a:gridCol w="470446">
                  <a:extLst>
                    <a:ext uri="{9D8B030D-6E8A-4147-A177-3AD203B41FA5}">
                      <a16:colId xmlns:a16="http://schemas.microsoft.com/office/drawing/2014/main" val="765858585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35670612"/>
                    </a:ext>
                  </a:extLst>
                </a:gridCol>
                <a:gridCol w="1908000">
                  <a:extLst>
                    <a:ext uri="{9D8B030D-6E8A-4147-A177-3AD203B41FA5}">
                      <a16:colId xmlns:a16="http://schemas.microsoft.com/office/drawing/2014/main" val="670257715"/>
                    </a:ext>
                  </a:extLst>
                </a:gridCol>
                <a:gridCol w="667512">
                  <a:extLst>
                    <a:ext uri="{9D8B030D-6E8A-4147-A177-3AD203B41FA5}">
                      <a16:colId xmlns:a16="http://schemas.microsoft.com/office/drawing/2014/main" val="3272831552"/>
                    </a:ext>
                  </a:extLst>
                </a:gridCol>
                <a:gridCol w="661539">
                  <a:extLst>
                    <a:ext uri="{9D8B030D-6E8A-4147-A177-3AD203B41FA5}">
                      <a16:colId xmlns:a16="http://schemas.microsoft.com/office/drawing/2014/main" val="3687874748"/>
                    </a:ext>
                  </a:extLst>
                </a:gridCol>
              </a:tblGrid>
              <a:tr h="1461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세부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출장자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제조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그룹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419105"/>
                  </a:ext>
                </a:extLst>
              </a:tr>
              <a:tr h="146122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’25.3.27~5.1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서준효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강주예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’26.4.24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’26.5.7(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품의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093694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2FF80D0-B068-2EC6-0869-A9A2414E29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180098"/>
              </p:ext>
            </p:extLst>
          </p:nvPr>
        </p:nvGraphicFramePr>
        <p:xfrm>
          <a:off x="1468080" y="3393006"/>
          <a:ext cx="4439017" cy="399487"/>
        </p:xfrm>
        <a:graphic>
          <a:graphicData uri="http://schemas.openxmlformats.org/drawingml/2006/table">
            <a:tbl>
              <a:tblPr/>
              <a:tblGrid>
                <a:gridCol w="470446">
                  <a:extLst>
                    <a:ext uri="{9D8B030D-6E8A-4147-A177-3AD203B41FA5}">
                      <a16:colId xmlns:a16="http://schemas.microsoft.com/office/drawing/2014/main" val="765858585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35670612"/>
                    </a:ext>
                  </a:extLst>
                </a:gridCol>
                <a:gridCol w="1908000">
                  <a:extLst>
                    <a:ext uri="{9D8B030D-6E8A-4147-A177-3AD203B41FA5}">
                      <a16:colId xmlns:a16="http://schemas.microsoft.com/office/drawing/2014/main" val="670257715"/>
                    </a:ext>
                  </a:extLst>
                </a:gridCol>
                <a:gridCol w="667512">
                  <a:extLst>
                    <a:ext uri="{9D8B030D-6E8A-4147-A177-3AD203B41FA5}">
                      <a16:colId xmlns:a16="http://schemas.microsoft.com/office/drawing/2014/main" val="3272831552"/>
                    </a:ext>
                  </a:extLst>
                </a:gridCol>
                <a:gridCol w="661539">
                  <a:extLst>
                    <a:ext uri="{9D8B030D-6E8A-4147-A177-3AD203B41FA5}">
                      <a16:colId xmlns:a16="http://schemas.microsoft.com/office/drawing/2014/main" val="3687874748"/>
                    </a:ext>
                  </a:extLst>
                </a:gridCol>
              </a:tblGrid>
              <a:tr h="1461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세부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출장자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제조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그룹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419105"/>
                  </a:ext>
                </a:extLst>
              </a:tr>
              <a:tr h="146122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’25.5.29~7.3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정환식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T,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오현석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하현수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강주예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’26.6.30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‘26.7.2(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품의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09369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54255781-37DD-BFEA-C38F-FE89849F19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619054"/>
              </p:ext>
            </p:extLst>
          </p:nvPr>
        </p:nvGraphicFramePr>
        <p:xfrm>
          <a:off x="1468080" y="4081499"/>
          <a:ext cx="4439017" cy="399487"/>
        </p:xfrm>
        <a:graphic>
          <a:graphicData uri="http://schemas.openxmlformats.org/drawingml/2006/table">
            <a:tbl>
              <a:tblPr/>
              <a:tblGrid>
                <a:gridCol w="470446">
                  <a:extLst>
                    <a:ext uri="{9D8B030D-6E8A-4147-A177-3AD203B41FA5}">
                      <a16:colId xmlns:a16="http://schemas.microsoft.com/office/drawing/2014/main" val="765858585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35670612"/>
                    </a:ext>
                  </a:extLst>
                </a:gridCol>
                <a:gridCol w="1908000">
                  <a:extLst>
                    <a:ext uri="{9D8B030D-6E8A-4147-A177-3AD203B41FA5}">
                      <a16:colId xmlns:a16="http://schemas.microsoft.com/office/drawing/2014/main" val="670257715"/>
                    </a:ext>
                  </a:extLst>
                </a:gridCol>
                <a:gridCol w="667512">
                  <a:extLst>
                    <a:ext uri="{9D8B030D-6E8A-4147-A177-3AD203B41FA5}">
                      <a16:colId xmlns:a16="http://schemas.microsoft.com/office/drawing/2014/main" val="3272831552"/>
                    </a:ext>
                  </a:extLst>
                </a:gridCol>
                <a:gridCol w="661539">
                  <a:extLst>
                    <a:ext uri="{9D8B030D-6E8A-4147-A177-3AD203B41FA5}">
                      <a16:colId xmlns:a16="http://schemas.microsoft.com/office/drawing/2014/main" val="3687874748"/>
                    </a:ext>
                  </a:extLst>
                </a:gridCol>
              </a:tblGrid>
              <a:tr h="1461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세부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출장자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제조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그룹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419105"/>
                  </a:ext>
                </a:extLst>
              </a:tr>
              <a:tr h="146122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’25.7.17~8.14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이희원 선임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0936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072584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tabLst>
                <a:tab pos="447675" algn="l"/>
              </a:tabLst>
              <a:defRPr/>
            </a:pP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: 7/28(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 15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이상익 책임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249427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ESMI2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동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/ ESOT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수율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533721"/>
              </p:ext>
            </p:extLst>
          </p:nvPr>
        </p:nvGraphicFramePr>
        <p:xfrm>
          <a:off x="125047" y="840840"/>
          <a:ext cx="9751857" cy="578397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119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72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북미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ESS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(ESMI2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ESOT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ESHD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ESMIL)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26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년 북미 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ESS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법인 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/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월별 물동량 계획 및 수율 현황입니다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북미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생산 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(ESMI2/ESOT/ESHD/ESMIL)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수율 분석 및 현황 파악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연간 물동량은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ESMI2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법인의 비중이 가장 높고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ESST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 두 번째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ESHD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및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ESMIL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은 유사 수준입니다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ESMI2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경우 전월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(’26.6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대비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7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(~19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셀 수율은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0.5%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증가하였고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ESOT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셀 수율은 전월 대비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0.1%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증가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ESMIL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은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0.4%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감소하였습니다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ESHD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는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6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일부터 양산 중이며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7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(~19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셀 수율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97.0%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로 전월 대비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1.9%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증가하였습니다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주요 불량 증감 현황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- ESMI2 :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모노세파외관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(0.21%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), PKG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쇼트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(0.13%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), IR(0.20%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)                          - ESOT :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저전압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L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등급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(0.28%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), IR(0.13%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),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모노스택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(0.09%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▲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- ESMIL : NG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Mark(0.13%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▲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),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라미 미확인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0.11%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▲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),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모노세파외관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(0.06%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▲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)         - ESHD : EOL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두께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(0.56%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) EOL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 치수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(0.40%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), NG Mark (0.21%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▼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모니터링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서준효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이상익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E69F660-EF93-3921-C896-45CFA38822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2036754"/>
              </p:ext>
            </p:extLst>
          </p:nvPr>
        </p:nvGraphicFramePr>
        <p:xfrm>
          <a:off x="1864602" y="2893507"/>
          <a:ext cx="6887924" cy="3648240"/>
        </p:xfrm>
        <a:graphic>
          <a:graphicData uri="http://schemas.openxmlformats.org/drawingml/2006/table">
            <a:tbl>
              <a:tblPr/>
              <a:tblGrid>
                <a:gridCol w="324000">
                  <a:extLst>
                    <a:ext uri="{9D8B030D-6E8A-4147-A177-3AD203B41FA5}">
                      <a16:colId xmlns:a16="http://schemas.microsoft.com/office/drawing/2014/main" val="3739979274"/>
                    </a:ext>
                  </a:extLst>
                </a:gridCol>
                <a:gridCol w="252000">
                  <a:extLst>
                    <a:ext uri="{9D8B030D-6E8A-4147-A177-3AD203B41FA5}">
                      <a16:colId xmlns:a16="http://schemas.microsoft.com/office/drawing/2014/main" val="690547180"/>
                    </a:ext>
                  </a:extLst>
                </a:gridCol>
                <a:gridCol w="252000">
                  <a:extLst>
                    <a:ext uri="{9D8B030D-6E8A-4147-A177-3AD203B41FA5}">
                      <a16:colId xmlns:a16="http://schemas.microsoft.com/office/drawing/2014/main" val="173405133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546435512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3730320963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586103943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92556937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2963240451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3604758444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2369042513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2915020791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2607300648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2359900429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1840982984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658064567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1038555119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431270630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344776723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021992809"/>
                    </a:ext>
                  </a:extLst>
                </a:gridCol>
                <a:gridCol w="515924">
                  <a:extLst>
                    <a:ext uri="{9D8B030D-6E8A-4147-A177-3AD203B41FA5}">
                      <a16:colId xmlns:a16="http://schemas.microsoft.com/office/drawing/2014/main" val="3599546474"/>
                    </a:ext>
                  </a:extLst>
                </a:gridCol>
              </a:tblGrid>
              <a:tr h="2134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타입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'25.12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b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(~19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연간</a:t>
                      </a:r>
                      <a:b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목표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26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년 물동</a:t>
                      </a:r>
                      <a:b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(K Cells)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연간 물동 비중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(%)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2547396"/>
                  </a:ext>
                </a:extLst>
              </a:tr>
              <a:tr h="130411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ESMI2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물동 비중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(%)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81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38,802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7360933"/>
                  </a:ext>
                </a:extLst>
              </a:tr>
              <a:tr h="1363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94.3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96.1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96.0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96.4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2246104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96.9</a:t>
                      </a:r>
                    </a:p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(0.7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96.9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(-)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96.8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(0.1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97.4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97.4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(-)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97.7</a:t>
                      </a:r>
                    </a:p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33024178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98.6</a:t>
                      </a:r>
                    </a:p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(0.6▲)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99.2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(0.6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99.2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(-)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(-)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(-)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88006"/>
                  </a:ext>
                </a:extLst>
              </a:tr>
              <a:tr h="130411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ESOT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물동 비중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(%)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27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26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26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26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13,299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456640"/>
                  </a:ext>
                </a:extLst>
              </a:tr>
              <a:tr h="1363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84.3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94.9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92.3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93.6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94.2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96.3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32630817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94.8</a:t>
                      </a:r>
                    </a:p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(1.2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96.1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(1.3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96.8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(0.7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5405619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90.1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97.5</a:t>
                      </a:r>
                    </a:p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(7.4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98.7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(1.2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95.4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(3.3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96.6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(1.2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98.5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(1.8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98.9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4403741"/>
                  </a:ext>
                </a:extLst>
              </a:tr>
              <a:tr h="130411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ESMIL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물동 비중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(%)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9,178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3562441"/>
                  </a:ext>
                </a:extLst>
              </a:tr>
              <a:tr h="130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95.1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96.4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95.3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0311396"/>
                  </a:ext>
                </a:extLst>
              </a:tr>
              <a:tr h="130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(-)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97.5</a:t>
                      </a:r>
                    </a:p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1769364"/>
                  </a:ext>
                </a:extLst>
              </a:tr>
              <a:tr h="130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98.0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98.5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(-)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98.6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1735535"/>
                  </a:ext>
                </a:extLst>
              </a:tr>
              <a:tr h="130411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물동 비중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(%)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18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7,710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3639733"/>
                  </a:ext>
                </a:extLst>
              </a:tr>
              <a:tr h="1363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95.1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95.0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56099942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97.8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(0.6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96.3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22698218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97.8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99.3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(1.5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▲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98.6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130636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84AA196B-BB53-D1FB-D509-4AC31DF074AB}"/>
              </a:ext>
            </a:extLst>
          </p:cNvPr>
          <p:cNvSpPr txBox="1"/>
          <p:nvPr/>
        </p:nvSpPr>
        <p:spPr>
          <a:xfrm>
            <a:off x="6219420" y="2163185"/>
            <a:ext cx="175736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</a:rPr>
              <a:t>└ </a:t>
            </a:r>
            <a:r>
              <a:rPr lang="en-US" altLang="ko-KR" sz="800">
                <a:solidFill>
                  <a:srgbClr val="006600"/>
                </a:solidFill>
              </a:rPr>
              <a:t>STK</a:t>
            </a:r>
            <a:r>
              <a:rPr lang="ko-KR" altLang="en-US" sz="800">
                <a:solidFill>
                  <a:srgbClr val="006600"/>
                </a:solidFill>
              </a:rPr>
              <a:t> 수율 </a:t>
            </a:r>
            <a:r>
              <a:rPr lang="en-US" altLang="ko-KR" sz="800">
                <a:solidFill>
                  <a:srgbClr val="006600"/>
                </a:solidFill>
              </a:rPr>
              <a:t>0.3%</a:t>
            </a:r>
            <a:r>
              <a:rPr lang="ko-KR" altLang="en-US" sz="800">
                <a:solidFill>
                  <a:srgbClr val="006600"/>
                </a:solidFill>
              </a:rPr>
              <a:t>▼</a:t>
            </a:r>
            <a:r>
              <a:rPr lang="en-US" altLang="ko-KR" sz="800">
                <a:solidFill>
                  <a:srgbClr val="006600"/>
                </a:solidFill>
              </a:rPr>
              <a:t>, EOL </a:t>
            </a:r>
            <a:r>
              <a:rPr lang="ko-KR" altLang="en-US" sz="800">
                <a:solidFill>
                  <a:srgbClr val="006600"/>
                </a:solidFill>
              </a:rPr>
              <a:t>수율 </a:t>
            </a:r>
            <a:r>
              <a:rPr lang="en-US" altLang="ko-KR" sz="800">
                <a:solidFill>
                  <a:srgbClr val="006600"/>
                </a:solidFill>
              </a:rPr>
              <a:t>0.3%</a:t>
            </a:r>
            <a:r>
              <a:rPr lang="ko-KR" altLang="en-US" sz="800">
                <a:solidFill>
                  <a:srgbClr val="006600"/>
                </a:solidFill>
              </a:rPr>
              <a:t>▲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C6A8FF8-5FB3-EC08-7ECA-003634139B3C}"/>
              </a:ext>
            </a:extLst>
          </p:cNvPr>
          <p:cNvSpPr txBox="1"/>
          <p:nvPr/>
        </p:nvSpPr>
        <p:spPr>
          <a:xfrm>
            <a:off x="8181259" y="2702718"/>
            <a:ext cx="67754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</a:rPr>
              <a:t>전 </a:t>
            </a:r>
            <a:r>
              <a:rPr lang="en-US" altLang="ko-KR" sz="800">
                <a:solidFill>
                  <a:srgbClr val="006600"/>
                </a:solidFill>
              </a:rPr>
              <a:t>Site </a:t>
            </a:r>
            <a:r>
              <a:rPr lang="ko-KR" altLang="en-US" sz="800">
                <a:solidFill>
                  <a:srgbClr val="006600"/>
                </a:solidFill>
              </a:rPr>
              <a:t>기준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321D513-747A-649C-8CE5-1009EFEA333F}"/>
              </a:ext>
            </a:extLst>
          </p:cNvPr>
          <p:cNvSpPr txBox="1"/>
          <p:nvPr/>
        </p:nvSpPr>
        <p:spPr>
          <a:xfrm>
            <a:off x="6908313" y="1890836"/>
            <a:ext cx="19504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</a:rPr>
              <a:t>┌ </a:t>
            </a:r>
            <a:r>
              <a:rPr lang="en-US" altLang="ko-KR" sz="800">
                <a:solidFill>
                  <a:srgbClr val="006600"/>
                </a:solidFill>
              </a:rPr>
              <a:t> LAM </a:t>
            </a:r>
            <a:r>
              <a:rPr lang="ko-KR" altLang="en-US" sz="800">
                <a:solidFill>
                  <a:srgbClr val="006600"/>
                </a:solidFill>
              </a:rPr>
              <a:t>수율 </a:t>
            </a:r>
            <a:r>
              <a:rPr lang="en-US" altLang="ko-KR" sz="800">
                <a:solidFill>
                  <a:srgbClr val="006600"/>
                </a:solidFill>
              </a:rPr>
              <a:t>0.1% </a:t>
            </a:r>
            <a:r>
              <a:rPr lang="ko-KR" altLang="en-US" sz="800">
                <a:solidFill>
                  <a:srgbClr val="006600"/>
                </a:solidFill>
              </a:rPr>
              <a:t>▼</a:t>
            </a:r>
            <a:r>
              <a:rPr lang="en-US" altLang="ko-KR" sz="800">
                <a:solidFill>
                  <a:srgbClr val="006600"/>
                </a:solidFill>
              </a:rPr>
              <a:t>, STK </a:t>
            </a:r>
            <a:r>
              <a:rPr lang="ko-KR" altLang="en-US" sz="800">
                <a:solidFill>
                  <a:srgbClr val="006600"/>
                </a:solidFill>
              </a:rPr>
              <a:t>수율 </a:t>
            </a:r>
            <a:r>
              <a:rPr lang="en-US" altLang="ko-KR" sz="800">
                <a:solidFill>
                  <a:srgbClr val="006600"/>
                </a:solidFill>
              </a:rPr>
              <a:t>0.3% </a:t>
            </a:r>
            <a:r>
              <a:rPr lang="ko-KR" altLang="en-US" sz="800">
                <a:solidFill>
                  <a:srgbClr val="006600"/>
                </a:solidFill>
              </a:rPr>
              <a:t>▼</a:t>
            </a:r>
          </a:p>
        </p:txBody>
      </p:sp>
    </p:spTree>
    <p:extLst>
      <p:ext uri="{BB962C8B-B14F-4D97-AF65-F5344CB8AC3E}">
        <p14:creationId xmlns:p14="http://schemas.microsoft.com/office/powerpoint/2010/main" val="380308221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7/28 (</a:t>
            </a:r>
            <a:r>
              <a:rPr lang="ko-KR" altLang="en-US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허윤서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3349017"/>
              </p:ext>
            </p:extLst>
          </p:nvPr>
        </p:nvGraphicFramePr>
        <p:xfrm>
          <a:off x="0" y="848953"/>
          <a:ext cx="9751857" cy="5817413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2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9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36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4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975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전극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ESMI 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코터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공정이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99.7%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가장 불량률이 높은 항목은 재조건조정으로 전월 대비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0.04%p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0.16%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허윤서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194065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조립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 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라미네이션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스태킹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공정이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99.0%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 항목은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마크로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전월과 동일한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0.33%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noProof="0">
                        <a:solidFill>
                          <a:srgbClr val="0000FF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0453728"/>
                  </a:ext>
                </a:extLst>
              </a:tr>
              <a:tr h="1782971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 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EOL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공정이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99.7%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 항목은 리드 외관으로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전월 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0.02%p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0.09%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16468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472E171-D1D3-400C-B416-93D7B68E3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8684489"/>
              </p:ext>
            </p:extLst>
          </p:nvPr>
        </p:nvGraphicFramePr>
        <p:xfrm>
          <a:off x="1676399" y="1666211"/>
          <a:ext cx="2783157" cy="1085850"/>
        </p:xfrm>
        <a:graphic>
          <a:graphicData uri="http://schemas.openxmlformats.org/drawingml/2006/table">
            <a:tbl>
              <a:tblPr/>
              <a:tblGrid>
                <a:gridCol w="75990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805764574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롤프레스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+0.3%p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3470D81-2A51-44B3-A6BB-CD8CA0F3C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199136"/>
              </p:ext>
            </p:extLst>
          </p:nvPr>
        </p:nvGraphicFramePr>
        <p:xfrm>
          <a:off x="1603302" y="5381454"/>
          <a:ext cx="3807487" cy="1160145"/>
        </p:xfrm>
        <a:graphic>
          <a:graphicData uri="http://schemas.openxmlformats.org/drawingml/2006/table">
            <a:tbl>
              <a:tblPr/>
              <a:tblGrid>
                <a:gridCol w="68708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87943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594251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595108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  <a:gridCol w="759417">
                  <a:extLst>
                    <a:ext uri="{9D8B030D-6E8A-4147-A177-3AD203B41FA5}">
                      <a16:colId xmlns:a16="http://schemas.microsoft.com/office/drawing/2014/main" val="1218088475"/>
                    </a:ext>
                  </a:extLst>
                </a:gridCol>
                <a:gridCol w="483682">
                  <a:extLst>
                    <a:ext uri="{9D8B030D-6E8A-4147-A177-3AD203B41FA5}">
                      <a16:colId xmlns:a16="http://schemas.microsoft.com/office/drawing/2014/main" val="245501871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st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DGS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nd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저전압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용량 불량배출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EOL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+0.3%p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3E32185-611D-4FB9-A8E7-E49F2D59E1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1177419"/>
              </p:ext>
            </p:extLst>
          </p:nvPr>
        </p:nvGraphicFramePr>
        <p:xfrm>
          <a:off x="1698433" y="3448061"/>
          <a:ext cx="2781300" cy="1085850"/>
        </p:xfrm>
        <a:graphic>
          <a:graphicData uri="http://schemas.openxmlformats.org/drawingml/2006/table">
            <a:tbl>
              <a:tblPr/>
              <a:tblGrid>
                <a:gridCol w="759399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스태킹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패키징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+0.4%p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BA6043FC-CD0C-495B-80FB-DE87727653BB}"/>
              </a:ext>
            </a:extLst>
          </p:cNvPr>
          <p:cNvSpPr txBox="1">
            <a:spLocks/>
          </p:cNvSpPr>
          <p:nvPr/>
        </p:nvSpPr>
        <p:spPr>
          <a:xfrm>
            <a:off x="108657" y="612730"/>
            <a:ext cx="420616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ESMI 2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동 수율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공정 별 현황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 JF2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E8FC504A-839F-8203-53D8-35CFFC0DB0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78037" y="1323974"/>
            <a:ext cx="2160000" cy="1586949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3BB25D93-5987-961D-A0C0-9C033008603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78037" y="3172533"/>
            <a:ext cx="2160000" cy="1658181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58658915-B312-0E03-1B7D-D1D1C06E40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78037" y="5092324"/>
            <a:ext cx="2160000" cy="1574042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F080ABDF-0CD7-4465-8723-431DABF7FF72}"/>
              </a:ext>
            </a:extLst>
          </p:cNvPr>
          <p:cNvSpPr/>
          <p:nvPr/>
        </p:nvSpPr>
        <p:spPr>
          <a:xfrm>
            <a:off x="6538706" y="1404601"/>
            <a:ext cx="1270720" cy="26161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>
                <a:solidFill>
                  <a:schemeClr val="tx1"/>
                </a:solidFill>
              </a:rPr>
              <a:t>WF</a:t>
            </a:r>
            <a:r>
              <a:rPr lang="ko-KR" altLang="en-US" sz="1000">
                <a:solidFill>
                  <a:schemeClr val="tx1"/>
                </a:solidFill>
              </a:rPr>
              <a:t>문제로 사진 변경</a:t>
            </a:r>
            <a:r>
              <a:rPr lang="en-US" altLang="ko-KR" sz="1000">
                <a:solidFill>
                  <a:schemeClr val="tx1"/>
                </a:solidFill>
              </a:rPr>
              <a:t>X</a:t>
            </a:r>
            <a:endParaRPr lang="ko-KR" altLang="en-US" sz="10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548280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6042782"/>
              </p:ext>
            </p:extLst>
          </p:nvPr>
        </p:nvGraphicFramePr>
        <p:xfrm>
          <a:off x="0" y="848953"/>
          <a:ext cx="9751857" cy="5817413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2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9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36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4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975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전극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ESOT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수율은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코팅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노칭 공정이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99.9%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가장 불량률이 높은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항목은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Re-Winding Loss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전월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0.04%p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0.08%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en-US" altLang="ko-KR" sz="900" b="0" i="0" u="none" strike="noStrike" kern="1200" baseline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허윤서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194065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조립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ESOT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수율은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스태킹이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98.7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 항목은 모노세파 외관으로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전월 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0.05%p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0.31%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0453728"/>
                  </a:ext>
                </a:extLst>
              </a:tr>
              <a:tr h="1782971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ESOT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수율은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EOL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99.4%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항목은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MV/DAY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전월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0.02%p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0.17%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16468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472E171-D1D3-400C-B416-93D7B68E3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1887847"/>
              </p:ext>
            </p:extLst>
          </p:nvPr>
        </p:nvGraphicFramePr>
        <p:xfrm>
          <a:off x="1676399" y="1666211"/>
          <a:ext cx="2783157" cy="1085850"/>
        </p:xfrm>
        <a:graphic>
          <a:graphicData uri="http://schemas.openxmlformats.org/drawingml/2006/table">
            <a:tbl>
              <a:tblPr/>
              <a:tblGrid>
                <a:gridCol w="75990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805764574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롤프레스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+0.2%p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3470D81-2A51-44B3-A6BB-CD8CA0F3C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5270899"/>
              </p:ext>
            </p:extLst>
          </p:nvPr>
        </p:nvGraphicFramePr>
        <p:xfrm>
          <a:off x="1536627" y="5333829"/>
          <a:ext cx="3807487" cy="1160145"/>
        </p:xfrm>
        <a:graphic>
          <a:graphicData uri="http://schemas.openxmlformats.org/drawingml/2006/table">
            <a:tbl>
              <a:tblPr/>
              <a:tblGrid>
                <a:gridCol w="68708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87943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594251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595108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  <a:gridCol w="759417">
                  <a:extLst>
                    <a:ext uri="{9D8B030D-6E8A-4147-A177-3AD203B41FA5}">
                      <a16:colId xmlns:a16="http://schemas.microsoft.com/office/drawing/2014/main" val="1218088475"/>
                    </a:ext>
                  </a:extLst>
                </a:gridCol>
                <a:gridCol w="483682">
                  <a:extLst>
                    <a:ext uri="{9D8B030D-6E8A-4147-A177-3AD203B41FA5}">
                      <a16:colId xmlns:a16="http://schemas.microsoft.com/office/drawing/2014/main" val="245501871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st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DGS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nd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저전압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용량 불량배출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EOL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+0.3%p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+0.4%p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3E32185-611D-4FB9-A8E7-E49F2D59E1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5248971"/>
              </p:ext>
            </p:extLst>
          </p:nvPr>
        </p:nvGraphicFramePr>
        <p:xfrm>
          <a:off x="1698433" y="3448061"/>
          <a:ext cx="2781300" cy="1085850"/>
        </p:xfrm>
        <a:graphic>
          <a:graphicData uri="http://schemas.openxmlformats.org/drawingml/2006/table">
            <a:tbl>
              <a:tblPr/>
              <a:tblGrid>
                <a:gridCol w="759399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스태킹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패키징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-0.3%p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CC9E2F48-511A-2B37-9B1F-1BECDEFA3C7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F27C56C8-DC31-3531-1CF5-DAEA4CBCF0C7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허윤서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9B1B1107-6DF7-4659-B28B-EA7FBBEEFC12}"/>
              </a:ext>
            </a:extLst>
          </p:cNvPr>
          <p:cNvSpPr txBox="1">
            <a:spLocks/>
          </p:cNvSpPr>
          <p:nvPr/>
        </p:nvSpPr>
        <p:spPr>
          <a:xfrm>
            <a:off x="108657" y="612730"/>
            <a:ext cx="420616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ESOT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공정 별 현황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 JF2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84E89FE-FF98-3135-903C-46722CDE774B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7/28 (</a:t>
            </a:r>
            <a:r>
              <a:rPr lang="ko-KR" altLang="en-US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BB0C8D82-038C-D204-52A5-A44E124884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00741" y="1335244"/>
            <a:ext cx="2160000" cy="1590731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78E39425-2820-80F6-3D14-29DB995223E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00741" y="3187584"/>
            <a:ext cx="2160000" cy="1661999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E1BAE40B-7857-5E45-6903-5F054C674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00741" y="5071363"/>
            <a:ext cx="2160000" cy="1575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080115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3308461"/>
              </p:ext>
            </p:extLst>
          </p:nvPr>
        </p:nvGraphicFramePr>
        <p:xfrm>
          <a:off x="0" y="848953"/>
          <a:ext cx="9751857" cy="5817413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2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9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36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4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975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전극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ESMIL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수율은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 공정이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99.6%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가장 불량률이 높은 항목은 공정은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Process Input Loss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 전월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0.13%p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0.20%p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허윤서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194065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조립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ESMIL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수율은 스태킹 공정이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98.8%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 항목은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Mono Appearance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불량으로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전월 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0.02%p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0.33%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0453728"/>
                  </a:ext>
                </a:extLst>
              </a:tr>
              <a:tr h="1782971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ESMIL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수율은 저전압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용량배출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99.5%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항목은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전월 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0.03%p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감소한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0.25%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16468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472E171-D1D3-400C-B416-93D7B68E3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682421"/>
              </p:ext>
            </p:extLst>
          </p:nvPr>
        </p:nvGraphicFramePr>
        <p:xfrm>
          <a:off x="1676399" y="1666211"/>
          <a:ext cx="2783157" cy="1085850"/>
        </p:xfrm>
        <a:graphic>
          <a:graphicData uri="http://schemas.openxmlformats.org/drawingml/2006/table">
            <a:tbl>
              <a:tblPr/>
              <a:tblGrid>
                <a:gridCol w="75990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805764574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롤프레스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3470D81-2A51-44B3-A6BB-CD8CA0F3C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553894"/>
              </p:ext>
            </p:extLst>
          </p:nvPr>
        </p:nvGraphicFramePr>
        <p:xfrm>
          <a:off x="1603302" y="5381454"/>
          <a:ext cx="3807487" cy="1160145"/>
        </p:xfrm>
        <a:graphic>
          <a:graphicData uri="http://schemas.openxmlformats.org/drawingml/2006/table">
            <a:tbl>
              <a:tblPr/>
              <a:tblGrid>
                <a:gridCol w="68708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87943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594251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595108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  <a:gridCol w="759417">
                  <a:extLst>
                    <a:ext uri="{9D8B030D-6E8A-4147-A177-3AD203B41FA5}">
                      <a16:colId xmlns:a16="http://schemas.microsoft.com/office/drawing/2014/main" val="1218088475"/>
                    </a:ext>
                  </a:extLst>
                </a:gridCol>
                <a:gridCol w="483682">
                  <a:extLst>
                    <a:ext uri="{9D8B030D-6E8A-4147-A177-3AD203B41FA5}">
                      <a16:colId xmlns:a16="http://schemas.microsoft.com/office/drawing/2014/main" val="245501871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st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DGS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nd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저전압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용량 불량배출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EOL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3E32185-611D-4FB9-A8E7-E49F2D59E1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3779352"/>
              </p:ext>
            </p:extLst>
          </p:nvPr>
        </p:nvGraphicFramePr>
        <p:xfrm>
          <a:off x="1698433" y="3448061"/>
          <a:ext cx="2781300" cy="1085850"/>
        </p:xfrm>
        <a:graphic>
          <a:graphicData uri="http://schemas.openxmlformats.org/drawingml/2006/table">
            <a:tbl>
              <a:tblPr/>
              <a:tblGrid>
                <a:gridCol w="759399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스태킹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패키징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-0.2%p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CC9E2F48-511A-2B37-9B1F-1BECDEFA3C7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F27C56C8-DC31-3531-1CF5-DAEA4CBCF0C7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허윤서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9B1B1107-6DF7-4659-B28B-EA7FBBEEFC12}"/>
              </a:ext>
            </a:extLst>
          </p:cNvPr>
          <p:cNvSpPr txBox="1">
            <a:spLocks/>
          </p:cNvSpPr>
          <p:nvPr/>
        </p:nvSpPr>
        <p:spPr>
          <a:xfrm>
            <a:off x="108657" y="612730"/>
            <a:ext cx="420616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ESMIL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공정 별 현황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 JF2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84E89FE-FF98-3135-903C-46722CDE774B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7/28 (</a:t>
            </a:r>
            <a:r>
              <a:rPr lang="ko-KR" altLang="en-US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84724A05-25E6-945F-A119-342BCCCF2AC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81435" y="1316186"/>
            <a:ext cx="2160000" cy="1627649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0566AA64-EE04-1EB1-A493-F958788C53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1435" y="3166903"/>
            <a:ext cx="2160000" cy="1686265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D3CA2F80-523D-5757-75C2-A1EB943EC15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81435" y="5114779"/>
            <a:ext cx="2160000" cy="15038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222627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40C2E3-119E-762C-72CD-E5FB0BCE2B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00F58160-0274-A722-577D-CC45AB2E3D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5833041"/>
              </p:ext>
            </p:extLst>
          </p:nvPr>
        </p:nvGraphicFramePr>
        <p:xfrm>
          <a:off x="0" y="848953"/>
          <a:ext cx="9751857" cy="5817413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2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9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36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4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975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전극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ESHD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코팅 공정이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99.4%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가장 불량률이 높은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항목은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Splice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전월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0.12%p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0.18%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허윤서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194065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조립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라미가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98.8%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 항목은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마크로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전월 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0.09%p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감소한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0.39%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0453728"/>
                  </a:ext>
                </a:extLst>
              </a:tr>
              <a:tr h="1782971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까지의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‘26.7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2nd Formation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99.6%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항목은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등급 불량으로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전월 대비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0.12%p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0.39%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16468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FE7515C-9053-8E55-F29C-5AFC2AA3C0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6811758"/>
              </p:ext>
            </p:extLst>
          </p:nvPr>
        </p:nvGraphicFramePr>
        <p:xfrm>
          <a:off x="1676399" y="1666211"/>
          <a:ext cx="2783157" cy="1085850"/>
        </p:xfrm>
        <a:graphic>
          <a:graphicData uri="http://schemas.openxmlformats.org/drawingml/2006/table">
            <a:tbl>
              <a:tblPr/>
              <a:tblGrid>
                <a:gridCol w="75990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805764574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롤프레스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-0.2%p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+0.6%p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+0.5%p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1CF5407-E593-745C-734E-918F5AE6D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1329166"/>
              </p:ext>
            </p:extLst>
          </p:nvPr>
        </p:nvGraphicFramePr>
        <p:xfrm>
          <a:off x="1536627" y="5333829"/>
          <a:ext cx="3807487" cy="1160145"/>
        </p:xfrm>
        <a:graphic>
          <a:graphicData uri="http://schemas.openxmlformats.org/drawingml/2006/table">
            <a:tbl>
              <a:tblPr/>
              <a:tblGrid>
                <a:gridCol w="68708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87943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594251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595108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  <a:gridCol w="759417">
                  <a:extLst>
                    <a:ext uri="{9D8B030D-6E8A-4147-A177-3AD203B41FA5}">
                      <a16:colId xmlns:a16="http://schemas.microsoft.com/office/drawing/2014/main" val="1218088475"/>
                    </a:ext>
                  </a:extLst>
                </a:gridCol>
                <a:gridCol w="483682">
                  <a:extLst>
                    <a:ext uri="{9D8B030D-6E8A-4147-A177-3AD203B41FA5}">
                      <a16:colId xmlns:a16="http://schemas.microsoft.com/office/drawing/2014/main" val="245501871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st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DGS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nd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저전압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용량 불량배출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EOL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98.4%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+0.3%p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+1.4%p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4AE5B95-52B0-08F2-3550-2CBB42EFA5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7348877"/>
              </p:ext>
            </p:extLst>
          </p:nvPr>
        </p:nvGraphicFramePr>
        <p:xfrm>
          <a:off x="1698433" y="3448061"/>
          <a:ext cx="2781300" cy="1085850"/>
        </p:xfrm>
        <a:graphic>
          <a:graphicData uri="http://schemas.openxmlformats.org/drawingml/2006/table">
            <a:tbl>
              <a:tblPr/>
              <a:tblGrid>
                <a:gridCol w="759399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스태킹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패키징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26.7(~26)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+0.2%p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+0.3%p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sp>
        <p:nvSpPr>
          <p:cNvPr id="2" name="제목 1">
            <a:extLst>
              <a:ext uri="{FF2B5EF4-FFF2-40B4-BE49-F238E27FC236}">
                <a16:creationId xmlns:a16="http://schemas.microsoft.com/office/drawing/2014/main" id="{E96F70E8-877C-EB4D-B7B9-3D283E2FAC8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BA211787-876D-6090-D956-C683B62D6F08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허윤서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EF3F6E8C-E96B-91C9-EEA8-6405E1BB3CC1}"/>
              </a:ext>
            </a:extLst>
          </p:cNvPr>
          <p:cNvSpPr txBox="1">
            <a:spLocks/>
          </p:cNvSpPr>
          <p:nvPr/>
        </p:nvSpPr>
        <p:spPr>
          <a:xfrm>
            <a:off x="108657" y="612730"/>
            <a:ext cx="420616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ESHD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공정 별 현황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 JF2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6029C3B-01D0-C1B0-7474-C58C2B32D9F1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7/28 (</a:t>
            </a:r>
            <a:r>
              <a:rPr lang="ko-KR" altLang="en-US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solidFill>
                  <a:srgbClr val="000000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C1DD239-2FDD-DCE1-6004-D8F5B48A6F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50094" y="1362075"/>
            <a:ext cx="2160000" cy="1558518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0DD2C9A1-00EF-6576-2887-E16BADA226A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56512" y="3178830"/>
            <a:ext cx="2160000" cy="1662472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BED285AA-2C07-F1C6-5FB7-CC2D5893EBF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50094" y="5099539"/>
            <a:ext cx="2160000" cy="15131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97259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922608-927E-D582-63FF-A89B491D06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>
            <a:extLst>
              <a:ext uri="{FF2B5EF4-FFF2-40B4-BE49-F238E27FC236}">
                <a16:creationId xmlns:a16="http://schemas.microsoft.com/office/drawing/2014/main" id="{18EBB1E1-E1FE-571B-D8AF-41FABEFFB24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DB4D8991-6B57-487A-8E48-826E9CCB420F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김민희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8F4AC270-697A-3B2A-E267-84779B3435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6687188"/>
              </p:ext>
            </p:extLst>
          </p:nvPr>
        </p:nvGraphicFramePr>
        <p:xfrm>
          <a:off x="125047" y="840840"/>
          <a:ext cx="9573135" cy="5594502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64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86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7010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라미 공정 </a:t>
                      </a:r>
                      <a:br>
                        <a:rPr lang="en-US" altLang="ko-KR" sz="900">
                          <a:solidFill>
                            <a:srgbClr val="0D0D0D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위치 불량 원인 분석</a:t>
                      </a:r>
                      <a:endParaRPr lang="en-US" altLang="ko-KR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ESMI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2</a:t>
                      </a:r>
                      <a:r>
                        <a:rPr lang="ko-KR" altLang="en-US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동</a:t>
                      </a:r>
                      <a:endParaRPr lang="en-US" altLang="ko-KR" sz="900" kern="1200" baseline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#3,4,5 Line</a:t>
                      </a:r>
                      <a:endParaRPr lang="ko-KR" altLang="en-US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a typeface="LG스마트체 Regular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핵심은 합치 가접롤러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Gap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하한 알람 발생 건에 대하여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STK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모노세파 불량 연계 분석한 내용입니다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 ESMI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동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ESS JF2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모델 라미 위치 불량 분석을 통한 개선안 도출 및 개선 적용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진행사항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-.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수율 개선 활동 진행 방향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  1~4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월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: Daily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분석을 통한 즉조치 필요 개소 확인 및 공유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;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분석 결과 공유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33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건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조치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15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건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  5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월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~   : Para.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간 관계 분석을 통한 동일 불량 현상 반복 발생 개소 관리 방안 검토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-.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합치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가접롤러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Gap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관리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방안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검토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   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진행 사항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: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가접롤러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Gap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하한 알람 발생 건에 대하여 스태킹 모노세파 불량 영향을 확인 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  1) #3-3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: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알람 발생 후 조치까지 </a:t>
                      </a:r>
                      <a:r>
                        <a:rPr kumimoji="1" lang="ko-KR" altLang="en-US" sz="900" u="none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약 </a:t>
                      </a:r>
                      <a:r>
                        <a:rPr kumimoji="1" lang="en-US" altLang="ko-KR" sz="900" u="none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9</a:t>
                      </a:r>
                      <a:r>
                        <a:rPr kumimoji="1" lang="ko-KR" altLang="en-US" sz="900" u="none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시간 소요됐고</a:t>
                      </a:r>
                      <a:r>
                        <a:rPr kumimoji="1" lang="en-US" altLang="ko-KR" sz="900" u="none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, Gap </a:t>
                      </a:r>
                      <a:r>
                        <a:rPr kumimoji="1" lang="ko-KR" altLang="en-US" sz="900" u="none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넓히기 전까지 모노세파 불량 점진적으로 증가했습니다</a:t>
                      </a:r>
                      <a:r>
                        <a:rPr kumimoji="1" lang="en-US" altLang="ko-KR" sz="900" u="none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  2) #5-1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: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하한 관리선 초과 후 약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36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시간 뒤 모노세파 불량 급증했고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롤러 클리닝 이후 불량 감소했습니다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 Gap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은 이후에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PM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하며 다시 넓혔습니다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  3) #5-2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: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하한 관리선 초과 후 약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40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시간 뒤 모노세파 불량 급증했고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곧바로 합치가접롤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Gap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조정 이력 있으나 관리선 이내로 들어올 정도는 아니었습니다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                     3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일 가량 알람 더 발생하다가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PM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이후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관리선 이하로 산포 감소했습니다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                     → 현장에서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Gap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을 넓힐 때 어느정도 넓혀야 한다는 기준이 없어서 조치가 제대로 되지 않은 것으로 보입니다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현장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HMI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에 가접롤러 속도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PV-SV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                           Trend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를 띄워놓고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Gap 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조정 시 참고하는 방안을 법인에 제안해보겠습니다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. (~7/24)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  -. #3-3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호                                                                        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-. #5-1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호                                                                                                     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-. #5-2</a:t>
                      </a:r>
                      <a:r>
                        <a:rPr kumimoji="1"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호 </a:t>
                      </a:r>
                      <a: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 12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김민희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C033C92B-A715-B41D-D7FE-A28DB0EAE143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17206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라미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수율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개선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DFE58A7-F582-9257-DBE3-520212774C11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291B4DC-ADC8-E487-F340-0F26599AF05D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CBA03BB-EF1E-887B-035C-A7804029EE24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‘26.03.18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26.04.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 panose="020B0600000101010101" pitchFamily="50" charset="-127"/>
              </a:rPr>
              <a:t>01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654CBE4-49F5-BBED-7521-E74E6C5E3F8A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7/28</a:t>
            </a:r>
            <a:r>
              <a:rPr lang="en-US" altLang="ko-KR" sz="1100">
                <a:latin typeface="Arial Narrow"/>
                <a:ea typeface="LG스마트체 Regular"/>
              </a:rPr>
              <a:t>(</a:t>
            </a:r>
            <a:r>
              <a:rPr lang="ko-KR" altLang="en-US" sz="1100">
                <a:latin typeface="Arial Narrow"/>
                <a:ea typeface="LG스마트체 Regular"/>
              </a:rPr>
              <a:t>화</a:t>
            </a:r>
            <a:r>
              <a:rPr lang="en-US" altLang="ko-KR" sz="1100"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C5B9146-E653-3420-3C27-002D839EC5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2585567"/>
              </p:ext>
            </p:extLst>
          </p:nvPr>
        </p:nvGraphicFramePr>
        <p:xfrm>
          <a:off x="1661148" y="1302925"/>
          <a:ext cx="6441397" cy="962402"/>
        </p:xfrm>
        <a:graphic>
          <a:graphicData uri="http://schemas.openxmlformats.org/drawingml/2006/table">
            <a:tbl>
              <a:tblPr/>
              <a:tblGrid>
                <a:gridCol w="675685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360256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3397112389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3345063880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995054870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3203050938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4087445862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470951951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355437377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4008449975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1762068588"/>
                    </a:ext>
                  </a:extLst>
                </a:gridCol>
                <a:gridCol w="337841">
                  <a:extLst>
                    <a:ext uri="{9D8B030D-6E8A-4147-A177-3AD203B41FA5}">
                      <a16:colId xmlns:a16="http://schemas.microsoft.com/office/drawing/2014/main" val="3287182899"/>
                    </a:ext>
                  </a:extLst>
                </a:gridCol>
              </a:tblGrid>
              <a:tr h="187831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과제 연관 지표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모델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0964473"/>
                  </a:ext>
                </a:extLst>
              </a:tr>
              <a:tr h="187831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W30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28066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위치불량률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3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4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5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전체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7626300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A0DF6FFC-5BDB-DEAB-17C6-5880B3190F99}"/>
              </a:ext>
            </a:extLst>
          </p:cNvPr>
          <p:cNvSpPr txBox="1"/>
          <p:nvPr/>
        </p:nvSpPr>
        <p:spPr>
          <a:xfrm>
            <a:off x="1626312" y="2028603"/>
            <a:ext cx="7787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※</a:t>
            </a:r>
            <a:r>
              <a:rPr lang="ko-KR" altLang="en-US" sz="800">
                <a:solidFill>
                  <a:srgbClr val="006600"/>
                </a:solidFill>
              </a:rPr>
              <a:t>하프셀 포함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3C9DFF1-95EA-AF56-08DD-180D6B6C604F}"/>
              </a:ext>
            </a:extLst>
          </p:cNvPr>
          <p:cNvSpPr txBox="1"/>
          <p:nvPr/>
        </p:nvSpPr>
        <p:spPr>
          <a:xfrm>
            <a:off x="7662627" y="1302925"/>
            <a:ext cx="61637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7/20 ~26</a:t>
            </a:r>
            <a:endParaRPr lang="ko-KR" altLang="en-US" sz="800">
              <a:solidFill>
                <a:srgbClr val="006600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ADA68B7-7B33-C2BF-D42E-152AA11435F8}"/>
              </a:ext>
            </a:extLst>
          </p:cNvPr>
          <p:cNvSpPr txBox="1"/>
          <p:nvPr/>
        </p:nvSpPr>
        <p:spPr>
          <a:xfrm>
            <a:off x="5301303" y="1302925"/>
            <a:ext cx="61637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7/1 ~ 26</a:t>
            </a:r>
            <a:endParaRPr lang="ko-KR" altLang="en-US" sz="800">
              <a:solidFill>
                <a:srgbClr val="006600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83CF206-6243-61EC-A5C4-B5767ECC5BCE}"/>
              </a:ext>
            </a:extLst>
          </p:cNvPr>
          <p:cNvSpPr txBox="1"/>
          <p:nvPr/>
        </p:nvSpPr>
        <p:spPr>
          <a:xfrm>
            <a:off x="6042405" y="3186570"/>
            <a:ext cx="27210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※ </a:t>
            </a:r>
            <a:r>
              <a:rPr lang="ko-KR" altLang="en-US" sz="800">
                <a:solidFill>
                  <a:srgbClr val="006600"/>
                </a:solidFill>
              </a:rPr>
              <a:t>알람이 여러 구간에서 연속 발생하더라도</a:t>
            </a:r>
            <a:r>
              <a:rPr lang="en-US" altLang="ko-KR" sz="800">
                <a:solidFill>
                  <a:srgbClr val="006600"/>
                </a:solidFill>
              </a:rPr>
              <a:t>, </a:t>
            </a:r>
            <a:r>
              <a:rPr lang="ko-KR" altLang="en-US" sz="800">
                <a:solidFill>
                  <a:srgbClr val="006600"/>
                </a:solidFill>
              </a:rPr>
              <a:t>알람 및 메일링은 </a:t>
            </a:r>
            <a:r>
              <a:rPr lang="en-US" altLang="ko-KR" sz="800">
                <a:solidFill>
                  <a:srgbClr val="006600"/>
                </a:solidFill>
              </a:rPr>
              <a:t>24</a:t>
            </a:r>
            <a:r>
              <a:rPr lang="ko-KR" altLang="en-US" sz="800">
                <a:solidFill>
                  <a:srgbClr val="006600"/>
                </a:solidFill>
              </a:rPr>
              <a:t>시간 내 최대 </a:t>
            </a:r>
            <a:r>
              <a:rPr lang="en-US" altLang="ko-KR" sz="800">
                <a:solidFill>
                  <a:srgbClr val="006600"/>
                </a:solidFill>
              </a:rPr>
              <a:t>1</a:t>
            </a:r>
            <a:r>
              <a:rPr lang="ko-KR" altLang="en-US" sz="800">
                <a:solidFill>
                  <a:srgbClr val="006600"/>
                </a:solidFill>
              </a:rPr>
              <a:t>회만 발생하도록 설정함</a:t>
            </a: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17F6D60F-1B43-AEE4-E6C8-DEC747215D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9408" y="4874762"/>
            <a:ext cx="2862638" cy="1873672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530EFF1B-459A-5847-EA3F-8A27F1F5180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42474" y="4950007"/>
            <a:ext cx="2862639" cy="1824822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266B5005-B864-84FC-EBF6-093DEFE0CE7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35541" y="4899187"/>
            <a:ext cx="2862638" cy="1824822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4A42F53D-D55F-F805-4CFE-AA7003BC0F7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68858" y="6186398"/>
            <a:ext cx="312095" cy="261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739762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0853593"/>
              </p:ext>
            </p:extLst>
          </p:nvPr>
        </p:nvGraphicFramePr>
        <p:xfrm>
          <a:off x="141316" y="844214"/>
          <a:ext cx="9644176" cy="5888367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스태킹 공정 </a:t>
                      </a:r>
                      <a:b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모노 세파 외관 불량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ESMI2</a:t>
                      </a:r>
                      <a:r>
                        <a:rPr lang="ko-KR" altLang="en-US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동</a:t>
                      </a:r>
                      <a:endParaRPr lang="en-US" altLang="ko-KR" sz="900" kern="1200" baseline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JF2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#3,4 5 Line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endParaRPr lang="en-US" altLang="ko-KR" sz="900" kern="1200" baseline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기타 북미 </a:t>
                      </a: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SITE (OT/MIL)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 주요 진행 사항은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MI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법인 모노세파 불량 유형에 대한 준실시간성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REPORT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고도화 진행 사항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TALI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전극 공정 특이사항 비교 내용입니다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ESMI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ESS JF2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 모노세파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하부분리막 외관불량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원인 분석 통한 개선</a:t>
                      </a: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활동 내역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  </a:t>
                      </a:r>
                      <a:b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-. vision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이미지 형상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(crop)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개조 진행 完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(01.21)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-.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딥러닝 모델 적용 이미지 분류 정합성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TEST (01.29)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-.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세부유형 분류 모델 기반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report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구축 및 현상 공유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(02/06~)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[ESMI, 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진행 사항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MI(HL)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탈리 불량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–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공정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TRACE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분석 </a:t>
                      </a: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-.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노칭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dry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조건에서의 특이점 분석에 이어 코터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zone temp(edc)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트랜드와 불량 다발 구간에서의 특이점 비교</a:t>
                      </a: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: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다발 구간과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COT_zone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temp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에서의 특이사항은 관찰 되지 않았음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(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 공정 내 특이사항 확인 진행 예정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*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준실시간성 모노세파 외관 불량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WF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현황 파악 고도화 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-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딥러닝 분류모델 적용 </a:t>
                      </a: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: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현재는 검시기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rule-base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분류 결과를 토대로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현황을 집계 → 딥러닝 분류 모델 적용하여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준실시간성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+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분류유형 추가 세분화 적용 진행 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(test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完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                                                                                                                 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시각화 연동까지 진행 완료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(07/17) , </a:t>
                      </a:r>
                      <a:r>
                        <a:rPr kumimoji="1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법인 공유 예정 </a:t>
                      </a:r>
                      <a:r>
                        <a:rPr kumimoji="1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(07/24)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 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922715" y="418066"/>
            <a:ext cx="81432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임성묵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46541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STK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모노세파 개선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6FE8C4-D3CA-4ACB-997B-147E1EDF00F6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/22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14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E211AA2-28C5-2BA3-AE11-A185334FC7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1848805"/>
              </p:ext>
            </p:extLst>
          </p:nvPr>
        </p:nvGraphicFramePr>
        <p:xfrm>
          <a:off x="1643851" y="1415888"/>
          <a:ext cx="6887195" cy="705012"/>
        </p:xfrm>
        <a:graphic>
          <a:graphicData uri="http://schemas.openxmlformats.org/drawingml/2006/table">
            <a:tbl>
              <a:tblPr/>
              <a:tblGrid>
                <a:gridCol w="1409711">
                  <a:extLst>
                    <a:ext uri="{9D8B030D-6E8A-4147-A177-3AD203B41FA5}">
                      <a16:colId xmlns:a16="http://schemas.microsoft.com/office/drawing/2014/main" val="157430994"/>
                    </a:ext>
                  </a:extLst>
                </a:gridCol>
                <a:gridCol w="365710">
                  <a:extLst>
                    <a:ext uri="{9D8B030D-6E8A-4147-A177-3AD203B41FA5}">
                      <a16:colId xmlns:a16="http://schemas.microsoft.com/office/drawing/2014/main" val="1991660391"/>
                    </a:ext>
                  </a:extLst>
                </a:gridCol>
                <a:gridCol w="365710">
                  <a:extLst>
                    <a:ext uri="{9D8B030D-6E8A-4147-A177-3AD203B41FA5}">
                      <a16:colId xmlns:a16="http://schemas.microsoft.com/office/drawing/2014/main" val="1662364504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2422475339"/>
                    </a:ext>
                  </a:extLst>
                </a:gridCol>
                <a:gridCol w="379304">
                  <a:extLst>
                    <a:ext uri="{9D8B030D-6E8A-4147-A177-3AD203B41FA5}">
                      <a16:colId xmlns:a16="http://schemas.microsoft.com/office/drawing/2014/main" val="739465067"/>
                    </a:ext>
                  </a:extLst>
                </a:gridCol>
                <a:gridCol w="379304">
                  <a:extLst>
                    <a:ext uri="{9D8B030D-6E8A-4147-A177-3AD203B41FA5}">
                      <a16:colId xmlns:a16="http://schemas.microsoft.com/office/drawing/2014/main" val="3835637030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3440624948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233842693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1567821041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1037801225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1109877143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4075288330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2891199175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3067660318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2913445616"/>
                    </a:ext>
                  </a:extLst>
                </a:gridCol>
                <a:gridCol w="362496">
                  <a:extLst>
                    <a:ext uri="{9D8B030D-6E8A-4147-A177-3AD203B41FA5}">
                      <a16:colId xmlns:a16="http://schemas.microsoft.com/office/drawing/2014/main" val="650092183"/>
                    </a:ext>
                  </a:extLst>
                </a:gridCol>
              </a:tblGrid>
              <a:tr h="17959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/>
                        <a:t>월</a:t>
                      </a:r>
                      <a:endParaRPr lang="ko-KR" altLang="en-US" sz="140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0">
                  <a:txBody>
                    <a:bodyPr/>
                    <a:lstStyle/>
                    <a:p>
                      <a:pPr algn="ctr" latinLnBrk="1"/>
                      <a:r>
                        <a:rPr lang="ko-KR" altLang="en-US" sz="1000"/>
                        <a:t>주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/>
                    </a:p>
                  </a:txBody>
                  <a:tcPr anchor="ctr"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/>
                    </a:p>
                  </a:txBody>
                  <a:tcPr anchor="ctr"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/>
                    </a:p>
                  </a:txBody>
                  <a:tcPr anchor="ctr"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3545780"/>
                  </a:ext>
                </a:extLst>
              </a:tr>
              <a:tr h="1563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9814233"/>
                  </a:ext>
                </a:extLst>
              </a:tr>
              <a:tr h="3048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ESMI2 </a:t>
                      </a:r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모노 세파 외관불량률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569862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8329799-32F9-16C3-C532-E5834399BC62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‘26.06.30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--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4F9DE4F-2093-8AB3-40F8-E9D96453EB0D}"/>
              </a:ext>
            </a:extLst>
          </p:cNvPr>
          <p:cNvSpPr txBox="1"/>
          <p:nvPr/>
        </p:nvSpPr>
        <p:spPr>
          <a:xfrm>
            <a:off x="2744396" y="1392831"/>
            <a:ext cx="61637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DW</a:t>
            </a:r>
            <a:endParaRPr lang="ko-KR" altLang="en-US" sz="800">
              <a:solidFill>
                <a:srgbClr val="006600"/>
              </a:solidFill>
            </a:endParaRPr>
          </a:p>
        </p:txBody>
      </p:sp>
      <p:sp>
        <p:nvSpPr>
          <p:cNvPr id="13" name="文本框 46">
            <a:extLst>
              <a:ext uri="{FF2B5EF4-FFF2-40B4-BE49-F238E27FC236}">
                <a16:creationId xmlns:a16="http://schemas.microsoft.com/office/drawing/2014/main" id="{A32BD984-2194-75D6-6666-34AE6C92C8B0}"/>
              </a:ext>
            </a:extLst>
          </p:cNvPr>
          <p:cNvSpPr txBox="1"/>
          <p:nvPr/>
        </p:nvSpPr>
        <p:spPr>
          <a:xfrm>
            <a:off x="10053327" y="3190492"/>
            <a:ext cx="2807994" cy="136933"/>
          </a:xfrm>
          <a:prstGeom prst="rect">
            <a:avLst/>
          </a:prstGeom>
          <a:noFill/>
          <a:ln>
            <a:noFill/>
          </a:ln>
        </p:spPr>
        <p:txBody>
          <a:bodyPr wrap="square" lIns="33231" tIns="33231" rIns="33231" bIns="33231" rtlCol="0" anchor="t" anchorCtr="0"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*HL</a:t>
            </a:r>
            <a:r>
              <a:rPr lang="ko-KR" altLang="en-US" sz="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대비 </a:t>
            </a:r>
            <a:r>
              <a:rPr lang="en-US" altLang="ko-KR" sz="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LS </a:t>
            </a:r>
            <a:r>
              <a:rPr lang="ko-KR" altLang="en-US" sz="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전극</a:t>
            </a:r>
            <a:r>
              <a:rPr lang="en-US" altLang="ko-KR" sz="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lang="ko-KR" altLang="en-US" sz="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오염 발생 평균 수량 </a:t>
            </a:r>
            <a:r>
              <a:rPr lang="en-US" altLang="ko-KR" sz="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(by LOT)</a:t>
            </a: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79E5FA07-45F7-DF30-272D-2B32FE953B3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055501" y="3438518"/>
            <a:ext cx="4760094" cy="1045629"/>
          </a:xfrm>
          <a:prstGeom prst="rect">
            <a:avLst/>
          </a:prstGeom>
        </p:spPr>
      </p:pic>
      <p:sp>
        <p:nvSpPr>
          <p:cNvPr id="28" name="직사각형 27">
            <a:extLst>
              <a:ext uri="{FF2B5EF4-FFF2-40B4-BE49-F238E27FC236}">
                <a16:creationId xmlns:a16="http://schemas.microsoft.com/office/drawing/2014/main" id="{565CF0F9-524F-1480-952A-20D4CA60F4E2}"/>
              </a:ext>
            </a:extLst>
          </p:cNvPr>
          <p:cNvSpPr/>
          <p:nvPr/>
        </p:nvSpPr>
        <p:spPr>
          <a:xfrm>
            <a:off x="10053327" y="3671692"/>
            <a:ext cx="4760064" cy="26161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  <a:latin typeface="LG스마트체2.0 Regular" panose="020B0600000101010101" pitchFamily="50" charset="-127"/>
              <a:ea typeface="LG스마트체2.0 Regular" panose="020B0600000101010101" pitchFamily="50" charset="-127"/>
            </a:endParaRPr>
          </a:p>
        </p:txBody>
      </p:sp>
      <p:sp>
        <p:nvSpPr>
          <p:cNvPr id="32" name="文本框 46">
            <a:extLst>
              <a:ext uri="{FF2B5EF4-FFF2-40B4-BE49-F238E27FC236}">
                <a16:creationId xmlns:a16="http://schemas.microsoft.com/office/drawing/2014/main" id="{A145AD87-B125-6EA4-28D3-DDA826303D0E}"/>
              </a:ext>
            </a:extLst>
          </p:cNvPr>
          <p:cNvSpPr txBox="1"/>
          <p:nvPr/>
        </p:nvSpPr>
        <p:spPr>
          <a:xfrm>
            <a:off x="10119257" y="4450546"/>
            <a:ext cx="1981464" cy="136634"/>
          </a:xfrm>
          <a:prstGeom prst="rect">
            <a:avLst/>
          </a:prstGeom>
          <a:noFill/>
          <a:ln>
            <a:noFill/>
          </a:ln>
        </p:spPr>
        <p:txBody>
          <a:bodyPr wrap="square" lIns="33231" tIns="33231" rIns="33231" bIns="33231" rtlCol="0" anchor="t" anchorCtr="0"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b="1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탈리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 추정 불량 유형 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: “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전극가루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“+”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오염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“ </a:t>
            </a:r>
          </a:p>
        </p:txBody>
      </p:sp>
      <p:sp>
        <p:nvSpPr>
          <p:cNvPr id="35" name="文本框 46">
            <a:extLst>
              <a:ext uri="{FF2B5EF4-FFF2-40B4-BE49-F238E27FC236}">
                <a16:creationId xmlns:a16="http://schemas.microsoft.com/office/drawing/2014/main" id="{602EBBB0-584F-9976-A2E7-AAF7C63FB8B0}"/>
              </a:ext>
            </a:extLst>
          </p:cNvPr>
          <p:cNvSpPr txBox="1"/>
          <p:nvPr/>
        </p:nvSpPr>
        <p:spPr>
          <a:xfrm>
            <a:off x="3280585" y="2947099"/>
            <a:ext cx="1806863" cy="210890"/>
          </a:xfrm>
          <a:prstGeom prst="rect">
            <a:avLst/>
          </a:prstGeom>
          <a:noFill/>
          <a:ln>
            <a:noFill/>
          </a:ln>
        </p:spPr>
        <p:txBody>
          <a:bodyPr wrap="square" lIns="33231" tIns="33231" rIns="33231" bIns="33231" rtlCol="0" anchor="t" anchorCtr="0"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-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사용된 데이터 정보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-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 </a:t>
            </a:r>
            <a:endParaRPr lang="en-US" altLang="ko-KR" sz="7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  <a:p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기간 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: 26.05.24 00:00 ~ 26.06.11 00:00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 </a:t>
            </a:r>
            <a:endParaRPr lang="en-US" altLang="ko-KR" sz="7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C727DE2-4F65-884D-0E0E-F6404E5270EA}"/>
              </a:ext>
            </a:extLst>
          </p:cNvPr>
          <p:cNvSpPr txBox="1"/>
          <p:nvPr/>
        </p:nvSpPr>
        <p:spPr>
          <a:xfrm>
            <a:off x="6010441" y="2102992"/>
            <a:ext cx="1806863" cy="307777"/>
          </a:xfrm>
          <a:prstGeom prst="rect">
            <a:avLst/>
          </a:prstGeom>
          <a:noFill/>
          <a:ln>
            <a:noFill/>
          </a:ln>
        </p:spPr>
        <p:txBody>
          <a:bodyPr wrap="square" lIns="33231" tIns="33231" rIns="33231" bIns="33231" rtlCol="0" anchor="t" anchorCtr="0">
            <a:noAutofit/>
          </a:bodyPr>
          <a:lstStyle>
            <a:defPPr>
              <a:defRPr lang="ko-KR"/>
            </a:defPPr>
            <a:lvl1pPr defTabSz="457200" latinLnBrk="0">
              <a:defRPr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/>
              <a:t>[</a:t>
            </a:r>
            <a:r>
              <a:rPr lang="ko-KR" altLang="en-US" err="1"/>
              <a:t>변경점</a:t>
            </a:r>
            <a:r>
              <a:rPr lang="en-US" altLang="ko-KR"/>
              <a:t>] 6</a:t>
            </a:r>
            <a:r>
              <a:rPr lang="ko-KR" altLang="en-US"/>
              <a:t>월</a:t>
            </a:r>
            <a:r>
              <a:rPr lang="en-US" altLang="ko-KR"/>
              <a:t>15</a:t>
            </a:r>
            <a:r>
              <a:rPr lang="ko-KR" altLang="en-US"/>
              <a:t>일 시점 </a:t>
            </a:r>
            <a:endParaRPr lang="en-US" altLang="ko-KR"/>
          </a:p>
          <a:p>
            <a:r>
              <a:rPr lang="ko-KR" altLang="en-US" err="1"/>
              <a:t>분리막</a:t>
            </a:r>
            <a:r>
              <a:rPr lang="ko-KR" altLang="en-US"/>
              <a:t> </a:t>
            </a:r>
            <a:r>
              <a:rPr lang="ko-KR" altLang="en-US" err="1"/>
              <a:t>생산시</a:t>
            </a:r>
            <a:r>
              <a:rPr lang="ko-KR" altLang="en-US"/>
              <a:t> 변경 </a:t>
            </a:r>
            <a:r>
              <a:rPr lang="en-US" altLang="ko-KR"/>
              <a:t>: </a:t>
            </a:r>
            <a:r>
              <a:rPr lang="ko-KR" altLang="en-US"/>
              <a:t>헝가리 → 중국</a:t>
            </a:r>
            <a:r>
              <a:rPr lang="en-US" altLang="ko-KR"/>
              <a:t>(W25~)</a:t>
            </a:r>
            <a:r>
              <a:rPr lang="ko-KR" altLang="en-US"/>
              <a:t> </a:t>
            </a:r>
            <a:r>
              <a:rPr lang="en-US" altLang="ko-KR"/>
              <a:t> </a:t>
            </a:r>
          </a:p>
          <a:p>
            <a:r>
              <a:rPr lang="en-US" altLang="ko-KR"/>
              <a:t>(*</a:t>
            </a:r>
            <a:r>
              <a:rPr lang="ko-KR" altLang="en-US"/>
              <a:t>공급사는 상해분리막으로 동일</a:t>
            </a:r>
            <a:r>
              <a:rPr lang="en-US" altLang="ko-KR"/>
              <a:t>)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2B8C36E-9617-D686-BA5C-D439A5B706B4}"/>
              </a:ext>
            </a:extLst>
          </p:cNvPr>
          <p:cNvSpPr txBox="1"/>
          <p:nvPr/>
        </p:nvSpPr>
        <p:spPr>
          <a:xfrm>
            <a:off x="10081506" y="4646817"/>
            <a:ext cx="5020842" cy="20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W25) ESMI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탈리추정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불량 분석 진행 사항</a:t>
            </a:r>
            <a:endParaRPr kumimoji="1" lang="en-US" altLang="ko-KR" sz="7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1) (1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차 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). STK LOT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당 평균 불량 발생 수량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(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전반적인 불량 수량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,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비중 비교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    : LS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대비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HL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에서는 최근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18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일기준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STK LOT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당 평균 불량 수량이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2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배 많음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2) (2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차 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).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동일 기간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탈리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추정 유형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오염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전극 가루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유형 불량 수량 비중 비교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    : (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전체 대상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)HL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에서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LOT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당 평균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탈리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추정불량 수량은 약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690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개 수준으로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, LS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대비 약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4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배 정도 높은 수준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.(LS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는 약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160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개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      (4M LOT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LS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법인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4M TEST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샘플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LOT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대상으로 비교시에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, “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탈리로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추정되는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불량”의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수량이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HL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처럼 비중이 높거나 하는 특이점 </a:t>
            </a:r>
            <a:endParaRPr kumimoji="1" lang="en-US" altLang="ko-KR" sz="7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3) (3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차 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HL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법인의 전극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접찹력과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LS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평균 접착력 정보 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    : # (4M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샘플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LS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에서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TEST(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증속으로 추정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샘플에서의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접합력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(R/P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기준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은 약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35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정도 수준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      # HL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에서 평소 생산되는 양극 전극의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접합력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(R/P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기준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은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29.1 gf/20mm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수준으로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LS_4M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샘플과 비교 시 보다 낮은 수준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       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→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NND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기준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접합력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수준이 높은 부분과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낮은 부분으로 군을 나누어 불량 비교 예정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(~06/25)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4) (4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차 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HL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법인에서 발생하는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탈리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주요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LOT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에 대한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전공정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특이사항 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en-US" altLang="ko-KR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NND_dry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온도 조건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 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    : BEST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군과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WORST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비교군 을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10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개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LOT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수준으로 추출하여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NND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공정간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In/Mid/Out Dryer temp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비교 시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중앙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-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평균값 차이 없음</a:t>
            </a:r>
            <a:endParaRPr kumimoji="1" lang="en-US" altLang="ko-KR" sz="7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5) (5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차 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불량 발생 좌표별 특이사항 비교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        : </a:t>
            </a:r>
            <a:r>
              <a:rPr kumimoji="1" lang="ko-KR" altLang="en-US" sz="7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탈리성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불량이 발생한 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cell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의 좌표 위치를 비교하여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특이사항이 있는지 추가 확인 예정</a:t>
            </a:r>
            <a:r>
              <a:rPr kumimoji="1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(~06/25)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2183B71-80F4-FA4C-0784-6BC7F12D1585}"/>
              </a:ext>
            </a:extLst>
          </p:cNvPr>
          <p:cNvSpPr txBox="1"/>
          <p:nvPr/>
        </p:nvSpPr>
        <p:spPr>
          <a:xfrm>
            <a:off x="4512686" y="1480889"/>
            <a:ext cx="61637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7/1~19</a:t>
            </a:r>
            <a:endParaRPr lang="ko-KR" altLang="en-US" sz="800">
              <a:solidFill>
                <a:srgbClr val="006600"/>
              </a:solidFill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55F6F316-8CF0-5956-523B-9959E4F9B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9334011"/>
              </p:ext>
            </p:extLst>
          </p:nvPr>
        </p:nvGraphicFramePr>
        <p:xfrm>
          <a:off x="2450624" y="5778872"/>
          <a:ext cx="4124123" cy="2590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6420">
                  <a:extLst>
                    <a:ext uri="{9D8B030D-6E8A-4147-A177-3AD203B41FA5}">
                      <a16:colId xmlns:a16="http://schemas.microsoft.com/office/drawing/2014/main" val="1017973619"/>
                    </a:ext>
                  </a:extLst>
                </a:gridCol>
                <a:gridCol w="703656">
                  <a:extLst>
                    <a:ext uri="{9D8B030D-6E8A-4147-A177-3AD203B41FA5}">
                      <a16:colId xmlns:a16="http://schemas.microsoft.com/office/drawing/2014/main" val="3705473518"/>
                    </a:ext>
                  </a:extLst>
                </a:gridCol>
                <a:gridCol w="519149">
                  <a:extLst>
                    <a:ext uri="{9D8B030D-6E8A-4147-A177-3AD203B41FA5}">
                      <a16:colId xmlns:a16="http://schemas.microsoft.com/office/drawing/2014/main" val="831643568"/>
                    </a:ext>
                  </a:extLst>
                </a:gridCol>
                <a:gridCol w="1072668">
                  <a:extLst>
                    <a:ext uri="{9D8B030D-6E8A-4147-A177-3AD203B41FA5}">
                      <a16:colId xmlns:a16="http://schemas.microsoft.com/office/drawing/2014/main" val="2743290948"/>
                    </a:ext>
                  </a:extLst>
                </a:gridCol>
                <a:gridCol w="1132230">
                  <a:extLst>
                    <a:ext uri="{9D8B030D-6E8A-4147-A177-3AD203B41FA5}">
                      <a16:colId xmlns:a16="http://schemas.microsoft.com/office/drawing/2014/main" val="1780531578"/>
                    </a:ext>
                  </a:extLst>
                </a:gridCol>
              </a:tblGrid>
              <a:tr h="8680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Equipment (COT)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Work Date (COT)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 ID (COT)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 Start Timestamp (COT)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 End Timestamp (COT)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8173532"/>
                  </a:ext>
                </a:extLst>
              </a:tr>
              <a:tr h="14287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COT (C) #05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2026-05-30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8CF5U325C1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2026-05-30 10:28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2026-05-30 11:00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8921474"/>
                  </a:ext>
                </a:extLst>
              </a:tr>
            </a:tbl>
          </a:graphicData>
        </a:graphic>
      </p:graphicFrame>
      <p:sp>
        <p:nvSpPr>
          <p:cNvPr id="31" name="文本框 46">
            <a:extLst>
              <a:ext uri="{FF2B5EF4-FFF2-40B4-BE49-F238E27FC236}">
                <a16:creationId xmlns:a16="http://schemas.microsoft.com/office/drawing/2014/main" id="{25E407C0-74DF-9709-22B4-0D55BD5AED84}"/>
              </a:ext>
            </a:extLst>
          </p:cNvPr>
          <p:cNvSpPr txBox="1"/>
          <p:nvPr/>
        </p:nvSpPr>
        <p:spPr>
          <a:xfrm>
            <a:off x="3826013" y="4466000"/>
            <a:ext cx="1623340" cy="215444"/>
          </a:xfrm>
          <a:prstGeom prst="rect">
            <a:avLst/>
          </a:prstGeom>
          <a:noFill/>
          <a:ln>
            <a:noFill/>
          </a:ln>
        </p:spPr>
        <p:txBody>
          <a:bodyPr wrap="square" lIns="32888" tIns="32888" rIns="32888" bIns="32888" rtlCol="0" anchor="t" anchorCtr="0"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* </a:t>
            </a:r>
            <a:r>
              <a:rPr lang="ko-KR" altLang="en-US" sz="7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코터</a:t>
            </a:r>
            <a:r>
              <a:rPr lang="ko-KR" altLang="en-US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lang="en-US" altLang="ko-KR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ZONE1~10 </a:t>
            </a:r>
            <a:r>
              <a:rPr lang="ko-KR" altLang="en-US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구간별 </a:t>
            </a:r>
            <a:r>
              <a:rPr lang="en-US" altLang="ko-KR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TEMP TREND </a:t>
            </a:r>
          </a:p>
        </p:txBody>
      </p: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ADBF2D66-8DD8-A5A6-D610-50D1B5DE4554}"/>
              </a:ext>
            </a:extLst>
          </p:cNvPr>
          <p:cNvGrpSpPr/>
          <p:nvPr/>
        </p:nvGrpSpPr>
        <p:grpSpPr>
          <a:xfrm>
            <a:off x="1692521" y="4618434"/>
            <a:ext cx="5394434" cy="1076657"/>
            <a:chOff x="92128" y="3450688"/>
            <a:chExt cx="9697325" cy="1928682"/>
          </a:xfrm>
        </p:grpSpPr>
        <p:pic>
          <p:nvPicPr>
            <p:cNvPr id="34" name="그림 33">
              <a:extLst>
                <a:ext uri="{FF2B5EF4-FFF2-40B4-BE49-F238E27FC236}">
                  <a16:creationId xmlns:a16="http://schemas.microsoft.com/office/drawing/2014/main" id="{BBB39B89-1658-9AAE-552C-DD9613282F7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128" y="3450688"/>
              <a:ext cx="9697325" cy="1928682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DA714954-2BBC-6DCD-1FC8-AA138A3DCDA0}"/>
                </a:ext>
              </a:extLst>
            </p:cNvPr>
            <p:cNvSpPr/>
            <p:nvPr/>
          </p:nvSpPr>
          <p:spPr>
            <a:xfrm>
              <a:off x="1604682" y="3533821"/>
              <a:ext cx="1721224" cy="1845549"/>
            </a:xfrm>
            <a:prstGeom prst="rect">
              <a:avLst/>
            </a:prstGeom>
            <a:noFill/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>
                <a:solidFill>
                  <a:schemeClr val="tx1"/>
                </a:solidFill>
                <a:latin typeface="LG스마트체2.0 Regular" panose="020B0600000101010101" pitchFamily="50" charset="-127"/>
                <a:ea typeface="LG스마트체2.0 Regular" panose="020B0600000101010101" pitchFamily="50" charset="-127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8BB5EF21-A0D3-AE51-902E-26EA73C0DDED}"/>
                </a:ext>
              </a:extLst>
            </p:cNvPr>
            <p:cNvSpPr/>
            <p:nvPr/>
          </p:nvSpPr>
          <p:spPr>
            <a:xfrm>
              <a:off x="4404017" y="5220464"/>
              <a:ext cx="1073546" cy="1589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600" b="1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시간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FDB2348B-9163-342D-3F8A-BC6CD194FD75}"/>
                </a:ext>
              </a:extLst>
            </p:cNvPr>
            <p:cNvSpPr/>
            <p:nvPr/>
          </p:nvSpPr>
          <p:spPr>
            <a:xfrm rot="16200000">
              <a:off x="-232862" y="4253766"/>
              <a:ext cx="1073546" cy="1589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b="1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Temp</a:t>
              </a:r>
              <a:endParaRPr lang="ko-KR" altLang="en-US" sz="6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982712DE-5CF1-84A8-8431-5EBB13F67579}"/>
              </a:ext>
            </a:extLst>
          </p:cNvPr>
          <p:cNvGrpSpPr/>
          <p:nvPr/>
        </p:nvGrpSpPr>
        <p:grpSpPr>
          <a:xfrm>
            <a:off x="1686166" y="3654708"/>
            <a:ext cx="5390955" cy="793450"/>
            <a:chOff x="98383" y="1554927"/>
            <a:chExt cx="9691071" cy="1421355"/>
          </a:xfrm>
        </p:grpSpPr>
        <p:pic>
          <p:nvPicPr>
            <p:cNvPr id="40" name="그림 39">
              <a:extLst>
                <a:ext uri="{FF2B5EF4-FFF2-40B4-BE49-F238E27FC236}">
                  <a16:creationId xmlns:a16="http://schemas.microsoft.com/office/drawing/2014/main" id="{CF21BD87-1E04-9B3B-4876-0AC40181FEE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98383" y="1554927"/>
              <a:ext cx="9691071" cy="1421355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4727EB8D-27C8-F274-E18D-9C0AE5C063DC}"/>
                </a:ext>
              </a:extLst>
            </p:cNvPr>
            <p:cNvSpPr/>
            <p:nvPr/>
          </p:nvSpPr>
          <p:spPr>
            <a:xfrm>
              <a:off x="1604682" y="1703294"/>
              <a:ext cx="1721224" cy="1039129"/>
            </a:xfrm>
            <a:prstGeom prst="rect">
              <a:avLst/>
            </a:prstGeom>
            <a:noFill/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>
                <a:solidFill>
                  <a:schemeClr val="tx1"/>
                </a:solidFill>
                <a:latin typeface="LG스마트체2.0 Regular" panose="020B0600000101010101" pitchFamily="50" charset="-127"/>
                <a:ea typeface="LG스마트체2.0 Regular" panose="020B0600000101010101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C96297FC-8861-CC46-5480-0DBABFBCE7B8}"/>
                </a:ext>
              </a:extLst>
            </p:cNvPr>
            <p:cNvSpPr/>
            <p:nvPr/>
          </p:nvSpPr>
          <p:spPr>
            <a:xfrm>
              <a:off x="4245508" y="2838607"/>
              <a:ext cx="2317363" cy="1376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600" b="1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전극 좌표 구간</a:t>
              </a:r>
              <a:r>
                <a:rPr lang="en-US" altLang="ko-KR" sz="600" b="1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(mm)</a:t>
              </a:r>
              <a:endParaRPr lang="ko-KR" altLang="en-US" sz="6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2ADDE855-D1A9-31AB-7D02-5D1A6EDA1AEB}"/>
                </a:ext>
              </a:extLst>
            </p:cNvPr>
            <p:cNvSpPr/>
            <p:nvPr/>
          </p:nvSpPr>
          <p:spPr>
            <a:xfrm rot="16200000">
              <a:off x="-232862" y="2190143"/>
              <a:ext cx="1073546" cy="1589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b="1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TALI</a:t>
              </a:r>
              <a:r>
                <a:rPr lang="ko-KR" altLang="en-US" sz="600" b="1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성 불량 수량</a:t>
              </a:r>
            </a:p>
          </p:txBody>
        </p:sp>
      </p:grpSp>
      <p:sp>
        <p:nvSpPr>
          <p:cNvPr id="44" name="文本框 46">
            <a:extLst>
              <a:ext uri="{FF2B5EF4-FFF2-40B4-BE49-F238E27FC236}">
                <a16:creationId xmlns:a16="http://schemas.microsoft.com/office/drawing/2014/main" id="{D10E603D-55AB-4B5B-82D9-BB6C224B0E44}"/>
              </a:ext>
            </a:extLst>
          </p:cNvPr>
          <p:cNvSpPr txBox="1"/>
          <p:nvPr/>
        </p:nvSpPr>
        <p:spPr>
          <a:xfrm>
            <a:off x="3872716" y="3504096"/>
            <a:ext cx="1623340" cy="215444"/>
          </a:xfrm>
          <a:prstGeom prst="rect">
            <a:avLst/>
          </a:prstGeom>
          <a:noFill/>
          <a:ln>
            <a:noFill/>
          </a:ln>
        </p:spPr>
        <p:txBody>
          <a:bodyPr wrap="square" lIns="32888" tIns="32888" rIns="32888" bIns="32888" rtlCol="0" anchor="t" anchorCtr="0"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* </a:t>
            </a:r>
            <a:r>
              <a:rPr lang="ko-KR" altLang="en-US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전극 좌표별 </a:t>
            </a:r>
            <a:r>
              <a:rPr lang="en-US" altLang="ko-KR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TALI </a:t>
            </a:r>
            <a:r>
              <a:rPr lang="ko-KR" altLang="en-US" sz="7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불량 발생 </a:t>
            </a:r>
            <a:endParaRPr lang="en-US" altLang="ko-KR" sz="7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5" name="文本框 46">
            <a:extLst>
              <a:ext uri="{FF2B5EF4-FFF2-40B4-BE49-F238E27FC236}">
                <a16:creationId xmlns:a16="http://schemas.microsoft.com/office/drawing/2014/main" id="{58FECB52-DD44-F5B3-7DF5-108328563ACA}"/>
              </a:ext>
            </a:extLst>
          </p:cNvPr>
          <p:cNvSpPr txBox="1"/>
          <p:nvPr/>
        </p:nvSpPr>
        <p:spPr>
          <a:xfrm>
            <a:off x="6574747" y="4853773"/>
            <a:ext cx="1806863" cy="210890"/>
          </a:xfrm>
          <a:prstGeom prst="rect">
            <a:avLst/>
          </a:prstGeom>
          <a:noFill/>
          <a:ln>
            <a:noFill/>
          </a:ln>
        </p:spPr>
        <p:txBody>
          <a:bodyPr wrap="square" lIns="33231" tIns="33231" rIns="33231" bIns="33231" rtlCol="0" anchor="t" anchorCtr="0"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색깔별 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: zone1~10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에서의 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temp trend(</a:t>
            </a:r>
            <a:r>
              <a:rPr lang="ko-KR" altLang="en-US" sz="700" b="1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산점도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C3D91C-AF6D-4395-AE03-1C67DD387C66}"/>
              </a:ext>
            </a:extLst>
          </p:cNvPr>
          <p:cNvSpPr txBox="1"/>
          <p:nvPr/>
        </p:nvSpPr>
        <p:spPr>
          <a:xfrm>
            <a:off x="7794497" y="2102992"/>
            <a:ext cx="1806863" cy="307777"/>
          </a:xfrm>
          <a:prstGeom prst="rect">
            <a:avLst/>
          </a:prstGeom>
          <a:noFill/>
          <a:ln>
            <a:noFill/>
          </a:ln>
        </p:spPr>
        <p:txBody>
          <a:bodyPr wrap="square" lIns="33231" tIns="33231" rIns="33231" bIns="33231" rtlCol="0" anchor="t" anchorCtr="0">
            <a:noAutofit/>
          </a:bodyPr>
          <a:lstStyle>
            <a:defPPr>
              <a:defRPr lang="ko-KR"/>
            </a:defPPr>
            <a:lvl1pPr defTabSz="457200" latinLnBrk="0">
              <a:defRPr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  <a:lvl2pPr defTabSz="457200" latinLnBrk="0"/>
            <a:lvl3pPr defTabSz="457200" latinLnBrk="0"/>
            <a:lvl4pPr defTabSz="457200" latinLnBrk="0"/>
            <a:lvl5pPr defTabSz="457200" latinLnBrk="0"/>
            <a:lvl6pPr defTabSz="457200" latinLnBrk="0"/>
            <a:lvl7pPr defTabSz="457200" latinLnBrk="0"/>
            <a:lvl8pPr defTabSz="457200" latinLnBrk="0"/>
            <a:lvl9pPr defTabSz="457200" latinLnBrk="0"/>
          </a:lstStyle>
          <a:p>
            <a:r>
              <a:rPr lang="en-US" altLang="ko-KR"/>
              <a:t>[</a:t>
            </a:r>
            <a:r>
              <a:rPr lang="ko-KR" altLang="en-US" err="1"/>
              <a:t>변경점</a:t>
            </a:r>
            <a:r>
              <a:rPr lang="en-US" altLang="ko-KR"/>
              <a:t>] 7</a:t>
            </a:r>
            <a:r>
              <a:rPr lang="ko-KR" altLang="en-US"/>
              <a:t>월</a:t>
            </a:r>
            <a:r>
              <a:rPr lang="en-US" altLang="ko-KR"/>
              <a:t>1~3</a:t>
            </a:r>
            <a:r>
              <a:rPr lang="ko-KR" altLang="en-US"/>
              <a:t>일 시점 </a:t>
            </a:r>
            <a:endParaRPr lang="en-US" altLang="ko-KR"/>
          </a:p>
          <a:p>
            <a:r>
              <a:rPr lang="en-US" altLang="ko-KR"/>
              <a:t>TALI </a:t>
            </a:r>
            <a:r>
              <a:rPr lang="ko-KR" altLang="en-US"/>
              <a:t>검출 조건 검사기 </a:t>
            </a:r>
            <a:r>
              <a:rPr lang="en-US" altLang="ko-KR"/>
              <a:t>SPEC</a:t>
            </a:r>
            <a:r>
              <a:rPr lang="ko-KR" altLang="en-US"/>
              <a:t>변경 </a:t>
            </a:r>
            <a:r>
              <a:rPr lang="en-US" altLang="ko-KR"/>
              <a:t>(2 -&gt; 2.6mm)</a:t>
            </a:r>
          </a:p>
        </p:txBody>
      </p:sp>
    </p:spTree>
    <p:extLst>
      <p:ext uri="{BB962C8B-B14F-4D97-AF65-F5344CB8AC3E}">
        <p14:creationId xmlns:p14="http://schemas.microsoft.com/office/powerpoint/2010/main" val="2470925023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9312434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스태킹 공정 </a:t>
                      </a:r>
                      <a:b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모노 스택 불량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ESMI2</a:t>
                      </a:r>
                      <a:r>
                        <a:rPr lang="ko-KR" altLang="en-US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동</a:t>
                      </a:r>
                      <a:endParaRPr lang="en-US" altLang="ko-KR" sz="900" kern="1200" baseline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JF2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#3,4 5 Line</a:t>
                      </a:r>
                      <a:endParaRPr lang="ko-KR" altLang="en-US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(W30)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 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 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하현수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latin typeface="Arial Narrow"/>
                <a:ea typeface="LG스마트체 Regular" panose="020B0600000101010101" pitchFamily="50" charset="-127"/>
              </a:rPr>
              <a:t>임성묵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46541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STK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모노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스택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6FE8C4-D3CA-4ACB-997B-147E1EDF00F6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>
                <a:latin typeface="Arial Narrow"/>
                <a:ea typeface="LG스마트체 Regular" panose="020B0600000101010101" pitchFamily="50" charset="-127"/>
              </a:rPr>
              <a:t>7/22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14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24C1176-7239-1C6A-70C9-0E895DA66D7E}"/>
              </a:ext>
            </a:extLst>
          </p:cNvPr>
          <p:cNvSpPr txBox="1"/>
          <p:nvPr/>
        </p:nvSpPr>
        <p:spPr>
          <a:xfrm>
            <a:off x="1544305" y="2725213"/>
            <a:ext cx="6805659" cy="6471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</a:pPr>
            <a:r>
              <a:rPr lang="en-US" altLang="ko-KR" sz="9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목적</a:t>
            </a:r>
            <a:r>
              <a:rPr lang="en-US" altLang="ko-KR" sz="9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r>
              <a:rPr lang="en-US" altLang="ko-KR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 ESMI 2</a:t>
            </a:r>
            <a:r>
              <a:rPr lang="ko-KR" altLang="en-US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동 </a:t>
            </a:r>
            <a:r>
              <a:rPr lang="en-US" altLang="ko-KR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ESS JF2 </a:t>
            </a:r>
            <a:r>
              <a:rPr lang="ko-KR" altLang="en-US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모델 대상</a:t>
            </a:r>
            <a:r>
              <a:rPr lang="en-US" altLang="ko-KR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lang="ko-KR" altLang="en-US" sz="900" b="0" i="0" u="none" strike="noStrike" kern="1200" noProof="0" err="1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모노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셀</a:t>
            </a:r>
            <a:r>
              <a:rPr lang="ko-KR" altLang="en-US" sz="900" b="0" i="0" u="none" strike="noStrike" kern="1200" noProof="0" err="1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스택킹</a:t>
            </a:r>
            <a:r>
              <a:rPr lang="ko-KR" altLang="en-US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과정에서의 </a:t>
            </a:r>
            <a:r>
              <a:rPr lang="en-US" altLang="ko-KR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Align </a:t>
            </a:r>
            <a:r>
              <a:rPr lang="ko-KR" altLang="en-US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 원인 분석을 통한 수율</a:t>
            </a:r>
            <a:r>
              <a:rPr lang="en-US" altLang="ko-KR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</a:t>
            </a:r>
            <a:r>
              <a:rPr lang="ko-KR" altLang="en-US" sz="900" b="0" i="0" u="none" strike="noStrike" kern="1200" noProof="0" err="1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불량율</a:t>
            </a:r>
            <a:r>
              <a:rPr lang="ko-KR" altLang="en-US" sz="900" b="0" i="0" u="none" strike="noStrike" kern="1200" noProof="0">
                <a:effectLst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개선</a:t>
            </a:r>
          </a:p>
          <a:p>
            <a:pPr>
              <a:lnSpc>
                <a:spcPts val="1100"/>
              </a:lnSpc>
            </a:pPr>
            <a:r>
              <a:rPr kumimoji="1" lang="en-US" altLang="ko-KR" sz="900" i="0" kern="0">
                <a:solidFill>
                  <a:schemeClr val="tx1"/>
                </a:solidFill>
                <a:latin typeface="+mn-lt"/>
                <a:ea typeface="LG스마트체 Regular" panose="020B0600000101010101" pitchFamily="50" charset="-127"/>
                <a:cs typeface="Arial"/>
              </a:rPr>
              <a:t>[</a:t>
            </a:r>
            <a:r>
              <a:rPr kumimoji="1" lang="ko-KR" altLang="en-US" sz="900" i="0" kern="0">
                <a:solidFill>
                  <a:schemeClr val="tx1"/>
                </a:solidFill>
                <a:latin typeface="+mn-lt"/>
                <a:ea typeface="LG스마트체 Regular" panose="020B0600000101010101" pitchFamily="50" charset="-127"/>
                <a:cs typeface="Arial"/>
              </a:rPr>
              <a:t>활동 내역</a:t>
            </a:r>
            <a:r>
              <a:rPr kumimoji="1" lang="en-US" altLang="ko-KR" sz="900" i="0" kern="0">
                <a:solidFill>
                  <a:schemeClr val="tx1"/>
                </a:solidFill>
                <a:latin typeface="+mn-lt"/>
                <a:ea typeface="LG스마트체 Regular" panose="020B0600000101010101" pitchFamily="50" charset="-127"/>
                <a:cs typeface="Arial"/>
              </a:rPr>
              <a:t>] </a:t>
            </a:r>
          </a:p>
          <a:p>
            <a:pPr>
              <a:lnSpc>
                <a:spcPts val="1100"/>
              </a:lnSpc>
            </a:pPr>
            <a:r>
              <a:rPr kumimoji="1" lang="en-US" altLang="ko-KR" sz="900" kern="0">
                <a:ea typeface="LG스마트체 Regular" panose="020B0600000101010101" pitchFamily="50" charset="-127"/>
                <a:cs typeface="Arial"/>
              </a:rPr>
              <a:t> 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Mono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stk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현상파악 체계 구축 완료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 ’26.01.06)</a:t>
            </a:r>
          </a:p>
          <a:p>
            <a:pPr marL="0" marR="0" lvl="0" indent="0" algn="l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</a:pPr>
            <a:endParaRPr lang="en-US" altLang="ko-KR" sz="900" b="0" i="0" u="none" strike="noStrike" kern="1200" noProof="0">
              <a:effectLst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AFD2DECE-A7E1-5140-7645-B384AC43DF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9994043"/>
              </p:ext>
            </p:extLst>
          </p:nvPr>
        </p:nvGraphicFramePr>
        <p:xfrm>
          <a:off x="1591077" y="1370487"/>
          <a:ext cx="6871790" cy="1227978"/>
        </p:xfrm>
        <a:graphic>
          <a:graphicData uri="http://schemas.openxmlformats.org/drawingml/2006/table">
            <a:tbl>
              <a:tblPr/>
              <a:tblGrid>
                <a:gridCol w="806600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430059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195426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195426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403995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403995">
                  <a:extLst>
                    <a:ext uri="{9D8B030D-6E8A-4147-A177-3AD203B41FA5}">
                      <a16:colId xmlns:a16="http://schemas.microsoft.com/office/drawing/2014/main" val="141720210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661753769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470951951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355437377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1133741608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3863010929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4238743639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1699439733"/>
                    </a:ext>
                  </a:extLst>
                </a:gridCol>
                <a:gridCol w="403299">
                  <a:extLst>
                    <a:ext uri="{9D8B030D-6E8A-4147-A177-3AD203B41FA5}">
                      <a16:colId xmlns:a16="http://schemas.microsoft.com/office/drawing/2014/main" val="2195050595"/>
                    </a:ext>
                  </a:extLst>
                </a:gridCol>
              </a:tblGrid>
              <a:tr h="204663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모델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0964473"/>
                  </a:ext>
                </a:extLst>
              </a:tr>
              <a:tr h="204663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W23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W24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W25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W27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W28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W29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204663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모노</a:t>
                      </a:r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스택 불량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3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20466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4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204663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5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204663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전체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626300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CF496E53-711A-5EAC-B78E-5A9099A385B5}"/>
              </a:ext>
            </a:extLst>
          </p:cNvPr>
          <p:cNvSpPr/>
          <p:nvPr/>
        </p:nvSpPr>
        <p:spPr>
          <a:xfrm>
            <a:off x="1544305" y="3195183"/>
            <a:ext cx="7064221" cy="33334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진행사항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Mono Align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비전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관측시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뒤틀림 정도 ∝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Mono STK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시에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align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불량과 연관된 현상 확인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분석내용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4-3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특이사항 파악 시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“Rx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틀어짐 불량” 이 주요 불량 유형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특정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STK.no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의 경향성은 관찰되지 않고 있었으며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mono-</a:t>
            </a:r>
            <a:r>
              <a:rPr lang="en-US" altLang="ko-KR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stk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이전의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mono-align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비전에서의 틀어짐 확인 시 그 정도가 불안정함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 Align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비전에서 틀어짐의 정도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(º)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0~1.5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사이에 다수로 존재하며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불안정한 형태를 나타냄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-. Best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(4-1)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와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비교시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틀어짐 정도가 높음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AE62D4-CC2B-AEC1-440E-B8A5E9B6D638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‘26.03.18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26.04.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 panose="020B0600000101010101" pitchFamily="50" charset="-127"/>
              </a:rPr>
              <a:t>01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5F704CE-CDBB-23C0-2A27-DBB9E27DE583}"/>
              </a:ext>
            </a:extLst>
          </p:cNvPr>
          <p:cNvSpPr txBox="1"/>
          <p:nvPr/>
        </p:nvSpPr>
        <p:spPr>
          <a:xfrm>
            <a:off x="8010008" y="1387901"/>
            <a:ext cx="61637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~7/19</a:t>
            </a:r>
            <a:endParaRPr lang="ko-KR" altLang="en-US" sz="80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362803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1B25D4-0AC9-18E9-E3A6-993F287EC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F51285F9-8EF7-203F-DE5F-18902235D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7119223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활성화 </a:t>
                      </a:r>
                      <a:r>
                        <a:rPr lang="ko-KR" altLang="en-US" sz="900" i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저전압</a:t>
                      </a:r>
                      <a:endParaRPr lang="en-US" altLang="ko-KR" sz="900" i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원인 분석</a:t>
                      </a:r>
                      <a:endParaRPr lang="en-US" altLang="ko-KR" sz="900" i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ea typeface="+mn-ea"/>
                        </a:rPr>
                        <a:t>ESMI2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rgbClr val="000000"/>
                          </a:solidFill>
                          <a:ea typeface="+mn-ea"/>
                        </a:rPr>
                        <a:t>JF2</a:t>
                      </a:r>
                      <a:endParaRPr lang="ko-KR" altLang="en-US" sz="900">
                        <a:solidFill>
                          <a:srgbClr val="000000"/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이희원</a:t>
                      </a:r>
                      <a:endParaRPr lang="en-US" altLang="ko-KR" sz="900" i="0" baseline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i="0" baseline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허윤서</a:t>
                      </a:r>
                      <a:endParaRPr lang="en-US" altLang="ko-KR" sz="900" i="0" baseline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55BB0CE2-62A2-725E-0A49-6372F2E9D7D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576EA01-E4B1-6324-AFDF-2B153BBB3BD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6093AA8-2E4F-5195-6828-7DDF7C8C1D22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18EFEC1D-86C5-D21C-BA09-581CEC3BEA46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이희원</a:t>
            </a:r>
            <a:r>
              <a:rPr lang="ko-KR" altLang="en-US" sz="1100">
                <a:latin typeface="Arial Narrow"/>
                <a:ea typeface="LG스마트체 Regular" panose="020B0600000101010101" pitchFamily="50" charset="-127"/>
              </a:rPr>
              <a:t>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ADD65407-26B8-D1DB-FBF9-37782B23B56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99921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활성화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</a:t>
            </a:r>
            <a:r>
              <a:rPr lang="en-US" altLang="ko-KR" sz="1400" b="1">
                <a:ea typeface="LG스마트체 Regular" panose="020B0600000101010101" pitchFamily="50" charset="-127"/>
              </a:rPr>
              <a:t>MI 2</a:t>
            </a:r>
            <a:r>
              <a:rPr lang="ko-KR" altLang="en-US" sz="1400" b="1">
                <a:ea typeface="LG스마트체 Regular" panose="020B0600000101010101" pitchFamily="50" charset="-127"/>
              </a:rPr>
              <a:t>동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활성화 </a:t>
            </a:r>
            <a:r>
              <a:rPr lang="ko-KR" altLang="en-US" sz="1400" b="1" err="1">
                <a:latin typeface="Arial Narrow"/>
                <a:ea typeface="LG스마트체 Regular" panose="020B0600000101010101" pitchFamily="50" charset="-127"/>
              </a:rPr>
              <a:t>저전압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 불량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3B9879C-2CB7-F53E-7818-FA82B8C170F4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AB358E4-FD29-4D49-9D33-AA939CEBFF40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7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/22</a:t>
            </a:r>
            <a:r>
              <a:rPr lang="en-US" altLang="ko-KR" sz="1100">
                <a:solidFill>
                  <a:prstClr val="black"/>
                </a:solidFill>
              </a:rPr>
              <a:t>(</a:t>
            </a:r>
            <a:r>
              <a:rPr lang="ko-KR" altLang="en-US" sz="1100">
                <a:solidFill>
                  <a:prstClr val="black"/>
                </a:solidFill>
              </a:rPr>
              <a:t>수</a:t>
            </a:r>
            <a:r>
              <a:rPr lang="en-US" altLang="ko-KR" sz="1100">
                <a:solidFill>
                  <a:prstClr val="black"/>
                </a:solidFill>
              </a:rPr>
              <a:t>) 10</a:t>
            </a:r>
            <a:r>
              <a:rPr lang="ko-KR" altLang="en-US" sz="1100">
                <a:solidFill>
                  <a:prstClr val="black"/>
                </a:solidFill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9029A56-D626-5B5C-B36C-F9554DD5993E}"/>
              </a:ext>
            </a:extLst>
          </p:cNvPr>
          <p:cNvSpPr txBox="1"/>
          <p:nvPr/>
        </p:nvSpPr>
        <p:spPr>
          <a:xfrm>
            <a:off x="1544305" y="2101486"/>
            <a:ext cx="6805659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</a:pP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목적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 ESMI2 JF2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모델 대상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 원인 분석을 통한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수율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불량률 개선</a:t>
            </a:r>
            <a:endParaRPr lang="en-US" altLang="ko-KR" sz="900" b="0" i="0" u="none" strike="noStrike" kern="1200" noProof="0">
              <a:solidFill>
                <a:srgbClr val="000000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E7B187E-857C-B3FE-81BE-CB8941D7AFFB}"/>
              </a:ext>
            </a:extLst>
          </p:cNvPr>
          <p:cNvSpPr txBox="1"/>
          <p:nvPr/>
        </p:nvSpPr>
        <p:spPr>
          <a:xfrm>
            <a:off x="2766763" y="1399182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GDW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393F995-C89E-D69C-3E67-41AED422D370}"/>
              </a:ext>
            </a:extLst>
          </p:cNvPr>
          <p:cNvSpPr/>
          <p:nvPr/>
        </p:nvSpPr>
        <p:spPr>
          <a:xfrm>
            <a:off x="1544305" y="2341338"/>
            <a:ext cx="7247270" cy="42757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진행사항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모노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세파 외관 불량률이 높아지는 시점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(3/1 ~ 3/15)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불량률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(E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등급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mV/Day)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과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모노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세파 외관 전극가루 불량 발생 주변 셀들 간의 </a:t>
            </a: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경향성 검토 결과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해당 기간의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불량률은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0.077 %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인 반면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전극가루 불량 발생 주변 셀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앞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뒤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의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불량률은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0.128 %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</a:t>
            </a: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전극가루 불량 발생 주변에서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 발생률이 증가한다고 판단 됩니다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가루 불량 발생 주변 셀과 그렇지 않은 셀 간에 활성화 특성에 차이가 있는지 확인 하였으며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셀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(E, mV/Day)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의 충전 시간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(CC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시간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+ CV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 양품 셀 대비하여 긴 경향이 있으며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추가적으로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가루 불량 발생 주변 셀의 경우 그 시간이 더 긴 경향이 있다고 판단 됩니다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* OT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사이트에 대해서도 위 내용과 동일한 경향성을 보이는지 확인 했으며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동일한 결과를 도출 하였습니다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 (5/11)</a:t>
            </a:r>
          </a:p>
          <a:p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PKG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셀에 전극가루 주변 셀이 몇 개인지에 따라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불량률에 차이가 있는지 여부 확인 하였으며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전극가루 주변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모노셀이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많아질수록 불량률도 증가하는 경향성을 추가 확인 하였습니다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MI2 STK 5/7 ~ 5/11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 일자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가루가 커터 기인으로 발생 했다면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가루 불량 주변 셀에서 커팅 단면에 문제가 있을 수 있을 것이라 생각 되어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비전 알고리즘 기반으로 커팅 단면의 거칠기를 수치화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기준선으로 부터 커팅 단면이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몇 픽셀 떨어져 있는지에 대한 절대값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하여 확인 하였으며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</a:p>
          <a:p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가루 영향을 받은 셀들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가루 발생 앞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뒤 각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셀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의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커팅면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불균일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수준이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그렇지 않은 셀 대비 소폭 높은 경향이 있으며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2) MV/DAY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 셀의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커팅면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불균일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수준이 정상 셀 대비 소폭 높은 것을 확인 하였습니다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분석 대상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MI2 STK 1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3/12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일자 </a:t>
            </a:r>
            <a:r>
              <a:rPr lang="ko-KR" altLang="en-US" sz="9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모노셀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15,955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endParaRPr lang="en-US" altLang="ko-KR" sz="9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로직 보완 후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커팅 단면과 별개로 셀이 틀어 진 경우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불균일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수준이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커보일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수 있어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틀어짐 정도 보정 진행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재확인 시 전극 가루 혹은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여부와는 상관 없이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값이 거의 유사함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LNS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호기 별로 커팅 단면에 편차가 있는 걸로 판단 됩니다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가루 불량 셀로 군집 제한 후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커팅 단면에 따라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불량률에 차이가 있는지 확인 해 볼 예정 입니다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(~7/3)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STK 1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 하루치 데이터 →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3/1 ~ 3/15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가루 영향 셀로 대상 확대하여 이미지 분석 진행 중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STK 1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대상으로 전극 가루 불량 셀 내에서 커팅 단면의 누적 합이 커질수록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불량률이 커지는 형태를 확인하였습니다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셀과 양품 셀 간의 차이를 구분 지을 수 있는 커팅 단면 신규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Feature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대해 추가 검토 중 입니다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(~7/22)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*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커팅 단면의 표준편차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누적합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등을 확인 했을 때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저전압과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양품 셀 간의 명확한 차이가 보이지 않아 다른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Feature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 없을지에 대해 추가 검토</a:t>
            </a: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AD28A90-1C5E-B3ED-AFEA-E4E930343D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7813483"/>
              </p:ext>
            </p:extLst>
          </p:nvPr>
        </p:nvGraphicFramePr>
        <p:xfrm>
          <a:off x="1700330" y="1307542"/>
          <a:ext cx="6809291" cy="733425"/>
        </p:xfrm>
        <a:graphic>
          <a:graphicData uri="http://schemas.openxmlformats.org/drawingml/2006/table">
            <a:tbl>
              <a:tblPr/>
              <a:tblGrid>
                <a:gridCol w="566777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544105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324952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311719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54050433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354153220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661753769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47095195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355437377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318521411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1296107697"/>
                    </a:ext>
                  </a:extLst>
                </a:gridCol>
              </a:tblGrid>
              <a:tr h="95482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연관 지표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모델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0964473"/>
                  </a:ext>
                </a:extLst>
              </a:tr>
              <a:tr h="95482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4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5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6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7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W23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W24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W25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W26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W27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W28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W29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74566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저전압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rgbClr val="000000"/>
                          </a:solidFill>
                          <a:latin typeface="Arail Narrow"/>
                        </a:rPr>
                        <a:t>E </a:t>
                      </a:r>
                      <a:r>
                        <a:rPr lang="ko-KR" altLang="en-US" sz="900" b="0" baseline="0">
                          <a:solidFill>
                            <a:srgbClr val="000000"/>
                          </a:solidFill>
                          <a:latin typeface="Arail Narrow"/>
                        </a:rPr>
                        <a:t>등급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0.04 %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0.02 %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0.04 %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0.02 %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0.10 %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0.02 %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0.03 %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0.02 %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0.02 %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745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rgbClr val="000000"/>
                          </a:solidFill>
                          <a:latin typeface="Arail Narrow"/>
                        </a:rPr>
                        <a:t>MV/DAY</a:t>
                      </a:r>
                      <a:endParaRPr lang="ko-KR" altLang="en-US" sz="900" b="0" baseline="0">
                        <a:solidFill>
                          <a:srgbClr val="000000"/>
                        </a:solidFill>
                        <a:latin typeface="Arai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0.02 %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0.03 %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0.01 %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0.03 %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0.07 %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-0.05 %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0.09 %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rgbClr val="000000"/>
                          </a:solidFill>
                          <a:latin typeface="Arail Narrow"/>
                        </a:rPr>
                        <a:t>전체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0.05 %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0.03 %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0.07 %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0.03 %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0.13 %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0.00 %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0.03 %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0.10 %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-0.11 %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0.10 %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-0.03 %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762630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F49C292-D831-1B7E-1D31-27E85A1B61FF}"/>
              </a:ext>
            </a:extLst>
          </p:cNvPr>
          <p:cNvSpPr txBox="1"/>
          <p:nvPr/>
        </p:nvSpPr>
        <p:spPr>
          <a:xfrm>
            <a:off x="4364394" y="1279112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~07.12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E684F98-40B7-F8DF-3ABC-F0B0054CB923}"/>
              </a:ext>
            </a:extLst>
          </p:cNvPr>
          <p:cNvSpPr txBox="1"/>
          <p:nvPr/>
        </p:nvSpPr>
        <p:spPr>
          <a:xfrm>
            <a:off x="6863902" y="1273932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~07.19</a:t>
            </a:r>
            <a:endParaRPr lang="ko-KR" altLang="en-US" sz="800" b="1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57330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125023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위치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ESOT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JF2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ESOT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합치 가접롤 사용 이후 위치불량 상승 설비 분석 내용입니다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ESOT ESS JF2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 라미네이션 공정 위치불량 원인 분석 통한 개선 및 지속 모니터링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활동내역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위치 불량률은 금주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0.14%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지난주 대비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0.08%p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감소했습니다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0.08%p)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지난주 정기회의체 합치가접롤 미사용 시점 위치불량 상승 현상 공유하였고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합치가접롤 사용 결정 이후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축 위치불량 감소하였습니다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합치 가접롤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Gap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관리를 위한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FDC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 연동 작업 중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(7/22~)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지속 위치불량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0.1%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이상 유지 중인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#1-4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 분석 진행하였습니다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defTabSz="457200" latinLnBrk="0"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#1-4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 등속구간 양극탭 사이드 측정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AA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와 음극탭 사이드 측정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AA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산포의 차이가 존재합니다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lvl="0" defTabSz="457200" latinLnBrk="0"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또한 이미지 확인 시 음극이 반시계 방향으로 지속적으로 회전 확인되어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</a:p>
                    <a:p>
                      <a:pPr lvl="0" defTabSz="457200" latinLnBrk="0"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1) MC/OP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방향 그리퍼 불균형 점검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2)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음극 커터 틸팅 점검 요청하였습니다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.(7/20)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그리퍼 유량 상승이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#1-3, #2-4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설비에서 확인되어 그리퍼 현장 점검 요청하였습니다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.(7/20)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~’26.</a:t>
                      </a:r>
                      <a:r>
                        <a:rPr lang="ko-KR" altLang="en-US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홍진표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김석중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39D7E23-5395-C397-C3B2-1E9BB9A73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9161459"/>
              </p:ext>
            </p:extLst>
          </p:nvPr>
        </p:nvGraphicFramePr>
        <p:xfrm>
          <a:off x="1661147" y="1379522"/>
          <a:ext cx="6873254" cy="659507"/>
        </p:xfrm>
        <a:graphic>
          <a:graphicData uri="http://schemas.openxmlformats.org/drawingml/2006/table">
            <a:tbl>
              <a:tblPr/>
              <a:tblGrid>
                <a:gridCol w="757504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3397112389"/>
                    </a:ext>
                  </a:extLst>
                </a:gridCol>
                <a:gridCol w="300676">
                  <a:extLst>
                    <a:ext uri="{9D8B030D-6E8A-4147-A177-3AD203B41FA5}">
                      <a16:colId xmlns:a16="http://schemas.microsoft.com/office/drawing/2014/main" val="3345063880"/>
                    </a:ext>
                  </a:extLst>
                </a:gridCol>
                <a:gridCol w="300676">
                  <a:extLst>
                    <a:ext uri="{9D8B030D-6E8A-4147-A177-3AD203B41FA5}">
                      <a16:colId xmlns:a16="http://schemas.microsoft.com/office/drawing/2014/main" val="396699358"/>
                    </a:ext>
                  </a:extLst>
                </a:gridCol>
                <a:gridCol w="300676">
                  <a:extLst>
                    <a:ext uri="{9D8B030D-6E8A-4147-A177-3AD203B41FA5}">
                      <a16:colId xmlns:a16="http://schemas.microsoft.com/office/drawing/2014/main" val="4158066603"/>
                    </a:ext>
                  </a:extLst>
                </a:gridCol>
                <a:gridCol w="300676">
                  <a:extLst>
                    <a:ext uri="{9D8B030D-6E8A-4147-A177-3AD203B41FA5}">
                      <a16:colId xmlns:a16="http://schemas.microsoft.com/office/drawing/2014/main" val="2097025724"/>
                    </a:ext>
                  </a:extLst>
                </a:gridCol>
                <a:gridCol w="300676">
                  <a:extLst>
                    <a:ext uri="{9D8B030D-6E8A-4147-A177-3AD203B41FA5}">
                      <a16:colId xmlns:a16="http://schemas.microsoft.com/office/drawing/2014/main" val="3792029773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4256120178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2804287017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1295701780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1964108928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661753769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470951951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1220427123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1246761118"/>
                    </a:ext>
                  </a:extLst>
                </a:gridCol>
                <a:gridCol w="329455">
                  <a:extLst>
                    <a:ext uri="{9D8B030D-6E8A-4147-A177-3AD203B41FA5}">
                      <a16:colId xmlns:a16="http://schemas.microsoft.com/office/drawing/2014/main" val="3714740608"/>
                    </a:ext>
                  </a:extLst>
                </a:gridCol>
              </a:tblGrid>
              <a:tr h="18783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모델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000000"/>
                      </a:solidFill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>
                      <a:solidFill>
                        <a:srgbClr val="000000"/>
                      </a:solidFill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000000"/>
                      </a:solidFill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000000"/>
                      </a:solidFill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>
                      <a:solidFill>
                        <a:srgbClr val="000000"/>
                      </a:solidFill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0964473"/>
                  </a:ext>
                </a:extLst>
              </a:tr>
              <a:tr h="18783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3월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W20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W21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W22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W23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W24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W25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W26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W27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W28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W29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W30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2806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라미 위치</a:t>
                      </a:r>
                      <a:endParaRPr lang="en-US" altLang="ko-KR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0.16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0.19</a:t>
                      </a:r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0.21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0.16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0.23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0.31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0.14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0.09</a:t>
                      </a:r>
                    </a:p>
                  </a:txBody>
                  <a:tcPr marL="9524" marR="9524" marT="9524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576466" y="418066"/>
            <a:ext cx="116057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latin typeface="Arial Narrow"/>
                <a:ea typeface="LG스마트체 Regular" panose="020B0600000101010101" pitchFamily="50" charset="-127"/>
              </a:rPr>
              <a:t> 홍진표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48144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</a:t>
            </a:r>
            <a:r>
              <a:rPr lang="en-US" altLang="ko-KR" sz="1400" b="1">
                <a:latin typeface="Arial Narrow"/>
                <a:ea typeface="LG스마트체 Regular" panose="020B0600000101010101" pitchFamily="50" charset="-127"/>
              </a:rPr>
              <a:t>ESOT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라미 위치 불량 개선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354BD37-73B3-4706-AF90-698D88223BD3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2/5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6FE8C4-D3CA-4ACB-997B-147E1EDF00F6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</a:t>
            </a:r>
            <a:r>
              <a:rPr lang="en-US" altLang="ko-KR" sz="1100">
                <a:latin typeface="Arial Narrow"/>
                <a:ea typeface="LG스마트체 Regular"/>
              </a:rPr>
              <a:t>/28(</a:t>
            </a:r>
            <a:r>
              <a:rPr lang="ko-KR" altLang="en-US" sz="1100">
                <a:latin typeface="Arial Narrow"/>
                <a:ea typeface="LG스마트체 Regular"/>
              </a:rPr>
              <a:t>화</a:t>
            </a:r>
            <a:r>
              <a:rPr lang="en-US" altLang="ko-KR" sz="1100"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en-US" altLang="ko-KR" sz="1100">
                <a:latin typeface="Arial Narrow"/>
                <a:ea typeface="LG스마트체 Regular"/>
              </a:rPr>
              <a:t>13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076E1BC-B3CD-5791-2685-DE8FF8289A9F}"/>
              </a:ext>
            </a:extLst>
          </p:cNvPr>
          <p:cNvSpPr txBox="1"/>
          <p:nvPr/>
        </p:nvSpPr>
        <p:spPr>
          <a:xfrm>
            <a:off x="8023504" y="1379522"/>
            <a:ext cx="561372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7/20~7/26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74F7B20-E525-5252-06A8-33122E4AA1B2}"/>
              </a:ext>
            </a:extLst>
          </p:cNvPr>
          <p:cNvSpPr txBox="1"/>
          <p:nvPr/>
        </p:nvSpPr>
        <p:spPr>
          <a:xfrm>
            <a:off x="4539075" y="1379522"/>
            <a:ext cx="397866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~7/26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67A9D41E-7341-A3BC-9557-8D11DED3F0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97774" y="4717015"/>
            <a:ext cx="3175978" cy="1655475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1767712-422B-928C-33B9-F9A128D8ECEB}"/>
              </a:ext>
            </a:extLst>
          </p:cNvPr>
          <p:cNvSpPr txBox="1"/>
          <p:nvPr/>
        </p:nvSpPr>
        <p:spPr>
          <a:xfrm>
            <a:off x="5097774" y="4470794"/>
            <a:ext cx="121058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/>
              <a:t>[</a:t>
            </a:r>
            <a:r>
              <a:rPr lang="ko-KR" altLang="en-US" sz="1000" err="1"/>
              <a:t>그리퍼</a:t>
            </a:r>
            <a:r>
              <a:rPr lang="ko-KR" altLang="en-US" sz="1000"/>
              <a:t> 유량 트렌드</a:t>
            </a:r>
            <a:r>
              <a:rPr lang="en-US" altLang="ko-KR" sz="1000"/>
              <a:t>]</a:t>
            </a:r>
            <a:endParaRPr lang="ko-KR" altLang="en-US" sz="100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4BC1518A-3B1F-3AB8-9231-BD4A0A0946AA}"/>
              </a:ext>
            </a:extLst>
          </p:cNvPr>
          <p:cNvGrpSpPr/>
          <p:nvPr/>
        </p:nvGrpSpPr>
        <p:grpSpPr>
          <a:xfrm>
            <a:off x="2187642" y="4717014"/>
            <a:ext cx="1733551" cy="1528255"/>
            <a:chOff x="8828837" y="3012469"/>
            <a:chExt cx="3381848" cy="1797548"/>
          </a:xfrm>
        </p:grpSpPr>
        <p:pic>
          <p:nvPicPr>
            <p:cNvPr id="11" name="그림 10">
              <a:extLst>
                <a:ext uri="{FF2B5EF4-FFF2-40B4-BE49-F238E27FC236}">
                  <a16:creationId xmlns:a16="http://schemas.microsoft.com/office/drawing/2014/main" id="{8029B31F-A5D9-9434-EE9E-24A39D3A2FA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828838" y="3012469"/>
              <a:ext cx="3381847" cy="800212"/>
            </a:xfrm>
            <a:prstGeom prst="rect">
              <a:avLst/>
            </a:prstGeom>
          </p:spPr>
        </p:pic>
        <p:pic>
          <p:nvPicPr>
            <p:cNvPr id="13" name="그림 12">
              <a:extLst>
                <a:ext uri="{FF2B5EF4-FFF2-40B4-BE49-F238E27FC236}">
                  <a16:creationId xmlns:a16="http://schemas.microsoft.com/office/drawing/2014/main" id="{16C5D825-4330-CD55-467B-13F5E23708C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828837" y="3895489"/>
              <a:ext cx="3381847" cy="914528"/>
            </a:xfrm>
            <a:prstGeom prst="rect">
              <a:avLst/>
            </a:prstGeom>
          </p:spPr>
        </p:pic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4353C24-55B5-A584-E897-DDE324DB441F}"/>
              </a:ext>
            </a:extLst>
          </p:cNvPr>
          <p:cNvSpPr/>
          <p:nvPr/>
        </p:nvSpPr>
        <p:spPr>
          <a:xfrm>
            <a:off x="2666396" y="5434403"/>
            <a:ext cx="735430" cy="420327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8D7226B-2A56-6650-A491-B90EE75D2346}"/>
              </a:ext>
            </a:extLst>
          </p:cNvPr>
          <p:cNvSpPr txBox="1"/>
          <p:nvPr/>
        </p:nvSpPr>
        <p:spPr>
          <a:xfrm>
            <a:off x="2451113" y="5957645"/>
            <a:ext cx="12955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>
                <a:solidFill>
                  <a:prstClr val="black"/>
                </a:solidFill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반시계 방향 </a:t>
            </a:r>
            <a:r>
              <a:rPr lang="ko-KR" altLang="en-US" sz="1000" err="1">
                <a:solidFill>
                  <a:prstClr val="black"/>
                </a:solidFill>
                <a:highlight>
                  <a:srgbClr val="FFFF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틸팅</a:t>
            </a:r>
            <a:endParaRPr lang="en-US" altLang="ko-KR" sz="1000">
              <a:solidFill>
                <a:prstClr val="black"/>
              </a:solidFill>
              <a:highlight>
                <a:srgbClr val="FFFF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1F01511-FD23-392E-88F7-CA21EBEB08DC}"/>
              </a:ext>
            </a:extLst>
          </p:cNvPr>
          <p:cNvSpPr txBox="1"/>
          <p:nvPr/>
        </p:nvSpPr>
        <p:spPr>
          <a:xfrm>
            <a:off x="2187642" y="4470794"/>
            <a:ext cx="122020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/>
              <a:t>[#1-4 </a:t>
            </a:r>
            <a:r>
              <a:rPr lang="ko-KR" altLang="en-US" sz="1000"/>
              <a:t>음극 커팅 </a:t>
            </a:r>
            <a:r>
              <a:rPr lang="ko-KR" altLang="en-US" sz="1000" err="1"/>
              <a:t>틸팅</a:t>
            </a:r>
            <a:r>
              <a:rPr lang="en-US" altLang="ko-KR" sz="1000"/>
              <a:t>]</a:t>
            </a:r>
            <a:endParaRPr lang="ko-KR" altLang="en-US" sz="1000"/>
          </a:p>
        </p:txBody>
      </p:sp>
    </p:spTree>
    <p:extLst>
      <p:ext uri="{BB962C8B-B14F-4D97-AF65-F5344CB8AC3E}">
        <p14:creationId xmlns:p14="http://schemas.microsoft.com/office/powerpoint/2010/main" val="260099421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7674196"/>
              </p:ext>
            </p:extLst>
          </p:nvPr>
        </p:nvGraphicFramePr>
        <p:xfrm>
          <a:off x="125047" y="840839"/>
          <a:ext cx="9644176" cy="582385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64319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스태킹 스택 외관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ESOT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JF2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랜싱 법인과의 불량 항목 비교 내용으로 차이 나는 불량 항목에 대해 법인에 개선 검토 요청 내용입니다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ESOT ESS JF2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 스태킹 공정 스택 외관 불량 원인 분석 통한 개선 및 지속 모니터링</a:t>
                      </a: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활동 내역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 OT</a:t>
                      </a:r>
                      <a:r>
                        <a:rPr lang="ko-KR" altLang="en-US" sz="900" ker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Arial"/>
                        </a:rPr>
                        <a:t>에서 발생되는 스택 외관 현상 및 특이사항 파악 내용</a:t>
                      </a:r>
                      <a:endParaRPr lang="en-US" altLang="ko-KR" sz="900" kern="0">
                        <a:solidFill>
                          <a:srgbClr val="000000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OT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법인의 스택 외관 불량률이 타 법인 대비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0.1%p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정도 높아 타 법인과 비교 진행하였습니다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MI_LS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과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OT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법인의 경우 스택셀의 테이프를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부착하며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MI, HD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법인의 경우 테이프를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부착합니다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테이프 부착 또한 스택 외관 불량에 영향을 줄 수 있기 때문에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LS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법인과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OT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법인의 불량 항목 비교 진행하였습니다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두 법인간 불량 항목 비교 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OT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법인에서만 측정하는 항목으로 발생한 불량이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0.07%p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차이나며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BTM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부의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TA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불량이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0.02%p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차이납니다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차이나는 항목에 대한 것은 하기와 같으며 각 항목에 대한 개선 검토 요청 진행하려고 합니다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미팅 예정 일자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7/22)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1) BTM_TA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(0.02%p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: 1-1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2-1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호기에서만 불량이 다수 발생하였습니다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두가지 케이스가 있으며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첫번째 케이스의 경우 모노세파 비전에서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OK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또는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Q-NG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판정 받았으나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스택셀 상하부 비전에서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판정을 받은 케이스로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모노세파 상하부 비전에서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Q-NG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판정을 받은 경우 스택셀 상하부 비전에서도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처리될 수 있도록 요청</a:t>
                      </a: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(7/22)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또한 모노세파 비전에서는 불량이 없었으나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스택셀 상하부 비전에서 새로 이물이 발생한 케이스로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1-1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2-1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호기의 경우 스택 설비 내    </a:t>
                      </a: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오염이 많은 것으로 판단되어 지속 클리닝 요청하도록 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(7/22)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2) TOP_OUT (0.02%p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: 1-1, 1-3, 1-5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호기에서 발생한 현상으로 모두 음극탭 아랫부분에 눌림성 불량이 동일 위치에서 발생한 현상입니다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테이프 옆 위치로 테이프 부착이 테이핑 푸셔의 오염으로 인해 동일 위치에서 눌림 불량이 발생한 것으로 보여지며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 개소 지속 점검 클리닝 관리 하도록</a:t>
                      </a: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요청하였으며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법인의 경우 푸셔압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재질 등의 확인 진행 중입니다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(7/22)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3) TOP_BEND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(0.01%p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: 1-2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호기에서 발생한 현상으로 테이프 들뜸 현상이 지속 발생하였으나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조치가 늦어진 현상으로 조치가 빨리 될 수 있도록 준 실시간성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WF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구성하여 모니터링</a:t>
                      </a: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및 관리 진행될 수 있도록 하겠습니다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4) TOP_OUT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(0.02%p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: 1-3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호기에서 발생한 현상으로 전극 가루가 옆으로 튀어나와 불량으로 검출된 현상입니다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모노세파 비전 확인 시 동일 위치에 전극 가루가 보여지나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Q-NG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판정을 받은 케이스로 해당 케이스의 경우 모노세파 비전에서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처리 가능한지 검토 요청 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(7/22)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5) BTM_EA-OUT (0.02%p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: 1-1,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1-2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호기에서 발생한 현상으로 모노셀 생산 시 단변 위치에 주름이 발생하였으나 모노세파 비전에서 불량으로 검출되지 않고 스택셀 상하부 비전에서 </a:t>
                      </a:r>
                      <a:endParaRPr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>
                        <a:defRPr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검출된 케이스입니다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마찬가지로 해당 케이스 또한 모노세파 비전에서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처리 가능한지 검토 요청 하였습니다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(7/22)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~’26.</a:t>
                      </a:r>
                      <a:r>
                        <a:rPr lang="ko-KR" altLang="en-US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하현수</a:t>
                      </a:r>
                      <a:r>
                        <a:rPr lang="en-US" altLang="ko-KR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임성묵 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latin typeface="Arial Narrow"/>
                <a:ea typeface="LG스마트체 Regular" panose="020B0600000101010101" pitchFamily="50" charset="-127"/>
              </a:rPr>
              <a:t>하현수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97837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</a:t>
            </a:r>
            <a:r>
              <a:rPr lang="en-US" altLang="ko-KR" sz="1400" b="1">
                <a:latin typeface="Arial Narrow"/>
                <a:ea typeface="LG스마트체 Regular" panose="020B0600000101010101" pitchFamily="50" charset="-127"/>
              </a:rPr>
              <a:t>ESOT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스태킹 스택 외관 불량 개선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354BD37-73B3-4706-AF90-698D88223BD3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3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/20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4/1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6FE8C4-D3CA-4ACB-997B-147E1EDF00F6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</a:t>
            </a:r>
            <a:r>
              <a:rPr lang="en-US" altLang="ko-KR" sz="1100">
                <a:latin typeface="Arial Narrow"/>
                <a:ea typeface="LG스마트체 Regular"/>
              </a:rPr>
              <a:t>/21(</a:t>
            </a:r>
            <a:r>
              <a:rPr lang="ko-KR" altLang="en-US" sz="1100">
                <a:latin typeface="Arial Narrow"/>
                <a:ea typeface="LG스마트체 Regular"/>
              </a:rPr>
              <a:t>화</a:t>
            </a:r>
            <a:r>
              <a:rPr lang="en-US" altLang="ko-KR" sz="1100"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en-US" altLang="ko-KR" sz="1100">
                <a:latin typeface="Arial Narrow"/>
                <a:ea typeface="LG스마트체 Regular"/>
              </a:rPr>
              <a:t>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1C1D93C-C40A-9ABC-7C47-D7B7F509A4AB}"/>
              </a:ext>
            </a:extLst>
          </p:cNvPr>
          <p:cNvSpPr txBox="1"/>
          <p:nvPr/>
        </p:nvSpPr>
        <p:spPr>
          <a:xfrm>
            <a:off x="4881741" y="1234296"/>
            <a:ext cx="397866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~7/19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C479880-1B6C-622C-0761-B835CC27D4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2173874"/>
              </p:ext>
            </p:extLst>
          </p:nvPr>
        </p:nvGraphicFramePr>
        <p:xfrm>
          <a:off x="1597847" y="1441379"/>
          <a:ext cx="6936558" cy="866775"/>
        </p:xfrm>
        <a:graphic>
          <a:graphicData uri="http://schemas.openxmlformats.org/drawingml/2006/table">
            <a:tbl>
              <a:tblPr/>
              <a:tblGrid>
                <a:gridCol w="625775">
                  <a:extLst>
                    <a:ext uri="{9D8B030D-6E8A-4147-A177-3AD203B41FA5}">
                      <a16:colId xmlns:a16="http://schemas.microsoft.com/office/drawing/2014/main" val="3507964346"/>
                    </a:ext>
                  </a:extLst>
                </a:gridCol>
                <a:gridCol w="367687">
                  <a:extLst>
                    <a:ext uri="{9D8B030D-6E8A-4147-A177-3AD203B41FA5}">
                      <a16:colId xmlns:a16="http://schemas.microsoft.com/office/drawing/2014/main" val="1557802505"/>
                    </a:ext>
                  </a:extLst>
                </a:gridCol>
                <a:gridCol w="367687">
                  <a:extLst>
                    <a:ext uri="{9D8B030D-6E8A-4147-A177-3AD203B41FA5}">
                      <a16:colId xmlns:a16="http://schemas.microsoft.com/office/drawing/2014/main" val="527047078"/>
                    </a:ext>
                  </a:extLst>
                </a:gridCol>
                <a:gridCol w="325262">
                  <a:extLst>
                    <a:ext uri="{9D8B030D-6E8A-4147-A177-3AD203B41FA5}">
                      <a16:colId xmlns:a16="http://schemas.microsoft.com/office/drawing/2014/main" val="2941841101"/>
                    </a:ext>
                  </a:extLst>
                </a:gridCol>
                <a:gridCol w="325262">
                  <a:extLst>
                    <a:ext uri="{9D8B030D-6E8A-4147-A177-3AD203B41FA5}">
                      <a16:colId xmlns:a16="http://schemas.microsoft.com/office/drawing/2014/main" val="3987870655"/>
                    </a:ext>
                  </a:extLst>
                </a:gridCol>
                <a:gridCol w="325262">
                  <a:extLst>
                    <a:ext uri="{9D8B030D-6E8A-4147-A177-3AD203B41FA5}">
                      <a16:colId xmlns:a16="http://schemas.microsoft.com/office/drawing/2014/main" val="3990798617"/>
                    </a:ext>
                  </a:extLst>
                </a:gridCol>
                <a:gridCol w="325262">
                  <a:extLst>
                    <a:ext uri="{9D8B030D-6E8A-4147-A177-3AD203B41FA5}">
                      <a16:colId xmlns:a16="http://schemas.microsoft.com/office/drawing/2014/main" val="285911901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2348482330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3130129997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545572693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1758605639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3334751885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2724940230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2385972466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802109827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1240222957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993538972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3317216361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3616590609"/>
                    </a:ext>
                  </a:extLst>
                </a:gridCol>
                <a:gridCol w="328797">
                  <a:extLst>
                    <a:ext uri="{9D8B030D-6E8A-4147-A177-3AD203B41FA5}">
                      <a16:colId xmlns:a16="http://schemas.microsoft.com/office/drawing/2014/main" val="32204174"/>
                    </a:ext>
                  </a:extLst>
                </a:gridCol>
              </a:tblGrid>
              <a:tr h="21907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47580263"/>
                  </a:ext>
                </a:extLst>
              </a:tr>
              <a:tr h="2190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3803646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스택 외관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D0D0D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2835024"/>
                  </a:ext>
                </a:extLst>
              </a:tr>
              <a:tr h="2190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345953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350627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2265323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34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350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활성화 </a:t>
                      </a: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EOL </a:t>
                      </a: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</a:t>
                      </a:r>
                      <a:b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치수 불량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a typeface="+mn-ea"/>
                        </a:rPr>
                        <a:t>ESOT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a typeface="+mn-ea"/>
                        </a:rPr>
                        <a:t>JF2</a:t>
                      </a:r>
                      <a:endParaRPr lang="ko-KR" altLang="en-US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 진행 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이희원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허윤서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허윤서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13611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활성화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ESOT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활성화 </a:t>
            </a:r>
            <a:r>
              <a:rPr lang="en-US" altLang="ko-KR" sz="1400" b="1">
                <a:latin typeface="Arial Narrow"/>
                <a:ea typeface="LG스마트체 Regular" panose="020B0600000101010101" pitchFamily="50" charset="-127"/>
              </a:rPr>
              <a:t>EOL 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치수 불량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354BD37-73B3-4706-AF90-698D88223BD3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1/21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6FE8C4-D3CA-4ACB-997B-147E1EDF00F6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/28(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화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24C1176-7239-1C6A-70C9-0E895DA66D7E}"/>
              </a:ext>
            </a:extLst>
          </p:cNvPr>
          <p:cNvSpPr txBox="1"/>
          <p:nvPr/>
        </p:nvSpPr>
        <p:spPr>
          <a:xfrm>
            <a:off x="1544305" y="2194241"/>
            <a:ext cx="6805659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목적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] ESST JF2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모델 대상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활성화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EOL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치수비전 치수 불량 원인 분석을 통한 수율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불량률 개선</a:t>
            </a:r>
            <a:endParaRPr lang="en-US" altLang="ko-KR" sz="900" b="0" i="0" u="none" strike="noStrike" kern="1200" noProof="0">
              <a:effectLst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F496E53-711A-5EAC-B78E-5A9099A385B5}"/>
              </a:ext>
            </a:extLst>
          </p:cNvPr>
          <p:cNvSpPr/>
          <p:nvPr/>
        </p:nvSpPr>
        <p:spPr>
          <a:xfrm>
            <a:off x="1544305" y="2476919"/>
            <a:ext cx="7385091" cy="26919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진행사항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W26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 치수 비전 불량률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0.53 %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전주 대비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0.56 %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증가 하였습니다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-. W26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주차에 치수 비전 불량률이 실제로 증가한 것이 아닌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작년 말 전극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DLDC (Double Layered Die Coating)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전에 생산 되었던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LOT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으로</a:t>
            </a: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출하가 불가한 셀들이 치수 비전 재판정 셀로 분류 되어 있어 금번에 불량 처리하여 불량 증가하였습니다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+mn-ea"/>
              </a:rPr>
              <a:t>-. W29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 주차 치수 비전 불량률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0.34%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로 전주 대비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0.38%p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증가하였습니다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.</a:t>
            </a:r>
          </a:p>
          <a:p>
            <a:r>
              <a:rPr lang="en-US" altLang="ko-KR" sz="900">
                <a:solidFill>
                  <a:srgbClr val="000000"/>
                </a:solidFill>
                <a:latin typeface="+mn-ea"/>
              </a:rPr>
              <a:t>    2Line :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치수 불량률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0.47%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로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W28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주차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-0.04%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대비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0.51% p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상승하였습니다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. (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치수비전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0.19%,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리드필름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0.05%,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리드 길이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/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위치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0.10%)</a:t>
            </a:r>
          </a:p>
          <a:p>
            <a:r>
              <a:rPr lang="en-US" altLang="ko-KR" sz="900">
                <a:solidFill>
                  <a:srgbClr val="000000"/>
                </a:solidFill>
                <a:latin typeface="+mn-ea"/>
              </a:rPr>
              <a:t>              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치수 비전 불량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–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전폭 길이 불량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0.11%,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테이프 불량 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0.10%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발생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.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데이터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테이프 이상이 원인으로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조치 후 불량률 감소했습니다</a:t>
            </a:r>
            <a:r>
              <a:rPr lang="en-US" altLang="ko-KR" sz="900">
                <a:solidFill>
                  <a:srgbClr val="000000"/>
                </a:solidFill>
                <a:latin typeface="+mn-ea"/>
              </a:rPr>
              <a:t>.</a:t>
            </a:r>
          </a:p>
          <a:p>
            <a:r>
              <a:rPr lang="en-US" altLang="ko-KR" sz="900">
                <a:solidFill>
                  <a:srgbClr val="000000"/>
                </a:solidFill>
                <a:latin typeface="+mn-ea"/>
              </a:rPr>
              <a:t>    3Line : W27-W28</a:t>
            </a:r>
            <a:r>
              <a:rPr lang="ko-KR" altLang="en-US" sz="900">
                <a:solidFill>
                  <a:srgbClr val="000000"/>
                </a:solidFill>
                <a:latin typeface="+mn-ea"/>
              </a:rPr>
              <a:t>주차 부동 이후 재가동</a:t>
            </a:r>
            <a:endParaRPr lang="en-US" altLang="ko-KR" sz="900">
              <a:solidFill>
                <a:srgbClr val="000000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3BDCB60-C271-1742-2C93-76E31902F6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3751406"/>
              </p:ext>
            </p:extLst>
          </p:nvPr>
        </p:nvGraphicFramePr>
        <p:xfrm>
          <a:off x="1699494" y="1387444"/>
          <a:ext cx="6530109" cy="733425"/>
        </p:xfrm>
        <a:graphic>
          <a:graphicData uri="http://schemas.openxmlformats.org/drawingml/2006/table">
            <a:tbl>
              <a:tblPr/>
              <a:tblGrid>
                <a:gridCol w="504215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492939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223998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223998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54050433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4071795364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661753769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47095195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355437377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318521411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814302576"/>
                    </a:ext>
                  </a:extLst>
                </a:gridCol>
              </a:tblGrid>
              <a:tr h="95482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모델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0964473"/>
                  </a:ext>
                </a:extLst>
              </a:tr>
              <a:tr h="114259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4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5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6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7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W24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W25</a:t>
                      </a:r>
                      <a:endParaRPr lang="ko-KR" alt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W26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W27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W28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W29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FF"/>
                          </a:solidFill>
                          <a:effectLst/>
                          <a:latin typeface="Arail Narrow"/>
                          <a:ea typeface="+mn-ea"/>
                        </a:rPr>
                        <a:t>W30</a:t>
                      </a:r>
                      <a:endParaRPr lang="ko-KR" altLang="en-US" sz="900" b="1" i="0" u="none" strike="noStrike" baseline="0">
                        <a:solidFill>
                          <a:srgbClr val="0000FF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74566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EOL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치수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ail Narrow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ail Narrow"/>
                        </a:rPr>
                        <a:t>2 Line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Arai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0.17 %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0.08 %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0.09 %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-0.01 %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-0.01 %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-0.05 %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0.53 %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-0.14 %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-0.04 %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0.47 %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745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ail Narrow"/>
                        </a:rPr>
                        <a:t>3 Line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Arai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1.13 %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0.02 %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-0.24 %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-0.35 %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0.24 %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0.37 %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ail Narrow"/>
                          <a:ea typeface="LG스마트체 Regular"/>
                        </a:rPr>
                        <a:t>0.38%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745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ail Narrow"/>
                        </a:rPr>
                        <a:t>전체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0.21 %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0.08 %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0.08 %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-0.02 %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-0.02 %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-0.03 %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0.53 %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-0.16 %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-0.04 %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0.34 %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FF"/>
                          </a:solidFill>
                          <a:effectLst/>
                          <a:latin typeface="Arail Narrow"/>
                          <a:ea typeface="+mn-ea"/>
                        </a:rPr>
                        <a:t>0.09 %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7626300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F67138A6-4545-11E6-FA7D-6F73F3815392}"/>
              </a:ext>
            </a:extLst>
          </p:cNvPr>
          <p:cNvSpPr txBox="1"/>
          <p:nvPr/>
        </p:nvSpPr>
        <p:spPr>
          <a:xfrm>
            <a:off x="4054557" y="1347125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~07.12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A9B7817-3F65-4457-D551-CDC31F56B5D4}"/>
              </a:ext>
            </a:extLst>
          </p:cNvPr>
          <p:cNvSpPr txBox="1"/>
          <p:nvPr/>
        </p:nvSpPr>
        <p:spPr>
          <a:xfrm>
            <a:off x="6558847" y="1352584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~07.12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pic>
        <p:nvPicPr>
          <p:cNvPr id="45" name="그림 44">
            <a:extLst>
              <a:ext uri="{FF2B5EF4-FFF2-40B4-BE49-F238E27FC236}">
                <a16:creationId xmlns:a16="http://schemas.microsoft.com/office/drawing/2014/main" id="{61C593CF-120F-47CF-D36F-9048B8A6649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16102"/>
          <a:stretch>
            <a:fillRect/>
          </a:stretch>
        </p:blipFill>
        <p:spPr>
          <a:xfrm>
            <a:off x="1699494" y="3800347"/>
            <a:ext cx="1641979" cy="732801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D80F67F4-6107-2DEE-18DC-8DD5A09DF8F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29066"/>
          <a:stretch>
            <a:fillRect/>
          </a:stretch>
        </p:blipFill>
        <p:spPr>
          <a:xfrm>
            <a:off x="1676715" y="4689586"/>
            <a:ext cx="1653383" cy="732801"/>
          </a:xfrm>
          <a:prstGeom prst="rect">
            <a:avLst/>
          </a:prstGeom>
        </p:spPr>
      </p:pic>
      <p:pic>
        <p:nvPicPr>
          <p:cNvPr id="51" name="그림 50">
            <a:extLst>
              <a:ext uri="{FF2B5EF4-FFF2-40B4-BE49-F238E27FC236}">
                <a16:creationId xmlns:a16="http://schemas.microsoft.com/office/drawing/2014/main" id="{D67D51D4-0A8F-4451-4ABF-CAD1A59CB0BB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t="15553"/>
          <a:stretch>
            <a:fillRect/>
          </a:stretch>
        </p:blipFill>
        <p:spPr>
          <a:xfrm>
            <a:off x="1667603" y="5578825"/>
            <a:ext cx="1653383" cy="877024"/>
          </a:xfrm>
          <a:prstGeom prst="rect">
            <a:avLst/>
          </a:prstGeom>
        </p:spPr>
      </p:pic>
      <p:grpSp>
        <p:nvGrpSpPr>
          <p:cNvPr id="53" name="그룹 52">
            <a:extLst>
              <a:ext uri="{FF2B5EF4-FFF2-40B4-BE49-F238E27FC236}">
                <a16:creationId xmlns:a16="http://schemas.microsoft.com/office/drawing/2014/main" id="{A6C13F4D-8EDE-DB60-1DFF-CB05D3028DF1}"/>
              </a:ext>
            </a:extLst>
          </p:cNvPr>
          <p:cNvGrpSpPr/>
          <p:nvPr/>
        </p:nvGrpSpPr>
        <p:grpSpPr>
          <a:xfrm>
            <a:off x="3436787" y="5470556"/>
            <a:ext cx="5033078" cy="1025465"/>
            <a:chOff x="3462508" y="4755248"/>
            <a:chExt cx="5033078" cy="1025465"/>
          </a:xfrm>
        </p:grpSpPr>
        <p:grpSp>
          <p:nvGrpSpPr>
            <p:cNvPr id="55" name="그룹 54">
              <a:extLst>
                <a:ext uri="{FF2B5EF4-FFF2-40B4-BE49-F238E27FC236}">
                  <a16:creationId xmlns:a16="http://schemas.microsoft.com/office/drawing/2014/main" id="{3F0D8D07-2467-F6C0-8E71-2FDAC8DDD127}"/>
                </a:ext>
              </a:extLst>
            </p:cNvPr>
            <p:cNvGrpSpPr/>
            <p:nvPr/>
          </p:nvGrpSpPr>
          <p:grpSpPr>
            <a:xfrm>
              <a:off x="3462508" y="4755248"/>
              <a:ext cx="5033078" cy="1025465"/>
              <a:chOff x="3626100" y="4729667"/>
              <a:chExt cx="5033078" cy="1025465"/>
            </a:xfrm>
          </p:grpSpPr>
          <p:pic>
            <p:nvPicPr>
              <p:cNvPr id="58" name="그림 57">
                <a:extLst>
                  <a:ext uri="{FF2B5EF4-FFF2-40B4-BE49-F238E27FC236}">
                    <a16:creationId xmlns:a16="http://schemas.microsoft.com/office/drawing/2014/main" id="{A0B0BAC6-A1B3-13B8-B534-9575D51143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630009" y="5346804"/>
                <a:ext cx="5029169" cy="408328"/>
              </a:xfrm>
              <a:prstGeom prst="rect">
                <a:avLst/>
              </a:prstGeom>
            </p:spPr>
          </p:pic>
          <p:pic>
            <p:nvPicPr>
              <p:cNvPr id="59" name="그림 58">
                <a:extLst>
                  <a:ext uri="{FF2B5EF4-FFF2-40B4-BE49-F238E27FC236}">
                    <a16:creationId xmlns:a16="http://schemas.microsoft.com/office/drawing/2014/main" id="{40CF97A1-982C-DBCF-099A-259F77D1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626100" y="4729667"/>
                <a:ext cx="5033078" cy="556333"/>
              </a:xfrm>
              <a:prstGeom prst="rect">
                <a:avLst/>
              </a:prstGeom>
            </p:spPr>
          </p:pic>
        </p:grp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3F699256-D24C-26B6-F3DD-3CDE9989CBB0}"/>
                </a:ext>
              </a:extLst>
            </p:cNvPr>
            <p:cNvSpPr/>
            <p:nvPr/>
          </p:nvSpPr>
          <p:spPr>
            <a:xfrm>
              <a:off x="3852826" y="5134707"/>
              <a:ext cx="270098" cy="99960"/>
            </a:xfrm>
            <a:prstGeom prst="rect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224EC2F4-0BFB-4273-2B32-EEE1AEC2467A}"/>
                </a:ext>
              </a:extLst>
            </p:cNvPr>
            <p:cNvSpPr/>
            <p:nvPr/>
          </p:nvSpPr>
          <p:spPr>
            <a:xfrm>
              <a:off x="3988134" y="5671666"/>
              <a:ext cx="270098" cy="99960"/>
            </a:xfrm>
            <a:prstGeom prst="rect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A0B4E413-E4BE-1D20-3DEC-DFA636EF4378}"/>
              </a:ext>
            </a:extLst>
          </p:cNvPr>
          <p:cNvGrpSpPr/>
          <p:nvPr/>
        </p:nvGrpSpPr>
        <p:grpSpPr>
          <a:xfrm>
            <a:off x="3496660" y="4196611"/>
            <a:ext cx="3079241" cy="1237254"/>
            <a:chOff x="3550069" y="3710853"/>
            <a:chExt cx="2711183" cy="945802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EFC147CB-48FB-0DFD-E3AD-FBB4FDEF18A7}"/>
                </a:ext>
              </a:extLst>
            </p:cNvPr>
            <p:cNvSpPr txBox="1"/>
            <p:nvPr/>
          </p:nvSpPr>
          <p:spPr>
            <a:xfrm>
              <a:off x="4992229" y="3857656"/>
              <a:ext cx="126902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+mn-ea"/>
                </a:rPr>
                <a:t>Spec</a:t>
              </a:r>
              <a:r>
                <a:rPr lang="ko-KR" altLang="en-US" sz="800">
                  <a:latin typeface="+mn-ea"/>
                </a:rPr>
                <a:t>상한 </a:t>
              </a:r>
              <a:r>
                <a:rPr lang="en-US" altLang="ko-KR" sz="800">
                  <a:latin typeface="+mn-ea"/>
                </a:rPr>
                <a:t>124.5</a:t>
              </a:r>
              <a:endParaRPr lang="ko-KR" altLang="en-US" sz="800">
                <a:latin typeface="+mn-ea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93FBFF4-E394-53AF-1640-B1AF9754BE8B}"/>
                </a:ext>
              </a:extLst>
            </p:cNvPr>
            <p:cNvSpPr txBox="1"/>
            <p:nvPr/>
          </p:nvSpPr>
          <p:spPr>
            <a:xfrm>
              <a:off x="4992228" y="4227868"/>
              <a:ext cx="126902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+mn-ea"/>
                </a:rPr>
                <a:t>Spec</a:t>
              </a:r>
              <a:r>
                <a:rPr lang="ko-KR" altLang="en-US" sz="800">
                  <a:latin typeface="+mn-ea"/>
                </a:rPr>
                <a:t>하한 </a:t>
              </a:r>
              <a:r>
                <a:rPr lang="en-US" altLang="ko-KR" sz="800">
                  <a:latin typeface="+mn-ea"/>
                </a:rPr>
                <a:t>121.5</a:t>
              </a:r>
              <a:endParaRPr lang="ko-KR" altLang="en-US" sz="800"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32804E84-94B8-79D7-1323-38737B9F667C}"/>
                </a:ext>
              </a:extLst>
            </p:cNvPr>
            <p:cNvSpPr txBox="1"/>
            <p:nvPr/>
          </p:nvSpPr>
          <p:spPr>
            <a:xfrm>
              <a:off x="3816819" y="4410434"/>
              <a:ext cx="42556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00">
                  <a:latin typeface="+mn-ea"/>
                </a:rPr>
                <a:t>07/16 23:56</a:t>
              </a:r>
              <a:endParaRPr lang="ko-KR" altLang="en-US" sz="500"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0F01B6AD-6E4D-F997-2878-7BBD9B7B2081}"/>
                </a:ext>
              </a:extLst>
            </p:cNvPr>
            <p:cNvSpPr txBox="1"/>
            <p:nvPr/>
          </p:nvSpPr>
          <p:spPr>
            <a:xfrm>
              <a:off x="4358068" y="4401552"/>
              <a:ext cx="42556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00">
                  <a:latin typeface="+mn-ea"/>
                </a:rPr>
                <a:t>07/17 08:47</a:t>
              </a:r>
              <a:endParaRPr lang="ko-KR" altLang="en-US" sz="500">
                <a:latin typeface="+mn-ea"/>
              </a:endParaRPr>
            </a:p>
          </p:txBody>
        </p:sp>
        <p:pic>
          <p:nvPicPr>
            <p:cNvPr id="65" name="그림 64">
              <a:extLst>
                <a:ext uri="{FF2B5EF4-FFF2-40B4-BE49-F238E27FC236}">
                  <a16:creationId xmlns:a16="http://schemas.microsoft.com/office/drawing/2014/main" id="{7160AB78-221C-5918-6E78-CC3C1F43F42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550069" y="3710853"/>
              <a:ext cx="1494915" cy="732801"/>
            </a:xfrm>
            <a:prstGeom prst="rect">
              <a:avLst/>
            </a:prstGeom>
          </p:spPr>
        </p:pic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F60526B2-E63B-2173-16DC-05A2B9068B7E}"/>
              </a:ext>
            </a:extLst>
          </p:cNvPr>
          <p:cNvSpPr txBox="1"/>
          <p:nvPr/>
        </p:nvSpPr>
        <p:spPr>
          <a:xfrm>
            <a:off x="1777840" y="4501740"/>
            <a:ext cx="69597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/>
              <a:t>-</a:t>
            </a:r>
            <a:r>
              <a:rPr lang="ko-KR" altLang="en-US" sz="900"/>
              <a:t> 정상 셀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6A2D0F54-99DF-3EA3-6B11-3C3E6D542371}"/>
              </a:ext>
            </a:extLst>
          </p:cNvPr>
          <p:cNvSpPr txBox="1"/>
          <p:nvPr/>
        </p:nvSpPr>
        <p:spPr>
          <a:xfrm>
            <a:off x="1764962" y="5382159"/>
            <a:ext cx="69597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/>
              <a:t>- </a:t>
            </a:r>
            <a:r>
              <a:rPr lang="ko-KR" altLang="en-US" sz="900"/>
              <a:t>비전 오측</a:t>
            </a:r>
          </a:p>
        </p:txBody>
      </p:sp>
    </p:spTree>
    <p:extLst>
      <p:ext uri="{BB962C8B-B14F-4D97-AF65-F5344CB8AC3E}">
        <p14:creationId xmlns:p14="http://schemas.microsoft.com/office/powerpoint/2010/main" val="3135813048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11AA73-F5B6-FEF9-619F-3F2B246149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4DC597DF-6E8D-9B2D-1957-8DAAF5490F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9682483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34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350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활성화 </a:t>
                      </a: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EOL </a:t>
                      </a: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</a:t>
                      </a:r>
                      <a:b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외관 불량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a typeface="+mn-ea"/>
                        </a:rPr>
                        <a:t>ESOT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a typeface="+mn-ea"/>
                        </a:rPr>
                        <a:t>JF2</a:t>
                      </a:r>
                      <a:endParaRPr lang="ko-KR" altLang="en-US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 사항은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EOL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외관 불량 준실시간성 레포트 구축 진행 중 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이희원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허윤서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6A39190C-016A-08C4-2350-6D63ACB030E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8C57705-65E8-4C71-5519-203A07F4F7E3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A0C0F2C-0D16-A335-5430-6761FAD93E06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3ABE819C-1DBB-127C-1793-0D1F7DEAAADE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이희원</a:t>
            </a:r>
            <a:r>
              <a:rPr lang="ko-KR" altLang="en-US" sz="1100">
                <a:latin typeface="Arial Narrow"/>
                <a:ea typeface="LG스마트체 Regular" panose="020B0600000101010101" pitchFamily="50" charset="-127"/>
              </a:rPr>
              <a:t>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E5062623-7D17-BD54-3511-5D5A581AFD04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13611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활성화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ESOT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활성화 </a:t>
            </a:r>
            <a:r>
              <a:rPr lang="en-US" altLang="ko-KR" sz="1400" b="1">
                <a:latin typeface="Arial Narrow"/>
                <a:ea typeface="LG스마트체 Regular" panose="020B0600000101010101" pitchFamily="50" charset="-127"/>
              </a:rPr>
              <a:t>EOL 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외관 불량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F808A66-F31E-9C15-ECBC-29B323C5E6C6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1/21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6CC14D9-61B8-5C6A-8F2F-3BF72DF9FD18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7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/15(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B76BA66-D99D-A1F6-1DF7-ACA9DC056C8E}"/>
              </a:ext>
            </a:extLst>
          </p:cNvPr>
          <p:cNvSpPr txBox="1"/>
          <p:nvPr/>
        </p:nvSpPr>
        <p:spPr>
          <a:xfrm>
            <a:off x="1544305" y="2194241"/>
            <a:ext cx="6805659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목적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] ESST JF2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모델 대상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활성화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EOL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치수비전 외관 불량 원인 분석을 통한 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수율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불량률 개선</a:t>
            </a:r>
            <a:endParaRPr lang="en-US" altLang="ko-KR" sz="900" b="0" i="0" u="none" strike="noStrike" kern="1200" noProof="0">
              <a:effectLst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F5E724A-73BC-480B-44F0-820BFBFD10E7}"/>
              </a:ext>
            </a:extLst>
          </p:cNvPr>
          <p:cNvSpPr/>
          <p:nvPr/>
        </p:nvSpPr>
        <p:spPr>
          <a:xfrm>
            <a:off x="1544305" y="2476918"/>
            <a:ext cx="7580645" cy="299363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진행사항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OT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외관 불량 개선을 위해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Defect Map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확인 및 활성화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Route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분석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레포트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구축 하였습니다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(4/22)</a:t>
            </a: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동일 위치에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DENT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불량이 지속 발생하고 있어 활성화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Route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분석 시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Jig Formation # 2-1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7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번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Jig 14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번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Channel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 생산 된 경우 모든 셀에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DENT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불량이 발생하고 있는 것을 확인 하였습니다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법인에 내용 공유 하였으며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(4/22)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법인에서 해당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Jig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클리닝 진행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(4/23)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가압 시 사용하는 실리콘패드로 인해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DENT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발생한 것으로 추정 되어 실리콘패드 교체</a:t>
            </a:r>
            <a:endParaRPr lang="en-US" altLang="ko-KR" sz="9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* Jig Formation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EOL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까지 약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 가량 소요 되어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효과 반영에는 시간이 소요 됨</a:t>
            </a:r>
            <a:endParaRPr lang="en-US" altLang="ko-KR" sz="9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이후 동일 위치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DENT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 감소한 것으로 확인 하였습니다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endParaRPr lang="en-US" altLang="ko-KR" sz="900">
              <a:solidFill>
                <a:srgbClr val="1414FE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W26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증가한 주차 외관 불량률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0.47 %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전주 대비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0.67 %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증가 하였습니다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-. W26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주차에 외관 불량률이 실제로 것이 아닌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작년 말 전극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DLDC (Double Layered Die Coating)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전에 생산 되었던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LOT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으로</a:t>
            </a: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출하가 불가한 셀들이 외관 재판정 셀로 분류 되어 있어 금번에 불량 처리하여 불량 증가하였습니다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외관 불량 개선을 위해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준실시간성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EOL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외관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레포트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구축 중입니다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(~7/24)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-. DFS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서버에서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 전 데이터까지 업데이트 중이며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레포트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고도화 중에 있습니다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0863F0B0-6407-C240-5659-F188463E19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7942205"/>
              </p:ext>
            </p:extLst>
          </p:nvPr>
        </p:nvGraphicFramePr>
        <p:xfrm>
          <a:off x="1699494" y="1387444"/>
          <a:ext cx="6530109" cy="733425"/>
        </p:xfrm>
        <a:graphic>
          <a:graphicData uri="http://schemas.openxmlformats.org/drawingml/2006/table">
            <a:tbl>
              <a:tblPr/>
              <a:tblGrid>
                <a:gridCol w="504215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492939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223998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223998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54050433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4071795364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661753769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47095195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355437377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3185214111"/>
                    </a:ext>
                  </a:extLst>
                </a:gridCol>
                <a:gridCol w="462269">
                  <a:extLst>
                    <a:ext uri="{9D8B030D-6E8A-4147-A177-3AD203B41FA5}">
                      <a16:colId xmlns:a16="http://schemas.microsoft.com/office/drawing/2014/main" val="814302576"/>
                    </a:ext>
                  </a:extLst>
                </a:gridCol>
              </a:tblGrid>
              <a:tr h="95482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모델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0964473"/>
                  </a:ext>
                </a:extLst>
              </a:tr>
              <a:tr h="114259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4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5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6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7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W24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W25</a:t>
                      </a:r>
                      <a:endParaRPr lang="ko-KR" alt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W26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W27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W28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W29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FF"/>
                          </a:solidFill>
                          <a:effectLst/>
                          <a:latin typeface="Arail Narrow"/>
                          <a:ea typeface="+mn-ea"/>
                        </a:rPr>
                        <a:t>W30</a:t>
                      </a:r>
                      <a:endParaRPr lang="ko-KR" altLang="en-US" sz="900" b="1" i="0" u="none" strike="noStrike" baseline="0">
                        <a:solidFill>
                          <a:srgbClr val="0000FF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74566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EOL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외관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ail Narrow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ail Narrow"/>
                        </a:rPr>
                        <a:t>2 Line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Arai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0.71 %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-0.11 %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0.07 %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0.08 %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-0.06 %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-0.25 %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0.42 %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0.06 %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0.21 %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ail Narrow"/>
                          <a:ea typeface="LG스마트체 Regular"/>
                        </a:rPr>
                        <a:t>0.47%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745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ail Narrow"/>
                        </a:rPr>
                        <a:t>3 Line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Arai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1.45 %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0.46 %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-0.46 %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2.34 %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0.81 %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2.28 %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0.71%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ail Narrow"/>
                          <a:ea typeface="LG스마트체 Regular"/>
                        </a:rPr>
                        <a:t>1.02%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745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ail Narrow"/>
                        </a:rPr>
                        <a:t>전체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0.73 %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0.06 %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0.13 %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-0.08 %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-0.20 %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0.47 %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0.11 %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0.06 %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0.39 %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FF"/>
                          </a:solidFill>
                          <a:effectLst/>
                          <a:latin typeface="Arail Narrow"/>
                          <a:ea typeface="+mn-ea"/>
                        </a:rPr>
                        <a:t>0.79%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762630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C8D0B490-63EF-1FA6-F5D2-D1896D963DA3}"/>
              </a:ext>
            </a:extLst>
          </p:cNvPr>
          <p:cNvSpPr txBox="1"/>
          <p:nvPr/>
        </p:nvSpPr>
        <p:spPr>
          <a:xfrm>
            <a:off x="4054557" y="1347125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~07.12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C88CECE-6107-7E9F-8FAB-CEA67CF5E017}"/>
              </a:ext>
            </a:extLst>
          </p:cNvPr>
          <p:cNvSpPr txBox="1"/>
          <p:nvPr/>
        </p:nvSpPr>
        <p:spPr>
          <a:xfrm>
            <a:off x="6558847" y="1352584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~07.12</a:t>
            </a:r>
            <a:endParaRPr lang="ko-KR" altLang="en-US" sz="800" b="1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776719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9681328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활성화 </a:t>
                      </a: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EOL </a:t>
                      </a: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</a:t>
                      </a:r>
                      <a:b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IR</a:t>
                      </a: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불량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ESOT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JF2</a:t>
                      </a:r>
                      <a:endParaRPr lang="ko-KR" altLang="en-US" sz="900">
                        <a:solidFill>
                          <a:schemeClr val="tx1"/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 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이희원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허윤서</a:t>
                      </a:r>
                      <a:endParaRPr lang="en-US" altLang="ko-KR" sz="900" i="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latin typeface="Arial Narrow"/>
                <a:ea typeface="LG스마트체 Regular" panose="020B0600000101010101" pitchFamily="50" charset="-127"/>
              </a:rPr>
              <a:t>허윤서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73884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활성화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ESOT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활성화 </a:t>
            </a:r>
            <a:r>
              <a:rPr lang="en-US" altLang="ko-KR" sz="1400" b="1">
                <a:latin typeface="Arial Narrow"/>
                <a:ea typeface="LG스마트체 Regular" panose="020B0600000101010101" pitchFamily="50" charset="-127"/>
              </a:rPr>
              <a:t>EOL IR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latin typeface="Arial Narrow"/>
                <a:ea typeface="LG스마트체 Regular" panose="020B0600000101010101" pitchFamily="50" charset="-127"/>
              </a:rPr>
              <a:t>(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절연저항</a:t>
            </a:r>
            <a:r>
              <a:rPr lang="en-US" altLang="ko-KR" sz="1400" b="1">
                <a:latin typeface="Arial Narrow"/>
                <a:ea typeface="LG스마트체 Regular" panose="020B0600000101010101" pitchFamily="50" charset="-127"/>
              </a:rPr>
              <a:t>) 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불량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354BD37-73B3-4706-AF90-698D88223BD3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6FE8C4-D3CA-4ACB-997B-147E1EDF00F6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7/21</a:t>
            </a:r>
            <a:r>
              <a:rPr lang="en-US" altLang="ko-KR" sz="1100">
                <a:solidFill>
                  <a:prstClr val="black"/>
                </a:solidFill>
              </a:rPr>
              <a:t>(</a:t>
            </a:r>
            <a:r>
              <a:rPr lang="ko-KR" altLang="en-US" sz="1100">
                <a:solidFill>
                  <a:prstClr val="black"/>
                </a:solidFill>
              </a:rPr>
              <a:t>화</a:t>
            </a:r>
            <a:r>
              <a:rPr lang="en-US" altLang="ko-KR" sz="1100">
                <a:solidFill>
                  <a:prstClr val="black"/>
                </a:solidFill>
              </a:rPr>
              <a:t>) 17</a:t>
            </a:r>
            <a:r>
              <a:rPr lang="ko-KR" altLang="en-US" sz="1100">
                <a:solidFill>
                  <a:prstClr val="black"/>
                </a:solidFill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24C1176-7239-1C6A-70C9-0E895DA66D7E}"/>
              </a:ext>
            </a:extLst>
          </p:cNvPr>
          <p:cNvSpPr txBox="1"/>
          <p:nvPr/>
        </p:nvSpPr>
        <p:spPr>
          <a:xfrm>
            <a:off x="1544305" y="2199727"/>
            <a:ext cx="6805659" cy="226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</a:pP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목적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] ESST JF2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모델 대상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활성화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EOL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IR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불량 원인 분석을 통한 </a:t>
            </a:r>
            <a:r>
              <a:rPr lang="ko-KR" altLang="en-US" sz="9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수율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불량률 개선</a:t>
            </a:r>
            <a:endParaRPr lang="en-US" altLang="ko-KR" sz="900" b="0" i="0" u="none" strike="noStrike" kern="1200" noProof="0">
              <a:effectLst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C333AB8-1A7B-DFFE-E748-EA28EBF16F35}"/>
              </a:ext>
            </a:extLst>
          </p:cNvPr>
          <p:cNvSpPr txBox="1"/>
          <p:nvPr/>
        </p:nvSpPr>
        <p:spPr>
          <a:xfrm>
            <a:off x="2645851" y="1399182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GDW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F496E53-711A-5EAC-B78E-5A9099A385B5}"/>
              </a:ext>
            </a:extLst>
          </p:cNvPr>
          <p:cNvSpPr/>
          <p:nvPr/>
        </p:nvSpPr>
        <p:spPr>
          <a:xfrm>
            <a:off x="1544305" y="2454693"/>
            <a:ext cx="7385091" cy="40465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진행사항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W19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 불량 증가 사유는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PKG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2-2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Pouch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주름 개선을 위한 파우치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포밍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금형 작업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(4/22)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영향을 받은 것으로 보이며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이후 파우치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포밍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깊이 하향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(7.5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7.2)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조정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(4/24)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을 통해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IR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 개선 된 것으로 보입니다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W25~26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주차 불량 증가 사유는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DGS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기인으로 추정 됩니다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DGS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3-1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호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6/10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자부터 가동 시작하여 실링 두께가 두껍게 생산 되는 문제가 있어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Main Sealer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압력 조정하였으며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(6/11)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이후 불량률 감소 추세 입니다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D3CEEF4-CC9E-3891-09F5-7CAC44B000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0619818"/>
              </p:ext>
            </p:extLst>
          </p:nvPr>
        </p:nvGraphicFramePr>
        <p:xfrm>
          <a:off x="1699495" y="1375555"/>
          <a:ext cx="6500289" cy="733425"/>
        </p:xfrm>
        <a:graphic>
          <a:graphicData uri="http://schemas.openxmlformats.org/drawingml/2006/table">
            <a:tbl>
              <a:tblPr/>
              <a:tblGrid>
                <a:gridCol w="501913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490688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222975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222975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838594655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54050433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354153220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661753769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47095195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355437377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3185214111"/>
                    </a:ext>
                  </a:extLst>
                </a:gridCol>
                <a:gridCol w="460158">
                  <a:extLst>
                    <a:ext uri="{9D8B030D-6E8A-4147-A177-3AD203B41FA5}">
                      <a16:colId xmlns:a16="http://schemas.microsoft.com/office/drawing/2014/main" val="1296107697"/>
                    </a:ext>
                  </a:extLst>
                </a:gridCol>
              </a:tblGrid>
              <a:tr h="95482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모델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0964473"/>
                  </a:ext>
                </a:extLst>
              </a:tr>
              <a:tr h="95482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4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5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6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7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W23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W24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W25</a:t>
                      </a:r>
                      <a:endParaRPr lang="ko-KR" alt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W26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W27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W28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W29</a:t>
                      </a:r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ail Narrow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74566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EOL IR</a:t>
                      </a:r>
                    </a:p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ail Narrow"/>
                        </a:rPr>
                        <a:t>2 Line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Arai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0.29 %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-0.07 %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-0.00 %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-0.01 %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0.09 %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0.16 %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0.18 %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0.22 %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-0.10 %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0.07 %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745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ail Narrow"/>
                        </a:rPr>
                        <a:t>3 Line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Arail Narrow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0.27 %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1.49 %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0.11 %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-0.07 %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0.13 %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0.06 %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745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Arail Narrow"/>
                        </a:rPr>
                        <a:t>전체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0.29 %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-0.04 %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0.14 %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LG스마트체 Regular"/>
                        </a:rPr>
                        <a:t>-0.01 %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0.09 %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0.16 %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ail Narrow"/>
                          <a:ea typeface="+mn-ea"/>
                        </a:rPr>
                        <a:t>0.18 %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0.22 %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- 0.10 %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0.01 %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0.10 %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762630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68BE929-EE8B-A416-59B6-6969BEAADFE2}"/>
              </a:ext>
            </a:extLst>
          </p:cNvPr>
          <p:cNvSpPr txBox="1"/>
          <p:nvPr/>
        </p:nvSpPr>
        <p:spPr>
          <a:xfrm>
            <a:off x="4054557" y="1347125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~07.12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6A768D6-3E62-EFDF-ADB5-29A4ECC50E66}"/>
              </a:ext>
            </a:extLst>
          </p:cNvPr>
          <p:cNvSpPr txBox="1"/>
          <p:nvPr/>
        </p:nvSpPr>
        <p:spPr>
          <a:xfrm>
            <a:off x="6558847" y="1352584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6600"/>
                </a:solidFill>
              </a:rPr>
              <a:t>~07.12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220BF228-85EA-0A18-2395-C686FE901A6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85924" y="3463654"/>
            <a:ext cx="1832887" cy="1203596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84F29A12-008D-076F-683D-1FBA8AFC968C}"/>
              </a:ext>
            </a:extLst>
          </p:cNvPr>
          <p:cNvSpPr txBox="1"/>
          <p:nvPr/>
        </p:nvSpPr>
        <p:spPr>
          <a:xfrm>
            <a:off x="2418845" y="4667250"/>
            <a:ext cx="99972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DGS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0844C2-4B75-B643-FE3F-9C20FC8852DB}"/>
              </a:ext>
            </a:extLst>
          </p:cNvPr>
          <p:cNvSpPr txBox="1"/>
          <p:nvPr/>
        </p:nvSpPr>
        <p:spPr>
          <a:xfrm rot="16200000">
            <a:off x="1224089" y="3626048"/>
            <a:ext cx="99972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생산량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2A7B7E2-7930-5107-677F-E5874A6E4868}"/>
              </a:ext>
            </a:extLst>
          </p:cNvPr>
          <p:cNvSpPr txBox="1"/>
          <p:nvPr/>
        </p:nvSpPr>
        <p:spPr>
          <a:xfrm rot="5400000">
            <a:off x="3199968" y="4069504"/>
            <a:ext cx="99972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EOL IR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불량률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E80B66D-208E-C196-B7E0-1C074C197D02}"/>
              </a:ext>
            </a:extLst>
          </p:cNvPr>
          <p:cNvSpPr/>
          <p:nvPr/>
        </p:nvSpPr>
        <p:spPr>
          <a:xfrm>
            <a:off x="2962132" y="3480742"/>
            <a:ext cx="456441" cy="1212004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507F0F1-B7A4-A14B-F1F3-7B0CE49E02C7}"/>
              </a:ext>
            </a:extLst>
          </p:cNvPr>
          <p:cNvSpPr txBox="1"/>
          <p:nvPr/>
        </p:nvSpPr>
        <p:spPr>
          <a:xfrm>
            <a:off x="2858466" y="3456370"/>
            <a:ext cx="9997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DGS 3-1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7E9A7EC5-8947-194E-1851-FB928B2DCA5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12626" y="5100794"/>
            <a:ext cx="5097366" cy="1175020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C025E263-A24D-4958-788D-4CAFA642CF61}"/>
              </a:ext>
            </a:extLst>
          </p:cNvPr>
          <p:cNvSpPr txBox="1"/>
          <p:nvPr/>
        </p:nvSpPr>
        <p:spPr>
          <a:xfrm rot="16200000">
            <a:off x="1211813" y="5181074"/>
            <a:ext cx="99972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생산량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3640336-8FCC-7415-D641-DCAC08828116}"/>
              </a:ext>
            </a:extLst>
          </p:cNvPr>
          <p:cNvSpPr txBox="1"/>
          <p:nvPr/>
        </p:nvSpPr>
        <p:spPr>
          <a:xfrm>
            <a:off x="1597181" y="3327695"/>
            <a:ext cx="272559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ko-KR"/>
            </a:defPPr>
            <a:lvl1pPr>
              <a:defRPr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r>
              <a:rPr lang="ko-KR" altLang="en-US" sz="800">
                <a:solidFill>
                  <a:srgbClr val="000000"/>
                </a:solidFill>
              </a:rPr>
              <a:t>■</a:t>
            </a:r>
            <a:r>
              <a:rPr lang="en-US" altLang="ko-KR" sz="800">
                <a:solidFill>
                  <a:srgbClr val="000000"/>
                </a:solidFill>
              </a:rPr>
              <a:t> DGS </a:t>
            </a:r>
            <a:r>
              <a:rPr lang="ko-KR" altLang="en-US" sz="800">
                <a:solidFill>
                  <a:srgbClr val="000000"/>
                </a:solidFill>
              </a:rPr>
              <a:t>호기별 불량률</a:t>
            </a:r>
            <a:endParaRPr lang="en-US" altLang="ko-KR" sz="800">
              <a:solidFill>
                <a:srgbClr val="000000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2D9EB8A-5920-855B-2884-1419178AF1DC}"/>
              </a:ext>
            </a:extLst>
          </p:cNvPr>
          <p:cNvSpPr txBox="1"/>
          <p:nvPr/>
        </p:nvSpPr>
        <p:spPr>
          <a:xfrm>
            <a:off x="1616231" y="4839154"/>
            <a:ext cx="272559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ko-KR"/>
            </a:defPPr>
            <a:lvl1pPr>
              <a:defRPr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r>
              <a:rPr lang="ko-KR" altLang="en-US" sz="800">
                <a:solidFill>
                  <a:srgbClr val="000000"/>
                </a:solidFill>
              </a:rPr>
              <a:t>■</a:t>
            </a:r>
            <a:r>
              <a:rPr lang="en-US" altLang="ko-KR" sz="800">
                <a:solidFill>
                  <a:srgbClr val="000000"/>
                </a:solidFill>
              </a:rPr>
              <a:t> DGS 3-1</a:t>
            </a:r>
            <a:r>
              <a:rPr lang="ko-KR" altLang="en-US" sz="800">
                <a:solidFill>
                  <a:srgbClr val="000000"/>
                </a:solidFill>
              </a:rPr>
              <a:t>호기 일자별 불량률</a:t>
            </a:r>
            <a:endParaRPr lang="en-US" altLang="ko-KR" sz="800">
              <a:solidFill>
                <a:srgbClr val="000000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C55F04F-B7D5-8222-5351-F8BC2F9E9CA8}"/>
              </a:ext>
            </a:extLst>
          </p:cNvPr>
          <p:cNvSpPr txBox="1"/>
          <p:nvPr/>
        </p:nvSpPr>
        <p:spPr>
          <a:xfrm rot="5400000">
            <a:off x="6460603" y="5693724"/>
            <a:ext cx="99972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IR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불량률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564A23F-BD40-FE34-83DE-A26B1BD22DAE}"/>
              </a:ext>
            </a:extLst>
          </p:cNvPr>
          <p:cNvSpPr txBox="1"/>
          <p:nvPr/>
        </p:nvSpPr>
        <p:spPr>
          <a:xfrm>
            <a:off x="4081275" y="6180840"/>
            <a:ext cx="99972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DGS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일자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968A7315-C1CF-8838-7982-5731218497B7}"/>
              </a:ext>
            </a:extLst>
          </p:cNvPr>
          <p:cNvCxnSpPr/>
          <p:nvPr/>
        </p:nvCxnSpPr>
        <p:spPr>
          <a:xfrm>
            <a:off x="3807555" y="5004026"/>
            <a:ext cx="0" cy="1303586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E985BA72-2320-92C1-432C-6DF289A69E00}"/>
              </a:ext>
            </a:extLst>
          </p:cNvPr>
          <p:cNvSpPr txBox="1"/>
          <p:nvPr/>
        </p:nvSpPr>
        <p:spPr>
          <a:xfrm>
            <a:off x="3673197" y="4784812"/>
            <a:ext cx="217709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Main Sealer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압력 조정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(260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270 kPa) (6/11)</a:t>
            </a:r>
          </a:p>
        </p:txBody>
      </p:sp>
    </p:spTree>
    <p:extLst>
      <p:ext uri="{BB962C8B-B14F-4D97-AF65-F5344CB8AC3E}">
        <p14:creationId xmlns:p14="http://schemas.microsoft.com/office/powerpoint/2010/main" val="158220870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152EEA-456D-B01C-34F1-F1BD7667BB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7DA8CA07-EEAF-DC91-ABCE-95B5CBCAD1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7210483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 </a:t>
                      </a: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EOL Dimension 불량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ESHD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JF2</a:t>
                      </a:r>
                      <a:endParaRPr lang="ko-KR" altLang="en-US" sz="900">
                        <a:solidFill>
                          <a:schemeClr val="tx1"/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endParaRPr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‘26.07</a:t>
                      </a: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오현석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CAB3C9D1-C613-3611-80AE-61D6FBD1864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C8E77A3-EBB1-5830-EFFB-A5BADE61FA28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-#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09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198E60D-87BE-6409-2264-20DB6056D341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5D46DD14-9DB5-2E81-6277-02D066D2F70D}"/>
              </a:ext>
            </a:extLst>
          </p:cNvPr>
          <p:cNvSpPr txBox="1">
            <a:spLocks/>
          </p:cNvSpPr>
          <p:nvPr/>
        </p:nvSpPr>
        <p:spPr>
          <a:xfrm>
            <a:off x="8480286" y="418066"/>
            <a:ext cx="1256754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 err="1">
                <a:latin typeface="Arial Narrow"/>
                <a:ea typeface="LG스마트체 Regular"/>
              </a:rPr>
              <a:t>오현석</a:t>
            </a:r>
            <a:r>
              <a:rPr lang="en-US" altLang="ko-KR" sz="1100">
                <a:latin typeface="Arial Narrow"/>
                <a:ea typeface="LG스마트체 Regular"/>
              </a:rPr>
              <a:t> </a:t>
            </a:r>
            <a:r>
              <a:rPr lang="en-US" altLang="ko-KR" sz="1100" err="1">
                <a:latin typeface="Arial Narrow"/>
                <a:ea typeface="LG스마트체 Regular"/>
              </a:rPr>
              <a:t>책임</a:t>
            </a:r>
            <a:endParaRPr lang="ko-KR" altLang="en-US" sz="1100" b="0" i="0" u="none" strike="noStrike" kern="1200" cap="none" spc="0" normalizeH="0" baseline="0" noProof="0" err="1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6BA48734-9816-4F78-7197-DE9D61F6B0EF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26586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en-US" altLang="ko-KR" sz="1400" b="1">
                <a:latin typeface="Arial Narrow"/>
                <a:ea typeface="LG스마트체 Regular"/>
              </a:rPr>
              <a:t>PKG-</a:t>
            </a:r>
            <a:r>
              <a:rPr lang="en-US" altLang="ko-KR" sz="1400" b="1" err="1">
                <a:latin typeface="Arial Narrow"/>
                <a:ea typeface="LG스마트체 Regular"/>
              </a:rPr>
              <a:t>활성화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 </a:t>
            </a:r>
            <a:r>
              <a:rPr lang="en-US" altLang="ko-KR" sz="1400" b="1">
                <a:latin typeface="Arial Narrow"/>
                <a:ea typeface="LG스마트체 Regular"/>
              </a:rPr>
              <a:t>ESHD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ko-KR" altLang="en-US" sz="1400" b="1">
                <a:latin typeface="Arial Narrow"/>
                <a:ea typeface="LG스마트체 Regular"/>
              </a:rPr>
              <a:t>Dimension 불량 개선 (Lead Position, Cell Length)</a:t>
            </a:r>
            <a:endParaRPr lang="ko-KR" altLang="en-US" sz="1400" b="1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BB9A88E-E606-0183-48ED-A0044AB4FC91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E41BCAD-10F4-DAE6-3603-23470E809338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7/14</a:t>
            </a:r>
            <a:r>
              <a:rPr lang="en-US" altLang="ko-KR" sz="1100">
                <a:solidFill>
                  <a:prstClr val="black"/>
                </a:solidFill>
              </a:rPr>
              <a:t>(</a:t>
            </a:r>
            <a:r>
              <a:rPr lang="ko-KR" altLang="en-US" sz="1100">
                <a:solidFill>
                  <a:prstClr val="black"/>
                </a:solidFill>
              </a:rPr>
              <a:t>화</a:t>
            </a:r>
            <a:r>
              <a:rPr lang="en-US" altLang="ko-KR" sz="1100">
                <a:solidFill>
                  <a:prstClr val="black"/>
                </a:solidFill>
              </a:rPr>
              <a:t>) 16</a:t>
            </a:r>
            <a:r>
              <a:rPr lang="ko-KR" altLang="en-US" sz="1100">
                <a:solidFill>
                  <a:prstClr val="black"/>
                </a:solidFill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E05184C-0E27-D0BC-3A05-31976BE2A280}"/>
              </a:ext>
            </a:extLst>
          </p:cNvPr>
          <p:cNvSpPr txBox="1"/>
          <p:nvPr/>
        </p:nvSpPr>
        <p:spPr>
          <a:xfrm>
            <a:off x="1446025" y="1153690"/>
            <a:ext cx="6805659" cy="506036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>
              <a:lnSpc>
                <a:spcPts val="1100"/>
              </a:lnSpc>
            </a:pPr>
            <a:r>
              <a:rPr lang="en-US" altLang="ko-KR" sz="900">
                <a:latin typeface="Arial Narrow"/>
                <a:ea typeface="LG스마트체 Regular"/>
              </a:rPr>
              <a:t>[</a:t>
            </a:r>
            <a:r>
              <a:rPr lang="ko-KR" altLang="en-US" sz="900">
                <a:latin typeface="Arial Narrow"/>
                <a:ea typeface="LG스마트체 Regular"/>
              </a:rPr>
              <a:t>목적</a:t>
            </a:r>
            <a:r>
              <a:rPr lang="en-US" altLang="ko-KR" sz="900">
                <a:latin typeface="Arial Narrow"/>
                <a:ea typeface="LG스마트체 Regular"/>
              </a:rPr>
              <a:t>] </a:t>
            </a:r>
            <a:r>
              <a:rPr lang="en-US" altLang="ko-KR" sz="900" err="1">
                <a:latin typeface="Arial Narrow"/>
                <a:ea typeface="LG스마트체 Regular"/>
              </a:rPr>
              <a:t>초기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양산시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공정별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영향</a:t>
            </a:r>
            <a:r>
              <a:rPr lang="en-US" altLang="ko-KR" sz="900">
                <a:latin typeface="Arial Narrow"/>
                <a:ea typeface="LG스마트체 Regular"/>
              </a:rPr>
              <a:t>(LNS,PKG)에 </a:t>
            </a:r>
            <a:r>
              <a:rPr lang="en-US" altLang="ko-KR" sz="900" err="1">
                <a:latin typeface="Arial Narrow"/>
                <a:ea typeface="LG스마트체 Regular"/>
              </a:rPr>
              <a:t>의해</a:t>
            </a:r>
            <a:r>
              <a:rPr lang="en-US" altLang="ko-KR" sz="900">
                <a:latin typeface="Arial Narrow"/>
                <a:ea typeface="LG스마트체 Regular"/>
              </a:rPr>
              <a:t> Lead </a:t>
            </a:r>
            <a:r>
              <a:rPr lang="en-US" altLang="ko-KR" sz="900" err="1">
                <a:latin typeface="Arial Narrow"/>
                <a:ea typeface="LG스마트체 Regular"/>
              </a:rPr>
              <a:t>PositIon과</a:t>
            </a:r>
            <a:r>
              <a:rPr lang="en-US" altLang="ko-KR" sz="900">
                <a:latin typeface="Arial Narrow"/>
                <a:ea typeface="LG스마트체 Regular"/>
              </a:rPr>
              <a:t> Cell </a:t>
            </a:r>
            <a:r>
              <a:rPr lang="en-US" altLang="ko-KR" sz="900" err="1">
                <a:latin typeface="Arial Narrow"/>
                <a:ea typeface="LG스마트체 Regular"/>
              </a:rPr>
              <a:t>Length의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최종</a:t>
            </a:r>
            <a:r>
              <a:rPr lang="en-US" altLang="ko-KR" sz="900">
                <a:latin typeface="Arial Narrow"/>
                <a:ea typeface="LG스마트체 Regular"/>
              </a:rPr>
              <a:t> EOL </a:t>
            </a:r>
            <a:r>
              <a:rPr lang="en-US" altLang="ko-KR" sz="900" err="1">
                <a:latin typeface="Arial Narrow"/>
                <a:ea typeface="LG스마트체 Regular"/>
              </a:rPr>
              <a:t>Dimension의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변화가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발생되게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되며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이의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안정화를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위해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ts val="1100"/>
              </a:lnSpc>
            </a:pPr>
            <a:r>
              <a:rPr lang="en-US" altLang="ko-KR" sz="900">
                <a:latin typeface="Arial Narrow"/>
                <a:ea typeface="LG스마트체 Regular"/>
              </a:rPr>
              <a:t>           </a:t>
            </a:r>
            <a:r>
              <a:rPr lang="en-US" altLang="ko-KR" sz="900" err="1">
                <a:latin typeface="Arial Narrow"/>
                <a:ea typeface="LG스마트체 Regular"/>
              </a:rPr>
              <a:t>전공정의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영향성을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파악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주요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인자의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안정화</a:t>
            </a:r>
            <a:r>
              <a:rPr lang="en-US" altLang="ko-KR" sz="900">
                <a:latin typeface="Arial Narrow"/>
                <a:ea typeface="LG스마트체 Regular"/>
              </a:rPr>
              <a:t> 및 Control </a:t>
            </a:r>
            <a:r>
              <a:rPr lang="en-US" altLang="ko-KR" sz="900" err="1">
                <a:latin typeface="Arial Narrow"/>
                <a:ea typeface="LG스마트체 Regular"/>
              </a:rPr>
              <a:t>Limit을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선정하기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위함</a:t>
            </a:r>
            <a:r>
              <a:rPr lang="en-US" altLang="ko-KR" sz="900">
                <a:latin typeface="Arial Narrow"/>
                <a:ea typeface="LG스마트체 Regular"/>
              </a:rPr>
              <a:t>.</a:t>
            </a:r>
          </a:p>
          <a:p>
            <a:pPr>
              <a:lnSpc>
                <a:spcPts val="1100"/>
              </a:lnSpc>
            </a:pPr>
            <a:endParaRPr lang="en-US" altLang="ko-KR" sz="900" b="0" i="0" u="none" strike="noStrike" kern="1200" noProof="0"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1A5C2E2-7541-8E0A-41D4-A7B30D1A6A7C}"/>
              </a:ext>
            </a:extLst>
          </p:cNvPr>
          <p:cNvSpPr/>
          <p:nvPr/>
        </p:nvSpPr>
        <p:spPr>
          <a:xfrm>
            <a:off x="1501210" y="1633356"/>
            <a:ext cx="7385091" cy="41912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진행사항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정리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현상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1)  Lead Position :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초기 양산시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EOL Lead Position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하향 관리 및 일부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NG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발생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( 06/19~ ) </a:t>
            </a:r>
          </a:p>
          <a:p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분석 내용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1) (LNS)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본도와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Mirror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호기별로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LPC Dimension(-)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변화율 차이 확인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변화율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PKG-EOL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Vision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    2) (PKG) EOL Vision Spec In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관리를 위해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Spec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상한치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관리 필요 확인 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조치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: 1) LNS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벤딩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개선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6/13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Sepa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면 변경으로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Bending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 Mirror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호기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2) PKG Spec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상한치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관리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6/22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음극 </a:t>
            </a:r>
            <a:r>
              <a:rPr lang="en-US" altLang="ko-KR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Leadposition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0.4mm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상향 관리 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현상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2) Cell Length :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초기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양산시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EOL Cell Length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일부 </a:t>
            </a:r>
            <a:r>
              <a:rPr lang="ko-KR" altLang="en-US" sz="9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하한치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Spec Out (PKG 5-1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분석 내용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1) EOL PKG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Side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5-1,2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일부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Spec Out </a:t>
            </a:r>
          </a:p>
          <a:p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조치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1) (PKG) 7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Cell Length 0.4mm </a:t>
            </a:r>
            <a:r>
              <a:rPr lang="ko-KR" altLang="en-US" sz="9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증대 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55082988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2258B2-648B-45E8-B4B0-F53BEA842D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1DAD0895-E430-C35B-1FC3-9C4AC422E6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7748702"/>
              </p:ext>
            </p:extLst>
          </p:nvPr>
        </p:nvGraphicFramePr>
        <p:xfrm>
          <a:off x="0" y="838423"/>
          <a:ext cx="9644176" cy="574406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36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04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 </a:t>
                      </a: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EOL Dimension </a:t>
                      </a:r>
                      <a:r>
                        <a:rPr lang="en-US" altLang="ko-KR" sz="900" i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불량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ESHD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JF2</a:t>
                      </a:r>
                      <a:endParaRPr lang="ko-KR" altLang="en-US" sz="900">
                        <a:solidFill>
                          <a:schemeClr val="tx1"/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endParaRPr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228600" indent="-228600">
                        <a:buAutoNum type="arabicParenR"/>
                      </a:pPr>
                      <a:r>
                        <a:rPr lang="en-US" altLang="ko-KR" sz="900" b="1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Lead Position (-): </a:t>
                      </a:r>
                    </a:p>
                    <a:p>
                      <a:pPr marL="0" indent="0"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 Lead Position (Anode) PKG 공정과 Median 값 0.9mm 차이, PKG 공정 상한치 관리 필요 (+0.7)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 LNS Mirror, 본도별 Bending에 의한 수축량 차이 확인 ( Mirror :1.2~1.5 수축, 본도 : 0.5~0.7 ) 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‘26.07</a:t>
                      </a: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오현석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ED3B4CA5-AB61-80C6-C690-F37C7B032C4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38E63E6-0153-3A5F-BB4A-1AE1361E02D7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-#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09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5F47691-9E8C-1EFF-6F83-FFCC39556C41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8293C1AE-2886-CEBD-928A-729CF1354B6B}"/>
              </a:ext>
            </a:extLst>
          </p:cNvPr>
          <p:cNvSpPr txBox="1">
            <a:spLocks/>
          </p:cNvSpPr>
          <p:nvPr/>
        </p:nvSpPr>
        <p:spPr>
          <a:xfrm>
            <a:off x="8480286" y="418066"/>
            <a:ext cx="1256754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 err="1">
                <a:latin typeface="Arial Narrow"/>
                <a:ea typeface="LG스마트체 Regular"/>
              </a:rPr>
              <a:t>오현석</a:t>
            </a:r>
            <a:r>
              <a:rPr lang="en-US" altLang="ko-KR" sz="1100">
                <a:latin typeface="Arial Narrow"/>
                <a:ea typeface="LG스마트체 Regular"/>
              </a:rPr>
              <a:t> </a:t>
            </a:r>
            <a:r>
              <a:rPr lang="en-US" altLang="ko-KR" sz="1100" err="1">
                <a:latin typeface="Arial Narrow"/>
                <a:ea typeface="LG스마트체 Regular"/>
              </a:rPr>
              <a:t>책임</a:t>
            </a:r>
            <a:endParaRPr lang="ko-KR" altLang="en-US" sz="1100" b="0" i="0" u="none" strike="noStrike" kern="1200" cap="none" spc="0" normalizeH="0" baseline="0" noProof="0" err="1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A22A048C-DE57-23FC-8BD3-D9FE2493D7C4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26586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en-US" altLang="ko-KR" sz="1400" b="1">
                <a:latin typeface="Arial Narrow"/>
                <a:ea typeface="LG스마트체 Regular"/>
              </a:rPr>
              <a:t>PKG-</a:t>
            </a:r>
            <a:r>
              <a:rPr lang="en-US" altLang="ko-KR" sz="1400" b="1" err="1">
                <a:latin typeface="Arial Narrow"/>
                <a:ea typeface="LG스마트체 Regular"/>
              </a:rPr>
              <a:t>활성화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 </a:t>
            </a:r>
            <a:r>
              <a:rPr lang="en-US" altLang="ko-KR" sz="1400" b="1">
                <a:latin typeface="Arial Narrow"/>
                <a:ea typeface="LG스마트체 Regular"/>
              </a:rPr>
              <a:t>ESHD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ko-KR" altLang="en-US" sz="1400" b="1" err="1">
                <a:latin typeface="Arial Narrow"/>
                <a:ea typeface="LG스마트체 Regular"/>
              </a:rPr>
              <a:t>Dimension</a:t>
            </a:r>
            <a:r>
              <a:rPr lang="ko-KR" altLang="en-US" sz="1400" b="1">
                <a:latin typeface="Arial Narrow"/>
                <a:ea typeface="LG스마트체 Regular"/>
              </a:rPr>
              <a:t> 불량 개선 (</a:t>
            </a:r>
            <a:r>
              <a:rPr lang="ko-KR" altLang="en-US" sz="1400" b="1" err="1">
                <a:latin typeface="Arial Narrow"/>
                <a:ea typeface="LG스마트체 Regular"/>
              </a:rPr>
              <a:t>Lead</a:t>
            </a:r>
            <a:r>
              <a:rPr lang="ko-KR" altLang="en-US" sz="1400" b="1">
                <a:latin typeface="Arial Narrow"/>
                <a:ea typeface="LG스마트체 Regular"/>
              </a:rPr>
              <a:t> </a:t>
            </a:r>
            <a:r>
              <a:rPr lang="ko-KR" altLang="en-US" sz="1400" b="1" err="1">
                <a:latin typeface="Arial Narrow"/>
                <a:ea typeface="LG스마트체 Regular"/>
              </a:rPr>
              <a:t>Position</a:t>
            </a:r>
            <a:r>
              <a:rPr lang="ko-KR" altLang="en-US" sz="1400" b="1">
                <a:latin typeface="Arial Narrow"/>
                <a:ea typeface="LG스마트체 Regular"/>
              </a:rPr>
              <a:t>, </a:t>
            </a:r>
            <a:r>
              <a:rPr lang="ko-KR" altLang="en-US" sz="1400" b="1" err="1">
                <a:latin typeface="Arial Narrow"/>
                <a:ea typeface="LG스마트체 Regular"/>
              </a:rPr>
              <a:t>Cell</a:t>
            </a:r>
            <a:r>
              <a:rPr lang="ko-KR" altLang="en-US" sz="1400" b="1">
                <a:latin typeface="Arial Narrow"/>
                <a:ea typeface="LG스마트체 Regular"/>
              </a:rPr>
              <a:t> </a:t>
            </a:r>
            <a:r>
              <a:rPr lang="ko-KR" altLang="en-US" sz="1400" b="1" err="1">
                <a:latin typeface="Arial Narrow"/>
                <a:ea typeface="LG스마트체 Regular"/>
              </a:rPr>
              <a:t>Length</a:t>
            </a:r>
            <a:r>
              <a:rPr lang="ko-KR" altLang="en-US" sz="1400" b="1">
                <a:latin typeface="Arial Narrow"/>
                <a:ea typeface="LG스마트체 Regular"/>
              </a:rPr>
              <a:t>)</a:t>
            </a:r>
            <a:endParaRPr lang="ko-KR" altLang="en-US" sz="1400" b="1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005F83B-0B16-18A9-4956-55E14A1287D8}"/>
              </a:ext>
            </a:extLst>
          </p:cNvPr>
          <p:cNvSpPr txBox="1"/>
          <p:nvPr/>
        </p:nvSpPr>
        <p:spPr>
          <a:xfrm>
            <a:off x="141316" y="1379522"/>
            <a:ext cx="93994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9A228C-5D61-04FE-55D8-564A67379D30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7/14</a:t>
            </a:r>
            <a:r>
              <a:rPr lang="en-US" altLang="ko-KR" sz="1100">
                <a:solidFill>
                  <a:prstClr val="black"/>
                </a:solidFill>
              </a:rPr>
              <a:t>(</a:t>
            </a:r>
            <a:r>
              <a:rPr lang="ko-KR" altLang="en-US" sz="1100">
                <a:solidFill>
                  <a:prstClr val="black"/>
                </a:solidFill>
              </a:rPr>
              <a:t>화</a:t>
            </a:r>
            <a:r>
              <a:rPr lang="en-US" altLang="ko-KR" sz="1100">
                <a:solidFill>
                  <a:prstClr val="black"/>
                </a:solidFill>
              </a:rPr>
              <a:t>) 16</a:t>
            </a:r>
            <a:r>
              <a:rPr lang="ko-KR" altLang="en-US" sz="1100">
                <a:solidFill>
                  <a:prstClr val="black"/>
                </a:solidFill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FDDCC11-48D5-BF7F-9910-9DCD05288DB1}"/>
              </a:ext>
            </a:extLst>
          </p:cNvPr>
          <p:cNvSpPr txBox="1"/>
          <p:nvPr/>
        </p:nvSpPr>
        <p:spPr>
          <a:xfrm>
            <a:off x="1307260" y="1119507"/>
            <a:ext cx="6805659" cy="506036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>
              <a:lnSpc>
                <a:spcPts val="1100"/>
              </a:lnSpc>
            </a:pPr>
            <a:r>
              <a:rPr lang="en-US" altLang="ko-KR" sz="900">
                <a:latin typeface="Arial Narrow"/>
                <a:ea typeface="LG스마트체 Regular"/>
              </a:rPr>
              <a:t> [</a:t>
            </a:r>
            <a:r>
              <a:rPr lang="ko-KR" altLang="en-US" sz="900">
                <a:latin typeface="Arial Narrow"/>
                <a:ea typeface="LG스마트체 Regular"/>
              </a:rPr>
              <a:t>목적</a:t>
            </a:r>
            <a:r>
              <a:rPr lang="en-US" altLang="ko-KR" sz="900">
                <a:latin typeface="Arial Narrow"/>
                <a:ea typeface="LG스마트체 Regular"/>
              </a:rPr>
              <a:t>] </a:t>
            </a:r>
            <a:r>
              <a:rPr lang="en-US" altLang="ko-KR" sz="900" err="1">
                <a:latin typeface="Arial Narrow"/>
                <a:ea typeface="LG스마트체 Regular"/>
              </a:rPr>
              <a:t>초기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양산시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공정별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영향</a:t>
            </a:r>
            <a:r>
              <a:rPr lang="en-US" altLang="ko-KR" sz="900">
                <a:latin typeface="Arial Narrow"/>
                <a:ea typeface="LG스마트체 Regular"/>
              </a:rPr>
              <a:t>(LNS,PKG)에 </a:t>
            </a:r>
            <a:r>
              <a:rPr lang="en-US" altLang="ko-KR" sz="900" err="1">
                <a:latin typeface="Arial Narrow"/>
                <a:ea typeface="LG스마트체 Regular"/>
              </a:rPr>
              <a:t>의해</a:t>
            </a:r>
            <a:r>
              <a:rPr lang="en-US" altLang="ko-KR" sz="900">
                <a:latin typeface="Arial Narrow"/>
                <a:ea typeface="LG스마트체 Regular"/>
              </a:rPr>
              <a:t> Lead </a:t>
            </a:r>
            <a:r>
              <a:rPr lang="en-US" altLang="ko-KR" sz="900" err="1">
                <a:latin typeface="Arial Narrow"/>
                <a:ea typeface="LG스마트체 Regular"/>
              </a:rPr>
              <a:t>PositIon과</a:t>
            </a:r>
            <a:r>
              <a:rPr lang="en-US" altLang="ko-KR" sz="900">
                <a:latin typeface="Arial Narrow"/>
                <a:ea typeface="LG스마트체 Regular"/>
              </a:rPr>
              <a:t> Cell </a:t>
            </a:r>
            <a:r>
              <a:rPr lang="en-US" altLang="ko-KR" sz="900" err="1">
                <a:latin typeface="Arial Narrow"/>
                <a:ea typeface="LG스마트체 Regular"/>
              </a:rPr>
              <a:t>Length의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최종</a:t>
            </a:r>
            <a:r>
              <a:rPr lang="en-US" altLang="ko-KR" sz="900">
                <a:latin typeface="Arial Narrow"/>
                <a:ea typeface="LG스마트체 Regular"/>
              </a:rPr>
              <a:t> EOL </a:t>
            </a:r>
            <a:r>
              <a:rPr lang="en-US" altLang="ko-KR" sz="900" err="1">
                <a:latin typeface="Arial Narrow"/>
                <a:ea typeface="LG스마트체 Regular"/>
              </a:rPr>
              <a:t>Dimension의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변화가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발생되게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되며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이의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안정화를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위해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ts val="1100"/>
              </a:lnSpc>
            </a:pPr>
            <a:r>
              <a:rPr lang="en-US" altLang="ko-KR" sz="900">
                <a:latin typeface="Arial Narrow"/>
                <a:ea typeface="LG스마트체 Regular"/>
              </a:rPr>
              <a:t>           </a:t>
            </a:r>
            <a:r>
              <a:rPr lang="en-US" altLang="ko-KR" sz="900" err="1">
                <a:latin typeface="Arial Narrow"/>
                <a:ea typeface="LG스마트체 Regular"/>
              </a:rPr>
              <a:t>전공정의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영향성을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파악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주요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인자의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안정화</a:t>
            </a:r>
            <a:r>
              <a:rPr lang="en-US" altLang="ko-KR" sz="900">
                <a:latin typeface="Arial Narrow"/>
                <a:ea typeface="LG스마트체 Regular"/>
              </a:rPr>
              <a:t> 및 Control </a:t>
            </a:r>
            <a:r>
              <a:rPr lang="en-US" altLang="ko-KR" sz="900" err="1">
                <a:latin typeface="Arial Narrow"/>
                <a:ea typeface="LG스마트체 Regular"/>
              </a:rPr>
              <a:t>Limit을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선정하기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위함</a:t>
            </a:r>
            <a:r>
              <a:rPr lang="en-US" altLang="ko-KR" sz="900">
                <a:latin typeface="Arial Narrow"/>
                <a:ea typeface="LG스마트체 Regular"/>
              </a:rPr>
              <a:t>.</a:t>
            </a:r>
            <a:endParaRPr lang="en-US" altLang="ko-KR" sz="900" b="0" i="0" u="none" strike="noStrike" kern="1200" noProof="0"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3DD6C36-AC92-3AAF-C875-61CA5B5BC550}"/>
              </a:ext>
            </a:extLst>
          </p:cNvPr>
          <p:cNvSpPr/>
          <p:nvPr/>
        </p:nvSpPr>
        <p:spPr>
          <a:xfrm>
            <a:off x="1513774" y="4557966"/>
            <a:ext cx="3555183" cy="46129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-. EOL 7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월 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6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일 부터 투입 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(LNS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 개선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)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-. Bending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  <a:ea typeface="LG스마트체 Regular"/>
              </a:rPr>
              <a:t>개선후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 Mirror,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  <a:ea typeface="LG스마트체 Regular"/>
              </a:rPr>
              <a:t>본도</a:t>
            </a:r>
            <a:r>
              <a:rPr lang="ko-KR" altLang="en-US" sz="900">
                <a:solidFill>
                  <a:srgbClr val="000000"/>
                </a:solidFill>
                <a:latin typeface="Arial Narrow"/>
                <a:ea typeface="LG스마트체 Regular"/>
              </a:rPr>
              <a:t>간의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  <a:ea typeface="LG스마트체 Regular"/>
              </a:rPr>
              <a:t>수축율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  <a:ea typeface="LG스마트체 Regular"/>
              </a:rPr>
              <a:t>차이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  <a:ea typeface="LG스마트체 Regular"/>
              </a:rPr>
              <a:t>감소확인</a:t>
            </a:r>
            <a:r>
              <a:rPr lang="en-US" altLang="ko-KR" sz="900">
                <a:solidFill>
                  <a:srgbClr val="000000"/>
                </a:solidFill>
                <a:latin typeface="Arial Narrow"/>
                <a:ea typeface="LG스마트체 Regular"/>
              </a:rPr>
              <a:t> ( 0.4 -&gt; 0.1 )</a:t>
            </a:r>
          </a:p>
          <a:p>
            <a:endParaRPr lang="en-US" altLang="ko-KR" sz="90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2" name="Picture 27">
            <a:extLst>
              <a:ext uri="{FF2B5EF4-FFF2-40B4-BE49-F238E27FC236}">
                <a16:creationId xmlns:a16="http://schemas.microsoft.com/office/drawing/2014/main" id="{5F15C809-9B52-895C-5E0B-F2B27C8920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56818" y="1513566"/>
            <a:ext cx="2491664" cy="235726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6798F2-22E1-0FAE-F097-1B1420063420}"/>
              </a:ext>
            </a:extLst>
          </p:cNvPr>
          <p:cNvSpPr txBox="1"/>
          <p:nvPr/>
        </p:nvSpPr>
        <p:spPr>
          <a:xfrm>
            <a:off x="1513774" y="2243919"/>
            <a:ext cx="3860749" cy="50783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900" err="1">
                <a:solidFill>
                  <a:srgbClr val="000000"/>
                </a:solidFill>
              </a:rPr>
              <a:t>개선</a:t>
            </a:r>
            <a:r>
              <a:rPr lang="en-US" altLang="ko-KR" sz="900">
                <a:solidFill>
                  <a:srgbClr val="000000"/>
                </a:solidFill>
              </a:rPr>
              <a:t> </a:t>
            </a:r>
            <a:r>
              <a:rPr lang="en-US" altLang="ko-KR" sz="900" err="1">
                <a:solidFill>
                  <a:srgbClr val="000000"/>
                </a:solidFill>
              </a:rPr>
              <a:t>내역</a:t>
            </a:r>
            <a:r>
              <a:rPr lang="en-US" altLang="ko-KR" sz="900">
                <a:solidFill>
                  <a:srgbClr val="000000"/>
                </a:solidFill>
              </a:rPr>
              <a:t> </a:t>
            </a:r>
            <a:endParaRPr lang="en-US" sz="900">
              <a:solidFill>
                <a:srgbClr val="000000"/>
              </a:solidFill>
            </a:endParaRPr>
          </a:p>
          <a:p>
            <a:r>
              <a:rPr lang="en-US" altLang="ko-KR" sz="900">
                <a:solidFill>
                  <a:srgbClr val="000000"/>
                </a:solidFill>
              </a:rPr>
              <a:t>: 1) LNS </a:t>
            </a:r>
            <a:r>
              <a:rPr lang="en-US" altLang="ko-KR" sz="900" err="1">
                <a:solidFill>
                  <a:srgbClr val="000000"/>
                </a:solidFill>
              </a:rPr>
              <a:t>벤딩</a:t>
            </a:r>
            <a:r>
              <a:rPr lang="en-US" altLang="ko-KR" sz="900">
                <a:solidFill>
                  <a:srgbClr val="000000"/>
                </a:solidFill>
              </a:rPr>
              <a:t> </a:t>
            </a:r>
            <a:r>
              <a:rPr lang="en-US" altLang="ko-KR" sz="900" err="1">
                <a:solidFill>
                  <a:srgbClr val="000000"/>
                </a:solidFill>
              </a:rPr>
              <a:t>개선</a:t>
            </a:r>
            <a:r>
              <a:rPr lang="en-US" altLang="ko-KR" sz="900">
                <a:solidFill>
                  <a:srgbClr val="000000"/>
                </a:solidFill>
              </a:rPr>
              <a:t> (</a:t>
            </a:r>
            <a:r>
              <a:rPr lang="en-US" altLang="ko-KR" sz="900" err="1">
                <a:solidFill>
                  <a:srgbClr val="000000"/>
                </a:solidFill>
              </a:rPr>
              <a:t>전호기</a:t>
            </a:r>
            <a:r>
              <a:rPr lang="en-US" altLang="ko-KR" sz="900">
                <a:solidFill>
                  <a:srgbClr val="000000"/>
                </a:solidFill>
              </a:rPr>
              <a:t>)  : 6/13일 </a:t>
            </a:r>
            <a:r>
              <a:rPr lang="en-US" altLang="ko-KR" sz="900" err="1">
                <a:solidFill>
                  <a:srgbClr val="000000"/>
                </a:solidFill>
              </a:rPr>
              <a:t>Sepa</a:t>
            </a:r>
            <a:r>
              <a:rPr lang="en-US" altLang="ko-KR" sz="900">
                <a:solidFill>
                  <a:srgbClr val="000000"/>
                </a:solidFill>
              </a:rPr>
              <a:t> 면 </a:t>
            </a:r>
            <a:r>
              <a:rPr lang="en-US" altLang="ko-KR" sz="900" err="1">
                <a:solidFill>
                  <a:srgbClr val="000000"/>
                </a:solidFill>
              </a:rPr>
              <a:t>변경으로</a:t>
            </a:r>
            <a:r>
              <a:rPr lang="en-US" altLang="ko-KR" sz="900">
                <a:solidFill>
                  <a:srgbClr val="000000"/>
                </a:solidFill>
              </a:rPr>
              <a:t> Bending </a:t>
            </a:r>
            <a:r>
              <a:rPr lang="en-US" altLang="ko-KR" sz="900" err="1">
                <a:solidFill>
                  <a:srgbClr val="000000"/>
                </a:solidFill>
              </a:rPr>
              <a:t>개선</a:t>
            </a:r>
            <a:r>
              <a:rPr lang="en-US" altLang="ko-KR" sz="900">
                <a:solidFill>
                  <a:srgbClr val="000000"/>
                </a:solidFill>
              </a:rPr>
              <a:t> ( LNS </a:t>
            </a:r>
            <a:r>
              <a:rPr lang="en-US" altLang="ko-KR" sz="900" err="1">
                <a:solidFill>
                  <a:srgbClr val="000000"/>
                </a:solidFill>
              </a:rPr>
              <a:t>기준</a:t>
            </a:r>
            <a:r>
              <a:rPr lang="en-US" altLang="ko-KR" sz="900">
                <a:solidFill>
                  <a:srgbClr val="000000"/>
                </a:solidFill>
              </a:rPr>
              <a:t> )</a:t>
            </a:r>
            <a:endParaRPr lang="en-US" sz="900">
              <a:solidFill>
                <a:srgbClr val="000000"/>
              </a:solidFill>
            </a:endParaRPr>
          </a:p>
          <a:p>
            <a:r>
              <a:rPr lang="en-US" altLang="ko-KR" sz="900">
                <a:solidFill>
                  <a:srgbClr val="000000"/>
                </a:solidFill>
              </a:rPr>
              <a:t>  2) PKG Lead Position </a:t>
            </a:r>
            <a:r>
              <a:rPr lang="en-US" altLang="ko-KR" sz="900" err="1">
                <a:solidFill>
                  <a:srgbClr val="000000"/>
                </a:solidFill>
              </a:rPr>
              <a:t>상향</a:t>
            </a:r>
            <a:r>
              <a:rPr lang="en-US" altLang="ko-KR" sz="900">
                <a:solidFill>
                  <a:srgbClr val="000000"/>
                </a:solidFill>
              </a:rPr>
              <a:t> (5-1)  : 6월 22일 0.4mm </a:t>
            </a:r>
            <a:r>
              <a:rPr lang="en-US" altLang="ko-KR" sz="900" err="1">
                <a:solidFill>
                  <a:srgbClr val="000000"/>
                </a:solidFill>
              </a:rPr>
              <a:t>상향</a:t>
            </a:r>
            <a:r>
              <a:rPr lang="en-US" altLang="ko-KR" sz="900">
                <a:solidFill>
                  <a:srgbClr val="000000"/>
                </a:solidFill>
              </a:rPr>
              <a:t> </a:t>
            </a:r>
            <a:r>
              <a:rPr lang="en-US" altLang="ko-KR" sz="900" err="1">
                <a:solidFill>
                  <a:srgbClr val="000000"/>
                </a:solidFill>
              </a:rPr>
              <a:t>관리</a:t>
            </a:r>
            <a:r>
              <a:rPr lang="en-US" altLang="ko-KR" sz="900">
                <a:solidFill>
                  <a:srgbClr val="000000"/>
                </a:solidFill>
              </a:rPr>
              <a:t>  (PKG </a:t>
            </a:r>
            <a:r>
              <a:rPr lang="en-US" altLang="ko-KR" sz="900" err="1">
                <a:solidFill>
                  <a:srgbClr val="000000"/>
                </a:solidFill>
              </a:rPr>
              <a:t>기준</a:t>
            </a:r>
            <a:r>
              <a:rPr lang="en-US" altLang="ko-KR" sz="900">
                <a:solidFill>
                  <a:srgbClr val="000000"/>
                </a:solidFill>
              </a:rPr>
              <a:t> )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A178755-E2EF-95BE-DBC6-D8BA04DD0CB9}"/>
              </a:ext>
            </a:extLst>
          </p:cNvPr>
          <p:cNvSpPr txBox="1"/>
          <p:nvPr/>
        </p:nvSpPr>
        <p:spPr>
          <a:xfrm>
            <a:off x="1513774" y="4117402"/>
            <a:ext cx="3860749" cy="3693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ko-KR" altLang="en-US" sz="900">
                <a:solidFill>
                  <a:srgbClr val="000000"/>
                </a:solidFill>
              </a:rPr>
              <a:t>개선</a:t>
            </a:r>
            <a:r>
              <a:rPr lang="en-US" sz="900">
                <a:solidFill>
                  <a:srgbClr val="000000"/>
                </a:solidFill>
              </a:rPr>
              <a:t> </a:t>
            </a:r>
            <a:r>
              <a:rPr lang="ko-KR" altLang="en-US" sz="900">
                <a:solidFill>
                  <a:srgbClr val="000000"/>
                </a:solidFill>
              </a:rPr>
              <a:t>검증 </a:t>
            </a:r>
            <a:r>
              <a:rPr lang="en-US" altLang="ko-KR" sz="900">
                <a:solidFill>
                  <a:srgbClr val="000000"/>
                </a:solidFill>
              </a:rPr>
              <a:t>#1 ( 6</a:t>
            </a:r>
            <a:r>
              <a:rPr lang="ko-KR" altLang="en-US" sz="900">
                <a:solidFill>
                  <a:srgbClr val="000000"/>
                </a:solidFill>
              </a:rPr>
              <a:t>월 </a:t>
            </a:r>
            <a:r>
              <a:rPr lang="en-US" altLang="ko-KR" sz="900">
                <a:solidFill>
                  <a:srgbClr val="000000"/>
                </a:solidFill>
              </a:rPr>
              <a:t>13</a:t>
            </a:r>
            <a:r>
              <a:rPr lang="ko-KR" altLang="en-US" sz="900">
                <a:solidFill>
                  <a:srgbClr val="000000"/>
                </a:solidFill>
              </a:rPr>
              <a:t>일 </a:t>
            </a:r>
            <a:r>
              <a:rPr lang="en-US" altLang="ko-KR" sz="900">
                <a:solidFill>
                  <a:srgbClr val="000000"/>
                </a:solidFill>
              </a:rPr>
              <a:t>LNS </a:t>
            </a:r>
            <a:r>
              <a:rPr lang="ko-KR" altLang="en-US" sz="900" err="1">
                <a:solidFill>
                  <a:srgbClr val="000000"/>
                </a:solidFill>
              </a:rPr>
              <a:t>벤딩</a:t>
            </a:r>
            <a:r>
              <a:rPr lang="ko-KR" altLang="en-US" sz="900">
                <a:solidFill>
                  <a:srgbClr val="000000"/>
                </a:solidFill>
              </a:rPr>
              <a:t> </a:t>
            </a:r>
            <a:r>
              <a:rPr lang="ko-KR" altLang="en-US" sz="900" err="1">
                <a:solidFill>
                  <a:srgbClr val="000000"/>
                </a:solidFill>
              </a:rPr>
              <a:t>개선후</a:t>
            </a:r>
            <a:r>
              <a:rPr lang="ko-KR" altLang="en-US" sz="900">
                <a:solidFill>
                  <a:srgbClr val="000000"/>
                </a:solidFill>
              </a:rPr>
              <a:t> </a:t>
            </a:r>
            <a:r>
              <a:rPr lang="en-US" altLang="ko-KR" sz="900">
                <a:solidFill>
                  <a:srgbClr val="000000"/>
                </a:solidFill>
              </a:rPr>
              <a:t>LPC </a:t>
            </a:r>
            <a:r>
              <a:rPr lang="ko-KR" altLang="en-US" sz="900">
                <a:solidFill>
                  <a:srgbClr val="000000"/>
                </a:solidFill>
              </a:rPr>
              <a:t>변화 </a:t>
            </a:r>
            <a:r>
              <a:rPr lang="en-US" altLang="ko-KR" sz="900">
                <a:solidFill>
                  <a:srgbClr val="000000"/>
                </a:solidFill>
              </a:rPr>
              <a:t>: EOL vision</a:t>
            </a:r>
            <a:r>
              <a:rPr lang="ko-KR" altLang="en-US" sz="900">
                <a:solidFill>
                  <a:srgbClr val="000000"/>
                </a:solidFill>
              </a:rPr>
              <a:t> </a:t>
            </a:r>
            <a:r>
              <a:rPr lang="en-US" altLang="ko-KR" sz="900">
                <a:solidFill>
                  <a:srgbClr val="000000"/>
                </a:solidFill>
              </a:rPr>
              <a:t>)</a:t>
            </a:r>
            <a:endParaRPr lang="en-US" sz="900">
              <a:solidFill>
                <a:srgbClr val="000000"/>
              </a:solidFill>
            </a:endParaRPr>
          </a:p>
          <a:p>
            <a:r>
              <a:rPr lang="en-US" altLang="ko-KR" sz="900"/>
              <a:t>: 1) LNS </a:t>
            </a:r>
            <a:r>
              <a:rPr lang="en-US" altLang="ko-KR" sz="900" err="1"/>
              <a:t>벤딩</a:t>
            </a:r>
            <a:r>
              <a:rPr lang="en-US" altLang="ko-KR" sz="900"/>
              <a:t> </a:t>
            </a:r>
            <a:r>
              <a:rPr lang="en-US" altLang="ko-KR" sz="900" err="1"/>
              <a:t>개선</a:t>
            </a:r>
            <a:r>
              <a:rPr lang="en-US" altLang="ko-KR" sz="900"/>
              <a:t> (</a:t>
            </a:r>
            <a:r>
              <a:rPr lang="en-US" altLang="ko-KR" sz="900" err="1"/>
              <a:t>전호기</a:t>
            </a:r>
            <a:r>
              <a:rPr lang="en-US" altLang="ko-KR" sz="900"/>
              <a:t>)  : 6/13일 </a:t>
            </a:r>
            <a:r>
              <a:rPr lang="en-US" altLang="ko-KR" sz="900" err="1"/>
              <a:t>Sepa</a:t>
            </a:r>
            <a:r>
              <a:rPr lang="en-US" altLang="ko-KR" sz="900"/>
              <a:t> 면 </a:t>
            </a:r>
            <a:r>
              <a:rPr lang="en-US" altLang="ko-KR" sz="900" err="1"/>
              <a:t>변경으로</a:t>
            </a:r>
            <a:r>
              <a:rPr lang="en-US" altLang="ko-KR" sz="900"/>
              <a:t> Bending </a:t>
            </a:r>
            <a:r>
              <a:rPr lang="en-US" altLang="ko-KR" sz="900" err="1"/>
              <a:t>개선</a:t>
            </a:r>
            <a:r>
              <a:rPr lang="en-US" altLang="ko-KR" sz="900"/>
              <a:t> ( LNS </a:t>
            </a:r>
            <a:r>
              <a:rPr lang="en-US" altLang="ko-KR" sz="900" err="1"/>
              <a:t>기준</a:t>
            </a:r>
            <a:r>
              <a:rPr lang="en-US" altLang="ko-KR" sz="900"/>
              <a:t> )</a:t>
            </a:r>
            <a:endParaRPr lang="en-US" sz="900"/>
          </a:p>
        </p:txBody>
      </p:sp>
      <p:pic>
        <p:nvPicPr>
          <p:cNvPr id="6" name="Picture 6">
            <a:extLst>
              <a:ext uri="{FF2B5EF4-FFF2-40B4-BE49-F238E27FC236}">
                <a16:creationId xmlns:a16="http://schemas.microsoft.com/office/drawing/2014/main" id="{9302E378-E2A7-A562-3EFC-E0C6634C1DC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136" y="3909464"/>
            <a:ext cx="2398346" cy="26002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909192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40AAEB-2014-6AE0-5A56-F40BCCA2EB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9914592F-E2EF-51DB-16D5-8F1969B3DE96}"/>
              </a:ext>
            </a:extLst>
          </p:cNvPr>
          <p:cNvGraphicFramePr>
            <a:graphicFrameLocks noGrp="1"/>
          </p:cNvGraphicFramePr>
          <p:nvPr/>
        </p:nvGraphicFramePr>
        <p:xfrm>
          <a:off x="0" y="838423"/>
          <a:ext cx="9644176" cy="574406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36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04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 </a:t>
                      </a: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EOL Dimension </a:t>
                      </a:r>
                      <a:r>
                        <a:rPr lang="en-US" altLang="ko-KR" sz="900" i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불량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ESHD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JF2</a:t>
                      </a:r>
                      <a:endParaRPr lang="ko-KR" altLang="en-US" sz="900">
                        <a:solidFill>
                          <a:schemeClr val="tx1"/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endParaRPr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228600" indent="-228600">
                        <a:buAutoNum type="arabicParenR"/>
                      </a:pPr>
                      <a:r>
                        <a:rPr lang="en-US" altLang="ko-KR" sz="900" b="1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Lead Position (-): </a:t>
                      </a:r>
                    </a:p>
                    <a:p>
                      <a:pPr marL="0" indent="0"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 Lead Position (Anode) PKG 공정과 Median 값 0.9mm 차이, PKG 공정 상한치 관리 필요 (+0.7)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 LNS Mirror, 본도별 Bending에 의한 수축량 차이 확인 ( Mirror :1.2~1.5 수축, 본도 : 0.5~0.7 ) 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‘26.07</a:t>
                      </a: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오현석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D9A6E541-5B93-33FB-3D7D-EC42A5A9ACA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180CD4A-5D67-496D-0C31-3D797488CB7F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-#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09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6D1BDB4-C020-B57D-DE80-4222F076C9F4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FF0FDC97-69D1-FACA-148B-0B3C3ACB78BD}"/>
              </a:ext>
            </a:extLst>
          </p:cNvPr>
          <p:cNvSpPr txBox="1">
            <a:spLocks/>
          </p:cNvSpPr>
          <p:nvPr/>
        </p:nvSpPr>
        <p:spPr>
          <a:xfrm>
            <a:off x="8480286" y="418066"/>
            <a:ext cx="1256754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 err="1">
                <a:latin typeface="Arial Narrow"/>
                <a:ea typeface="LG스마트체 Regular"/>
              </a:rPr>
              <a:t>오현석</a:t>
            </a:r>
            <a:r>
              <a:rPr lang="en-US" altLang="ko-KR" sz="1100">
                <a:latin typeface="Arial Narrow"/>
                <a:ea typeface="LG스마트체 Regular"/>
              </a:rPr>
              <a:t> </a:t>
            </a:r>
            <a:r>
              <a:rPr lang="en-US" altLang="ko-KR" sz="1100" err="1">
                <a:latin typeface="Arial Narrow"/>
                <a:ea typeface="LG스마트체 Regular"/>
              </a:rPr>
              <a:t>책임</a:t>
            </a:r>
            <a:endParaRPr lang="ko-KR" altLang="en-US" sz="1100" b="0" i="0" u="none" strike="noStrike" kern="1200" cap="none" spc="0" normalizeH="0" baseline="0" noProof="0" err="1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20DC6F0-5B35-306B-AA48-CB302D64D650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26586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en-US" altLang="ko-KR" sz="1400" b="1">
                <a:latin typeface="Arial Narrow"/>
                <a:ea typeface="LG스마트체 Regular"/>
              </a:rPr>
              <a:t>PKG-</a:t>
            </a:r>
            <a:r>
              <a:rPr lang="en-US" altLang="ko-KR" sz="1400" b="1" err="1">
                <a:latin typeface="Arial Narrow"/>
                <a:ea typeface="LG스마트체 Regular"/>
              </a:rPr>
              <a:t>활성화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 </a:t>
            </a:r>
            <a:r>
              <a:rPr lang="en-US" altLang="ko-KR" sz="1400" b="1">
                <a:latin typeface="Arial Narrow"/>
                <a:ea typeface="LG스마트체 Regular"/>
              </a:rPr>
              <a:t>ESHD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ko-KR" altLang="en-US" sz="1400" b="1" err="1">
                <a:latin typeface="Arial Narrow"/>
                <a:ea typeface="LG스마트체 Regular"/>
              </a:rPr>
              <a:t>Dimension</a:t>
            </a:r>
            <a:r>
              <a:rPr lang="ko-KR" altLang="en-US" sz="1400" b="1">
                <a:latin typeface="Arial Narrow"/>
                <a:ea typeface="LG스마트체 Regular"/>
              </a:rPr>
              <a:t> 불량 개선 (</a:t>
            </a:r>
            <a:r>
              <a:rPr lang="ko-KR" altLang="en-US" sz="1400" b="1" err="1">
                <a:latin typeface="Arial Narrow"/>
                <a:ea typeface="LG스마트체 Regular"/>
              </a:rPr>
              <a:t>Lead</a:t>
            </a:r>
            <a:r>
              <a:rPr lang="ko-KR" altLang="en-US" sz="1400" b="1">
                <a:latin typeface="Arial Narrow"/>
                <a:ea typeface="LG스마트체 Regular"/>
              </a:rPr>
              <a:t> </a:t>
            </a:r>
            <a:r>
              <a:rPr lang="ko-KR" altLang="en-US" sz="1400" b="1" err="1">
                <a:latin typeface="Arial Narrow"/>
                <a:ea typeface="LG스마트체 Regular"/>
              </a:rPr>
              <a:t>Position</a:t>
            </a:r>
            <a:r>
              <a:rPr lang="ko-KR" altLang="en-US" sz="1400" b="1">
                <a:latin typeface="Arial Narrow"/>
                <a:ea typeface="LG스마트체 Regular"/>
              </a:rPr>
              <a:t>, </a:t>
            </a:r>
            <a:r>
              <a:rPr lang="ko-KR" altLang="en-US" sz="1400" b="1" err="1">
                <a:latin typeface="Arial Narrow"/>
                <a:ea typeface="LG스마트체 Regular"/>
              </a:rPr>
              <a:t>Cell</a:t>
            </a:r>
            <a:r>
              <a:rPr lang="ko-KR" altLang="en-US" sz="1400" b="1">
                <a:latin typeface="Arial Narrow"/>
                <a:ea typeface="LG스마트체 Regular"/>
              </a:rPr>
              <a:t> </a:t>
            </a:r>
            <a:r>
              <a:rPr lang="ko-KR" altLang="en-US" sz="1400" b="1" err="1">
                <a:latin typeface="Arial Narrow"/>
                <a:ea typeface="LG스마트체 Regular"/>
              </a:rPr>
              <a:t>Length</a:t>
            </a:r>
            <a:r>
              <a:rPr lang="ko-KR" altLang="en-US" sz="1400" b="1">
                <a:latin typeface="Arial Narrow"/>
                <a:ea typeface="LG스마트체 Regular"/>
              </a:rPr>
              <a:t>)</a:t>
            </a:r>
            <a:endParaRPr lang="ko-KR" altLang="en-US" sz="1400" b="1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1703420-C2C6-521F-37B0-6F09EF347D48}"/>
              </a:ext>
            </a:extLst>
          </p:cNvPr>
          <p:cNvSpPr txBox="1"/>
          <p:nvPr/>
        </p:nvSpPr>
        <p:spPr>
          <a:xfrm>
            <a:off x="141316" y="1379522"/>
            <a:ext cx="93994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D319C04-4820-2A25-5A81-1D9FA4C7B39A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7/14</a:t>
            </a:r>
            <a:r>
              <a:rPr lang="en-US" altLang="ko-KR" sz="1100">
                <a:solidFill>
                  <a:prstClr val="black"/>
                </a:solidFill>
              </a:rPr>
              <a:t>(</a:t>
            </a:r>
            <a:r>
              <a:rPr lang="ko-KR" altLang="en-US" sz="1100">
                <a:solidFill>
                  <a:prstClr val="black"/>
                </a:solidFill>
              </a:rPr>
              <a:t>화</a:t>
            </a:r>
            <a:r>
              <a:rPr lang="en-US" altLang="ko-KR" sz="1100">
                <a:solidFill>
                  <a:prstClr val="black"/>
                </a:solidFill>
              </a:rPr>
              <a:t>) 16</a:t>
            </a:r>
            <a:r>
              <a:rPr lang="ko-KR" altLang="en-US" sz="1100">
                <a:solidFill>
                  <a:prstClr val="black"/>
                </a:solidFill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AB0566E-CBD9-C58D-4559-DAEA4E881CD8}"/>
              </a:ext>
            </a:extLst>
          </p:cNvPr>
          <p:cNvSpPr txBox="1"/>
          <p:nvPr/>
        </p:nvSpPr>
        <p:spPr>
          <a:xfrm>
            <a:off x="1307260" y="1119507"/>
            <a:ext cx="6805659" cy="506036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>
              <a:lnSpc>
                <a:spcPts val="1100"/>
              </a:lnSpc>
            </a:pPr>
            <a:r>
              <a:rPr lang="en-US" altLang="ko-KR" sz="900">
                <a:latin typeface="Arial Narrow"/>
                <a:ea typeface="LG스마트체 Regular"/>
              </a:rPr>
              <a:t> [</a:t>
            </a:r>
            <a:r>
              <a:rPr lang="ko-KR" altLang="en-US" sz="900">
                <a:latin typeface="Arial Narrow"/>
                <a:ea typeface="LG스마트체 Regular"/>
              </a:rPr>
              <a:t>목적</a:t>
            </a:r>
            <a:r>
              <a:rPr lang="en-US" altLang="ko-KR" sz="900">
                <a:latin typeface="Arial Narrow"/>
                <a:ea typeface="LG스마트체 Regular"/>
              </a:rPr>
              <a:t>] </a:t>
            </a:r>
            <a:r>
              <a:rPr lang="en-US" altLang="ko-KR" sz="900" err="1">
                <a:latin typeface="Arial Narrow"/>
                <a:ea typeface="LG스마트체 Regular"/>
              </a:rPr>
              <a:t>초기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양산시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공정별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영향</a:t>
            </a:r>
            <a:r>
              <a:rPr lang="en-US" altLang="ko-KR" sz="900">
                <a:latin typeface="Arial Narrow"/>
                <a:ea typeface="LG스마트체 Regular"/>
              </a:rPr>
              <a:t>(LNS,PKG)에 </a:t>
            </a:r>
            <a:r>
              <a:rPr lang="en-US" altLang="ko-KR" sz="900" err="1">
                <a:latin typeface="Arial Narrow"/>
                <a:ea typeface="LG스마트체 Regular"/>
              </a:rPr>
              <a:t>의해</a:t>
            </a:r>
            <a:r>
              <a:rPr lang="en-US" altLang="ko-KR" sz="900">
                <a:latin typeface="Arial Narrow"/>
                <a:ea typeface="LG스마트체 Regular"/>
              </a:rPr>
              <a:t> Lead </a:t>
            </a:r>
            <a:r>
              <a:rPr lang="en-US" altLang="ko-KR" sz="900" err="1">
                <a:latin typeface="Arial Narrow"/>
                <a:ea typeface="LG스마트체 Regular"/>
              </a:rPr>
              <a:t>PositIon과</a:t>
            </a:r>
            <a:r>
              <a:rPr lang="en-US" altLang="ko-KR" sz="900">
                <a:latin typeface="Arial Narrow"/>
                <a:ea typeface="LG스마트체 Regular"/>
              </a:rPr>
              <a:t> Cell </a:t>
            </a:r>
            <a:r>
              <a:rPr lang="en-US" altLang="ko-KR" sz="900" err="1">
                <a:latin typeface="Arial Narrow"/>
                <a:ea typeface="LG스마트체 Regular"/>
              </a:rPr>
              <a:t>Length의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최종</a:t>
            </a:r>
            <a:r>
              <a:rPr lang="en-US" altLang="ko-KR" sz="900">
                <a:latin typeface="Arial Narrow"/>
                <a:ea typeface="LG스마트체 Regular"/>
              </a:rPr>
              <a:t> EOL </a:t>
            </a:r>
            <a:r>
              <a:rPr lang="en-US" altLang="ko-KR" sz="900" err="1">
                <a:latin typeface="Arial Narrow"/>
                <a:ea typeface="LG스마트체 Regular"/>
              </a:rPr>
              <a:t>Dimension의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변화가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발생되게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되며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이의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안정화를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위해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ts val="1100"/>
              </a:lnSpc>
            </a:pPr>
            <a:r>
              <a:rPr lang="en-US" altLang="ko-KR" sz="900">
                <a:latin typeface="Arial Narrow"/>
                <a:ea typeface="LG스마트체 Regular"/>
              </a:rPr>
              <a:t>           </a:t>
            </a:r>
            <a:r>
              <a:rPr lang="en-US" altLang="ko-KR" sz="900" err="1">
                <a:latin typeface="Arial Narrow"/>
                <a:ea typeface="LG스마트체 Regular"/>
              </a:rPr>
              <a:t>전공정의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영향성을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파악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주요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인자의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안정화</a:t>
            </a:r>
            <a:r>
              <a:rPr lang="en-US" altLang="ko-KR" sz="900">
                <a:latin typeface="Arial Narrow"/>
                <a:ea typeface="LG스마트체 Regular"/>
              </a:rPr>
              <a:t> 및 Control </a:t>
            </a:r>
            <a:r>
              <a:rPr lang="en-US" altLang="ko-KR" sz="900" err="1">
                <a:latin typeface="Arial Narrow"/>
                <a:ea typeface="LG스마트체 Regular"/>
              </a:rPr>
              <a:t>Limit을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선정하기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위함</a:t>
            </a:r>
            <a:r>
              <a:rPr lang="en-US" altLang="ko-KR" sz="900">
                <a:latin typeface="Arial Narrow"/>
                <a:ea typeface="LG스마트체 Regular"/>
              </a:rPr>
              <a:t>.</a:t>
            </a:r>
            <a:endParaRPr lang="en-US" altLang="ko-KR" sz="900" b="0" i="0" u="none" strike="noStrike" kern="1200" noProof="0"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F736777-B8A7-360D-C4E5-A60621B9C97F}"/>
              </a:ext>
            </a:extLst>
          </p:cNvPr>
          <p:cNvSpPr txBox="1"/>
          <p:nvPr/>
        </p:nvSpPr>
        <p:spPr>
          <a:xfrm>
            <a:off x="1492003" y="2201516"/>
            <a:ext cx="7061148" cy="92333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ko-KR" altLang="en-US" sz="900">
                <a:solidFill>
                  <a:srgbClr val="000000"/>
                </a:solidFill>
              </a:rPr>
              <a:t>개선</a:t>
            </a:r>
            <a:r>
              <a:rPr lang="en-US" sz="900">
                <a:solidFill>
                  <a:srgbClr val="000000"/>
                </a:solidFill>
              </a:rPr>
              <a:t> </a:t>
            </a:r>
            <a:r>
              <a:rPr lang="ko-KR" altLang="en-US" sz="900">
                <a:solidFill>
                  <a:srgbClr val="000000"/>
                </a:solidFill>
              </a:rPr>
              <a:t>검증 </a:t>
            </a:r>
            <a:r>
              <a:rPr lang="en-US" altLang="ko-KR" sz="900">
                <a:solidFill>
                  <a:srgbClr val="000000"/>
                </a:solidFill>
              </a:rPr>
              <a:t>#2 ( 6</a:t>
            </a:r>
            <a:r>
              <a:rPr lang="ko-KR" altLang="en-US" sz="900">
                <a:solidFill>
                  <a:srgbClr val="000000"/>
                </a:solidFill>
              </a:rPr>
              <a:t>월 </a:t>
            </a:r>
            <a:r>
              <a:rPr lang="en-US" altLang="ko-KR" sz="900">
                <a:solidFill>
                  <a:srgbClr val="000000"/>
                </a:solidFill>
              </a:rPr>
              <a:t>22</a:t>
            </a:r>
            <a:r>
              <a:rPr lang="ko-KR" altLang="en-US" sz="900">
                <a:solidFill>
                  <a:srgbClr val="000000"/>
                </a:solidFill>
              </a:rPr>
              <a:t>일 </a:t>
            </a:r>
            <a:r>
              <a:rPr lang="en-US" altLang="ko-KR" sz="900">
                <a:solidFill>
                  <a:srgbClr val="000000"/>
                </a:solidFill>
              </a:rPr>
              <a:t>PKG </a:t>
            </a:r>
            <a:r>
              <a:rPr lang="en-US" altLang="ko-KR" sz="900" err="1">
                <a:solidFill>
                  <a:srgbClr val="000000"/>
                </a:solidFill>
              </a:rPr>
              <a:t>음극</a:t>
            </a:r>
            <a:r>
              <a:rPr lang="en-US" altLang="ko-KR" sz="900">
                <a:solidFill>
                  <a:srgbClr val="000000"/>
                </a:solidFill>
              </a:rPr>
              <a:t> Lead Position </a:t>
            </a:r>
            <a:r>
              <a:rPr lang="en-US" altLang="ko-KR" sz="900" err="1">
                <a:solidFill>
                  <a:srgbClr val="000000"/>
                </a:solidFill>
              </a:rPr>
              <a:t>조정</a:t>
            </a:r>
            <a:r>
              <a:rPr lang="en-US" altLang="ko-KR" sz="900">
                <a:solidFill>
                  <a:srgbClr val="000000"/>
                </a:solidFill>
              </a:rPr>
              <a:t> </a:t>
            </a:r>
            <a:r>
              <a:rPr lang="en-US" altLang="ko-KR" sz="900" err="1">
                <a:solidFill>
                  <a:srgbClr val="000000"/>
                </a:solidFill>
              </a:rPr>
              <a:t>제안</a:t>
            </a:r>
            <a:r>
              <a:rPr lang="en-US" altLang="ko-KR" sz="900">
                <a:solidFill>
                  <a:srgbClr val="000000"/>
                </a:solidFill>
              </a:rPr>
              <a:t> ( +0.4mm </a:t>
            </a:r>
            <a:r>
              <a:rPr lang="en-US" altLang="ko-KR" sz="900" err="1">
                <a:solidFill>
                  <a:srgbClr val="000000"/>
                </a:solidFill>
              </a:rPr>
              <a:t>조정</a:t>
            </a:r>
            <a:r>
              <a:rPr lang="en-US" altLang="ko-KR" sz="900">
                <a:solidFill>
                  <a:srgbClr val="000000"/>
                </a:solidFill>
              </a:rPr>
              <a:t> ) </a:t>
            </a:r>
            <a:endParaRPr lang="en-US" sz="900">
              <a:solidFill>
                <a:srgbClr val="000000"/>
              </a:solidFill>
            </a:endParaRPr>
          </a:p>
          <a:p>
            <a:r>
              <a:rPr lang="en-US" altLang="ko-KR" sz="900">
                <a:solidFill>
                  <a:srgbClr val="000000"/>
                </a:solidFill>
              </a:rPr>
              <a:t>: 1) 6월 23일 </a:t>
            </a:r>
            <a:r>
              <a:rPr lang="en-US" altLang="ko-KR" sz="900" err="1">
                <a:solidFill>
                  <a:srgbClr val="000000"/>
                </a:solidFill>
              </a:rPr>
              <a:t>이후</a:t>
            </a:r>
            <a:r>
              <a:rPr lang="en-US" altLang="ko-KR" sz="900">
                <a:solidFill>
                  <a:srgbClr val="000000"/>
                </a:solidFill>
              </a:rPr>
              <a:t> EOL Vision (LPC Data) </a:t>
            </a:r>
            <a:r>
              <a:rPr lang="en-US" altLang="ko-KR" sz="900" err="1">
                <a:solidFill>
                  <a:srgbClr val="000000"/>
                </a:solidFill>
              </a:rPr>
              <a:t>안정화</a:t>
            </a:r>
            <a:r>
              <a:rPr lang="en-US" altLang="ko-KR" sz="900">
                <a:solidFill>
                  <a:srgbClr val="000000"/>
                </a:solidFill>
              </a:rPr>
              <a:t> </a:t>
            </a:r>
            <a:r>
              <a:rPr lang="en-US" altLang="ko-KR" sz="900" err="1">
                <a:solidFill>
                  <a:srgbClr val="000000"/>
                </a:solidFill>
              </a:rPr>
              <a:t>확인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월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23일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이후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EOL Vision (LPC Data)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안정화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확인월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23일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이후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EOL Vision (LPC Data)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안정화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확인</a:t>
            </a:r>
            <a:endParaRPr lang="en-US" sz="900" b="1">
              <a:solidFill>
                <a:srgbClr val="000000"/>
              </a:solidFill>
              <a:ea typeface="LG Smart_H Regular"/>
            </a:endParaRPr>
          </a:p>
          <a:p>
            <a:r>
              <a:rPr lang="en-US" sz="900">
                <a:solidFill>
                  <a:srgbClr val="000000"/>
                </a:solidFill>
                <a:ea typeface="LG Smart_H Regular"/>
              </a:rPr>
              <a:t>단,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현재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 PKG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수치가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일부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 Spec을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넘어서는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경우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(7월 1일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추정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) 도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있으므로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 </a:t>
            </a:r>
            <a:endParaRPr lang="en-US" sz="900">
              <a:solidFill>
                <a:srgbClr val="000000"/>
              </a:solidFill>
            </a:endParaRPr>
          </a:p>
          <a:p>
            <a:r>
              <a:rPr lang="en-US" sz="900" err="1">
                <a:solidFill>
                  <a:srgbClr val="000000"/>
                </a:solidFill>
                <a:ea typeface="LG Smart_H Regular"/>
              </a:rPr>
              <a:t>추가적으로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조정하였는지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err="1">
                <a:solidFill>
                  <a:srgbClr val="000000"/>
                </a:solidFill>
                <a:ea typeface="LG Smart_H Regular"/>
              </a:rPr>
              <a:t>문의</a:t>
            </a:r>
            <a:r>
              <a:rPr lang="en-US" sz="900">
                <a:solidFill>
                  <a:srgbClr val="000000"/>
                </a:solidFill>
                <a:ea typeface="LG Smart_H Regular"/>
              </a:rPr>
              <a:t> 중 </a:t>
            </a:r>
            <a:endParaRPr lang="en-US" sz="900">
              <a:solidFill>
                <a:srgbClr val="000000"/>
              </a:solidFill>
            </a:endParaRPr>
          </a:p>
          <a:p>
            <a:r>
              <a:rPr lang="en-US" sz="900" b="1">
                <a:solidFill>
                  <a:srgbClr val="000000"/>
                </a:solidFill>
                <a:ea typeface="LG Smart_H Regular"/>
              </a:rPr>
              <a:t>6월 23~30일 Data (</a:t>
            </a:r>
            <a:r>
              <a:rPr lang="en-US" altLang="ko-KR" sz="900" b="1">
                <a:solidFill>
                  <a:srgbClr val="000000"/>
                </a:solidFill>
                <a:ea typeface="LG Smart_H Regular"/>
              </a:rPr>
              <a:t>Yellow) </a:t>
            </a:r>
            <a:r>
              <a:rPr lang="ko-KR" altLang="en-US" sz="900" b="1">
                <a:solidFill>
                  <a:srgbClr val="000000"/>
                </a:solidFill>
                <a:ea typeface="LG Smart_H Regular"/>
              </a:rPr>
              <a:t>가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가장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양호한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PKG,EOL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Dimension을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보임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. (PKG5-1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호기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 </a:t>
            </a:r>
            <a:r>
              <a:rPr lang="en-US" sz="900" b="1" err="1">
                <a:solidFill>
                  <a:srgbClr val="000000"/>
                </a:solidFill>
                <a:ea typeface="LG Smart_H Regular"/>
              </a:rPr>
              <a:t>기준</a:t>
            </a:r>
            <a:r>
              <a:rPr lang="en-US" sz="900" b="1">
                <a:solidFill>
                  <a:srgbClr val="000000"/>
                </a:solidFill>
                <a:ea typeface="LG Smart_H Regular"/>
              </a:rPr>
              <a:t>)</a:t>
            </a:r>
            <a:endParaRPr lang="en-US" sz="900">
              <a:solidFill>
                <a:srgbClr val="000000"/>
              </a:solidFill>
            </a:endParaRPr>
          </a:p>
          <a:p>
            <a:endParaRPr lang="en-US" altLang="ko-KR" sz="90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E1DA23F-4BDF-6B77-C202-A00326CE9D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32857" y="3175715"/>
            <a:ext cx="6480629" cy="1776569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8068731A-6E77-67EC-AC10-18BEB967812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7781" y="4944154"/>
            <a:ext cx="4052208" cy="14328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030516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2258B2-648B-45E8-B4B0-F53BEA842D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1DAD0895-E430-C35B-1FC3-9C4AC422E6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5361054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 </a:t>
                      </a: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EOL Dimension </a:t>
                      </a:r>
                      <a:r>
                        <a:rPr lang="en-US" altLang="ko-KR" sz="900" i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불량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ESHD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a typeface="+mn-ea"/>
                        </a:rPr>
                        <a:t>JF2</a:t>
                      </a:r>
                      <a:endParaRPr lang="ko-KR" altLang="en-US" sz="900">
                        <a:solidFill>
                          <a:schemeClr val="tx1"/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endParaRPr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‘26.07</a:t>
                      </a: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오현석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ED3B4CA5-AB61-80C6-C690-F37C7B032C4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38E63E6-0153-3A5F-BB4A-1AE1361E02D7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-#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09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5F47691-9E8C-1EFF-6F83-FFCC39556C41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8293C1AE-2886-CEBD-928A-729CF1354B6B}"/>
              </a:ext>
            </a:extLst>
          </p:cNvPr>
          <p:cNvSpPr txBox="1">
            <a:spLocks/>
          </p:cNvSpPr>
          <p:nvPr/>
        </p:nvSpPr>
        <p:spPr>
          <a:xfrm>
            <a:off x="8480286" y="418066"/>
            <a:ext cx="1256754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 err="1">
                <a:latin typeface="Arial Narrow"/>
                <a:ea typeface="LG스마트체 Regular"/>
              </a:rPr>
              <a:t>오현석</a:t>
            </a:r>
            <a:r>
              <a:rPr lang="en-US" altLang="ko-KR" sz="1100">
                <a:latin typeface="Arial Narrow"/>
                <a:ea typeface="LG스마트체 Regular"/>
              </a:rPr>
              <a:t> </a:t>
            </a:r>
            <a:r>
              <a:rPr lang="en-US" altLang="ko-KR" sz="1100" err="1">
                <a:latin typeface="Arial Narrow"/>
                <a:ea typeface="LG스마트체 Regular"/>
              </a:rPr>
              <a:t>책임</a:t>
            </a:r>
            <a:endParaRPr lang="ko-KR" altLang="en-US" sz="1100" b="0" i="0" u="none" strike="noStrike" kern="1200" cap="none" spc="0" normalizeH="0" baseline="0" noProof="0" err="1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A22A048C-DE57-23FC-8BD3-D9FE2493D7C4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26586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lang="en-US" altLang="ko-KR" sz="1400" b="1">
                <a:latin typeface="Arial Narrow"/>
                <a:ea typeface="LG스마트체 Regular"/>
              </a:rPr>
              <a:t>PKG-</a:t>
            </a:r>
            <a:r>
              <a:rPr lang="en-US" altLang="ko-KR" sz="1400" b="1" err="1">
                <a:latin typeface="Arial Narrow"/>
                <a:ea typeface="LG스마트체 Regular"/>
              </a:rPr>
              <a:t>활성화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 </a:t>
            </a:r>
            <a:r>
              <a:rPr lang="en-US" altLang="ko-KR" sz="1400" b="1">
                <a:latin typeface="Arial Narrow"/>
                <a:ea typeface="LG스마트체 Regular"/>
              </a:rPr>
              <a:t>ESHD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lang="ko-KR" altLang="en-US" sz="1400" b="1">
                <a:latin typeface="Arial Narrow"/>
                <a:ea typeface="LG스마트체 Regular"/>
              </a:rPr>
              <a:t>Dimension 불량 개선 (Lead Position, Cell Length)</a:t>
            </a:r>
            <a:endParaRPr lang="ko-KR" altLang="en-US" sz="1400" b="1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005F83B-0B16-18A9-4956-55E14A1287D8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9A228C-5D61-04FE-55D8-564A67379D30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7/14</a:t>
            </a:r>
            <a:r>
              <a:rPr lang="en-US" altLang="ko-KR" sz="1100">
                <a:solidFill>
                  <a:prstClr val="black"/>
                </a:solidFill>
              </a:rPr>
              <a:t>(</a:t>
            </a:r>
            <a:r>
              <a:rPr lang="ko-KR" altLang="en-US" sz="1100">
                <a:solidFill>
                  <a:prstClr val="black"/>
                </a:solidFill>
              </a:rPr>
              <a:t>화</a:t>
            </a:r>
            <a:r>
              <a:rPr lang="en-US" altLang="ko-KR" sz="1100">
                <a:solidFill>
                  <a:prstClr val="black"/>
                </a:solidFill>
              </a:rPr>
              <a:t>) 16</a:t>
            </a:r>
            <a:r>
              <a:rPr lang="ko-KR" altLang="en-US" sz="1100">
                <a:solidFill>
                  <a:prstClr val="black"/>
                </a:solidFill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FDDCC11-48D5-BF7F-9910-9DCD05288DB1}"/>
              </a:ext>
            </a:extLst>
          </p:cNvPr>
          <p:cNvSpPr txBox="1"/>
          <p:nvPr/>
        </p:nvSpPr>
        <p:spPr>
          <a:xfrm>
            <a:off x="1544305" y="1102449"/>
            <a:ext cx="6805659" cy="506036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>
              <a:lnSpc>
                <a:spcPts val="1100"/>
              </a:lnSpc>
            </a:pPr>
            <a:r>
              <a:rPr lang="en-US" altLang="ko-KR" sz="900">
                <a:latin typeface="Arial Narrow"/>
                <a:ea typeface="LG스마트체 Regular"/>
              </a:rPr>
              <a:t> [</a:t>
            </a:r>
            <a:r>
              <a:rPr lang="ko-KR" altLang="en-US" sz="900">
                <a:latin typeface="Arial Narrow"/>
                <a:ea typeface="LG스마트체 Regular"/>
              </a:rPr>
              <a:t>목적</a:t>
            </a:r>
            <a:r>
              <a:rPr lang="en-US" altLang="ko-KR" sz="900">
                <a:latin typeface="Arial Narrow"/>
                <a:ea typeface="LG스마트체 Regular"/>
              </a:rPr>
              <a:t>] </a:t>
            </a:r>
            <a:r>
              <a:rPr lang="en-US" altLang="ko-KR" sz="900" err="1">
                <a:latin typeface="Arial Narrow"/>
                <a:ea typeface="LG스마트체 Regular"/>
              </a:rPr>
              <a:t>초기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양산시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공정별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영향</a:t>
            </a:r>
            <a:r>
              <a:rPr lang="en-US" altLang="ko-KR" sz="900">
                <a:latin typeface="Arial Narrow"/>
                <a:ea typeface="LG스마트체 Regular"/>
              </a:rPr>
              <a:t>(LNS,PKG)에 </a:t>
            </a:r>
            <a:r>
              <a:rPr lang="en-US" altLang="ko-KR" sz="900" err="1">
                <a:latin typeface="Arial Narrow"/>
                <a:ea typeface="LG스마트체 Regular"/>
              </a:rPr>
              <a:t>의해</a:t>
            </a:r>
            <a:r>
              <a:rPr lang="en-US" altLang="ko-KR" sz="900">
                <a:latin typeface="Arial Narrow"/>
                <a:ea typeface="LG스마트체 Regular"/>
              </a:rPr>
              <a:t> Lead </a:t>
            </a:r>
            <a:r>
              <a:rPr lang="en-US" altLang="ko-KR" sz="900" err="1">
                <a:latin typeface="Arial Narrow"/>
                <a:ea typeface="LG스마트체 Regular"/>
              </a:rPr>
              <a:t>PositIon과</a:t>
            </a:r>
            <a:r>
              <a:rPr lang="en-US" altLang="ko-KR" sz="900">
                <a:latin typeface="Arial Narrow"/>
                <a:ea typeface="LG스마트체 Regular"/>
              </a:rPr>
              <a:t> Cell </a:t>
            </a:r>
            <a:r>
              <a:rPr lang="en-US" altLang="ko-KR" sz="900" err="1">
                <a:latin typeface="Arial Narrow"/>
                <a:ea typeface="LG스마트체 Regular"/>
              </a:rPr>
              <a:t>Length의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최종</a:t>
            </a:r>
            <a:r>
              <a:rPr lang="en-US" altLang="ko-KR" sz="900">
                <a:latin typeface="Arial Narrow"/>
                <a:ea typeface="LG스마트체 Regular"/>
              </a:rPr>
              <a:t> EOL </a:t>
            </a:r>
            <a:r>
              <a:rPr lang="en-US" altLang="ko-KR" sz="900" err="1">
                <a:latin typeface="Arial Narrow"/>
                <a:ea typeface="LG스마트체 Regular"/>
              </a:rPr>
              <a:t>Dimension의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변화가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발생되게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되며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이의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안정화를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위해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ts val="1100"/>
              </a:lnSpc>
            </a:pPr>
            <a:r>
              <a:rPr lang="en-US" altLang="ko-KR" sz="900">
                <a:latin typeface="Arial Narrow"/>
                <a:ea typeface="LG스마트체 Regular"/>
              </a:rPr>
              <a:t>           </a:t>
            </a:r>
            <a:r>
              <a:rPr lang="en-US" altLang="ko-KR" sz="900" err="1">
                <a:latin typeface="Arial Narrow"/>
                <a:ea typeface="LG스마트체 Regular"/>
              </a:rPr>
              <a:t>전공정의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영향성을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파악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주요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인자의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안정화</a:t>
            </a:r>
            <a:r>
              <a:rPr lang="en-US" altLang="ko-KR" sz="900">
                <a:latin typeface="Arial Narrow"/>
                <a:ea typeface="LG스마트체 Regular"/>
              </a:rPr>
              <a:t> 및 Control </a:t>
            </a:r>
            <a:r>
              <a:rPr lang="en-US" altLang="ko-KR" sz="900" err="1">
                <a:latin typeface="Arial Narrow"/>
                <a:ea typeface="LG스마트체 Regular"/>
              </a:rPr>
              <a:t>Limit을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선정하기</a:t>
            </a:r>
            <a:r>
              <a:rPr lang="en-US" altLang="ko-KR" sz="900">
                <a:latin typeface="Arial Narrow"/>
                <a:ea typeface="LG스마트체 Regular"/>
              </a:rPr>
              <a:t> </a:t>
            </a:r>
            <a:r>
              <a:rPr lang="en-US" altLang="ko-KR" sz="900" err="1">
                <a:latin typeface="Arial Narrow"/>
                <a:ea typeface="LG스마트체 Regular"/>
              </a:rPr>
              <a:t>위함</a:t>
            </a:r>
            <a:r>
              <a:rPr lang="en-US" altLang="ko-KR" sz="900">
                <a:latin typeface="Arial Narrow"/>
                <a:ea typeface="LG스마트체 Regular"/>
              </a:rPr>
              <a:t>.</a:t>
            </a:r>
            <a:endParaRPr lang="en-US" altLang="ko-KR" sz="900" b="0" i="0" u="none" strike="noStrike" kern="1200" noProof="0"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BA7F0C-ED94-BC06-98BF-29FCD12A7716}"/>
              </a:ext>
            </a:extLst>
          </p:cNvPr>
          <p:cNvSpPr txBox="1"/>
          <p:nvPr/>
        </p:nvSpPr>
        <p:spPr>
          <a:xfrm>
            <a:off x="1578479" y="2758089"/>
            <a:ext cx="3374521" cy="3693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endParaRPr lang="en-US" altLang="ko-KR" sz="900"/>
          </a:p>
          <a:p>
            <a:r>
              <a:rPr lang="en-US" altLang="ko-KR" sz="900" err="1">
                <a:solidFill>
                  <a:srgbClr val="000000"/>
                </a:solidFill>
              </a:rPr>
              <a:t>개선</a:t>
            </a:r>
            <a:r>
              <a:rPr lang="en-US" altLang="ko-KR" sz="900">
                <a:solidFill>
                  <a:srgbClr val="000000"/>
                </a:solidFill>
              </a:rPr>
              <a:t> </a:t>
            </a:r>
            <a:r>
              <a:rPr lang="en-US" altLang="ko-KR" sz="900" err="1">
                <a:solidFill>
                  <a:srgbClr val="000000"/>
                </a:solidFill>
              </a:rPr>
              <a:t>내역</a:t>
            </a:r>
            <a:r>
              <a:rPr lang="en-US" altLang="ko-KR" sz="900">
                <a:solidFill>
                  <a:srgbClr val="000000"/>
                </a:solidFill>
              </a:rPr>
              <a:t> : 7월 2일 PKG </a:t>
            </a:r>
            <a:r>
              <a:rPr lang="en-US" altLang="ko-KR" sz="900" err="1">
                <a:solidFill>
                  <a:srgbClr val="000000"/>
                </a:solidFill>
              </a:rPr>
              <a:t>공정</a:t>
            </a:r>
            <a:r>
              <a:rPr lang="en-US" altLang="ko-KR" sz="900">
                <a:solidFill>
                  <a:srgbClr val="000000"/>
                </a:solidFill>
              </a:rPr>
              <a:t> : Cell </a:t>
            </a:r>
            <a:r>
              <a:rPr lang="en-US" altLang="ko-KR" sz="900" err="1">
                <a:solidFill>
                  <a:srgbClr val="000000"/>
                </a:solidFill>
              </a:rPr>
              <a:t>전장</a:t>
            </a:r>
            <a:r>
              <a:rPr lang="en-US" altLang="ko-KR" sz="900">
                <a:solidFill>
                  <a:srgbClr val="000000"/>
                </a:solidFill>
              </a:rPr>
              <a:t> </a:t>
            </a:r>
            <a:r>
              <a:rPr lang="en-US" altLang="ko-KR" sz="900" err="1">
                <a:solidFill>
                  <a:srgbClr val="000000"/>
                </a:solidFill>
              </a:rPr>
              <a:t>증대</a:t>
            </a:r>
            <a:r>
              <a:rPr lang="en-US" altLang="ko-KR" sz="900">
                <a:solidFill>
                  <a:srgbClr val="000000"/>
                </a:solidFill>
              </a:rPr>
              <a:t> 0.4mm  </a:t>
            </a:r>
            <a:endParaRPr lang="en-US">
              <a:solidFill>
                <a:srgbClr val="000000"/>
              </a:solidFill>
            </a:endParaRPr>
          </a:p>
        </p:txBody>
      </p:sp>
      <p:pic>
        <p:nvPicPr>
          <p:cNvPr id="4" name="Picture 29">
            <a:extLst>
              <a:ext uri="{FF2B5EF4-FFF2-40B4-BE49-F238E27FC236}">
                <a16:creationId xmlns:a16="http://schemas.microsoft.com/office/drawing/2014/main" id="{D7FB2FBE-D17D-BB66-F8DD-0C80A4CB66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74523" y="1710663"/>
            <a:ext cx="3160435" cy="2666192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9B74F298-263A-4E29-0256-030630869BDC}"/>
              </a:ext>
            </a:extLst>
          </p:cNvPr>
          <p:cNvSpPr txBox="1"/>
          <p:nvPr/>
        </p:nvSpPr>
        <p:spPr>
          <a:xfrm>
            <a:off x="1578479" y="1843403"/>
            <a:ext cx="379604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>
                <a:solidFill>
                  <a:srgbClr val="000000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0000"/>
                </a:solidFill>
                <a:ea typeface="LG스마트체 Regular" panose="020B0600000101010101" pitchFamily="50" charset="-127"/>
              </a:rPr>
              <a:t>2) Cell Length : </a:t>
            </a:r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초기</a:t>
            </a:r>
            <a:r>
              <a:rPr lang="en-US" altLang="ko-KR" sz="900">
                <a:solidFill>
                  <a:schemeClr val="tx1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양산시 </a:t>
            </a:r>
            <a:r>
              <a:rPr lang="en-US" altLang="ko-KR" sz="900">
                <a:solidFill>
                  <a:schemeClr val="tx1"/>
                </a:solidFill>
                <a:ea typeface="LG스마트체 Regular" panose="020B0600000101010101" pitchFamily="50" charset="-127"/>
              </a:rPr>
              <a:t>EOL Cell Length </a:t>
            </a:r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일부 </a:t>
            </a:r>
            <a:r>
              <a:rPr lang="ko-KR" altLang="en-US" sz="900" err="1">
                <a:solidFill>
                  <a:schemeClr val="tx1"/>
                </a:solidFill>
                <a:ea typeface="LG스마트체 Regular" panose="020B0600000101010101" pitchFamily="50" charset="-127"/>
              </a:rPr>
              <a:t>하한치</a:t>
            </a:r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tx1"/>
                </a:solidFill>
                <a:ea typeface="LG스마트체 Regular" panose="020B0600000101010101" pitchFamily="50" charset="-127"/>
              </a:rPr>
              <a:t>Spec Out (PKG 5-1</a:t>
            </a:r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호기</a:t>
            </a:r>
            <a:r>
              <a:rPr lang="en-US" altLang="ko-KR" sz="900">
                <a:solidFill>
                  <a:schemeClr val="tx1"/>
                </a:solidFill>
                <a:ea typeface="LG스마트체 Regular" panose="020B0600000101010101" pitchFamily="50" charset="-127"/>
              </a:rPr>
              <a:t>)</a:t>
            </a:r>
          </a:p>
          <a:p>
            <a:endParaRPr lang="en-US" altLang="ko-KR" sz="900">
              <a:solidFill>
                <a:schemeClr val="tx1"/>
              </a:solidFill>
              <a:ea typeface="LG스마트체 Regular" panose="020B0600000101010101" pitchFamily="50" charset="-127"/>
            </a:endParaRPr>
          </a:p>
          <a:p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분석 내용 </a:t>
            </a:r>
            <a:r>
              <a:rPr lang="en-US" altLang="ko-KR" sz="900">
                <a:solidFill>
                  <a:schemeClr val="tx1"/>
                </a:solidFill>
                <a:ea typeface="LG스마트체 Regular" panose="020B0600000101010101" pitchFamily="50" charset="-127"/>
              </a:rPr>
              <a:t>1) EOL PKG</a:t>
            </a:r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tx1"/>
                </a:solidFill>
                <a:ea typeface="LG스마트체 Regular" panose="020B0600000101010101" pitchFamily="50" charset="-127"/>
              </a:rPr>
              <a:t>Side</a:t>
            </a:r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tx1"/>
                </a:solidFill>
                <a:ea typeface="LG스마트체 Regular" panose="020B0600000101010101" pitchFamily="50" charset="-127"/>
              </a:rPr>
              <a:t>5-1,2</a:t>
            </a:r>
            <a:r>
              <a:rPr lang="ko-KR" altLang="en-US" sz="900">
                <a:solidFill>
                  <a:schemeClr val="tx1"/>
                </a:solidFill>
                <a:ea typeface="LG스마트체 Regular" panose="020B0600000101010101" pitchFamily="50" charset="-127"/>
              </a:rPr>
              <a:t>호기 일부 </a:t>
            </a:r>
            <a:r>
              <a:rPr lang="en-US" altLang="ko-KR" sz="900">
                <a:solidFill>
                  <a:schemeClr val="tx1"/>
                </a:solidFill>
                <a:ea typeface="LG스마트체 Regular" panose="020B0600000101010101" pitchFamily="50" charset="-127"/>
              </a:rPr>
              <a:t>Spec Out </a:t>
            </a:r>
          </a:p>
          <a:p>
            <a:r>
              <a:rPr lang="en-US" altLang="ko-KR" sz="900">
                <a:ea typeface="LG스마트체 Regular" panose="020B0600000101010101" pitchFamily="50" charset="-127"/>
              </a:rPr>
              <a:t>                  2) </a:t>
            </a:r>
            <a:r>
              <a:rPr lang="en-US" altLang="ko-KR" sz="900"/>
              <a:t>Cell Length </a:t>
            </a:r>
            <a:r>
              <a:rPr lang="en-US" altLang="ko-KR" sz="900" err="1"/>
              <a:t>파악</a:t>
            </a:r>
            <a:r>
              <a:rPr lang="en-US" altLang="ko-KR" sz="900"/>
              <a:t> </a:t>
            </a:r>
            <a:r>
              <a:rPr lang="en-US" altLang="ko-KR" sz="900" err="1"/>
              <a:t>내역</a:t>
            </a:r>
            <a:r>
              <a:rPr lang="en-US" altLang="ko-KR" sz="900"/>
              <a:t> </a:t>
            </a:r>
          </a:p>
          <a:p>
            <a:r>
              <a:rPr lang="en-US" altLang="ko-KR" sz="900"/>
              <a:t>                      </a:t>
            </a:r>
            <a:r>
              <a:rPr lang="en-US" altLang="ko-KR" sz="900" err="1"/>
              <a:t>공정</a:t>
            </a:r>
            <a:r>
              <a:rPr lang="en-US" altLang="ko-KR" sz="900"/>
              <a:t> </a:t>
            </a:r>
            <a:r>
              <a:rPr lang="en-US" altLang="ko-KR" sz="900" err="1"/>
              <a:t>진행시</a:t>
            </a:r>
            <a:r>
              <a:rPr lang="en-US" altLang="ko-KR" sz="900"/>
              <a:t> </a:t>
            </a:r>
            <a:r>
              <a:rPr lang="en-US" altLang="ko-KR" sz="900" err="1"/>
              <a:t>수축</a:t>
            </a:r>
            <a:r>
              <a:rPr lang="en-US" altLang="ko-KR" sz="900"/>
              <a:t> </a:t>
            </a:r>
            <a:r>
              <a:rPr lang="en-US" altLang="ko-KR" sz="900" err="1"/>
              <a:t>팽창에</a:t>
            </a:r>
            <a:r>
              <a:rPr lang="en-US" altLang="ko-KR" sz="900"/>
              <a:t> </a:t>
            </a:r>
            <a:r>
              <a:rPr lang="en-US" altLang="ko-KR" sz="900" err="1"/>
              <a:t>의해</a:t>
            </a:r>
            <a:r>
              <a:rPr lang="en-US" altLang="ko-KR" sz="900"/>
              <a:t> Cell </a:t>
            </a:r>
            <a:r>
              <a:rPr lang="en-US" altLang="ko-KR" sz="900" err="1"/>
              <a:t>Length의</a:t>
            </a:r>
            <a:r>
              <a:rPr lang="en-US" altLang="ko-KR" sz="900"/>
              <a:t> </a:t>
            </a:r>
            <a:r>
              <a:rPr lang="en-US" altLang="ko-KR" sz="900" err="1"/>
              <a:t>편차가</a:t>
            </a:r>
            <a:r>
              <a:rPr lang="en-US" altLang="ko-KR" sz="900"/>
              <a:t> </a:t>
            </a:r>
            <a:r>
              <a:rPr lang="en-US" altLang="ko-KR" sz="900" err="1"/>
              <a:t>증가되며</a:t>
            </a:r>
            <a:r>
              <a:rPr lang="en-US" altLang="ko-KR" sz="900"/>
              <a:t> </a:t>
            </a:r>
          </a:p>
          <a:p>
            <a:r>
              <a:rPr lang="en-US" altLang="ko-KR" sz="900"/>
              <a:t>                      </a:t>
            </a:r>
            <a:r>
              <a:rPr lang="en-US" altLang="ko-KR" sz="900" err="1"/>
              <a:t>최종</a:t>
            </a:r>
            <a:r>
              <a:rPr lang="en-US" altLang="ko-KR" sz="900"/>
              <a:t> </a:t>
            </a:r>
            <a:r>
              <a:rPr lang="ko-KR" altLang="en-US" sz="900" err="1"/>
              <a:t>하한치</a:t>
            </a:r>
            <a:r>
              <a:rPr lang="ko-KR" altLang="en-US" sz="900"/>
              <a:t> </a:t>
            </a:r>
            <a:r>
              <a:rPr lang="en-US" altLang="ko-KR" sz="900"/>
              <a:t>NG</a:t>
            </a:r>
            <a:r>
              <a:rPr lang="ko-KR" altLang="en-US" sz="900"/>
              <a:t>로 불량 처리됨</a:t>
            </a:r>
            <a:r>
              <a:rPr lang="en-US" altLang="ko-KR" sz="900"/>
              <a:t>. </a:t>
            </a:r>
            <a:endParaRPr lang="en-US" altLang="ko-KR" sz="900">
              <a:solidFill>
                <a:schemeClr val="tx1"/>
              </a:solidFill>
              <a:ea typeface="LG스마트체 Regular" panose="020B0600000101010101" pitchFamily="50" charset="-127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A1E7FAE-FEBD-8225-9BAF-2D3F1B1BA08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486" y="4673681"/>
            <a:ext cx="6770915" cy="1712524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C3DDB84-95E4-E5E0-FA82-9905A3B24313}"/>
              </a:ext>
            </a:extLst>
          </p:cNvPr>
          <p:cNvSpPr txBox="1"/>
          <p:nvPr/>
        </p:nvSpPr>
        <p:spPr>
          <a:xfrm>
            <a:off x="1670957" y="4024086"/>
            <a:ext cx="4548040" cy="64633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algn="l" rtl="0"/>
            <a:r>
              <a:rPr lang="en-US" sz="900" b="1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7</a:t>
            </a:r>
            <a:r>
              <a:rPr lang="ko-KR" sz="900" b="1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월 </a:t>
            </a:r>
            <a:r>
              <a:rPr lang="en-US" sz="900" b="1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2</a:t>
            </a:r>
            <a:r>
              <a:rPr lang="ko-KR" sz="900" b="1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일 이후 </a:t>
            </a:r>
            <a:r>
              <a:rPr lang="en-US" sz="900" b="1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EOL Vision (</a:t>
            </a:r>
            <a:r>
              <a:rPr lang="ko-KR" sz="900" b="1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전장</a:t>
            </a:r>
            <a:r>
              <a:rPr lang="en-US" sz="900" b="1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)</a:t>
            </a:r>
            <a:r>
              <a:rPr lang="ko-KR" sz="900" b="1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 안정화 확인</a:t>
            </a:r>
            <a:endParaRPr lang="ko-KR" sz="900" b="1" kern="1200">
              <a:solidFill>
                <a:srgbClr val="000000"/>
              </a:solidFill>
              <a:latin typeface="LG스마트체 Regular"/>
              <a:ea typeface="LG스마트체 Regular"/>
            </a:endParaRPr>
          </a:p>
          <a:p>
            <a:pPr marL="0" algn="l" rtl="0"/>
            <a:r>
              <a:rPr lang="ko-KR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단</a:t>
            </a:r>
            <a:r>
              <a:rPr lang="en-US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, 1) EOL Vision</a:t>
            </a:r>
            <a:r>
              <a:rPr lang="ko-KR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 </a:t>
            </a:r>
            <a:r>
              <a:rPr lang="en-US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Data </a:t>
            </a:r>
            <a:r>
              <a:rPr lang="ko-KR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기준 변경전 </a:t>
            </a:r>
            <a:r>
              <a:rPr lang="en-US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Data </a:t>
            </a:r>
            <a:r>
              <a:rPr lang="ko-KR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중에 </a:t>
            </a:r>
            <a:endParaRPr lang="ko-KR" sz="900" kern="1200">
              <a:solidFill>
                <a:srgbClr val="000000"/>
              </a:solidFill>
              <a:latin typeface="LG스마트체 Regular"/>
              <a:ea typeface="LG스마트체 Regular"/>
            </a:endParaRPr>
          </a:p>
          <a:p>
            <a:pPr marL="0" algn="l" rtl="0"/>
            <a:r>
              <a:rPr lang="en-US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         </a:t>
            </a:r>
            <a:r>
              <a:rPr lang="ko-KR" sz="900" kern="1200">
                <a:solidFill>
                  <a:srgbClr val="FF0000"/>
                </a:solidFill>
                <a:latin typeface="LG스마트체 Regular"/>
                <a:ea typeface="LG스마트체 Regular"/>
                <a:cs typeface="+mn-cs"/>
              </a:rPr>
              <a:t>하한치 </a:t>
            </a:r>
            <a:r>
              <a:rPr lang="en-US" sz="900" kern="1200">
                <a:solidFill>
                  <a:srgbClr val="FF0000"/>
                </a:solidFill>
                <a:latin typeface="LG스마트체 Regular"/>
                <a:ea typeface="LG스마트체 Regular"/>
                <a:cs typeface="+mn-cs"/>
              </a:rPr>
              <a:t>Case</a:t>
            </a:r>
            <a:r>
              <a:rPr lang="ko-KR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가 있으므로 중간 공정</a:t>
            </a:r>
            <a:r>
              <a:rPr lang="en-US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(J/F,DGS) </a:t>
            </a:r>
            <a:r>
              <a:rPr lang="ko-KR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의 영향성에 대해서 확인해 보도록 하겠음</a:t>
            </a:r>
            <a:r>
              <a:rPr lang="en-US" sz="900" kern="1200">
                <a:solidFill>
                  <a:srgbClr val="000000"/>
                </a:solidFill>
                <a:latin typeface="LG스마트체 Regular"/>
                <a:ea typeface="LG스마트체 Regular"/>
                <a:cs typeface="+mn-cs"/>
              </a:rPr>
              <a:t>. </a:t>
            </a:r>
            <a:endParaRPr lang="en-US" sz="900" kern="1200">
              <a:solidFill>
                <a:srgbClr val="000000"/>
              </a:solidFill>
              <a:latin typeface="LG스마트체 Regular"/>
              <a:ea typeface="LG스마트체 Regular"/>
            </a:endParaRPr>
          </a:p>
          <a:p>
            <a:pPr algn="ctr"/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17419918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2962846"/>
              </p:ext>
            </p:extLst>
          </p:nvPr>
        </p:nvGraphicFramePr>
        <p:xfrm>
          <a:off x="119275" y="899044"/>
          <a:ext cx="9688790" cy="5723844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코터 로딩량 활용한 롤프레스 너울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/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 Regular"/>
                          <a:ea typeface="+mn-ea"/>
                        </a:rPr>
                        <a:t>단선 개선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롤프레스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1,5,7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(W24) WA, MI, OT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별 롤프레스 텐션 편차 자동보정 적용 전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후 롤프레스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노칭 공정 단선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PD Loss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개선 현황 파악 진행했습니다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확인 결과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롤프레스 공정 단선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Loss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는 평균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30%,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노칭 공정 단선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Loss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는 평균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45%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감소한 것 확인했습니다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2-2)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연결부 단선 개선 위한 로딩량 짝맞춤 선별 투입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현상 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가설수립 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확인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(2/27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⑴ 현상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 압연 후 발생하는 단선에 대해 작업자 연결 작업 중 실수인지 로딩 편차 기인인지 구분 및 분석 필요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⑵ 가설 수립 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투입 랏 연결부 앞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뒤 구간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OS/DS </a:t>
                      </a:r>
                      <a:r>
                        <a:rPr lang="ko-KR" altLang="en-US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편차가 반대일 경우에도 단선의 원인일 것이다</a:t>
                      </a:r>
                      <a:r>
                        <a:rPr lang="en-US" altLang="ko-KR" sz="900" b="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⑶ 분석 결과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 단선 발생 구간에서 로딩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편차가 크게 변하는 경향성 보이며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OS/DS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압연율 차이 유발해 전극 너울 발생에 영향을 줌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진행 위한 상세 데이터 분석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(4/14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연결부 단선 발생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로딩 편차 특성 분석 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Clustering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화</a:t>
                      </a:r>
                      <a:endParaRPr lang="en-US" altLang="ko-KR" sz="9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⑴ 분석 대상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WA,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7-1, 7-2, 7-3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2/15~3/4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생산된 총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772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연결부 구간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연결부 단선 구간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40 )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⑵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분석 결과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연결부에서 코터 로딩 평균값 변화량이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[mg/25cm2]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&amp; OS/DS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(DS-OS)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변화량이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[mg/25cm2]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이하인 경우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 단선율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40%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절감 되는 것으로 보입니다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로딩량 짝맞춤 선별투입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 → 롤프레스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시뮬레이션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(4/7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짝맞춤 기준 최적값 탐색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(4/14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*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기준 최적값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 로딩 평균값 변화량이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[mg/25cm2]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&amp; OS/DS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 편차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(DS-OS)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변화량이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[mg/25cm2]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이하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생산물류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팀과 요견 협의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(5/6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최종 요건 확정 위한 논의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(5/13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시스템 개발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(~6/5)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3.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별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Lot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단위 코터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Total Dry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로딩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TD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방향 편차 분석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(3/16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完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-. 2/10~3/10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기간 생산된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Lot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중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300 Lot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샘플링하여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WA, MI, MI_LS, ST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코터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Total Dry TD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방향 로딩 편차 분석 진행했습니다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-.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분석 결과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별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Lot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단위 코터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Total Dry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로딩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TD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방향 편차 중위값은 평균적으로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6.5 [mg/25cm2]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수준인 것 확인했습니다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4. WA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요청사항으로 롤프레스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OS/DS Tension Data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다빈치 內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WF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작성 및 공유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(3/26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完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5. WA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법인 요청사항으로 롤프레스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Tension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자동보정 통한 너울 개선 후공정 효과성 확인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(5/19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完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 (/w.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빅데이터분석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팀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최재호님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노칭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이찬혁님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라미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 -.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노칭 불량률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적용 前 → 적용 后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 :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⑴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Tab Pitch (0.012%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0.006%,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0.006%p),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⑵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Cutting Height[Top]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(0.121%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→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0.067,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0.054%p),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                                                    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⑶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Cutting Height[Back[ (0.138%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0.078%,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0.060%p)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-.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라미 불량률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적용 前 → 적용 后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) :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⑴ 평균 불량률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(0.50%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→ 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0.45%,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+mn-ea"/>
                        </a:rPr>
                        <a:t>0.05%p),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⑵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(0.13%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0.16%,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▲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0.03%p),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               ⑶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(0.19%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0.16%,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0.03%p),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⑷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X&amp;Y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축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(0.11%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0.10%,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0.1%p),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⑷ 이외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(0.07%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0.03%,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0.04%p)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 WA, MI, 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별 롤프레스 텐션 편차 자동보정 적용 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후 롤프레스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 공정 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PD 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개선 현황 파악 진행했습니다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.(6/9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공정 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평균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30%,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 공정 단선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평균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감소한 것 확인했습니다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서준효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김지원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83626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DX_1]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전극 너울 개선을 통한 롤프레스 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PD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개선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ea typeface="LG스마트체 Regular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5BCDAE6D-D2C5-343F-F8C3-6BF36AE4371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9" name="실행 단추: 끝으로 이동 8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8FC30041-3D93-E75B-A39A-50FE91024577}"/>
              </a:ext>
            </a:extLst>
          </p:cNvPr>
          <p:cNvSpPr/>
          <p:nvPr/>
        </p:nvSpPr>
        <p:spPr>
          <a:xfrm>
            <a:off x="5935888" y="5623153"/>
            <a:ext cx="144000" cy="144000"/>
          </a:xfrm>
          <a:prstGeom prst="actionButtonEnd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86643B8-7257-D693-1A8A-DC3643E1A031}"/>
              </a:ext>
            </a:extLst>
          </p:cNvPr>
          <p:cNvSpPr txBox="1"/>
          <p:nvPr/>
        </p:nvSpPr>
        <p:spPr>
          <a:xfrm>
            <a:off x="6079888" y="5587431"/>
            <a:ext cx="14285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>
                <a:solidFill>
                  <a:srgbClr val="009900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</a:rPr>
              <a:t>※ </a:t>
            </a:r>
            <a:r>
              <a:rPr lang="ko-KR" altLang="en-US" sz="800" b="1">
                <a:solidFill>
                  <a:srgbClr val="009900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</a:rPr>
              <a:t>효과성 확인 결과 세부 내용</a:t>
            </a: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775D103B-AF28-85D3-A0C9-733DE221205F}"/>
              </a:ext>
            </a:extLst>
          </p:cNvPr>
          <p:cNvSpPr txBox="1">
            <a:spLocks/>
          </p:cNvSpPr>
          <p:nvPr/>
        </p:nvSpPr>
        <p:spPr>
          <a:xfrm>
            <a:off x="8658710" y="433271"/>
            <a:ext cx="1149354" cy="16927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김지원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E046A43-22FF-2367-1EA6-6EAF01FDB5A4}"/>
              </a:ext>
            </a:extLst>
          </p:cNvPr>
          <p:cNvSpPr txBox="1"/>
          <p:nvPr/>
        </p:nvSpPr>
        <p:spPr>
          <a:xfrm>
            <a:off x="7994708" y="602548"/>
            <a:ext cx="1875463" cy="2616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6/9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화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618948-2456-B5D7-D847-4FA5E75C38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8714307"/>
              </p:ext>
            </p:extLst>
          </p:nvPr>
        </p:nvGraphicFramePr>
        <p:xfrm>
          <a:off x="5598147" y="43695"/>
          <a:ext cx="2567171" cy="800100"/>
        </p:xfrm>
        <a:graphic>
          <a:graphicData uri="http://schemas.openxmlformats.org/drawingml/2006/table">
            <a:tbl>
              <a:tblPr/>
              <a:tblGrid>
                <a:gridCol w="295367">
                  <a:extLst>
                    <a:ext uri="{9D8B030D-6E8A-4147-A177-3AD203B41FA5}">
                      <a16:colId xmlns:a16="http://schemas.microsoft.com/office/drawing/2014/main" val="2748803771"/>
                    </a:ext>
                  </a:extLst>
                </a:gridCol>
                <a:gridCol w="295367">
                  <a:extLst>
                    <a:ext uri="{9D8B030D-6E8A-4147-A177-3AD203B41FA5}">
                      <a16:colId xmlns:a16="http://schemas.microsoft.com/office/drawing/2014/main" val="4136678554"/>
                    </a:ext>
                  </a:extLst>
                </a:gridCol>
                <a:gridCol w="1976437">
                  <a:extLst>
                    <a:ext uri="{9D8B030D-6E8A-4147-A177-3AD203B41FA5}">
                      <a16:colId xmlns:a16="http://schemas.microsoft.com/office/drawing/2014/main" val="1659110625"/>
                    </a:ext>
                  </a:extLst>
                </a:gridCol>
              </a:tblGrid>
              <a:tr h="8794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971011"/>
                  </a:ext>
                </a:extLst>
              </a:tr>
              <a:tr h="9212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현재 단계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PoC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및 설계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709589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진척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롤프레스 단선 원인 인자 분석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코터 연계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),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WA,OT,MI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롤프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 공정 단선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Loss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개선율 분석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22959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롤프레스 단선 원인 인자 탐색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코터 연계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),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WA,OT,MI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롤프레스 공정 효과성 분석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08456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127609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85714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877830" y="418066"/>
            <a:ext cx="85921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이상익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3591257"/>
              </p:ext>
            </p:extLst>
          </p:nvPr>
        </p:nvGraphicFramePr>
        <p:xfrm>
          <a:off x="125047" y="840840"/>
          <a:ext cx="9644176" cy="559909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90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40049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전사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(W25)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indent="0" algn="l" fontAlgn="ctr">
                        <a:buFontTx/>
                        <a:buNone/>
                      </a:pP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Vision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 수집중인 셋팅값 데이터를 분석하여 이상점 분석 및 개선점 도출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위치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(X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0.27%→0.1%)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 방향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검사기 파라미터 변경에 대한 모니터링 체계 구축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호기간 과검 발생 수준 비교를 통한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Best / Worst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호기 파악 후 파라미터 비교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indent="0" algn="l" fontAlgn="ctr">
                        <a:buNone/>
                      </a:pP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3.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파라미터 차이에 따른 과검 수준 비교를 통한 최적 값 도출 진행</a:t>
                      </a: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현황 공유 및 진행 방향 논의를 위한 미팅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(4/7) (/w ESMI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Cell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담당 및 검사기술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본사 스택검사기술팀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L&amp;S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공정기술팀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기 구축한 과검 불량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WF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및 과검 분류 기준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Logic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공유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indent="0" algn="l" fontAlgn="ctr"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기존 과검 분류 방식 이외에 라미 공정의 검사기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합치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장변실링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치수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의 검사 데이터 조합을 통한 과검 추정 로직을 검토하고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해당 방식을 통해 호기별 과검 현황을 파악하는 방향으로 변경하여 진행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라미 치수 비전 검사 항목 별 과검 검출 기준 로직 수립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(4/9)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후 해당 기준으로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WF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(4/14)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활용 로직 및 구축된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WF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에 대해 법인에 공유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후 보완점 및 이후 단계에 대한 논의를 위한 미팅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(4/16)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후속 진행을 위한 검사팀 논의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(w/ ESMI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검사 기술팀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본사 검사 기술팀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신규 로직 활용 시 정합성이 높은 과검 항목은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AC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과검 유형으로 확인되어 해당 과검 대상으로 파라미터 비교를 진행 하고자 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호기 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AC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과검 수준 비교 시 호기간 편차가 존재하며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4/14 ~ 4/20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기준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Best(#4-1), Worst(#4-4)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로 파악되며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최근 시점 기준으로 재 확인 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(~5/15)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파라미터 비교를 위해서 우선적으로 호기간 검사기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GV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수준을 유사하게 맞추는 작업이 필요하며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일부 호기 대상으로 법인에서 진행 이력이 존재하여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해당 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파악 하여 호기간 파라미터 수준 비교 진행 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(~5/22)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기 조정 이력이 존재한 호기는 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개 호기로 파악되며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(3-2, 3-4, 3-5, 4-1, 5-1, 5-4, 5-8),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해당 호기 내 과검 수준 및 관련 파라미터 비교 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(~5/22)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: 5/15~16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일자 대상으로 정합성이 높았던 유형에 대해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Worst/Best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호기간 파라미터 비교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확인한 유형 모두 절반 이상의 파라미터의 셋팅 값이 상이한 것으로 파악되어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먼저 진행할 파라미터에 대해 추가 논의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(5/28)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: Worst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호기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#5-4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호기 대상으로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5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월 한달 간 파라미터 변경 시점 과 과검 수준을 연계하여 비교하였고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주요 변동항목으로는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ROI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위치가 존재하였습니다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</a:b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     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다만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해당 변경이력이 없는 구간에서도 과검이 발생하고 사라지는 현상이 반복되어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해당 파라미터의 영향 이외에 요인들이 많은 것으로 판단됩니다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</a:b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     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해당 이력 중에 검사기 조정 이후 과검이 다발한 경우가 확인되어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법인 검사팀 및 공정기술팀 간 추가 논의 하여 파라미터 변경 이후 불량이 증가한 사례들을 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</a:b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      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분석 하여 적합한 변경 방안을 도출 할 수 있는 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Tool</a:t>
                      </a:r>
                      <a:r>
                        <a:rPr lang="ko-KR" altLang="en-US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을 구축하여 활용 예정입니다</a:t>
                      </a:r>
                      <a:r>
                        <a:rPr lang="en-US" altLang="ko-KR" sz="900">
                          <a:solidFill>
                            <a:srgbClr val="000000"/>
                          </a:solidFill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</a:t>
                      </a:r>
                    </a:p>
                    <a:p>
                      <a:pPr marL="0" indent="0" algn="l" fontAlgn="ctr">
                        <a:buNone/>
                      </a:pPr>
                      <a:endParaRPr kumimoji="1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‘26.05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이상익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홍진표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16968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전사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DX_17]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비전 파라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모니터링 구축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활용을 통한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Vision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과검 개선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6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BCCF520-1841-B3C0-0FC1-689C701034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1723365"/>
              </p:ext>
            </p:extLst>
          </p:nvPr>
        </p:nvGraphicFramePr>
        <p:xfrm>
          <a:off x="5423330" y="1809035"/>
          <a:ext cx="3142190" cy="577215"/>
        </p:xfrm>
        <a:graphic>
          <a:graphicData uri="http://schemas.openxmlformats.org/drawingml/2006/table">
            <a:tbl>
              <a:tblPr/>
              <a:tblGrid>
                <a:gridCol w="1031095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1771011708"/>
                    </a:ext>
                  </a:extLst>
                </a:gridCol>
                <a:gridCol w="1031095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</a:tblGrid>
              <a:tr h="0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일정</a:t>
                      </a:r>
                    </a:p>
                  </a:txBody>
                  <a:tcPr marL="8659" marR="8659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 체계 구축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호기 간 과검 수준 비교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호기간 파라 비교 및 최적 값 도출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’26.3.27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4.14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‘26.03 ~ ‘26.04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’26.04 ~ </a:t>
                      </a:r>
                      <a:r>
                        <a:rPr kumimoji="0" lang="en-US" altLang="ko-KR" sz="9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‘26.05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’26.06</a:t>
                      </a:r>
                    </a:p>
                  </a:txBody>
                  <a:tcPr marL="6505" marR="650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6B7C797-4240-668F-37CE-316999D63C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7923385"/>
              </p:ext>
            </p:extLst>
          </p:nvPr>
        </p:nvGraphicFramePr>
        <p:xfrm>
          <a:off x="5297480" y="174580"/>
          <a:ext cx="2844000" cy="647700"/>
        </p:xfrm>
        <a:graphic>
          <a:graphicData uri="http://schemas.openxmlformats.org/drawingml/2006/table">
            <a:tbl>
              <a:tblPr/>
              <a:tblGrid>
                <a:gridCol w="360000">
                  <a:extLst>
                    <a:ext uri="{9D8B030D-6E8A-4147-A177-3AD203B41FA5}">
                      <a16:colId xmlns:a16="http://schemas.microsoft.com/office/drawing/2014/main" val="2748803771"/>
                    </a:ext>
                  </a:extLst>
                </a:gridCol>
                <a:gridCol w="324000">
                  <a:extLst>
                    <a:ext uri="{9D8B030D-6E8A-4147-A177-3AD203B41FA5}">
                      <a16:colId xmlns:a16="http://schemas.microsoft.com/office/drawing/2014/main" val="4136678554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1659110625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항목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997101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현재 단계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개발 및 구현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709589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진척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파라미터 변경 시점 과검 비교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22959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전주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Worst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호기 대상 파라미터 비교 분석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08456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902628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8028629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01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35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패키지 공정 </a:t>
                      </a:r>
                      <a:br>
                        <a:rPr lang="en-US" altLang="ko-KR" sz="900" i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용접 비전</a:t>
                      </a:r>
                      <a: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/Short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ESMI2</a:t>
                      </a:r>
                      <a:r>
                        <a:rPr lang="ko-KR" altLang="en-US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동</a:t>
                      </a:r>
                      <a:endParaRPr lang="en-US" altLang="ko-KR" sz="900" kern="1200" baseline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JF2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#3,4 5 Line</a:t>
                      </a:r>
                      <a:endParaRPr lang="ko-KR" altLang="en-US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금주 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 ESMI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동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ESS JF2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모델 패키지 공정 불량 원인 분석 통한 개선 및 지속 모니터링 </a:t>
                      </a:r>
                      <a:endParaRPr kumimoji="1"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진행사항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  <a:b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-.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셀 수율 개선을 위해 패키지 공정 불량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(0.4%)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중 주요 불량인 용접 비전 불량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(0.2%)/Short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불량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(0.1%)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에 대해 법인과 협업하여 개선 활동 진행하고자 합니다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 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추가적으로 후공정에 영향을 줄 수 있는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IR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불량에 대해 패키지 공정 기준으로 개선 활동 진행하고자 합니다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-.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불량 유형별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(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스패터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이물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컷팅버 등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)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현상 파악을 통해 관리 인자 발굴하도록 하겠습니다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활동 내역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MI2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용접 비전 외관 불량 현상 파악 체계 구축 및 법인 공유하였습니다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.(1/7)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Main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불량인 스패터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이물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컷팅버를 현재 엔지니어가 직접 분류하고 있어 딥러닝을 통해 이미지 재분류 진행 중입니다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.(3/5~)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현재 두가지 불량의 딥러닝을 </a:t>
                      </a:r>
                      <a:r>
                        <a:rPr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진행하였으며</a:t>
                      </a:r>
                      <a:r>
                        <a:rPr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 1) 레이저 웰딩에 의한 spatter 금속성 이물, 2) Tab Cutting 이상으로 인한 침상 이물에 대해서 </a:t>
                      </a:r>
                      <a:r>
                        <a:rPr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분류하였으나</a:t>
                      </a:r>
                      <a:r>
                        <a:rPr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,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정확도가 낮아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1) Spatter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2)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Cutting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Burr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3) 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외부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이물 기인 불량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4) 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리드필름 기인 불량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5)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기타로 불량유형을 나눠 이미지 수집 및 재분류하였습니다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.(4/1)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해당 현상 파악 체계로 주별로 불량 현상 및 개선 조치에 대해 법인에 공유 중이며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개선 사례 정리 중입니다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추가적으로, MILS</a:t>
                      </a:r>
                      <a:r>
                        <a:rPr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에 확산전개 진행</a:t>
                      </a:r>
                      <a:r>
                        <a:rPr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(4/1)</a:t>
                      </a:r>
                      <a:r>
                        <a:rPr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하였으며 </a:t>
                      </a:r>
                      <a:r>
                        <a:rPr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HD</a:t>
                      </a:r>
                      <a:r>
                        <a:rPr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에도 확산전개 진행하였습</a:t>
                      </a:r>
                      <a:r>
                        <a:rPr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니다.(5/22)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또한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Top 2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Short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불량에 대해서도 법인에서 현상 파악 체계 구축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Needs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가 있어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LNS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공정까지 추적할 수 있도록 현상 파악 체계 구축하였습니다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.(2/11)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후공정에 영향을 줄 수 있는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IR 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불량에 대해 패키지 공정 기준 현상 파악 체계 구축 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Needs</a:t>
                      </a: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 있어 진행하였습니다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.(3/10)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개선 조치 이력 관리를 위한 법인의 추가 고도화 의견이 있어 진행 중입니다</a:t>
                      </a:r>
                      <a:r>
                        <a:rPr kumimoji="1" lang="en-US" altLang="ko-KR" sz="900" i="0" kern="0">
                          <a:solidFill>
                            <a:srgbClr val="000000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.(3/18)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Degas와 EOL과 PKG 공정의 IR 불량 트렌드를 작성하였으며 우선 PKG에서 유발될 수 있는 IR 불량의 인자에 대해서 추가</a:t>
                      </a:r>
                      <a:r>
                        <a:rPr lang="ko-KR" altLang="en-US" sz="900" b="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하여</a:t>
                      </a:r>
                      <a:r>
                        <a:rPr lang="en-US" altLang="ko-KR" sz="900" b="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(5/20) </a:t>
                      </a:r>
                      <a:r>
                        <a:rPr lang="ko-KR" altLang="en-US" sz="900" b="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모니터링 진행 중입니다</a:t>
                      </a:r>
                      <a:r>
                        <a:rPr lang="en-US" altLang="ko-KR" sz="900" b="0" i="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</a:t>
                      </a:r>
                      <a:endParaRPr lang="en-US" b="0">
                        <a:solidFill>
                          <a:srgbClr val="000000"/>
                        </a:solidFill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‘26.12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강주예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i="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오현석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387312" y="418066"/>
            <a:ext cx="134972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>
                <a:latin typeface="Arial Narrow"/>
                <a:ea typeface="LG스마트체 Regular"/>
              </a:rPr>
              <a:t> </a:t>
            </a:r>
            <a:r>
              <a:rPr lang="ko-KR" altLang="en-US" sz="1100">
                <a:latin typeface="Arial Narrow"/>
                <a:ea typeface="LG스마트체 Regular"/>
              </a:rPr>
              <a:t>오현석</a:t>
            </a:r>
            <a:r>
              <a:rPr lang="en-US" altLang="ko-KR" sz="1100">
                <a:latin typeface="Arial Narrow"/>
                <a:ea typeface="LG스마트체 Regular"/>
              </a:rPr>
              <a:t>, </a:t>
            </a:r>
            <a:r>
              <a:rPr lang="ko-KR" altLang="en-US" sz="1100" err="1">
                <a:latin typeface="Arial Narrow"/>
                <a:ea typeface="LG스마트체 Regular"/>
              </a:rPr>
              <a:t>강주예</a:t>
            </a:r>
            <a:r>
              <a:rPr lang="ko-KR" altLang="en-US" sz="1100">
                <a:latin typeface="Arial Narrow"/>
                <a:ea typeface="LG스마트체 Regular"/>
              </a:rPr>
              <a:t> </a:t>
            </a:r>
            <a:endParaRPr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3114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</a:t>
            </a:r>
            <a:r>
              <a:rPr lang="en-US" altLang="ko-KR" sz="1400" b="1">
                <a:latin typeface="Arial Narrow"/>
                <a:ea typeface="LG스마트체 Regular" panose="020B0600000101010101" pitchFamily="50" charset="-127"/>
              </a:rPr>
              <a:t>PKG </a:t>
            </a:r>
            <a:r>
              <a:rPr lang="ko-KR" altLang="en-US" sz="1400" b="1">
                <a:latin typeface="Arial Narrow"/>
                <a:ea typeface="LG스마트체 Regular" panose="020B0600000101010101" pitchFamily="50" charset="-127"/>
              </a:rPr>
              <a:t>공정 불량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5B28A40-7C09-DEFC-91B2-5D3777E19117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5/26 (화)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99D63FB-9849-29CB-0333-2034FE12CAD4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‘26.03.18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26.04.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 panose="020B0600000101010101" pitchFamily="50" charset="-127"/>
              </a:rPr>
              <a:t>01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AE0FBAFF-C1DA-2C88-DA89-D3AF44ECBC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79267" y="1379522"/>
            <a:ext cx="4135560" cy="1004679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F1845E34-E677-D93C-CB56-BA0CD79149F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79267" y="2452347"/>
            <a:ext cx="4135560" cy="9790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161517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896AE73-8E49-E6D1-9F99-31EADB99D2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Box 20">
            <a:extLst>
              <a:ext uri="{FF2B5EF4-FFF2-40B4-BE49-F238E27FC236}">
                <a16:creationId xmlns:a16="http://schemas.microsoft.com/office/drawing/2014/main" id="{E1D6218A-234E-CEBB-6AF4-E13CEB115E5B}"/>
              </a:ext>
            </a:extLst>
          </p:cNvPr>
          <p:cNvSpPr txBox="1"/>
          <p:nvPr/>
        </p:nvSpPr>
        <p:spPr>
          <a:xfrm>
            <a:off x="5016" y="566563"/>
            <a:ext cx="495530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PKG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Daily Process Report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구축</a:t>
            </a: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705DF5FD-B3F8-0599-B62C-79558A5FD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786846"/>
              </p:ext>
            </p:extLst>
          </p:nvPr>
        </p:nvGraphicFramePr>
        <p:xfrm>
          <a:off x="119275" y="799390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ea typeface="+mn-ea"/>
                        </a:rPr>
                        <a:t>공정 </a:t>
                      </a:r>
                      <a:endParaRPr lang="ko-KR"/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ea typeface="+mn-ea"/>
                        </a:rPr>
                        <a:t>Daily Report 아이템 발굴 및 관리</a:t>
                      </a: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PKG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LG Smart_H Regular"/>
                        </a:rPr>
                        <a:t>금주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LG Smart_H Regular"/>
                        </a:rPr>
                        <a:t> </a:t>
                      </a:r>
                      <a:r>
                        <a:rPr 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LG Smart_H Regular"/>
                        </a:rPr>
                        <a:t>진행사항 없습니다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LG Smart_H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과제 목적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수율 관련 Daily Process Report 실물 적용 수율 하락 사유에 대한 개선안 전달 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대상 호기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] : ESMI PKG 공정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 Dimension 평균치 하한 혹은 상한 관리로 일부 Cell Spec Out 확률 증가됨. -&gt; 우선 평균치 조정 관리 요청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이물에 대한 발생 관점의 Data 최적화, 제거 관점의 설비 표준화 진행에 대한 의견 합의.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제안 Items : Case #1) 5-1호기 Laser Hole 개수와 Area 감소로 품질 Risk  -&gt; Laser 세기 조정으로 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                                    -&gt; 3월 9일 Laser Power 조정으로 Bead Count 및 Area 개선 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5-1호기 양극 / Laser power 44-&gt; 46으로 조정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171450" lvl="0" indent="-17145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Char char="-"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오현석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강주예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C0B96D7D-704E-E23B-0B87-75B75D8FEC44}"/>
              </a:ext>
            </a:extLst>
          </p:cNvPr>
          <p:cNvSpPr txBox="1">
            <a:spLocks/>
          </p:cNvSpPr>
          <p:nvPr/>
        </p:nvSpPr>
        <p:spPr>
          <a:xfrm>
            <a:off x="7904040" y="376121"/>
            <a:ext cx="1994692" cy="169277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오현석 책임</a:t>
            </a:r>
            <a:r>
              <a:rPr lang="en-US" altLang="ko-KR" sz="1100">
                <a:solidFill>
                  <a:prstClr val="black"/>
                </a:solidFill>
                <a:latin typeface="LG스마트체 Regular"/>
                <a:ea typeface="LG스마트체 Regular"/>
              </a:rPr>
              <a:t>, </a:t>
            </a:r>
            <a:r>
              <a:rPr lang="ko-KR" altLang="en-US" sz="1100" err="1">
                <a:solidFill>
                  <a:prstClr val="black"/>
                </a:solidFill>
                <a:latin typeface="LG스마트체 Regular"/>
                <a:ea typeface="LG스마트체 Regular"/>
              </a:rPr>
              <a:t>강주예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 사원</a:t>
            </a:r>
            <a:endParaRPr lang="ko-KR" altLang="en-US" sz="1100" b="0" i="0" u="none" strike="noStrike" kern="1200" cap="none" spc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DB7C9082-47FB-1CC4-5263-8FC484108421}"/>
              </a:ext>
            </a:extLst>
          </p:cNvPr>
          <p:cNvSpPr txBox="1"/>
          <p:nvPr/>
        </p:nvSpPr>
        <p:spPr>
          <a:xfrm>
            <a:off x="7891410" y="543979"/>
            <a:ext cx="2063009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kumimoji="0" lang="ko-KR" altLang="en-US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5/19 (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화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17</a:t>
            </a:r>
            <a:r>
              <a:rPr kumimoji="0" lang="ko-KR" altLang="en-US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6934802A-ED7A-9162-9FF6-4297677B386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pic>
        <p:nvPicPr>
          <p:cNvPr id="3" name="그림 2" descr="텍스트, 스크린샷, 폰트, 번호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3594E93-1362-7AFD-9B3E-18F232EB90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60658" y="2287596"/>
            <a:ext cx="1897703" cy="1107972"/>
          </a:xfrm>
          <a:prstGeom prst="rect">
            <a:avLst/>
          </a:prstGeom>
        </p:spPr>
      </p:pic>
      <p:pic>
        <p:nvPicPr>
          <p:cNvPr id="4" name="그림 3" descr="텍스트, 스크린샷, 도표, 라인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4553C86-BAC2-8291-574B-CEA7DEC79D9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04554" y="4000295"/>
            <a:ext cx="1682840" cy="1289817"/>
          </a:xfrm>
          <a:prstGeom prst="rect">
            <a:avLst/>
          </a:prstGeom>
        </p:spPr>
      </p:pic>
      <p:pic>
        <p:nvPicPr>
          <p:cNvPr id="2" name="그림 1" descr="텍스트, 스크린샷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3FB36B3-7D16-0A35-1C64-29FF8BF3B88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86869" y="4001739"/>
            <a:ext cx="2347187" cy="1291513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93E01808-2734-063B-F07E-C4F676C03CD1}"/>
              </a:ext>
            </a:extLst>
          </p:cNvPr>
          <p:cNvSpPr txBox="1"/>
          <p:nvPr/>
        </p:nvSpPr>
        <p:spPr>
          <a:xfrm>
            <a:off x="4084993" y="2291965"/>
            <a:ext cx="4640582" cy="161582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ko-KR" altLang="en-US" sz="900">
                <a:latin typeface="arail narrow"/>
              </a:rPr>
              <a:t>추후 진행 </a:t>
            </a:r>
            <a:endParaRPr lang="ko-KR" sz="900">
              <a:latin typeface="arail narrow"/>
            </a:endParaRPr>
          </a:p>
          <a:p>
            <a:r>
              <a:rPr lang="ko-KR" altLang="en-US" sz="900">
                <a:latin typeface="arail narrow"/>
              </a:rPr>
              <a:t>Case#1) : 레이저 이물에 대해서 (원인 공정별) 구분 및 호기별 수량 관리 ( ~3/21)</a:t>
            </a:r>
            <a:endParaRPr lang="ko-KR" sz="900">
              <a:latin typeface="arail narrow"/>
            </a:endParaRPr>
          </a:p>
          <a:p>
            <a:r>
              <a:rPr lang="ko-KR" altLang="en-US" sz="900">
                <a:latin typeface="arail narrow"/>
              </a:rPr>
              <a:t>                </a:t>
            </a:r>
            <a:r>
              <a:rPr lang="ko-KR" altLang="en-US" sz="900">
                <a:solidFill>
                  <a:srgbClr val="000000"/>
                </a:solidFill>
                <a:latin typeface="arail narrow"/>
              </a:rPr>
              <a:t>-&gt; 외관 불량 이물 Sorting 작업을 위해서는 불량별 data가 필요한데 </a:t>
            </a: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                    두가지로 구분하다보니 구분율이 하락하여 Detail 하게 구분할 필요성 증가</a:t>
            </a:r>
          </a:p>
          <a:p>
            <a:r>
              <a:rPr lang="en-US" altLang="ko-KR" sz="900">
                <a:solidFill>
                  <a:srgbClr val="000000"/>
                </a:solidFill>
                <a:latin typeface="Arial Narrow"/>
              </a:rPr>
              <a:t>                        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추가적으로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Sepa이물과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기타를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추가하여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오검율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감소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기대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.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검출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증가시켜볼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 </a:t>
            </a:r>
            <a:r>
              <a:rPr lang="en-US" altLang="ko-KR" sz="900" err="1">
                <a:solidFill>
                  <a:srgbClr val="000000"/>
                </a:solidFill>
                <a:latin typeface="Arial Narrow"/>
              </a:rPr>
              <a:t>예정임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. </a:t>
            </a:r>
            <a:endParaRPr lang="ko-KR" altLang="en-US" sz="900">
              <a:solidFill>
                <a:srgbClr val="000000"/>
              </a:solidFill>
              <a:latin typeface="arail narrow"/>
              <a:ea typeface="LG Smart_H Regular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Arial Narrow"/>
              </a:rPr>
              <a:t>                   -&gt; 1) Spatter</a:t>
            </a:r>
            <a:r>
              <a:rPr lang="ko-KR" sz="900">
                <a:solidFill>
                  <a:srgbClr val="000000"/>
                </a:solidFill>
                <a:latin typeface="arail narrow"/>
                <a:ea typeface="LG Smart_H Regular"/>
              </a:rPr>
              <a:t> 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2)</a:t>
            </a:r>
            <a:r>
              <a:rPr lang="ko-KR" sz="900">
                <a:solidFill>
                  <a:srgbClr val="000000"/>
                </a:solidFill>
                <a:latin typeface="arail narrow"/>
                <a:ea typeface="LG Smart_H Regular"/>
              </a:rPr>
              <a:t> 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Cutting</a:t>
            </a:r>
            <a:r>
              <a:rPr lang="ko-KR" sz="900">
                <a:solidFill>
                  <a:srgbClr val="000000"/>
                </a:solidFill>
                <a:latin typeface="arail narrow"/>
                <a:ea typeface="LG Smart_H Regular"/>
              </a:rPr>
              <a:t> 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Burr</a:t>
            </a:r>
            <a:r>
              <a:rPr lang="ko-KR" sz="900">
                <a:solidFill>
                  <a:srgbClr val="000000"/>
                </a:solidFill>
                <a:latin typeface="arail narrow"/>
                <a:ea typeface="LG Smart_H Regular"/>
              </a:rPr>
              <a:t> 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3) Sepa </a:t>
            </a:r>
            <a:r>
              <a:rPr lang="ko-KR" sz="900">
                <a:solidFill>
                  <a:srgbClr val="000000"/>
                </a:solidFill>
                <a:latin typeface="arail narrow"/>
                <a:ea typeface="LG Smart_H Regular"/>
              </a:rPr>
              <a:t>이물 </a:t>
            </a:r>
            <a:r>
              <a:rPr lang="en-US" altLang="ko-KR" sz="900">
                <a:solidFill>
                  <a:srgbClr val="000000"/>
                </a:solidFill>
                <a:latin typeface="Arial Narrow"/>
              </a:rPr>
              <a:t>4)</a:t>
            </a:r>
            <a:r>
              <a:rPr lang="ko-KR" sz="900">
                <a:solidFill>
                  <a:srgbClr val="000000"/>
                </a:solidFill>
                <a:latin typeface="arail narrow"/>
                <a:ea typeface="LG Smart_H Regular"/>
              </a:rPr>
              <a:t> 기타 의 아이템을 구분하는데 시간이 </a:t>
            </a:r>
            <a:r>
              <a:rPr lang="ko-KR" altLang="en-US" sz="900">
                <a:solidFill>
                  <a:srgbClr val="000000"/>
                </a:solidFill>
                <a:latin typeface="arail narrow"/>
                <a:ea typeface="LG Smart_H Regular"/>
              </a:rPr>
              <a:t>소요</a:t>
            </a:r>
            <a:endParaRPr lang="ko-KR" sz="900">
              <a:solidFill>
                <a:srgbClr val="000000"/>
              </a:solidFill>
              <a:latin typeface="arail narrow"/>
              <a:ea typeface="LG Smart_H Regular"/>
            </a:endParaRP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  <a:ea typeface="LG Smart_H Regular"/>
              </a:rPr>
              <a:t>                    현재 검출율 수준 27~50% 정도임. </a:t>
            </a:r>
            <a:r>
              <a:rPr lang="ko-KR" altLang="en-US" sz="900">
                <a:latin typeface="arail narrow"/>
              </a:rPr>
              <a:t>                </a:t>
            </a:r>
          </a:p>
          <a:p>
            <a:r>
              <a:rPr lang="ko-KR" altLang="en-US" sz="900">
                <a:latin typeface="arail narrow"/>
              </a:rPr>
              <a:t>                이물 발생 관점) Area ratio 최적화 값 제안 (~4/3)</a:t>
            </a:r>
            <a:endParaRPr lang="ko-KR" sz="900">
              <a:latin typeface="arail narrow"/>
            </a:endParaRPr>
          </a:p>
          <a:p>
            <a:r>
              <a:rPr lang="ko-KR" altLang="en-US" sz="900">
                <a:latin typeface="arail narrow"/>
              </a:rPr>
              <a:t>                이물 제거 관점) Suction amt의 Data화 (With ESMI E team : ~3/24)</a:t>
            </a:r>
            <a:endParaRPr lang="ko-KR" sz="900">
              <a:latin typeface="arail narrow"/>
            </a:endParaRPr>
          </a:p>
          <a:p>
            <a:r>
              <a:rPr lang="ko-KR" altLang="en-US" sz="900">
                <a:latin typeface="arail narrow"/>
              </a:rPr>
              <a:t>               </a:t>
            </a:r>
            <a:r>
              <a:rPr lang="ko-KR" altLang="en-US" sz="900">
                <a:solidFill>
                  <a:srgbClr val="000000"/>
                </a:solidFill>
                <a:latin typeface="arail narrow"/>
              </a:rPr>
              <a:t> -&gt; ESMI 담당자 업무 로드 증가로 Delay중 </a:t>
            </a:r>
          </a:p>
          <a:p>
            <a:r>
              <a:rPr lang="ko-KR" altLang="en-US" sz="900">
                <a:latin typeface="arail narrow"/>
              </a:rPr>
              <a:t>                                      이물 제거 관련 최적화 값 제안 (~4/10)</a:t>
            </a:r>
            <a:endParaRPr lang="ko-KR" sz="900">
              <a:latin typeface="arail narrow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FCE8492-2B90-4212-6401-5EF995B95F1D}"/>
              </a:ext>
            </a:extLst>
          </p:cNvPr>
          <p:cNvSpPr txBox="1"/>
          <p:nvPr/>
        </p:nvSpPr>
        <p:spPr>
          <a:xfrm>
            <a:off x="1506746" y="2287510"/>
            <a:ext cx="562300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ko-KR" sz="900" baseline="0">
                <a:ea typeface="arail narrow"/>
              </a:rPr>
              <a:t>Case#1)</a:t>
            </a:r>
            <a:endParaRPr lang="ko-KR" altLang="en-US"/>
          </a:p>
          <a:p>
            <a:pPr algn="ctr"/>
            <a:endParaRPr lang="ko-KR" altLang="en-US" sz="110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E03F887-4268-87A2-A8B6-847ED4E61B0D}"/>
              </a:ext>
            </a:extLst>
          </p:cNvPr>
          <p:cNvSpPr txBox="1"/>
          <p:nvPr/>
        </p:nvSpPr>
        <p:spPr>
          <a:xfrm>
            <a:off x="1451714" y="4081281"/>
            <a:ext cx="562300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ko-KR" sz="900" baseline="0">
                <a:ea typeface="arail narrow"/>
              </a:rPr>
              <a:t>Case#</a:t>
            </a:r>
            <a:r>
              <a:rPr lang="en-US" altLang="ko-KR" sz="900">
                <a:ea typeface="arail narrow"/>
              </a:rPr>
              <a:t>2</a:t>
            </a:r>
            <a:r>
              <a:rPr lang="ko-KR" sz="900" baseline="0">
                <a:ea typeface="arail narrow"/>
              </a:rPr>
              <a:t>)</a:t>
            </a:r>
            <a:endParaRPr lang="ko-KR" altLang="en-US"/>
          </a:p>
          <a:p>
            <a:pPr algn="ctr"/>
            <a:endParaRPr lang="ko-KR" altLang="en-US" sz="110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1AEA598-B565-0183-E948-9B71003794DF}"/>
              </a:ext>
            </a:extLst>
          </p:cNvPr>
          <p:cNvSpPr txBox="1"/>
          <p:nvPr/>
        </p:nvSpPr>
        <p:spPr>
          <a:xfrm>
            <a:off x="5829006" y="4004201"/>
            <a:ext cx="3581025" cy="258532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ko-KR" altLang="en-US" sz="900">
                <a:latin typeface="arail narrow"/>
              </a:rPr>
              <a:t>추후 진행 </a:t>
            </a:r>
            <a:endParaRPr lang="ko-KR" sz="900">
              <a:latin typeface="arail narrow"/>
            </a:endParaRPr>
          </a:p>
          <a:p>
            <a:r>
              <a:rPr lang="ko-KR" altLang="en-US" sz="900">
                <a:latin typeface="arail narrow"/>
              </a:rPr>
              <a:t>Case#2) : 설비별 Item별 평균 및 Range 값 계산 </a:t>
            </a:r>
          </a:p>
          <a:p>
            <a:r>
              <a:rPr lang="ko-KR" altLang="en-US" sz="900">
                <a:latin typeface="arail narrow"/>
              </a:rPr>
              <a:t>                Outlier 발생 감소를 위한 </a:t>
            </a:r>
          </a:p>
          <a:p>
            <a:r>
              <a:rPr lang="ko-KR" altLang="en-US" sz="900">
                <a:latin typeface="arail narrow"/>
              </a:rPr>
              <a:t>                호기별 아이템별 관리 평균치 제안 ( ~3/24)</a:t>
            </a:r>
            <a:endParaRPr lang="ko-KR">
              <a:latin typeface="Aria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W11주</a:t>
            </a: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1) B,C Dimension과 Lead Protrution과 Lead Position에 </a:t>
            </a:r>
            <a:endParaRPr lang="ko-KR">
              <a:solidFill>
                <a:srgbClr val="000000"/>
              </a:solidFill>
              <a:latin typeface="Arial Narrow"/>
            </a:endParaRP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  대해서 제안 ( 중앙값 조정 이상으로 Spec Out 발생하는 경우 )</a:t>
            </a:r>
            <a:endParaRPr lang="ko-KR">
              <a:solidFill>
                <a:srgbClr val="000000"/>
              </a:solidFill>
              <a:latin typeface="Arial Narrow"/>
            </a:endParaRP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 * </a:t>
            </a:r>
            <a:r>
              <a:rPr lang="ko-KR" altLang="en-US" sz="900">
                <a:solidFill>
                  <a:srgbClr val="FF0000"/>
                </a:solidFill>
                <a:latin typeface="arail narrow"/>
              </a:rPr>
              <a:t>Median +-4 sigma로 제안</a:t>
            </a:r>
            <a:r>
              <a:rPr lang="ko-KR" altLang="en-US" sz="900">
                <a:solidFill>
                  <a:srgbClr val="000000"/>
                </a:solidFill>
                <a:latin typeface="arail narrow"/>
              </a:rPr>
              <a:t> (호기별 Dimension별로 구분)</a:t>
            </a: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* </a:t>
            </a:r>
            <a:r>
              <a:rPr lang="ko-KR" altLang="en-US" sz="900">
                <a:solidFill>
                  <a:srgbClr val="FF0000"/>
                </a:solidFill>
                <a:latin typeface="arail narrow"/>
              </a:rPr>
              <a:t>안정화를 위해 호기별 적절한 이동량 확인 가능</a:t>
            </a:r>
          </a:p>
          <a:p>
            <a:r>
              <a:rPr lang="ko-KR" altLang="en-US" sz="900">
                <a:solidFill>
                  <a:srgbClr val="FF0000"/>
                </a:solidFill>
                <a:latin typeface="arail narrow"/>
              </a:rPr>
              <a:t>    -&gt; C dimension median 0.16 이동 제안</a:t>
            </a: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-&gt; 추후 호기별 Deviation 안정화, Median 값 안정화로 </a:t>
            </a: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   구분 가능하며 관리 용이.</a:t>
            </a:r>
          </a:p>
          <a:p>
            <a:endParaRPr lang="ko-KR" altLang="en-US" sz="900">
              <a:solidFill>
                <a:srgbClr val="0000FF"/>
              </a:solidFill>
              <a:latin typeface="arail narrow"/>
            </a:endParaRPr>
          </a:p>
        </p:txBody>
      </p:sp>
      <p:pic>
        <p:nvPicPr>
          <p:cNvPr id="5" name="그림 4" descr="텍스트, 스크린샷, 그래프, 도표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3F95C81-3A02-81EE-306E-620DCF55251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10433" y="5424865"/>
            <a:ext cx="3572056" cy="1027202"/>
          </a:xfrm>
          <a:prstGeom prst="rect">
            <a:avLst/>
          </a:prstGeom>
        </p:spPr>
      </p:pic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BD2F911-1881-BF54-ACD7-803A9A596F7B}"/>
              </a:ext>
            </a:extLst>
          </p:cNvPr>
          <p:cNvSpPr/>
          <p:nvPr/>
        </p:nvSpPr>
        <p:spPr>
          <a:xfrm>
            <a:off x="4203145" y="5425046"/>
            <a:ext cx="884161" cy="1021479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B709C17-D340-F6A6-6BDE-9034A05C3386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‘26.03.18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26.04.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 panose="020B0600000101010101" pitchFamily="50" charset="-127"/>
              </a:rPr>
              <a:t>01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658459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70983F7-E9FC-EA24-C3CD-90DD44435A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Box 20">
            <a:extLst>
              <a:ext uri="{FF2B5EF4-FFF2-40B4-BE49-F238E27FC236}">
                <a16:creationId xmlns:a16="http://schemas.microsoft.com/office/drawing/2014/main" id="{56853949-66A4-2F2C-A878-3BD93835D61F}"/>
              </a:ext>
            </a:extLst>
          </p:cNvPr>
          <p:cNvSpPr txBox="1"/>
          <p:nvPr/>
        </p:nvSpPr>
        <p:spPr>
          <a:xfrm>
            <a:off x="5016" y="566563"/>
            <a:ext cx="495530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PKG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Daily Process Report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구축</a:t>
            </a: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0AB7F7B6-CDDD-CF8E-AD3E-414B4A9E82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8873556"/>
              </p:ext>
            </p:extLst>
          </p:nvPr>
        </p:nvGraphicFramePr>
        <p:xfrm>
          <a:off x="119275" y="799390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(W31)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ea typeface="+mn-ea"/>
                        </a:rPr>
                        <a:t>공정 </a:t>
                      </a:r>
                      <a:endParaRPr lang="ko-KR"/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ea typeface="+mn-ea"/>
                        </a:rPr>
                        <a:t>Daily Report 아이템 발굴 및 관리</a:t>
                      </a: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PKG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진행사항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과제 목적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수율 관련 Daily Process Report 실물 적용 수율 하락 사유에 대한 개선안 전달 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대상 호기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] : ESMI PKG 공정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                                  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Case #3) 3-2,4-1호기 전해액 편차 상하로 진동폭 증가, 4-2호기 하한으로 Drop 경향성 : 조치 사항에 대해 자료 대기중. </a:t>
                      </a:r>
                      <a:endParaRPr lang="en-US"/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171450" lvl="0" indent="-17145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Char char="-"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26.8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오현석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강주예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14" name="제목 1">
            <a:extLst>
              <a:ext uri="{FF2B5EF4-FFF2-40B4-BE49-F238E27FC236}">
                <a16:creationId xmlns:a16="http://schemas.microsoft.com/office/drawing/2014/main" id="{7DBC26FA-5D2B-16B1-EE70-1159948C89A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79623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 제조빅데이터분석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팀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716D55A-255E-2398-0F3F-50798E590490}"/>
              </a:ext>
            </a:extLst>
          </p:cNvPr>
          <p:cNvSpPr txBox="1"/>
          <p:nvPr/>
        </p:nvSpPr>
        <p:spPr>
          <a:xfrm>
            <a:off x="1496588" y="2053931"/>
            <a:ext cx="562300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ko-KR" sz="900" baseline="0">
                <a:ea typeface="arail narrow"/>
              </a:rPr>
              <a:t>Case</a:t>
            </a:r>
            <a:r>
              <a:rPr lang="en-US" altLang="ko-KR" sz="900">
                <a:ea typeface="arail narrow"/>
              </a:rPr>
              <a:t>#3)</a:t>
            </a:r>
            <a:endParaRPr lang="ko-KR" altLang="en-US"/>
          </a:p>
          <a:p>
            <a:pPr algn="ctr"/>
            <a:endParaRPr lang="ko-KR" altLang="en-US" sz="1100"/>
          </a:p>
        </p:txBody>
      </p:sp>
      <p:pic>
        <p:nvPicPr>
          <p:cNvPr id="15" name="그림 14" descr="텍스트, 스크린샷, 라인, 그래프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64CFA01-C11A-5131-6D15-64AE1D0491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80953" y="2181825"/>
            <a:ext cx="1752231" cy="1048770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7CDA3A16-E738-7CE3-A689-AB3FC6C18B34}"/>
              </a:ext>
            </a:extLst>
          </p:cNvPr>
          <p:cNvSpPr txBox="1"/>
          <p:nvPr/>
        </p:nvSpPr>
        <p:spPr>
          <a:xfrm>
            <a:off x="4397792" y="2185218"/>
            <a:ext cx="4525600" cy="286232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ko-KR" altLang="en-US" sz="900">
                <a:latin typeface="arail narrow"/>
              </a:rPr>
              <a:t>추후 진행 </a:t>
            </a:r>
            <a:endParaRPr lang="ko-KR" sz="900">
              <a:latin typeface="arail narrow"/>
            </a:endParaRPr>
          </a:p>
          <a:p>
            <a:r>
              <a:rPr lang="ko-KR" altLang="en-US" sz="900">
                <a:latin typeface="arail narrow"/>
              </a:rPr>
              <a:t>Case#2) : 전해액 주액량 Symmetric or Skewed 구분 </a:t>
            </a:r>
          </a:p>
          <a:p>
            <a:r>
              <a:rPr lang="ko-KR" altLang="en-US" sz="900">
                <a:latin typeface="arail narrow"/>
              </a:rPr>
              <a:t>                1) 점차 Cpk 증가될 경우 Pump 교체 노즐 기포 제거 로직 작성중 ( ~3/17) </a:t>
            </a:r>
          </a:p>
          <a:p>
            <a:r>
              <a:rPr lang="ko-KR" altLang="en-US" sz="900">
                <a:latin typeface="arail narrow"/>
              </a:rPr>
              <a:t>                2) 전해액 하한치로만 Drop될 경우 Inform 로직 작성 중 ( ~3/20)</a:t>
            </a:r>
          </a:p>
          <a:p>
            <a:endParaRPr lang="ko-KR" altLang="en-US" sz="900">
              <a:latin typeface="arail narrow"/>
            </a:endParaRPr>
          </a:p>
          <a:p>
            <a:endParaRPr lang="ko-KR" altLang="en-US" sz="900">
              <a:latin typeface="arail narrow"/>
            </a:endParaRPr>
          </a:p>
          <a:p>
            <a:endParaRPr lang="ko-KR" altLang="en-US" sz="900">
              <a:latin typeface="arail narrow"/>
            </a:endParaRPr>
          </a:p>
          <a:p>
            <a:endParaRPr lang="ko-KR" altLang="en-US" sz="900">
              <a:latin typeface="arail narrow"/>
            </a:endParaRPr>
          </a:p>
          <a:p>
            <a:r>
              <a:rPr lang="ko-KR" altLang="en-US" sz="900">
                <a:latin typeface="arail narrow"/>
              </a:rPr>
              <a:t>      </a:t>
            </a:r>
            <a:r>
              <a:rPr lang="ko-KR" altLang="en-US" sz="900">
                <a:solidFill>
                  <a:srgbClr val="000000"/>
                </a:solidFill>
                <a:latin typeface="arail narrow"/>
              </a:rPr>
              <a:t>평균치 이동으로 주액량 상승 및 하락 트렌드 확인 </a:t>
            </a: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   ( 설비혹은 재료적인 문제로 기포에 의해 하락되는지 </a:t>
            </a:r>
            <a:endParaRPr lang="ko-KR">
              <a:solidFill>
                <a:srgbClr val="000000"/>
              </a:solidFill>
              <a:latin typeface="Arial Narrow"/>
            </a:endParaRP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     초기 보정치 혹은 초기 폐기량  부족으로 부동후 가동시 하락되는지 </a:t>
            </a:r>
            <a:endParaRPr lang="ko-KR">
              <a:solidFill>
                <a:srgbClr val="000000"/>
              </a:solidFill>
              <a:latin typeface="Arial Narrow"/>
            </a:endParaRP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     추가 판단 근거 작성 예정 )</a:t>
            </a:r>
            <a:endParaRPr lang="ko-KR">
              <a:solidFill>
                <a:srgbClr val="000000"/>
              </a:solidFill>
              <a:latin typeface="Aria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endParaRPr lang="ko-KR" altLang="en-US" sz="900">
              <a:solidFill>
                <a:srgbClr val="000000"/>
              </a:solidFill>
              <a:latin typeface="arail narrow"/>
            </a:endParaRP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    시간당 Cpk Trend 관리로 펌프나 노즐의 설비적인 Wearout 검토 </a:t>
            </a:r>
          </a:p>
          <a:p>
            <a:r>
              <a:rPr lang="ko-KR" altLang="en-US" sz="900">
                <a:solidFill>
                  <a:srgbClr val="000000"/>
                </a:solidFill>
                <a:latin typeface="arail narrow"/>
              </a:rPr>
              <a:t>     Cpk 지속 하락시 펌프 점검 및 노즐 점검의 근거 MTBF의 근거로 사용 예정. </a:t>
            </a:r>
          </a:p>
          <a:p>
            <a:r>
              <a:rPr lang="ko-KR" altLang="en-US" sz="900">
                <a:latin typeface="arail narrow"/>
              </a:rPr>
              <a:t>  </a:t>
            </a:r>
            <a:endParaRPr lang="ko-KR" altLang="en-US">
              <a:latin typeface="Arial Narrow"/>
            </a:endParaRPr>
          </a:p>
        </p:txBody>
      </p:sp>
      <p:pic>
        <p:nvPicPr>
          <p:cNvPr id="5" name="그림 4" descr="텍스트, 스크린샷, 번호, 폰트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F7BEB38-82FA-F8F2-C519-5D3BBB68F68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867" y="4177591"/>
            <a:ext cx="2386093" cy="1107096"/>
          </a:xfrm>
          <a:prstGeom prst="rect">
            <a:avLst/>
          </a:prstGeom>
        </p:spPr>
      </p:pic>
      <p:pic>
        <p:nvPicPr>
          <p:cNvPr id="11" name="그림 10" descr="텍스트, 스크린샷, 번호, 폰트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B674497-4E44-7918-B4A1-CF076425D1D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31584" y="3234541"/>
            <a:ext cx="2294697" cy="1180176"/>
          </a:xfrm>
          <a:prstGeom prst="rect">
            <a:avLst/>
          </a:prstGeom>
        </p:spPr>
      </p:pic>
      <p:sp>
        <p:nvSpPr>
          <p:cNvPr id="2" name="내용 개체 틀 20">
            <a:extLst>
              <a:ext uri="{FF2B5EF4-FFF2-40B4-BE49-F238E27FC236}">
                <a16:creationId xmlns:a16="http://schemas.microsoft.com/office/drawing/2014/main" id="{0B8045EA-1A6D-8893-7BF6-C4C22362EC2C}"/>
              </a:ext>
            </a:extLst>
          </p:cNvPr>
          <p:cNvSpPr txBox="1">
            <a:spLocks/>
          </p:cNvSpPr>
          <p:nvPr/>
        </p:nvSpPr>
        <p:spPr>
          <a:xfrm>
            <a:off x="7904040" y="376121"/>
            <a:ext cx="1994692" cy="169277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오현석 책임</a:t>
            </a:r>
            <a:r>
              <a:rPr lang="en-US" altLang="ko-KR" sz="1100">
                <a:solidFill>
                  <a:prstClr val="black"/>
                </a:solidFill>
                <a:latin typeface="LG스마트체 Regular"/>
                <a:ea typeface="LG스마트체 Regular"/>
              </a:rPr>
              <a:t>, </a:t>
            </a:r>
            <a:r>
              <a:rPr lang="ko-KR" altLang="en-US" sz="1100" err="1">
                <a:solidFill>
                  <a:prstClr val="black"/>
                </a:solidFill>
                <a:latin typeface="LG스마트체 Regular"/>
                <a:ea typeface="LG스마트체 Regular"/>
              </a:rPr>
              <a:t>강주예</a:t>
            </a:r>
            <a:r>
              <a:rPr lang="ko-KR" altLang="en-US" sz="1100">
                <a:solidFill>
                  <a:prstClr val="black"/>
                </a:solidFill>
                <a:latin typeface="LG스마트체 Regular"/>
                <a:ea typeface="LG스마트체 Regular"/>
              </a:rPr>
              <a:t> 사원</a:t>
            </a:r>
            <a:endParaRPr lang="ko-KR" altLang="en-US" sz="1100" b="0" i="0" u="none" strike="noStrike" kern="1200" cap="none" spc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B73AF56-64BD-FF8D-7305-205A5FAEA72F}"/>
              </a:ext>
            </a:extLst>
          </p:cNvPr>
          <p:cNvSpPr txBox="1"/>
          <p:nvPr/>
        </p:nvSpPr>
        <p:spPr>
          <a:xfrm>
            <a:off x="7891410" y="543979"/>
            <a:ext cx="2063009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kumimoji="0" lang="ko-KR" altLang="en-US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5/19 (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화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17</a:t>
            </a:r>
            <a:r>
              <a:rPr kumimoji="0" lang="ko-KR" altLang="en-US" sz="1100" b="0" i="0" u="none" strike="noStrike" kern="1200" cap="none" spc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88DA994-287C-985D-2883-1DA399E3D6F4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‘26.03.18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‘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26.04.</a:t>
            </a:r>
            <a:r>
              <a:rPr lang="en-US" altLang="ko-KR" sz="800">
                <a:solidFill>
                  <a:srgbClr val="000000"/>
                </a:solidFill>
                <a:latin typeface="Arial Narrow"/>
                <a:ea typeface="LG스마트체 Regular" panose="020B0600000101010101" pitchFamily="50" charset="-127"/>
              </a:rPr>
              <a:t>01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1305064"/>
      </p:ext>
    </p:extLst>
  </p:cSld>
  <p:clrMapOvr>
    <a:masterClrMapping/>
  </p:clrMapOvr>
</p:sld>
</file>

<file path=ppt/theme/theme1.xml><?xml version="1.0" encoding="utf-8"?>
<a:theme xmlns:a="http://schemas.openxmlformats.org/drawingml/2006/main" name="3_Office 테마">
  <a:themeElements>
    <a:clrScheme name="사용자 지정 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000000"/>
      </a:folHlink>
    </a:clrScheme>
    <a:fontScheme name="사용자 지정 3">
      <a:majorFont>
        <a:latin typeface="Arial Narrow"/>
        <a:ea typeface="LG스마트체 Regular"/>
        <a:cs typeface=""/>
      </a:majorFont>
      <a:minorFont>
        <a:latin typeface="Arial Narrow"/>
        <a:ea typeface="LG스마트체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>
          <a:defRPr sz="1100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4_Office 테마">
  <a:themeElements>
    <a:clrScheme name="사용자 지정 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000000"/>
      </a:folHlink>
    </a:clrScheme>
    <a:fontScheme name="사용자 지정 3">
      <a:majorFont>
        <a:latin typeface="Arial Narrow"/>
        <a:ea typeface="LG스마트체 Regular"/>
        <a:cs typeface=""/>
      </a:majorFont>
      <a:minorFont>
        <a:latin typeface="Arial Narrow"/>
        <a:ea typeface="LG스마트체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19050">
          <a:solidFill>
            <a:srgbClr val="FF0000"/>
          </a:solidFill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>
          <a:defRPr sz="1100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23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G스마트체">
      <a:majorFont>
        <a:latin typeface="Arial Narrow"/>
        <a:ea typeface="LG스마트체 Regular"/>
        <a:cs typeface=""/>
      </a:majorFont>
      <a:minorFont>
        <a:latin typeface="Arial Narrow"/>
        <a:ea typeface="LG스마트체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6350">
          <a:solidFill>
            <a:schemeClr val="bg1">
              <a:lumMod val="50000"/>
            </a:schemeClr>
          </a:solidFill>
          <a:prstDash val="solid"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marL="0" marR="0" indent="0" algn="ctr" defTabSz="914400" rtl="0" eaLnBrk="1" fontAlgn="auto" latinLnBrk="1" hangingPunct="1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kern="1200" cap="none" spc="0" normalizeH="0" baseline="0" noProof="0">
            <a:ln>
              <a:noFill/>
            </a:ln>
            <a:solidFill>
              <a:prstClr val="white"/>
            </a:solidFill>
            <a:effectLst/>
            <a:uLnTx/>
            <a:uFillTx/>
            <a:latin typeface="Arial Narrow"/>
            <a:ea typeface="LG스마트체 Regular"/>
            <a:cs typeface="+mn-cs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0E2841"/>
    </a:dk2>
    <a:lt2>
      <a:srgbClr val="E8E8E8"/>
    </a:lt2>
    <a:accent1>
      <a:srgbClr val="156082"/>
    </a:accent1>
    <a:accent2>
      <a:srgbClr val="E97132"/>
    </a:accent2>
    <a:accent3>
      <a:srgbClr val="196B24"/>
    </a:accent3>
    <a:accent4>
      <a:srgbClr val="0F9ED5"/>
    </a:accent4>
    <a:accent5>
      <a:srgbClr val="A02B93"/>
    </a:accent5>
    <a:accent6>
      <a:srgbClr val="4EA72E"/>
    </a:accent6>
    <a:hlink>
      <a:srgbClr val="467886"/>
    </a:hlink>
    <a:folHlink>
      <a:srgbClr val="96607D"/>
    </a:folHlink>
  </a:clrScheme>
  <a:fontScheme name="Office">
    <a:majorFont>
      <a:latin typeface="Aptos Display" panose="0211000402020202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Aptos Narrow" panose="0211000402020202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  <a:ln w="2540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0E2841"/>
    </a:dk2>
    <a:lt2>
      <a:srgbClr val="E8E8E8"/>
    </a:lt2>
    <a:accent1>
      <a:srgbClr val="156082"/>
    </a:accent1>
    <a:accent2>
      <a:srgbClr val="E97132"/>
    </a:accent2>
    <a:accent3>
      <a:srgbClr val="196B24"/>
    </a:accent3>
    <a:accent4>
      <a:srgbClr val="0F9ED5"/>
    </a:accent4>
    <a:accent5>
      <a:srgbClr val="A02B93"/>
    </a:accent5>
    <a:accent6>
      <a:srgbClr val="4EA72E"/>
    </a:accent6>
    <a:hlink>
      <a:srgbClr val="467886"/>
    </a:hlink>
    <a:folHlink>
      <a:srgbClr val="96607D"/>
    </a:folHlink>
  </a:clrScheme>
  <a:fontScheme name="Office">
    <a:majorFont>
      <a:latin typeface="Aptos Display" panose="0211000402020202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Aptos Narrow" panose="0211000402020202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  <a:ln w="2540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테마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0E2841"/>
    </a:dk2>
    <a:lt2>
      <a:srgbClr val="E8E8E8"/>
    </a:lt2>
    <a:accent1>
      <a:srgbClr val="156082"/>
    </a:accent1>
    <a:accent2>
      <a:srgbClr val="E97132"/>
    </a:accent2>
    <a:accent3>
      <a:srgbClr val="196B24"/>
    </a:accent3>
    <a:accent4>
      <a:srgbClr val="0F9ED5"/>
    </a:accent4>
    <a:accent5>
      <a:srgbClr val="A02B93"/>
    </a:accent5>
    <a:accent6>
      <a:srgbClr val="4EA72E"/>
    </a:accent6>
    <a:hlink>
      <a:srgbClr val="467886"/>
    </a:hlink>
    <a:folHlink>
      <a:srgbClr val="96607D"/>
    </a:folHlink>
  </a:clrScheme>
  <a:fontScheme name="Office">
    <a:majorFont>
      <a:latin typeface="Aptos Display" panose="0211000402020202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Aptos Narrow" panose="0211000402020202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  <a:ln w="2540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0E2841"/>
    </a:dk2>
    <a:lt2>
      <a:srgbClr val="E8E8E8"/>
    </a:lt2>
    <a:accent1>
      <a:srgbClr val="156082"/>
    </a:accent1>
    <a:accent2>
      <a:srgbClr val="E97132"/>
    </a:accent2>
    <a:accent3>
      <a:srgbClr val="196B24"/>
    </a:accent3>
    <a:accent4>
      <a:srgbClr val="0F9ED5"/>
    </a:accent4>
    <a:accent5>
      <a:srgbClr val="A02B93"/>
    </a:accent5>
    <a:accent6>
      <a:srgbClr val="4EA72E"/>
    </a:accent6>
    <a:hlink>
      <a:srgbClr val="467886"/>
    </a:hlink>
    <a:folHlink>
      <a:srgbClr val="96607D"/>
    </a:folHlink>
  </a:clrScheme>
  <a:fontScheme name="Office">
    <a:majorFont>
      <a:latin typeface="Aptos Display" panose="0211000402020202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Aptos Narrow" panose="0211000402020202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  <a:ln w="2540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657ED67A9BFDAE418AF0D462668B0523" ma:contentTypeVersion="56" ma:contentTypeDescription="새 문서를 만듭니다." ma:contentTypeScope="" ma:versionID="817df5bc0bf3016b5e56f8f2ddd1d82c">
  <xsd:schema xmlns:xsd="http://www.w3.org/2001/XMLSchema" xmlns:xs="http://www.w3.org/2001/XMLSchema" xmlns:p="http://schemas.microsoft.com/office/2006/metadata/properties" xmlns:ns2="5463b47e-7714-41d2-b1aa-6440b598a978" xmlns:ns3="c2ebb65e-2445-4cb1-8a22-b0d327c21b58" xmlns:ns4="877db2e6-e2b6-4b53-bc89-7ef2b82f86e0" targetNamespace="http://schemas.microsoft.com/office/2006/metadata/properties" ma:root="true" ma:fieldsID="163d85159c411a9ea293fd652cb869f6" ns2:_="" ns3:_="" ns4:_="">
    <xsd:import namespace="5463b47e-7714-41d2-b1aa-6440b598a978"/>
    <xsd:import namespace="c2ebb65e-2445-4cb1-8a22-b0d327c21b58"/>
    <xsd:import namespace="877db2e6-e2b6-4b53-bc89-7ef2b82f86e0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LengthInSeconds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4:MediaServiceObjectDetectorVersions" minOccurs="0"/>
                <xsd:element ref="ns4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63b47e-7714-41d2-b1aa-6440b598a978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1" nillable="true" ma:displayName="Length (seconds)" ma:internalName="MediaLengthInSeconds" ma:readOnly="true">
      <xsd:simpleType>
        <xsd:restriction base="dms:Unknown"/>
      </xsd:simpleType>
    </xsd:element>
    <xsd:element name="MediaServiceAutoTags" ma:index="12" nillable="true" ma:displayName="Tags" ma:internalName="MediaServiceAutoTags" ma:readOnly="true">
      <xsd:simpleType>
        <xsd:restriction base="dms:Text"/>
      </xsd:simpleType>
    </xsd:element>
    <xsd:element name="MediaServiceOCR" ma:index="13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2ebb65e-2445-4cb1-8a22-b0d327c21b58" elementFormDefault="qualified">
    <xsd:import namespace="http://schemas.microsoft.com/office/2006/documentManagement/types"/>
    <xsd:import namespace="http://schemas.microsoft.com/office/infopath/2007/PartnerControls"/>
    <xsd:element name="SharedWithUsers" ma:index="16" nillable="true" ma:displayName="공유 대상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7" nillable="true" ma:displayName="세부 정보 공유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77db2e6-e2b6-4b53-bc89-7ef2b82f86e0" elementFormDefault="qualified">
    <xsd:import namespace="http://schemas.microsoft.com/office/2006/documentManagement/types"/>
    <xsd:import namespace="http://schemas.microsoft.com/office/infopath/2007/PartnerControls"/>
    <xsd:element name="MediaServiceObjectDetectorVersions" ma:index="18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9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03D34513-0D7B-41A5-9E76-90939F410547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5A04347-BDD7-4B80-97C4-8F8F989971D4}">
  <ds:schemaRefs>
    <ds:schemaRef ds:uri="5463b47e-7714-41d2-b1aa-6440b598a978"/>
    <ds:schemaRef ds:uri="877db2e6-e2b6-4b53-bc89-7ef2b82f86e0"/>
    <ds:schemaRef ds:uri="c2ebb65e-2445-4cb1-8a22-b0d327c21b58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ED1A7346-20F4-417F-80E6-6BE54CF9CA11}">
  <ds:schemaRefs>
    <ds:schemaRef ds:uri="5463b47e-7714-41d2-b1aa-6440b598a978"/>
    <ds:schemaRef ds:uri="877db2e6-e2b6-4b53-bc89-7ef2b82f86e0"/>
    <ds:schemaRef ds:uri="c2ebb65e-2445-4cb1-8a22-b0d327c21b58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55662</Words>
  <Application>Microsoft Office PowerPoint</Application>
  <PresentationFormat>A4 용지(210x297mm)</PresentationFormat>
  <Paragraphs>9509</Paragraphs>
  <Slides>111</Slides>
  <Notes>110</Notes>
  <HiddenSlides>16</HiddenSlides>
  <MMClips>0</MMClips>
  <ScaleCrop>false</ScaleCrop>
  <HeadingPairs>
    <vt:vector size="8" baseType="variant">
      <vt:variant>
        <vt:lpstr>사용한 글꼴</vt:lpstr>
      </vt:variant>
      <vt:variant>
        <vt:i4>17</vt:i4>
      </vt:variant>
      <vt:variant>
        <vt:lpstr>테마</vt:lpstr>
      </vt:variant>
      <vt:variant>
        <vt:i4>3</vt:i4>
      </vt:variant>
      <vt:variant>
        <vt:lpstr>포함된 OLE 서버</vt:lpstr>
      </vt:variant>
      <vt:variant>
        <vt:i4>2</vt:i4>
      </vt:variant>
      <vt:variant>
        <vt:lpstr>슬라이드 제목</vt:lpstr>
      </vt:variant>
      <vt:variant>
        <vt:i4>111</vt:i4>
      </vt:variant>
    </vt:vector>
  </HeadingPairs>
  <TitlesOfParts>
    <vt:vector size="133" baseType="lpstr">
      <vt:lpstr>Aptos</vt:lpstr>
      <vt:lpstr>Aptos Narrow</vt:lpstr>
      <vt:lpstr>Arail Narrow</vt:lpstr>
      <vt:lpstr>Arail Narrow</vt:lpstr>
      <vt:lpstr>LG Smart_H Regular</vt:lpstr>
      <vt:lpstr>LG스마트체 Light</vt:lpstr>
      <vt:lpstr>LG스마트체 Regular</vt:lpstr>
      <vt:lpstr>LG스마트체2.0 Regular</vt:lpstr>
      <vt:lpstr>Malgun Gothic Semilight</vt:lpstr>
      <vt:lpstr>Noto Sans KR</vt:lpstr>
      <vt:lpstr>굴림</vt:lpstr>
      <vt:lpstr>맑은 고딕</vt:lpstr>
      <vt:lpstr>Arial</vt:lpstr>
      <vt:lpstr>Arial Narrow</vt:lpstr>
      <vt:lpstr>Calibri</vt:lpstr>
      <vt:lpstr>Cambria Math</vt:lpstr>
      <vt:lpstr>Wingdings</vt:lpstr>
      <vt:lpstr>3_Office 테마</vt:lpstr>
      <vt:lpstr>4_Office 테마</vt:lpstr>
      <vt:lpstr>23_디자인 사용자 지정</vt:lpstr>
      <vt:lpstr>Presentation</vt:lpstr>
      <vt:lpstr>Worksheet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parkjonghyun@lgensol.com</dc:creator>
  <cp:lastModifiedBy>jaehu</cp:lastModifiedBy>
  <cp:revision>2</cp:revision>
  <cp:lastPrinted>2022-03-03T00:02:18Z</cp:lastPrinted>
  <dcterms:modified xsi:type="dcterms:W3CDTF">2026-07-28T04:25:51Z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0x010100657ED67A9BFDAE418AF0D462668B0523</vt:lpwstr>
  </property>
</Properties>
</file>